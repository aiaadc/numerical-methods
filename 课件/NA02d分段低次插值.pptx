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embeddings/oleObject11.bin" ContentType="application/vnd.openxmlformats-officedocument.oleObject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notesSlides/notesSlide11.xml" ContentType="application/vnd.openxmlformats-officedocument.presentationml.notesSlide+xml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notesSlides/notesSlide12.xml" ContentType="application/vnd.openxmlformats-officedocument.presentationml.notesSlide+xml"/>
  <Override PartName="/ppt/embeddings/oleObject34.bin" ContentType="application/vnd.openxmlformats-officedocument.oleObject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ppt/embeddings/oleObject35.bin" ContentType="application/vnd.openxmlformats-officedocument.oleObject"/>
  <Override PartName="/ppt/tags/tag9.xml" ContentType="application/vnd.openxmlformats-officedocument.presentationml.tags+xml"/>
  <Override PartName="/ppt/notesSlides/notesSlide14.xml" ContentType="application/vnd.openxmlformats-officedocument.presentationml.notesSlide+xml"/>
  <Override PartName="/ppt/tags/tag10.xml" ContentType="application/vnd.openxmlformats-officedocument.presentationml.tags+xml"/>
  <Override PartName="/ppt/notesSlides/notesSlide15.xml" ContentType="application/vnd.openxmlformats-officedocument.presentationml.notesSlide+xml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42.bin" ContentType="application/vnd.openxmlformats-officedocument.oleObject"/>
  <Override PartName="/ppt/embeddings/oleObject43.bin" ContentType="application/vnd.openxmlformats-officedocument.oleObject"/>
  <Override PartName="/ppt/embeddings/oleObject44.bin" ContentType="application/vnd.openxmlformats-officedocument.oleObject"/>
  <Override PartName="/ppt/embeddings/oleObject45.bin" ContentType="application/vnd.openxmlformats-officedocument.oleObject"/>
  <Override PartName="/ppt/embeddings/oleObject46.bin" ContentType="application/vnd.openxmlformats-officedocument.oleObject"/>
  <Override PartName="/ppt/embeddings/oleObject47.bin" ContentType="application/vnd.openxmlformats-officedocument.oleObject"/>
  <Override PartName="/ppt/embeddings/oleObject48.bin" ContentType="application/vnd.openxmlformats-officedocument.oleObject"/>
  <Override PartName="/ppt/embeddings/oleObject49.bin" ContentType="application/vnd.openxmlformats-officedocument.oleObject"/>
  <Override PartName="/ppt/embeddings/oleObject50.bin" ContentType="application/vnd.openxmlformats-officedocument.oleObject"/>
  <Override PartName="/ppt/embeddings/oleObject51.bin" ContentType="application/vnd.openxmlformats-officedocument.oleObject"/>
  <Override PartName="/ppt/embeddings/oleObject52.bin" ContentType="application/vnd.openxmlformats-officedocument.oleObject"/>
  <Override PartName="/ppt/embeddings/oleObject53.bin" ContentType="application/vnd.openxmlformats-officedocument.oleObject"/>
  <Override PartName="/ppt/embeddings/oleObject54.bin" ContentType="application/vnd.openxmlformats-officedocument.oleObject"/>
  <Override PartName="/ppt/embeddings/oleObject55.bin" ContentType="application/vnd.openxmlformats-officedocument.oleObject"/>
  <Override PartName="/ppt/embeddings/oleObject56.bin" ContentType="application/vnd.openxmlformats-officedocument.oleObject"/>
  <Override PartName="/ppt/embeddings/oleObject57.bin" ContentType="application/vnd.openxmlformats-officedocument.oleObject"/>
  <Override PartName="/ppt/embeddings/oleObject58.bin" ContentType="application/vnd.openxmlformats-officedocument.oleObject"/>
  <Override PartName="/ppt/embeddings/oleObject59.bin" ContentType="application/vnd.openxmlformats-officedocument.oleObject"/>
  <Override PartName="/ppt/embeddings/oleObject60.bin" ContentType="application/vnd.openxmlformats-officedocument.oleObject"/>
  <Override PartName="/ppt/embeddings/oleObject61.bin" ContentType="application/vnd.openxmlformats-officedocument.oleObject"/>
  <Override PartName="/ppt/embeddings/oleObject62.bin" ContentType="application/vnd.openxmlformats-officedocument.oleObject"/>
  <Override PartName="/ppt/embeddings/oleObject63.bin" ContentType="application/vnd.openxmlformats-officedocument.oleObject"/>
  <Override PartName="/ppt/embeddings/oleObject64.bin" ContentType="application/vnd.openxmlformats-officedocument.oleObject"/>
  <Override PartName="/ppt/embeddings/oleObject65.bin" ContentType="application/vnd.openxmlformats-officedocument.oleObject"/>
  <Override PartName="/ppt/embeddings/oleObject66.bin" ContentType="application/vnd.openxmlformats-officedocument.oleObject"/>
  <Override PartName="/ppt/embeddings/oleObject67.bin" ContentType="application/vnd.openxmlformats-officedocument.oleObject"/>
  <Override PartName="/ppt/embeddings/oleObject68.bin" ContentType="application/vnd.openxmlformats-officedocument.oleObject"/>
  <Override PartName="/ppt/embeddings/oleObject69.bin" ContentType="application/vnd.openxmlformats-officedocument.oleObject"/>
  <Override PartName="/ppt/embeddings/oleObject70.bin" ContentType="application/vnd.openxmlformats-officedocument.oleObject"/>
  <Override PartName="/ppt/embeddings/oleObject71.bin" ContentType="application/vnd.openxmlformats-officedocument.oleObject"/>
  <Override PartName="/ppt/embeddings/oleObject72.bin" ContentType="application/vnd.openxmlformats-officedocument.oleObject"/>
  <Override PartName="/ppt/embeddings/oleObject73.bin" ContentType="application/vnd.openxmlformats-officedocument.oleObject"/>
  <Override PartName="/ppt/embeddings/oleObject74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368" r:id="rId2"/>
    <p:sldId id="361" r:id="rId3"/>
    <p:sldId id="362" r:id="rId4"/>
    <p:sldId id="363" r:id="rId5"/>
    <p:sldId id="354" r:id="rId6"/>
    <p:sldId id="353" r:id="rId7"/>
    <p:sldId id="336" r:id="rId8"/>
    <p:sldId id="338" r:id="rId9"/>
    <p:sldId id="339" r:id="rId10"/>
    <p:sldId id="340" r:id="rId11"/>
    <p:sldId id="341" r:id="rId12"/>
    <p:sldId id="343" r:id="rId13"/>
    <p:sldId id="344" r:id="rId14"/>
    <p:sldId id="345" r:id="rId15"/>
    <p:sldId id="347" r:id="rId16"/>
    <p:sldId id="349" r:id="rId17"/>
    <p:sldId id="350" r:id="rId18"/>
    <p:sldId id="351" r:id="rId19"/>
    <p:sldId id="352" r:id="rId20"/>
    <p:sldId id="357" r:id="rId21"/>
    <p:sldId id="364" r:id="rId22"/>
    <p:sldId id="365" r:id="rId23"/>
    <p:sldId id="366" r:id="rId24"/>
    <p:sldId id="367" r:id="rId25"/>
    <p:sldId id="309" r:id="rId26"/>
    <p:sldId id="301" r:id="rId27"/>
    <p:sldId id="369" r:id="rId28"/>
    <p:sldId id="370" r:id="rId29"/>
    <p:sldId id="371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93"/>
    <p:restoredTop sz="90620"/>
  </p:normalViewPr>
  <p:slideViewPr>
    <p:cSldViewPr>
      <p:cViewPr varScale="1">
        <p:scale>
          <a:sx n="82" d="100"/>
          <a:sy n="82" d="100"/>
        </p:scale>
        <p:origin x="184" y="56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0EE2C-B419-45DE-BFFD-ED88C3BCD1A5}" type="datetimeFigureOut">
              <a:rPr lang="zh-CN" altLang="en-US" smtClean="0"/>
              <a:t>2024/3/15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922F-842D-4D55-B456-071B03B21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28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161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4E43FB-1F5B-0340-B17A-574E51A43DE4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514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14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10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FEC7B2-9CB3-EC4E-AA50-82742F8912E8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512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12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033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0412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098" y="4343704"/>
            <a:ext cx="5485805" cy="4113892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896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0412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098" y="4343704"/>
            <a:ext cx="5485805" cy="4113892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425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0412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098" y="4343704"/>
            <a:ext cx="5485805" cy="4113892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769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0412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098" y="4343704"/>
            <a:ext cx="5485805" cy="4113892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875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 txBox="1">
            <a:spLocks noGrp="1" noChangeArrowheads="1"/>
          </p:cNvSpPr>
          <p:nvPr/>
        </p:nvSpPr>
        <p:spPr bwMode="auto"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b"/>
          <a:lstStyle>
            <a:lvl1pPr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 eaLnBrk="1" hangingPunct="1"/>
            <a:fld id="{8C30B30C-C33E-774B-B72A-407B6B5EDE93}" type="slidenum">
              <a:rPr lang="en-US" sz="1200">
                <a:latin typeface="Arial" charset="0"/>
              </a:rPr>
              <a:pPr algn="r" eaLnBrk="1" hangingPunct="1"/>
              <a:t>12</a:t>
            </a:fld>
            <a:endParaRPr lang="en-US" sz="1200">
              <a:latin typeface="Arial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04900" y="652463"/>
            <a:ext cx="4645025" cy="34845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8688" y="4354286"/>
            <a:ext cx="5000625" cy="4136571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91432" tIns="45716" rIns="91432" bIns="45716"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613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 txBox="1">
            <a:spLocks noGrp="1" noChangeArrowheads="1"/>
          </p:cNvSpPr>
          <p:nvPr/>
        </p:nvSpPr>
        <p:spPr bwMode="auto"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b"/>
          <a:lstStyle>
            <a:lvl1pPr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 eaLnBrk="1" hangingPunct="1"/>
            <a:fld id="{1AD0BBAE-41E4-EC4D-A399-7EE0E59C6AA7}" type="slidenum">
              <a:rPr lang="en-US" sz="1200">
                <a:latin typeface="Arial" charset="0"/>
              </a:rPr>
              <a:pPr algn="r" eaLnBrk="1" hangingPunct="1"/>
              <a:t>13</a:t>
            </a:fld>
            <a:endParaRPr lang="en-US" sz="1200">
              <a:latin typeface="Arial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04900" y="652463"/>
            <a:ext cx="4645025" cy="34845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8688" y="4354286"/>
            <a:ext cx="5000625" cy="4136571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91432" tIns="45716" rIns="91432" bIns="45716"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262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 txBox="1">
            <a:spLocks noGrp="1" noChangeArrowheads="1"/>
          </p:cNvSpPr>
          <p:nvPr/>
        </p:nvSpPr>
        <p:spPr bwMode="auto"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b"/>
          <a:lstStyle>
            <a:lvl1pPr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 eaLnBrk="1" hangingPunct="1"/>
            <a:fld id="{7B3E7044-AC9E-E945-9DF5-31FFF7C0DF38}" type="slidenum">
              <a:rPr lang="en-US" sz="1200">
                <a:latin typeface="Arial" charset="0"/>
              </a:rPr>
              <a:pPr algn="r" eaLnBrk="1" hangingPunct="1"/>
              <a:t>14</a:t>
            </a:fld>
            <a:endParaRPr lang="en-US" sz="1200">
              <a:latin typeface="Arial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0412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098" y="4343704"/>
            <a:ext cx="5485805" cy="4113892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91432" tIns="45716" rIns="91432" bIns="45716"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2744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4588" y="685800"/>
            <a:ext cx="4570412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86098" y="4343704"/>
            <a:ext cx="5485805" cy="4113892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91432" tIns="45716" rIns="91432" bIns="45716"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  <p:sp>
        <p:nvSpPr>
          <p:cNvPr id="92164" name="Slide Number Placeholder 3"/>
          <p:cNvSpPr txBox="1">
            <a:spLocks noGrp="1"/>
          </p:cNvSpPr>
          <p:nvPr/>
        </p:nvSpPr>
        <p:spPr bwMode="auto"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b"/>
          <a:lstStyle>
            <a:lvl1pPr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 eaLnBrk="1" hangingPunct="1"/>
            <a:fld id="{4841CA5F-A73A-7F4F-899D-30A56DE13ECD}" type="slidenum">
              <a:rPr lang="en-US" sz="1200">
                <a:latin typeface="Arial" charset="0"/>
              </a:rPr>
              <a:pPr algn="r" eaLnBrk="1" hangingPunct="1"/>
              <a:t>15</a:t>
            </a:fld>
            <a:endParaRPr lang="en-US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5380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0412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098" y="4343704"/>
            <a:ext cx="5485805" cy="411389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91432" tIns="45716" rIns="91432" bIns="45716"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062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 noChangeArrowheads="1"/>
          </p:cNvSpPr>
          <p:nvPr/>
        </p:nvSpPr>
        <p:spPr bwMode="auto"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b"/>
          <a:lstStyle>
            <a:lvl1pPr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 eaLnBrk="1" hangingPunct="1"/>
            <a:fld id="{6D1BFC06-586A-C64F-9A94-47E0B776C852}" type="slidenum">
              <a:rPr lang="en-US" sz="1200">
                <a:latin typeface="Arial" charset="0"/>
              </a:rPr>
              <a:pPr algn="r" eaLnBrk="1" hangingPunct="1"/>
              <a:t>17</a:t>
            </a:fld>
            <a:endParaRPr lang="en-US" sz="1200">
              <a:latin typeface="Arial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0412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098" y="4343704"/>
            <a:ext cx="5485805" cy="4113892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91432" tIns="45716" rIns="91432" bIns="45716"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1510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 txBox="1">
            <a:spLocks noGrp="1" noChangeArrowheads="1"/>
          </p:cNvSpPr>
          <p:nvPr/>
        </p:nvSpPr>
        <p:spPr bwMode="auto"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b"/>
          <a:lstStyle>
            <a:lvl1pPr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 eaLnBrk="1" hangingPunct="1"/>
            <a:fld id="{406FC519-FDDE-0849-848C-005EF6D2B15D}" type="slidenum">
              <a:rPr lang="en-US" sz="1200">
                <a:latin typeface="Arial" charset="0"/>
              </a:rPr>
              <a:pPr algn="r" eaLnBrk="1" hangingPunct="1"/>
              <a:t>18</a:t>
            </a:fld>
            <a:endParaRPr lang="en-US" sz="1200">
              <a:latin typeface="Arial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0412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098" y="4343704"/>
            <a:ext cx="5485805" cy="4113892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91432" tIns="45716" rIns="91432" bIns="45716"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2983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 txBox="1">
            <a:spLocks noGrp="1" noChangeArrowheads="1"/>
          </p:cNvSpPr>
          <p:nvPr/>
        </p:nvSpPr>
        <p:spPr bwMode="auto"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b"/>
          <a:lstStyle>
            <a:lvl1pPr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r" eaLnBrk="1" hangingPunct="1"/>
            <a:fld id="{628AFC91-C4D4-C140-BD67-C8BBCD134EA8}" type="slidenum">
              <a:rPr lang="en-US" sz="1200">
                <a:latin typeface="Arial" charset="0"/>
              </a:rPr>
              <a:pPr algn="r" eaLnBrk="1" hangingPunct="1"/>
              <a:t>19</a:t>
            </a:fld>
            <a:endParaRPr lang="en-US" sz="1200">
              <a:latin typeface="Arial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0412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098" y="4343704"/>
            <a:ext cx="5485805" cy="4113892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91432" tIns="45716" rIns="91432" bIns="45716"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31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audio" Target="../media/audio2.wav"/><Relationship Id="rId7" Type="http://schemas.openxmlformats.org/officeDocument/2006/relationships/oleObject" Target="../embeddings/oleObject1.bin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wmf"/><Relationship Id="rId5" Type="http://schemas.openxmlformats.org/officeDocument/2006/relationships/audio" Target="../media/audio4.bin"/><Relationship Id="rId10" Type="http://schemas.openxmlformats.org/officeDocument/2006/relationships/image" Target="../media/image4.wmf"/><Relationship Id="rId4" Type="http://schemas.openxmlformats.org/officeDocument/2006/relationships/audio" Target="../media/audio3.bin"/><Relationship Id="rId9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2.wmf"/><Relationship Id="rId3" Type="http://schemas.openxmlformats.org/officeDocument/2006/relationships/audio" Target="../media/audio3.bin"/><Relationship Id="rId21" Type="http://schemas.openxmlformats.org/officeDocument/2006/relationships/oleObject" Target="../embeddings/oleObject10.bin"/><Relationship Id="rId7" Type="http://schemas.openxmlformats.org/officeDocument/2006/relationships/image" Target="../media/image6.wmf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8.bin"/><Relationship Id="rId2" Type="http://schemas.openxmlformats.org/officeDocument/2006/relationships/audio" Target="../media/audio2.wav"/><Relationship Id="rId16" Type="http://schemas.openxmlformats.org/officeDocument/2006/relationships/image" Target="../media/image11.wmf"/><Relationship Id="rId20" Type="http://schemas.openxmlformats.org/officeDocument/2006/relationships/image" Target="../media/image13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5.bin"/><Relationship Id="rId5" Type="http://schemas.openxmlformats.org/officeDocument/2006/relationships/audio" Target="../media/audio1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8.wmf"/><Relationship Id="rId19" Type="http://schemas.openxmlformats.org/officeDocument/2006/relationships/oleObject" Target="../embeddings/oleObject9.bin"/><Relationship Id="rId4" Type="http://schemas.openxmlformats.org/officeDocument/2006/relationships/audio" Target="../media/audio5.bin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wmf"/><Relationship Id="rId22" Type="http://schemas.openxmlformats.org/officeDocument/2006/relationships/image" Target="../media/image1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20.png"/><Relationship Id="rId5" Type="http://schemas.openxmlformats.org/officeDocument/2006/relationships/image" Target="../media/image19.wmf"/><Relationship Id="rId4" Type="http://schemas.openxmlformats.org/officeDocument/2006/relationships/audio" Target="../media/audio2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22.png"/><Relationship Id="rId4" Type="http://schemas.openxmlformats.org/officeDocument/2006/relationships/image" Target="../media/image21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24.png"/><Relationship Id="rId4" Type="http://schemas.openxmlformats.org/officeDocument/2006/relationships/image" Target="../media/image23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25.wmf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notesSlide" Target="../notesSlides/notesSlide8.xml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6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33.wmf"/><Relationship Id="rId18" Type="http://schemas.openxmlformats.org/officeDocument/2006/relationships/oleObject" Target="../embeddings/oleObject21.bin"/><Relationship Id="rId3" Type="http://schemas.openxmlformats.org/officeDocument/2006/relationships/notesSlide" Target="../notesSlides/notesSlide9.xml"/><Relationship Id="rId21" Type="http://schemas.openxmlformats.org/officeDocument/2006/relationships/image" Target="../media/image37.wmf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18.bin"/><Relationship Id="rId17" Type="http://schemas.openxmlformats.org/officeDocument/2006/relationships/image" Target="../media/image3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0.bin"/><Relationship Id="rId20" Type="http://schemas.openxmlformats.org/officeDocument/2006/relationships/oleObject" Target="../embeddings/oleObject22.bin"/><Relationship Id="rId1" Type="http://schemas.openxmlformats.org/officeDocument/2006/relationships/tags" Target="../tags/tag6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5" Type="http://schemas.openxmlformats.org/officeDocument/2006/relationships/image" Target="../media/image34.wmf"/><Relationship Id="rId23" Type="http://schemas.openxmlformats.org/officeDocument/2006/relationships/image" Target="../media/image38.wmf"/><Relationship Id="rId10" Type="http://schemas.openxmlformats.org/officeDocument/2006/relationships/oleObject" Target="../embeddings/oleObject17.bin"/><Relationship Id="rId19" Type="http://schemas.openxmlformats.org/officeDocument/2006/relationships/image" Target="../media/image36.w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31.wmf"/><Relationship Id="rId14" Type="http://schemas.openxmlformats.org/officeDocument/2006/relationships/oleObject" Target="../embeddings/oleObject19.bin"/><Relationship Id="rId22" Type="http://schemas.openxmlformats.org/officeDocument/2006/relationships/oleObject" Target="../embeddings/oleObject2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40.wmf"/><Relationship Id="rId5" Type="http://schemas.openxmlformats.org/officeDocument/2006/relationships/image" Target="../media/image29.w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33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41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42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5" Type="http://schemas.openxmlformats.org/officeDocument/2006/relationships/image" Target="../media/image44.emf"/><Relationship Id="rId4" Type="http://schemas.openxmlformats.org/officeDocument/2006/relationships/oleObject" Target="../embeddings/oleObject35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49.wmf"/><Relationship Id="rId18" Type="http://schemas.openxmlformats.org/officeDocument/2006/relationships/oleObject" Target="../embeddings/oleObject43.bin"/><Relationship Id="rId3" Type="http://schemas.openxmlformats.org/officeDocument/2006/relationships/notesSlide" Target="../notesSlides/notesSlide15.xml"/><Relationship Id="rId21" Type="http://schemas.openxmlformats.org/officeDocument/2006/relationships/image" Target="../media/image53.wmf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51.wmf"/><Relationship Id="rId25" Type="http://schemas.openxmlformats.org/officeDocument/2006/relationships/image" Target="../media/image5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2.bin"/><Relationship Id="rId20" Type="http://schemas.openxmlformats.org/officeDocument/2006/relationships/oleObject" Target="../embeddings/oleObject44.bin"/><Relationship Id="rId1" Type="http://schemas.openxmlformats.org/officeDocument/2006/relationships/tags" Target="../tags/tag10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48.wmf"/><Relationship Id="rId24" Type="http://schemas.openxmlformats.org/officeDocument/2006/relationships/oleObject" Target="../embeddings/oleObject46.bin"/><Relationship Id="rId5" Type="http://schemas.openxmlformats.org/officeDocument/2006/relationships/image" Target="../media/image45.wmf"/><Relationship Id="rId15" Type="http://schemas.openxmlformats.org/officeDocument/2006/relationships/image" Target="../media/image50.wmf"/><Relationship Id="rId23" Type="http://schemas.openxmlformats.org/officeDocument/2006/relationships/image" Target="../media/image54.wmf"/><Relationship Id="rId10" Type="http://schemas.openxmlformats.org/officeDocument/2006/relationships/oleObject" Target="../embeddings/oleObject39.bin"/><Relationship Id="rId19" Type="http://schemas.openxmlformats.org/officeDocument/2006/relationships/image" Target="../media/image52.w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47.wmf"/><Relationship Id="rId14" Type="http://schemas.openxmlformats.org/officeDocument/2006/relationships/oleObject" Target="../embeddings/oleObject41.bin"/><Relationship Id="rId22" Type="http://schemas.openxmlformats.org/officeDocument/2006/relationships/oleObject" Target="../embeddings/oleObject45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audio" Target="../media/audio1.bin"/><Relationship Id="rId7" Type="http://schemas.openxmlformats.org/officeDocument/2006/relationships/oleObject" Target="../embeddings/oleObject48.bin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47.bin"/><Relationship Id="rId4" Type="http://schemas.openxmlformats.org/officeDocument/2006/relationships/audio" Target="../media/audio3.bin"/><Relationship Id="rId9" Type="http://schemas.openxmlformats.org/officeDocument/2006/relationships/image" Target="../media/image58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audio" Target="../media/audio2.wav"/><Relationship Id="rId7" Type="http://schemas.openxmlformats.org/officeDocument/2006/relationships/image" Target="../media/image58.jpeg"/><Relationship Id="rId2" Type="http://schemas.openxmlformats.org/officeDocument/2006/relationships/audio" Target="../media/audio3.bin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8.bin"/><Relationship Id="rId5" Type="http://schemas.openxmlformats.org/officeDocument/2006/relationships/audio" Target="../media/audio7.bin"/><Relationship Id="rId4" Type="http://schemas.openxmlformats.org/officeDocument/2006/relationships/audio" Target="../media/audio6.bin"/><Relationship Id="rId9" Type="http://schemas.openxmlformats.org/officeDocument/2006/relationships/image" Target="../media/image5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audio" Target="../media/audio3.bin"/><Relationship Id="rId7" Type="http://schemas.openxmlformats.org/officeDocument/2006/relationships/oleObject" Target="../embeddings/oleObject51.bin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50.bin"/><Relationship Id="rId4" Type="http://schemas.openxmlformats.org/officeDocument/2006/relationships/audio" Target="../media/audio6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audio" Target="../media/audio2.wav"/><Relationship Id="rId7" Type="http://schemas.openxmlformats.org/officeDocument/2006/relationships/image" Target="../media/image62.wmf"/><Relationship Id="rId2" Type="http://schemas.openxmlformats.org/officeDocument/2006/relationships/audio" Target="../media/audio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64.wmf"/><Relationship Id="rId5" Type="http://schemas.openxmlformats.org/officeDocument/2006/relationships/image" Target="../media/image7.jpeg"/><Relationship Id="rId10" Type="http://schemas.openxmlformats.org/officeDocument/2006/relationships/oleObject" Target="../embeddings/oleObject54.bin"/><Relationship Id="rId4" Type="http://schemas.openxmlformats.org/officeDocument/2006/relationships/audio" Target="../media/audio8.bin"/><Relationship Id="rId9" Type="http://schemas.openxmlformats.org/officeDocument/2006/relationships/image" Target="../media/image63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oleObject" Target="../embeddings/oleObject59.bin"/><Relationship Id="rId18" Type="http://schemas.openxmlformats.org/officeDocument/2006/relationships/oleObject" Target="../embeddings/oleObject61.bin"/><Relationship Id="rId26" Type="http://schemas.openxmlformats.org/officeDocument/2006/relationships/oleObject" Target="../embeddings/oleObject65.bin"/><Relationship Id="rId3" Type="http://schemas.openxmlformats.org/officeDocument/2006/relationships/audio" Target="../media/audio6.bin"/><Relationship Id="rId21" Type="http://schemas.openxmlformats.org/officeDocument/2006/relationships/image" Target="../media/image74.wmf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70.wmf"/><Relationship Id="rId17" Type="http://schemas.openxmlformats.org/officeDocument/2006/relationships/image" Target="../media/image7.jpeg"/><Relationship Id="rId25" Type="http://schemas.openxmlformats.org/officeDocument/2006/relationships/image" Target="../media/image76.wmf"/><Relationship Id="rId2" Type="http://schemas.openxmlformats.org/officeDocument/2006/relationships/audio" Target="../media/audio2.wav"/><Relationship Id="rId16" Type="http://schemas.openxmlformats.org/officeDocument/2006/relationships/image" Target="../media/image72.wmf"/><Relationship Id="rId20" Type="http://schemas.openxmlformats.org/officeDocument/2006/relationships/oleObject" Target="../embeddings/oleObject6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58.bin"/><Relationship Id="rId24" Type="http://schemas.openxmlformats.org/officeDocument/2006/relationships/oleObject" Target="../embeddings/oleObject64.bin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0.bin"/><Relationship Id="rId23" Type="http://schemas.openxmlformats.org/officeDocument/2006/relationships/image" Target="../media/image75.wmf"/><Relationship Id="rId10" Type="http://schemas.openxmlformats.org/officeDocument/2006/relationships/image" Target="../media/image69.wmf"/><Relationship Id="rId19" Type="http://schemas.openxmlformats.org/officeDocument/2006/relationships/image" Target="../media/image73.wmf"/><Relationship Id="rId4" Type="http://schemas.openxmlformats.org/officeDocument/2006/relationships/audio" Target="../media/audio1.bin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71.wmf"/><Relationship Id="rId22" Type="http://schemas.openxmlformats.org/officeDocument/2006/relationships/oleObject" Target="../embeddings/oleObject63.bin"/><Relationship Id="rId27" Type="http://schemas.openxmlformats.org/officeDocument/2006/relationships/image" Target="../media/image77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audio" Target="../media/audio1.bin"/><Relationship Id="rId7" Type="http://schemas.openxmlformats.org/officeDocument/2006/relationships/oleObject" Target="../embeddings/oleObject66.bin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wmf"/><Relationship Id="rId11" Type="http://schemas.openxmlformats.org/officeDocument/2006/relationships/image" Target="../media/image79.wmf"/><Relationship Id="rId5" Type="http://schemas.openxmlformats.org/officeDocument/2006/relationships/audio" Target="../media/audio6.bin"/><Relationship Id="rId10" Type="http://schemas.openxmlformats.org/officeDocument/2006/relationships/image" Target="../media/image77.wmf"/><Relationship Id="rId4" Type="http://schemas.openxmlformats.org/officeDocument/2006/relationships/audio" Target="../media/audio5.bin"/><Relationship Id="rId9" Type="http://schemas.openxmlformats.org/officeDocument/2006/relationships/oleObject" Target="../embeddings/oleObject67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oleObject" Target="../embeddings/oleObject71.bin"/><Relationship Id="rId18" Type="http://schemas.openxmlformats.org/officeDocument/2006/relationships/image" Target="../media/image85.wmf"/><Relationship Id="rId3" Type="http://schemas.openxmlformats.org/officeDocument/2006/relationships/audio" Target="../media/audio3.bin"/><Relationship Id="rId21" Type="http://schemas.openxmlformats.org/officeDocument/2006/relationships/image" Target="../media/image86.wmf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82.wmf"/><Relationship Id="rId17" Type="http://schemas.openxmlformats.org/officeDocument/2006/relationships/oleObject" Target="../embeddings/oleObject73.bin"/><Relationship Id="rId2" Type="http://schemas.openxmlformats.org/officeDocument/2006/relationships/audio" Target="../media/audio2.wav"/><Relationship Id="rId16" Type="http://schemas.openxmlformats.org/officeDocument/2006/relationships/image" Target="../media/image84.wmf"/><Relationship Id="rId20" Type="http://schemas.openxmlformats.org/officeDocument/2006/relationships/oleObject" Target="../embeddings/oleObject74.bin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7.bin"/><Relationship Id="rId11" Type="http://schemas.openxmlformats.org/officeDocument/2006/relationships/oleObject" Target="../embeddings/oleObject70.bin"/><Relationship Id="rId5" Type="http://schemas.openxmlformats.org/officeDocument/2006/relationships/audio" Target="../media/audio1.bin"/><Relationship Id="rId15" Type="http://schemas.openxmlformats.org/officeDocument/2006/relationships/oleObject" Target="../embeddings/oleObject72.bin"/><Relationship Id="rId10" Type="http://schemas.openxmlformats.org/officeDocument/2006/relationships/image" Target="../media/image81.wmf"/><Relationship Id="rId19" Type="http://schemas.openxmlformats.org/officeDocument/2006/relationships/image" Target="../media/image7.jpeg"/><Relationship Id="rId4" Type="http://schemas.openxmlformats.org/officeDocument/2006/relationships/audio" Target="../media/audio8.bin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8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9373" y="1142331"/>
            <a:ext cx="8991600" cy="27622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b="1" dirty="0">
                <a:latin typeface="SimSun" panose="02010600030101010101" pitchFamily="2" charset="-122"/>
                <a:ea typeface="SimSun" panose="02010600030101010101" pitchFamily="2" charset="-122"/>
              </a:rPr>
              <a:t>分段低次插值</a:t>
            </a:r>
            <a:br>
              <a:rPr lang="en-US" altLang="zh-CN" sz="6000" b="1" dirty="0"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en-US" altLang="zh-CN" sz="3100" b="1" dirty="0">
                <a:latin typeface="SimSun" panose="02010600030101010101" pitchFamily="2" charset="-122"/>
                <a:ea typeface="SimSun" panose="02010600030101010101" pitchFamily="2" charset="-122"/>
              </a:rPr>
              <a:t>piecewise polynomial Interpolation</a:t>
            </a:r>
            <a:endParaRPr lang="en-US" sz="31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7031" y="3651231"/>
            <a:ext cx="6477000" cy="2148102"/>
          </a:xfrm>
        </p:spPr>
        <p:txBody>
          <a:bodyPr>
            <a:normAutofit/>
          </a:bodyPr>
          <a:lstStyle/>
          <a:p>
            <a:endParaRPr lang="en-US" altLang="zh-CN" sz="28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人工智能与</a:t>
            </a:r>
            <a:r>
              <a:rPr lang="zh-CN" altLang="en-CN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自动化学院</a:t>
            </a:r>
            <a:endParaRPr lang="en-US" altLang="zh-CN" sz="28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CN" sz="28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刘雪明</a:t>
            </a:r>
            <a:endParaRPr lang="en-US" altLang="zh-CN" sz="28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800" b="1" i="1" dirty="0" err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xm_liu@hust.edu.cn</a:t>
            </a:r>
            <a:endParaRPr lang="en-US" sz="2800" b="1" i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27" name="Picture 3" descr="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13597" cy="128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42899" y="0"/>
            <a:ext cx="2857501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Huazhong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University of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Science and Technology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2C9CC3-A950-934A-B9E2-43A3708EEC93}"/>
              </a:ext>
            </a:extLst>
          </p:cNvPr>
          <p:cNvSpPr/>
          <p:nvPr/>
        </p:nvSpPr>
        <p:spPr>
          <a:xfrm>
            <a:off x="6533876" y="6274713"/>
            <a:ext cx="245772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&lt;&lt;</a:t>
            </a:r>
            <a:r>
              <a:rPr lang="zh-CN" altLang="en-US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计算方法</a:t>
            </a: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&gt;&gt;</a:t>
            </a:r>
            <a:r>
              <a:rPr lang="en-US" altLang="en-CN" sz="2200" b="1" dirty="0" err="1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课程</a:t>
            </a:r>
            <a:endParaRPr lang="en-US" altLang="en-CN" sz="22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747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7" name="Picture 3" descr="MONEY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495800"/>
            <a:ext cx="1782763" cy="160813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348" name="AutoShape 4"/>
          <p:cNvSpPr>
            <a:spLocks noChangeArrowheads="1"/>
          </p:cNvSpPr>
          <p:nvPr/>
        </p:nvSpPr>
        <p:spPr bwMode="auto">
          <a:xfrm>
            <a:off x="1828800" y="2209800"/>
            <a:ext cx="6324600" cy="2133600"/>
          </a:xfrm>
          <a:prstGeom prst="cloudCallout">
            <a:avLst>
              <a:gd name="adj1" fmla="val -40662"/>
              <a:gd name="adj2" fmla="val 84079"/>
            </a:avLst>
          </a:prstGeom>
          <a:gradFill rotWithShape="0">
            <a:gsLst>
              <a:gs pos="0">
                <a:srgbClr val="CCFFCC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altLang="zh-CN" sz="2000" b="1"/>
              <a:t>Remember what I have said? </a:t>
            </a:r>
          </a:p>
          <a:p>
            <a:pPr algn="ctr"/>
            <a:r>
              <a:rPr lang="en-US" altLang="zh-CN" sz="2000" b="1"/>
              <a:t>          Increasing the degree of interpolating polynomial </a:t>
            </a:r>
          </a:p>
          <a:p>
            <a:pPr algn="ctr"/>
            <a:r>
              <a:rPr lang="en-US" altLang="zh-CN" sz="2000" b="1"/>
              <a:t>will </a:t>
            </a:r>
            <a:r>
              <a:rPr lang="en-US" altLang="zh-CN" sz="2000" b="1">
                <a:solidFill>
                  <a:srgbClr val="FF3300"/>
                </a:solidFill>
              </a:rPr>
              <a:t>NOT</a:t>
            </a:r>
            <a:r>
              <a:rPr lang="en-US" altLang="zh-CN" sz="2000" b="1"/>
              <a:t> guarantee a good result, </a:t>
            </a:r>
          </a:p>
          <a:p>
            <a:pPr algn="ctr"/>
            <a:r>
              <a:rPr lang="en-US" altLang="zh-CN" sz="2000" b="1"/>
              <a:t>since high-degree polynomials are </a:t>
            </a:r>
          </a:p>
          <a:p>
            <a:pPr algn="ctr"/>
            <a:r>
              <a:rPr lang="en-US" altLang="zh-CN" sz="2000" b="1" i="1">
                <a:solidFill>
                  <a:schemeClr val="accent2"/>
                </a:solidFill>
              </a:rPr>
              <a:t>oscillating</a:t>
            </a:r>
            <a:r>
              <a:rPr lang="en-US" altLang="zh-CN" sz="2000" b="1"/>
              <a:t>.</a:t>
            </a:r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457200" y="4419600"/>
            <a:ext cx="1905000" cy="17526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7353" name="Group 9"/>
          <p:cNvGrpSpPr>
            <a:grpSpLocks/>
          </p:cNvGrpSpPr>
          <p:nvPr/>
        </p:nvGrpSpPr>
        <p:grpSpPr bwMode="auto">
          <a:xfrm>
            <a:off x="381000" y="914400"/>
            <a:ext cx="8153400" cy="647700"/>
            <a:chOff x="288" y="576"/>
            <a:chExt cx="5136" cy="408"/>
          </a:xfrm>
        </p:grpSpPr>
        <p:sp>
          <p:nvSpPr>
            <p:cNvPr id="57350" name="Text Box 6"/>
            <p:cNvSpPr txBox="1">
              <a:spLocks noChangeArrowheads="1"/>
            </p:cNvSpPr>
            <p:nvPr/>
          </p:nvSpPr>
          <p:spPr bwMode="auto">
            <a:xfrm>
              <a:off x="288" y="624"/>
              <a:ext cx="39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solidFill>
                    <a:schemeClr val="accent2"/>
                  </a:solidFill>
                </a:rPr>
                <a:t>例：</a:t>
              </a:r>
              <a:r>
                <a:rPr lang="zh-CN" altLang="en-US" sz="2400" b="1"/>
                <a:t>在</a:t>
              </a:r>
              <a:r>
                <a:rPr lang="en-US" altLang="zh-CN" sz="2000" b="1"/>
                <a:t>[</a:t>
              </a:r>
              <a:r>
                <a:rPr lang="en-US" altLang="zh-CN" sz="2000" b="1">
                  <a:sym typeface="Symbol" charset="0"/>
                </a:rPr>
                <a:t>5, 5</a:t>
              </a:r>
              <a:r>
                <a:rPr lang="en-US" altLang="zh-CN" sz="2000" b="1"/>
                <a:t>]</a:t>
              </a:r>
              <a:r>
                <a:rPr lang="zh-CN" altLang="en-US" sz="2400" b="1"/>
                <a:t>上考察</a:t>
              </a:r>
              <a:r>
                <a:rPr lang="en-US" altLang="zh-CN" sz="2400" b="1"/>
                <a:t>                   </a:t>
              </a:r>
              <a:r>
                <a:rPr lang="zh-CN" altLang="en-US" sz="2400" b="1"/>
                <a:t>的</a:t>
              </a:r>
              <a:r>
                <a:rPr lang="en-US" altLang="zh-CN" sz="2400" b="1" i="1"/>
                <a:t>L</a:t>
              </a:r>
              <a:r>
                <a:rPr lang="en-US" altLang="zh-CN" sz="2400" b="1" i="1" baseline="-25000"/>
                <a:t>n</a:t>
              </a:r>
              <a:r>
                <a:rPr lang="en-US" altLang="zh-CN" sz="2400" b="1"/>
                <a:t>(</a:t>
              </a:r>
              <a:r>
                <a:rPr lang="en-US" altLang="zh-CN" sz="2400" b="1" i="1"/>
                <a:t>x</a:t>
              </a:r>
              <a:r>
                <a:rPr lang="en-US" altLang="zh-CN" sz="2400" b="1"/>
                <a:t>)</a:t>
              </a:r>
              <a:r>
                <a:rPr lang="zh-CN" altLang="en-US" sz="2400" b="1"/>
                <a:t>。取</a:t>
              </a:r>
              <a:endParaRPr lang="en-US" altLang="zh-CN" sz="2400" b="1"/>
            </a:p>
          </p:txBody>
        </p:sp>
        <p:graphicFrame>
          <p:nvGraphicFramePr>
            <p:cNvPr id="57351" name="Object 7"/>
            <p:cNvGraphicFramePr>
              <a:graphicFrameLocks noChangeAspect="1"/>
            </p:cNvGraphicFramePr>
            <p:nvPr/>
          </p:nvGraphicFramePr>
          <p:xfrm>
            <a:off x="1920" y="576"/>
            <a:ext cx="912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901440" imgH="393480" progId="Equation.3">
                    <p:embed/>
                  </p:oleObj>
                </mc:Choice>
                <mc:Fallback>
                  <p:oleObj name="Equation" r:id="rId7" imgW="901440" imgH="393480" progId="Equation.3">
                    <p:embed/>
                    <p:pic>
                      <p:nvPicPr>
                        <p:cNvPr id="57351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576"/>
                          <a:ext cx="912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52" name="Object 8"/>
            <p:cNvGraphicFramePr>
              <a:graphicFrameLocks noChangeAspect="1"/>
            </p:cNvGraphicFramePr>
            <p:nvPr/>
          </p:nvGraphicFramePr>
          <p:xfrm>
            <a:off x="3840" y="624"/>
            <a:ext cx="158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765080" imgH="355320" progId="Equation.3">
                    <p:embed/>
                  </p:oleObj>
                </mc:Choice>
                <mc:Fallback>
                  <p:oleObj name="Equation" r:id="rId9" imgW="1765080" imgH="355320" progId="Equation.3">
                    <p:embed/>
                    <p:pic>
                      <p:nvPicPr>
                        <p:cNvPr id="5735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624"/>
                          <a:ext cx="1584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354" name="Group 10"/>
          <p:cNvGrpSpPr>
            <a:grpSpLocks/>
          </p:cNvGrpSpPr>
          <p:nvPr/>
        </p:nvGrpSpPr>
        <p:grpSpPr bwMode="auto">
          <a:xfrm>
            <a:off x="974725" y="1682750"/>
            <a:ext cx="4470400" cy="3625850"/>
            <a:chOff x="1296" y="1216"/>
            <a:chExt cx="2816" cy="2284"/>
          </a:xfrm>
        </p:grpSpPr>
        <p:sp>
          <p:nvSpPr>
            <p:cNvPr id="57355" name="Rectangle 11"/>
            <p:cNvSpPr>
              <a:spLocks noChangeArrowheads="1"/>
            </p:cNvSpPr>
            <p:nvPr/>
          </p:nvSpPr>
          <p:spPr bwMode="auto">
            <a:xfrm>
              <a:off x="1296" y="1216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 </a:t>
              </a:r>
              <a:endParaRPr lang="en-US" altLang="zh-CN" b="1"/>
            </a:p>
          </p:txBody>
        </p:sp>
        <p:grpSp>
          <p:nvGrpSpPr>
            <p:cNvPr id="57356" name="Group 12"/>
            <p:cNvGrpSpPr>
              <a:grpSpLocks/>
            </p:cNvGrpSpPr>
            <p:nvPr/>
          </p:nvGrpSpPr>
          <p:grpSpPr bwMode="auto">
            <a:xfrm>
              <a:off x="1449" y="1313"/>
              <a:ext cx="5" cy="2045"/>
              <a:chOff x="1449" y="1313"/>
              <a:chExt cx="5" cy="2045"/>
            </a:xfrm>
          </p:grpSpPr>
          <p:sp>
            <p:nvSpPr>
              <p:cNvPr id="57357" name="Freeform 13"/>
              <p:cNvSpPr>
                <a:spLocks/>
              </p:cNvSpPr>
              <p:nvPr/>
            </p:nvSpPr>
            <p:spPr bwMode="auto">
              <a:xfrm>
                <a:off x="1449" y="3352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58" name="Freeform 14"/>
              <p:cNvSpPr>
                <a:spLocks/>
              </p:cNvSpPr>
              <p:nvPr/>
            </p:nvSpPr>
            <p:spPr bwMode="auto">
              <a:xfrm>
                <a:off x="1449" y="3341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59" name="Freeform 15"/>
              <p:cNvSpPr>
                <a:spLocks/>
              </p:cNvSpPr>
              <p:nvPr/>
            </p:nvSpPr>
            <p:spPr bwMode="auto">
              <a:xfrm>
                <a:off x="1449" y="3329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60" name="Freeform 16"/>
              <p:cNvSpPr>
                <a:spLocks/>
              </p:cNvSpPr>
              <p:nvPr/>
            </p:nvSpPr>
            <p:spPr bwMode="auto">
              <a:xfrm>
                <a:off x="1449" y="3318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61" name="Freeform 17"/>
              <p:cNvSpPr>
                <a:spLocks/>
              </p:cNvSpPr>
              <p:nvPr/>
            </p:nvSpPr>
            <p:spPr bwMode="auto">
              <a:xfrm>
                <a:off x="1449" y="3306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62" name="Freeform 18"/>
              <p:cNvSpPr>
                <a:spLocks/>
              </p:cNvSpPr>
              <p:nvPr/>
            </p:nvSpPr>
            <p:spPr bwMode="auto">
              <a:xfrm>
                <a:off x="1449" y="3295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63" name="Freeform 19"/>
              <p:cNvSpPr>
                <a:spLocks/>
              </p:cNvSpPr>
              <p:nvPr/>
            </p:nvSpPr>
            <p:spPr bwMode="auto">
              <a:xfrm>
                <a:off x="1449" y="3283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64" name="Freeform 20"/>
              <p:cNvSpPr>
                <a:spLocks/>
              </p:cNvSpPr>
              <p:nvPr/>
            </p:nvSpPr>
            <p:spPr bwMode="auto">
              <a:xfrm>
                <a:off x="1449" y="3272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65" name="Freeform 21"/>
              <p:cNvSpPr>
                <a:spLocks/>
              </p:cNvSpPr>
              <p:nvPr/>
            </p:nvSpPr>
            <p:spPr bwMode="auto">
              <a:xfrm>
                <a:off x="1449" y="3260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66" name="Freeform 22"/>
              <p:cNvSpPr>
                <a:spLocks/>
              </p:cNvSpPr>
              <p:nvPr/>
            </p:nvSpPr>
            <p:spPr bwMode="auto">
              <a:xfrm>
                <a:off x="1449" y="3249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67" name="Freeform 23"/>
              <p:cNvSpPr>
                <a:spLocks/>
              </p:cNvSpPr>
              <p:nvPr/>
            </p:nvSpPr>
            <p:spPr bwMode="auto">
              <a:xfrm>
                <a:off x="1449" y="3237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10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10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68" name="Freeform 24"/>
              <p:cNvSpPr>
                <a:spLocks/>
              </p:cNvSpPr>
              <p:nvPr/>
            </p:nvSpPr>
            <p:spPr bwMode="auto">
              <a:xfrm>
                <a:off x="1449" y="3225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10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10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69" name="Freeform 25"/>
              <p:cNvSpPr>
                <a:spLocks/>
              </p:cNvSpPr>
              <p:nvPr/>
            </p:nvSpPr>
            <p:spPr bwMode="auto">
              <a:xfrm>
                <a:off x="1449" y="3214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70" name="Freeform 26"/>
              <p:cNvSpPr>
                <a:spLocks/>
              </p:cNvSpPr>
              <p:nvPr/>
            </p:nvSpPr>
            <p:spPr bwMode="auto">
              <a:xfrm>
                <a:off x="1449" y="3202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71" name="Freeform 27"/>
              <p:cNvSpPr>
                <a:spLocks/>
              </p:cNvSpPr>
              <p:nvPr/>
            </p:nvSpPr>
            <p:spPr bwMode="auto">
              <a:xfrm>
                <a:off x="1449" y="3191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72" name="Freeform 28"/>
              <p:cNvSpPr>
                <a:spLocks/>
              </p:cNvSpPr>
              <p:nvPr/>
            </p:nvSpPr>
            <p:spPr bwMode="auto">
              <a:xfrm>
                <a:off x="1449" y="3179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73" name="Freeform 29"/>
              <p:cNvSpPr>
                <a:spLocks/>
              </p:cNvSpPr>
              <p:nvPr/>
            </p:nvSpPr>
            <p:spPr bwMode="auto">
              <a:xfrm>
                <a:off x="1449" y="3168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74" name="Freeform 30"/>
              <p:cNvSpPr>
                <a:spLocks/>
              </p:cNvSpPr>
              <p:nvPr/>
            </p:nvSpPr>
            <p:spPr bwMode="auto">
              <a:xfrm>
                <a:off x="1449" y="3156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75" name="Freeform 31"/>
              <p:cNvSpPr>
                <a:spLocks/>
              </p:cNvSpPr>
              <p:nvPr/>
            </p:nvSpPr>
            <p:spPr bwMode="auto">
              <a:xfrm>
                <a:off x="1449" y="3145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76" name="Freeform 32"/>
              <p:cNvSpPr>
                <a:spLocks/>
              </p:cNvSpPr>
              <p:nvPr/>
            </p:nvSpPr>
            <p:spPr bwMode="auto">
              <a:xfrm>
                <a:off x="1449" y="3133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77" name="Freeform 33"/>
              <p:cNvSpPr>
                <a:spLocks/>
              </p:cNvSpPr>
              <p:nvPr/>
            </p:nvSpPr>
            <p:spPr bwMode="auto">
              <a:xfrm>
                <a:off x="1449" y="3122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1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1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1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78" name="Freeform 34"/>
              <p:cNvSpPr>
                <a:spLocks/>
              </p:cNvSpPr>
              <p:nvPr/>
            </p:nvSpPr>
            <p:spPr bwMode="auto">
              <a:xfrm>
                <a:off x="1449" y="3110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1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1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1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79" name="Freeform 35"/>
              <p:cNvSpPr>
                <a:spLocks/>
              </p:cNvSpPr>
              <p:nvPr/>
            </p:nvSpPr>
            <p:spPr bwMode="auto">
              <a:xfrm>
                <a:off x="1449" y="3099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1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1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1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80" name="Freeform 36"/>
              <p:cNvSpPr>
                <a:spLocks/>
              </p:cNvSpPr>
              <p:nvPr/>
            </p:nvSpPr>
            <p:spPr bwMode="auto">
              <a:xfrm>
                <a:off x="1449" y="3087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81" name="Freeform 37"/>
              <p:cNvSpPr>
                <a:spLocks/>
              </p:cNvSpPr>
              <p:nvPr/>
            </p:nvSpPr>
            <p:spPr bwMode="auto">
              <a:xfrm>
                <a:off x="1449" y="3076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82" name="Freeform 38"/>
              <p:cNvSpPr>
                <a:spLocks/>
              </p:cNvSpPr>
              <p:nvPr/>
            </p:nvSpPr>
            <p:spPr bwMode="auto">
              <a:xfrm>
                <a:off x="1449" y="3064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83" name="Freeform 39"/>
              <p:cNvSpPr>
                <a:spLocks/>
              </p:cNvSpPr>
              <p:nvPr/>
            </p:nvSpPr>
            <p:spPr bwMode="auto">
              <a:xfrm>
                <a:off x="1449" y="3053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84" name="Freeform 40"/>
              <p:cNvSpPr>
                <a:spLocks/>
              </p:cNvSpPr>
              <p:nvPr/>
            </p:nvSpPr>
            <p:spPr bwMode="auto">
              <a:xfrm>
                <a:off x="1449" y="3041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85" name="Freeform 41"/>
              <p:cNvSpPr>
                <a:spLocks/>
              </p:cNvSpPr>
              <p:nvPr/>
            </p:nvSpPr>
            <p:spPr bwMode="auto">
              <a:xfrm>
                <a:off x="1449" y="3030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86" name="Freeform 42"/>
              <p:cNvSpPr>
                <a:spLocks/>
              </p:cNvSpPr>
              <p:nvPr/>
            </p:nvSpPr>
            <p:spPr bwMode="auto">
              <a:xfrm>
                <a:off x="1449" y="3018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87" name="Freeform 43"/>
              <p:cNvSpPr>
                <a:spLocks/>
              </p:cNvSpPr>
              <p:nvPr/>
            </p:nvSpPr>
            <p:spPr bwMode="auto">
              <a:xfrm>
                <a:off x="1449" y="3007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88" name="Freeform 44"/>
              <p:cNvSpPr>
                <a:spLocks/>
              </p:cNvSpPr>
              <p:nvPr/>
            </p:nvSpPr>
            <p:spPr bwMode="auto">
              <a:xfrm>
                <a:off x="1449" y="2995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89" name="Freeform 45"/>
              <p:cNvSpPr>
                <a:spLocks/>
              </p:cNvSpPr>
              <p:nvPr/>
            </p:nvSpPr>
            <p:spPr bwMode="auto">
              <a:xfrm>
                <a:off x="1449" y="2984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90" name="Freeform 46"/>
              <p:cNvSpPr>
                <a:spLocks/>
              </p:cNvSpPr>
              <p:nvPr/>
            </p:nvSpPr>
            <p:spPr bwMode="auto">
              <a:xfrm>
                <a:off x="1449" y="2972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91" name="Freeform 47"/>
              <p:cNvSpPr>
                <a:spLocks/>
              </p:cNvSpPr>
              <p:nvPr/>
            </p:nvSpPr>
            <p:spPr bwMode="auto">
              <a:xfrm>
                <a:off x="1449" y="2961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92" name="Freeform 48"/>
              <p:cNvSpPr>
                <a:spLocks/>
              </p:cNvSpPr>
              <p:nvPr/>
            </p:nvSpPr>
            <p:spPr bwMode="auto">
              <a:xfrm>
                <a:off x="1449" y="2949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93" name="Freeform 49"/>
              <p:cNvSpPr>
                <a:spLocks/>
              </p:cNvSpPr>
              <p:nvPr/>
            </p:nvSpPr>
            <p:spPr bwMode="auto">
              <a:xfrm>
                <a:off x="1449" y="2937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10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10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94" name="Freeform 50"/>
              <p:cNvSpPr>
                <a:spLocks/>
              </p:cNvSpPr>
              <p:nvPr/>
            </p:nvSpPr>
            <p:spPr bwMode="auto">
              <a:xfrm>
                <a:off x="1449" y="2926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10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10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95" name="Freeform 51"/>
              <p:cNvSpPr>
                <a:spLocks/>
              </p:cNvSpPr>
              <p:nvPr/>
            </p:nvSpPr>
            <p:spPr bwMode="auto">
              <a:xfrm>
                <a:off x="1449" y="2914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96" name="Freeform 52"/>
              <p:cNvSpPr>
                <a:spLocks/>
              </p:cNvSpPr>
              <p:nvPr/>
            </p:nvSpPr>
            <p:spPr bwMode="auto">
              <a:xfrm>
                <a:off x="1449" y="2903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97" name="Freeform 53"/>
              <p:cNvSpPr>
                <a:spLocks/>
              </p:cNvSpPr>
              <p:nvPr/>
            </p:nvSpPr>
            <p:spPr bwMode="auto">
              <a:xfrm>
                <a:off x="1449" y="2891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98" name="Freeform 54"/>
              <p:cNvSpPr>
                <a:spLocks/>
              </p:cNvSpPr>
              <p:nvPr/>
            </p:nvSpPr>
            <p:spPr bwMode="auto">
              <a:xfrm>
                <a:off x="1449" y="2880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99" name="Freeform 55"/>
              <p:cNvSpPr>
                <a:spLocks/>
              </p:cNvSpPr>
              <p:nvPr/>
            </p:nvSpPr>
            <p:spPr bwMode="auto">
              <a:xfrm>
                <a:off x="1449" y="2868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00" name="Freeform 56"/>
              <p:cNvSpPr>
                <a:spLocks/>
              </p:cNvSpPr>
              <p:nvPr/>
            </p:nvSpPr>
            <p:spPr bwMode="auto">
              <a:xfrm>
                <a:off x="1449" y="2857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01" name="Freeform 57"/>
              <p:cNvSpPr>
                <a:spLocks/>
              </p:cNvSpPr>
              <p:nvPr/>
            </p:nvSpPr>
            <p:spPr bwMode="auto">
              <a:xfrm>
                <a:off x="1449" y="2845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02" name="Freeform 58"/>
              <p:cNvSpPr>
                <a:spLocks/>
              </p:cNvSpPr>
              <p:nvPr/>
            </p:nvSpPr>
            <p:spPr bwMode="auto">
              <a:xfrm>
                <a:off x="1449" y="2834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03" name="Freeform 59"/>
              <p:cNvSpPr>
                <a:spLocks/>
              </p:cNvSpPr>
              <p:nvPr/>
            </p:nvSpPr>
            <p:spPr bwMode="auto">
              <a:xfrm>
                <a:off x="1449" y="2822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1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1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1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04" name="Freeform 60"/>
              <p:cNvSpPr>
                <a:spLocks/>
              </p:cNvSpPr>
              <p:nvPr/>
            </p:nvSpPr>
            <p:spPr bwMode="auto">
              <a:xfrm>
                <a:off x="1449" y="2811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1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1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1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05" name="Freeform 61"/>
              <p:cNvSpPr>
                <a:spLocks/>
              </p:cNvSpPr>
              <p:nvPr/>
            </p:nvSpPr>
            <p:spPr bwMode="auto">
              <a:xfrm>
                <a:off x="1449" y="2799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1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1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1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06" name="Freeform 62"/>
              <p:cNvSpPr>
                <a:spLocks/>
              </p:cNvSpPr>
              <p:nvPr/>
            </p:nvSpPr>
            <p:spPr bwMode="auto">
              <a:xfrm>
                <a:off x="1449" y="2788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07" name="Freeform 63"/>
              <p:cNvSpPr>
                <a:spLocks/>
              </p:cNvSpPr>
              <p:nvPr/>
            </p:nvSpPr>
            <p:spPr bwMode="auto">
              <a:xfrm>
                <a:off x="1449" y="2776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08" name="Freeform 64"/>
              <p:cNvSpPr>
                <a:spLocks/>
              </p:cNvSpPr>
              <p:nvPr/>
            </p:nvSpPr>
            <p:spPr bwMode="auto">
              <a:xfrm>
                <a:off x="1449" y="2765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09" name="Freeform 65"/>
              <p:cNvSpPr>
                <a:spLocks/>
              </p:cNvSpPr>
              <p:nvPr/>
            </p:nvSpPr>
            <p:spPr bwMode="auto">
              <a:xfrm>
                <a:off x="1449" y="2753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10" name="Freeform 66"/>
              <p:cNvSpPr>
                <a:spLocks/>
              </p:cNvSpPr>
              <p:nvPr/>
            </p:nvSpPr>
            <p:spPr bwMode="auto">
              <a:xfrm>
                <a:off x="1449" y="2742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11" name="Freeform 67"/>
              <p:cNvSpPr>
                <a:spLocks/>
              </p:cNvSpPr>
              <p:nvPr/>
            </p:nvSpPr>
            <p:spPr bwMode="auto">
              <a:xfrm>
                <a:off x="1449" y="2730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12" name="Freeform 68"/>
              <p:cNvSpPr>
                <a:spLocks/>
              </p:cNvSpPr>
              <p:nvPr/>
            </p:nvSpPr>
            <p:spPr bwMode="auto">
              <a:xfrm>
                <a:off x="1449" y="2719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13" name="Freeform 69"/>
              <p:cNvSpPr>
                <a:spLocks/>
              </p:cNvSpPr>
              <p:nvPr/>
            </p:nvSpPr>
            <p:spPr bwMode="auto">
              <a:xfrm>
                <a:off x="1449" y="2707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14" name="Freeform 70"/>
              <p:cNvSpPr>
                <a:spLocks/>
              </p:cNvSpPr>
              <p:nvPr/>
            </p:nvSpPr>
            <p:spPr bwMode="auto">
              <a:xfrm>
                <a:off x="1449" y="2696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15" name="Freeform 71"/>
              <p:cNvSpPr>
                <a:spLocks/>
              </p:cNvSpPr>
              <p:nvPr/>
            </p:nvSpPr>
            <p:spPr bwMode="auto">
              <a:xfrm>
                <a:off x="1449" y="2684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16" name="Freeform 72"/>
              <p:cNvSpPr>
                <a:spLocks/>
              </p:cNvSpPr>
              <p:nvPr/>
            </p:nvSpPr>
            <p:spPr bwMode="auto">
              <a:xfrm>
                <a:off x="1449" y="2673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17" name="Freeform 73"/>
              <p:cNvSpPr>
                <a:spLocks/>
              </p:cNvSpPr>
              <p:nvPr/>
            </p:nvSpPr>
            <p:spPr bwMode="auto">
              <a:xfrm>
                <a:off x="1449" y="2661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18" name="Freeform 74"/>
              <p:cNvSpPr>
                <a:spLocks/>
              </p:cNvSpPr>
              <p:nvPr/>
            </p:nvSpPr>
            <p:spPr bwMode="auto">
              <a:xfrm>
                <a:off x="1449" y="2650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19" name="Freeform 75"/>
              <p:cNvSpPr>
                <a:spLocks/>
              </p:cNvSpPr>
              <p:nvPr/>
            </p:nvSpPr>
            <p:spPr bwMode="auto">
              <a:xfrm>
                <a:off x="1449" y="2638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10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10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20" name="Freeform 76"/>
              <p:cNvSpPr>
                <a:spLocks/>
              </p:cNvSpPr>
              <p:nvPr/>
            </p:nvSpPr>
            <p:spPr bwMode="auto">
              <a:xfrm>
                <a:off x="1449" y="2626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10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10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21" name="Freeform 77"/>
              <p:cNvSpPr>
                <a:spLocks/>
              </p:cNvSpPr>
              <p:nvPr/>
            </p:nvSpPr>
            <p:spPr bwMode="auto">
              <a:xfrm>
                <a:off x="1449" y="2615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22" name="Freeform 78"/>
              <p:cNvSpPr>
                <a:spLocks/>
              </p:cNvSpPr>
              <p:nvPr/>
            </p:nvSpPr>
            <p:spPr bwMode="auto">
              <a:xfrm>
                <a:off x="1449" y="2603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23" name="Freeform 79"/>
              <p:cNvSpPr>
                <a:spLocks/>
              </p:cNvSpPr>
              <p:nvPr/>
            </p:nvSpPr>
            <p:spPr bwMode="auto">
              <a:xfrm>
                <a:off x="1449" y="2592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24" name="Freeform 80"/>
              <p:cNvSpPr>
                <a:spLocks/>
              </p:cNvSpPr>
              <p:nvPr/>
            </p:nvSpPr>
            <p:spPr bwMode="auto">
              <a:xfrm>
                <a:off x="1449" y="2580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25" name="Freeform 81"/>
              <p:cNvSpPr>
                <a:spLocks/>
              </p:cNvSpPr>
              <p:nvPr/>
            </p:nvSpPr>
            <p:spPr bwMode="auto">
              <a:xfrm>
                <a:off x="1449" y="2569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26" name="Freeform 82"/>
              <p:cNvSpPr>
                <a:spLocks/>
              </p:cNvSpPr>
              <p:nvPr/>
            </p:nvSpPr>
            <p:spPr bwMode="auto">
              <a:xfrm>
                <a:off x="1449" y="2557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27" name="Freeform 83"/>
              <p:cNvSpPr>
                <a:spLocks/>
              </p:cNvSpPr>
              <p:nvPr/>
            </p:nvSpPr>
            <p:spPr bwMode="auto">
              <a:xfrm>
                <a:off x="1449" y="2546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28" name="Freeform 84"/>
              <p:cNvSpPr>
                <a:spLocks/>
              </p:cNvSpPr>
              <p:nvPr/>
            </p:nvSpPr>
            <p:spPr bwMode="auto">
              <a:xfrm>
                <a:off x="1449" y="2534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29" name="Freeform 85"/>
              <p:cNvSpPr>
                <a:spLocks/>
              </p:cNvSpPr>
              <p:nvPr/>
            </p:nvSpPr>
            <p:spPr bwMode="auto">
              <a:xfrm>
                <a:off x="1449" y="2523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1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1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1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30" name="Freeform 86"/>
              <p:cNvSpPr>
                <a:spLocks/>
              </p:cNvSpPr>
              <p:nvPr/>
            </p:nvSpPr>
            <p:spPr bwMode="auto">
              <a:xfrm>
                <a:off x="1449" y="2511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1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1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1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31" name="Freeform 87"/>
              <p:cNvSpPr>
                <a:spLocks/>
              </p:cNvSpPr>
              <p:nvPr/>
            </p:nvSpPr>
            <p:spPr bwMode="auto">
              <a:xfrm>
                <a:off x="1449" y="2500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1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1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1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32" name="Freeform 88"/>
              <p:cNvSpPr>
                <a:spLocks/>
              </p:cNvSpPr>
              <p:nvPr/>
            </p:nvSpPr>
            <p:spPr bwMode="auto">
              <a:xfrm>
                <a:off x="1449" y="2488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33" name="Freeform 89"/>
              <p:cNvSpPr>
                <a:spLocks/>
              </p:cNvSpPr>
              <p:nvPr/>
            </p:nvSpPr>
            <p:spPr bwMode="auto">
              <a:xfrm>
                <a:off x="1449" y="2477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34" name="Freeform 90"/>
              <p:cNvSpPr>
                <a:spLocks/>
              </p:cNvSpPr>
              <p:nvPr/>
            </p:nvSpPr>
            <p:spPr bwMode="auto">
              <a:xfrm>
                <a:off x="1449" y="2465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35" name="Freeform 91"/>
              <p:cNvSpPr>
                <a:spLocks/>
              </p:cNvSpPr>
              <p:nvPr/>
            </p:nvSpPr>
            <p:spPr bwMode="auto">
              <a:xfrm>
                <a:off x="1449" y="2454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36" name="Freeform 92"/>
              <p:cNvSpPr>
                <a:spLocks/>
              </p:cNvSpPr>
              <p:nvPr/>
            </p:nvSpPr>
            <p:spPr bwMode="auto">
              <a:xfrm>
                <a:off x="1449" y="2442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37" name="Freeform 93"/>
              <p:cNvSpPr>
                <a:spLocks/>
              </p:cNvSpPr>
              <p:nvPr/>
            </p:nvSpPr>
            <p:spPr bwMode="auto">
              <a:xfrm>
                <a:off x="1449" y="2431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38" name="Freeform 94"/>
              <p:cNvSpPr>
                <a:spLocks/>
              </p:cNvSpPr>
              <p:nvPr/>
            </p:nvSpPr>
            <p:spPr bwMode="auto">
              <a:xfrm>
                <a:off x="1449" y="2419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39" name="Freeform 95"/>
              <p:cNvSpPr>
                <a:spLocks/>
              </p:cNvSpPr>
              <p:nvPr/>
            </p:nvSpPr>
            <p:spPr bwMode="auto">
              <a:xfrm>
                <a:off x="1449" y="2408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40" name="Freeform 96"/>
              <p:cNvSpPr>
                <a:spLocks/>
              </p:cNvSpPr>
              <p:nvPr/>
            </p:nvSpPr>
            <p:spPr bwMode="auto">
              <a:xfrm>
                <a:off x="1449" y="2396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41" name="Freeform 97"/>
              <p:cNvSpPr>
                <a:spLocks/>
              </p:cNvSpPr>
              <p:nvPr/>
            </p:nvSpPr>
            <p:spPr bwMode="auto">
              <a:xfrm>
                <a:off x="1449" y="2385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42" name="Freeform 98"/>
              <p:cNvSpPr>
                <a:spLocks/>
              </p:cNvSpPr>
              <p:nvPr/>
            </p:nvSpPr>
            <p:spPr bwMode="auto">
              <a:xfrm>
                <a:off x="1449" y="2373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43" name="Freeform 99"/>
              <p:cNvSpPr>
                <a:spLocks/>
              </p:cNvSpPr>
              <p:nvPr/>
            </p:nvSpPr>
            <p:spPr bwMode="auto">
              <a:xfrm>
                <a:off x="1449" y="2362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44" name="Freeform 100"/>
              <p:cNvSpPr>
                <a:spLocks/>
              </p:cNvSpPr>
              <p:nvPr/>
            </p:nvSpPr>
            <p:spPr bwMode="auto">
              <a:xfrm>
                <a:off x="1449" y="2350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45" name="Freeform 101"/>
              <p:cNvSpPr>
                <a:spLocks/>
              </p:cNvSpPr>
              <p:nvPr/>
            </p:nvSpPr>
            <p:spPr bwMode="auto">
              <a:xfrm>
                <a:off x="1449" y="2338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10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10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46" name="Freeform 102"/>
              <p:cNvSpPr>
                <a:spLocks/>
              </p:cNvSpPr>
              <p:nvPr/>
            </p:nvSpPr>
            <p:spPr bwMode="auto">
              <a:xfrm>
                <a:off x="1449" y="2327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10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10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47" name="Freeform 103"/>
              <p:cNvSpPr>
                <a:spLocks/>
              </p:cNvSpPr>
              <p:nvPr/>
            </p:nvSpPr>
            <p:spPr bwMode="auto">
              <a:xfrm>
                <a:off x="1449" y="2315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48" name="Freeform 104"/>
              <p:cNvSpPr>
                <a:spLocks/>
              </p:cNvSpPr>
              <p:nvPr/>
            </p:nvSpPr>
            <p:spPr bwMode="auto">
              <a:xfrm>
                <a:off x="1449" y="2304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49" name="Freeform 105"/>
              <p:cNvSpPr>
                <a:spLocks/>
              </p:cNvSpPr>
              <p:nvPr/>
            </p:nvSpPr>
            <p:spPr bwMode="auto">
              <a:xfrm>
                <a:off x="1449" y="2292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50" name="Freeform 106"/>
              <p:cNvSpPr>
                <a:spLocks/>
              </p:cNvSpPr>
              <p:nvPr/>
            </p:nvSpPr>
            <p:spPr bwMode="auto">
              <a:xfrm>
                <a:off x="1449" y="2281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51" name="Freeform 107"/>
              <p:cNvSpPr>
                <a:spLocks/>
              </p:cNvSpPr>
              <p:nvPr/>
            </p:nvSpPr>
            <p:spPr bwMode="auto">
              <a:xfrm>
                <a:off x="1449" y="2269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52" name="Freeform 108"/>
              <p:cNvSpPr>
                <a:spLocks/>
              </p:cNvSpPr>
              <p:nvPr/>
            </p:nvSpPr>
            <p:spPr bwMode="auto">
              <a:xfrm>
                <a:off x="1449" y="2258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53" name="Freeform 109"/>
              <p:cNvSpPr>
                <a:spLocks/>
              </p:cNvSpPr>
              <p:nvPr/>
            </p:nvSpPr>
            <p:spPr bwMode="auto">
              <a:xfrm>
                <a:off x="1449" y="2246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54" name="Freeform 110"/>
              <p:cNvSpPr>
                <a:spLocks/>
              </p:cNvSpPr>
              <p:nvPr/>
            </p:nvSpPr>
            <p:spPr bwMode="auto">
              <a:xfrm>
                <a:off x="1449" y="2235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55" name="Freeform 111"/>
              <p:cNvSpPr>
                <a:spLocks/>
              </p:cNvSpPr>
              <p:nvPr/>
            </p:nvSpPr>
            <p:spPr bwMode="auto">
              <a:xfrm>
                <a:off x="1449" y="2223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56" name="Freeform 112"/>
              <p:cNvSpPr>
                <a:spLocks/>
              </p:cNvSpPr>
              <p:nvPr/>
            </p:nvSpPr>
            <p:spPr bwMode="auto">
              <a:xfrm>
                <a:off x="1449" y="2212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1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1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1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57" name="Freeform 113"/>
              <p:cNvSpPr>
                <a:spLocks/>
              </p:cNvSpPr>
              <p:nvPr/>
            </p:nvSpPr>
            <p:spPr bwMode="auto">
              <a:xfrm>
                <a:off x="1449" y="2200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1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1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1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58" name="Freeform 114"/>
              <p:cNvSpPr>
                <a:spLocks/>
              </p:cNvSpPr>
              <p:nvPr/>
            </p:nvSpPr>
            <p:spPr bwMode="auto">
              <a:xfrm>
                <a:off x="1449" y="2189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59" name="Freeform 115"/>
              <p:cNvSpPr>
                <a:spLocks/>
              </p:cNvSpPr>
              <p:nvPr/>
            </p:nvSpPr>
            <p:spPr bwMode="auto">
              <a:xfrm>
                <a:off x="1449" y="2177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60" name="Freeform 116"/>
              <p:cNvSpPr>
                <a:spLocks/>
              </p:cNvSpPr>
              <p:nvPr/>
            </p:nvSpPr>
            <p:spPr bwMode="auto">
              <a:xfrm>
                <a:off x="1449" y="2166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61" name="Freeform 117"/>
              <p:cNvSpPr>
                <a:spLocks/>
              </p:cNvSpPr>
              <p:nvPr/>
            </p:nvSpPr>
            <p:spPr bwMode="auto">
              <a:xfrm>
                <a:off x="1449" y="2154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62" name="Freeform 118"/>
              <p:cNvSpPr>
                <a:spLocks/>
              </p:cNvSpPr>
              <p:nvPr/>
            </p:nvSpPr>
            <p:spPr bwMode="auto">
              <a:xfrm>
                <a:off x="1449" y="2143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63" name="Freeform 119"/>
              <p:cNvSpPr>
                <a:spLocks/>
              </p:cNvSpPr>
              <p:nvPr/>
            </p:nvSpPr>
            <p:spPr bwMode="auto">
              <a:xfrm>
                <a:off x="1449" y="2131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64" name="Freeform 120"/>
              <p:cNvSpPr>
                <a:spLocks/>
              </p:cNvSpPr>
              <p:nvPr/>
            </p:nvSpPr>
            <p:spPr bwMode="auto">
              <a:xfrm>
                <a:off x="1449" y="2120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65" name="Freeform 121"/>
              <p:cNvSpPr>
                <a:spLocks/>
              </p:cNvSpPr>
              <p:nvPr/>
            </p:nvSpPr>
            <p:spPr bwMode="auto">
              <a:xfrm>
                <a:off x="1449" y="2108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66" name="Freeform 122"/>
              <p:cNvSpPr>
                <a:spLocks/>
              </p:cNvSpPr>
              <p:nvPr/>
            </p:nvSpPr>
            <p:spPr bwMode="auto">
              <a:xfrm>
                <a:off x="1449" y="2097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67" name="Freeform 123"/>
              <p:cNvSpPr>
                <a:spLocks/>
              </p:cNvSpPr>
              <p:nvPr/>
            </p:nvSpPr>
            <p:spPr bwMode="auto">
              <a:xfrm>
                <a:off x="1449" y="2085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68" name="Freeform 124"/>
              <p:cNvSpPr>
                <a:spLocks/>
              </p:cNvSpPr>
              <p:nvPr/>
            </p:nvSpPr>
            <p:spPr bwMode="auto">
              <a:xfrm>
                <a:off x="1449" y="2074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69" name="Freeform 125"/>
              <p:cNvSpPr>
                <a:spLocks/>
              </p:cNvSpPr>
              <p:nvPr/>
            </p:nvSpPr>
            <p:spPr bwMode="auto">
              <a:xfrm>
                <a:off x="1449" y="2062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70" name="Freeform 126"/>
              <p:cNvSpPr>
                <a:spLocks/>
              </p:cNvSpPr>
              <p:nvPr/>
            </p:nvSpPr>
            <p:spPr bwMode="auto">
              <a:xfrm>
                <a:off x="1449" y="2051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71" name="Freeform 127"/>
              <p:cNvSpPr>
                <a:spLocks/>
              </p:cNvSpPr>
              <p:nvPr/>
            </p:nvSpPr>
            <p:spPr bwMode="auto">
              <a:xfrm>
                <a:off x="1449" y="2039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10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10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72" name="Freeform 128"/>
              <p:cNvSpPr>
                <a:spLocks/>
              </p:cNvSpPr>
              <p:nvPr/>
            </p:nvSpPr>
            <p:spPr bwMode="auto">
              <a:xfrm>
                <a:off x="1449" y="2027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10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10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73" name="Freeform 129"/>
              <p:cNvSpPr>
                <a:spLocks/>
              </p:cNvSpPr>
              <p:nvPr/>
            </p:nvSpPr>
            <p:spPr bwMode="auto">
              <a:xfrm>
                <a:off x="1449" y="2016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74" name="Freeform 130"/>
              <p:cNvSpPr>
                <a:spLocks/>
              </p:cNvSpPr>
              <p:nvPr/>
            </p:nvSpPr>
            <p:spPr bwMode="auto">
              <a:xfrm>
                <a:off x="1449" y="2004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75" name="Freeform 131"/>
              <p:cNvSpPr>
                <a:spLocks/>
              </p:cNvSpPr>
              <p:nvPr/>
            </p:nvSpPr>
            <p:spPr bwMode="auto">
              <a:xfrm>
                <a:off x="1449" y="1993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76" name="Freeform 132"/>
              <p:cNvSpPr>
                <a:spLocks/>
              </p:cNvSpPr>
              <p:nvPr/>
            </p:nvSpPr>
            <p:spPr bwMode="auto">
              <a:xfrm>
                <a:off x="1449" y="1981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77" name="Freeform 133"/>
              <p:cNvSpPr>
                <a:spLocks/>
              </p:cNvSpPr>
              <p:nvPr/>
            </p:nvSpPr>
            <p:spPr bwMode="auto">
              <a:xfrm>
                <a:off x="1449" y="1970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78" name="Freeform 134"/>
              <p:cNvSpPr>
                <a:spLocks/>
              </p:cNvSpPr>
              <p:nvPr/>
            </p:nvSpPr>
            <p:spPr bwMode="auto">
              <a:xfrm>
                <a:off x="1449" y="1958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79" name="Freeform 135"/>
              <p:cNvSpPr>
                <a:spLocks/>
              </p:cNvSpPr>
              <p:nvPr/>
            </p:nvSpPr>
            <p:spPr bwMode="auto">
              <a:xfrm>
                <a:off x="1449" y="1947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80" name="Freeform 136"/>
              <p:cNvSpPr>
                <a:spLocks/>
              </p:cNvSpPr>
              <p:nvPr/>
            </p:nvSpPr>
            <p:spPr bwMode="auto">
              <a:xfrm>
                <a:off x="1449" y="1935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81" name="Freeform 137"/>
              <p:cNvSpPr>
                <a:spLocks/>
              </p:cNvSpPr>
              <p:nvPr/>
            </p:nvSpPr>
            <p:spPr bwMode="auto">
              <a:xfrm>
                <a:off x="1449" y="1924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82" name="Freeform 138"/>
              <p:cNvSpPr>
                <a:spLocks/>
              </p:cNvSpPr>
              <p:nvPr/>
            </p:nvSpPr>
            <p:spPr bwMode="auto">
              <a:xfrm>
                <a:off x="1449" y="1912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1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1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1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83" name="Freeform 139"/>
              <p:cNvSpPr>
                <a:spLocks/>
              </p:cNvSpPr>
              <p:nvPr/>
            </p:nvSpPr>
            <p:spPr bwMode="auto">
              <a:xfrm>
                <a:off x="1449" y="1901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1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1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1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84" name="Freeform 140"/>
              <p:cNvSpPr>
                <a:spLocks/>
              </p:cNvSpPr>
              <p:nvPr/>
            </p:nvSpPr>
            <p:spPr bwMode="auto">
              <a:xfrm>
                <a:off x="1449" y="1889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85" name="Freeform 141"/>
              <p:cNvSpPr>
                <a:spLocks/>
              </p:cNvSpPr>
              <p:nvPr/>
            </p:nvSpPr>
            <p:spPr bwMode="auto">
              <a:xfrm>
                <a:off x="1449" y="1878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86" name="Freeform 142"/>
              <p:cNvSpPr>
                <a:spLocks/>
              </p:cNvSpPr>
              <p:nvPr/>
            </p:nvSpPr>
            <p:spPr bwMode="auto">
              <a:xfrm>
                <a:off x="1449" y="1866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87" name="Freeform 143"/>
              <p:cNvSpPr>
                <a:spLocks/>
              </p:cNvSpPr>
              <p:nvPr/>
            </p:nvSpPr>
            <p:spPr bwMode="auto">
              <a:xfrm>
                <a:off x="1449" y="1855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88" name="Freeform 144"/>
              <p:cNvSpPr>
                <a:spLocks/>
              </p:cNvSpPr>
              <p:nvPr/>
            </p:nvSpPr>
            <p:spPr bwMode="auto">
              <a:xfrm>
                <a:off x="1449" y="1843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89" name="Freeform 145"/>
              <p:cNvSpPr>
                <a:spLocks/>
              </p:cNvSpPr>
              <p:nvPr/>
            </p:nvSpPr>
            <p:spPr bwMode="auto">
              <a:xfrm>
                <a:off x="1449" y="1832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90" name="Freeform 146"/>
              <p:cNvSpPr>
                <a:spLocks/>
              </p:cNvSpPr>
              <p:nvPr/>
            </p:nvSpPr>
            <p:spPr bwMode="auto">
              <a:xfrm>
                <a:off x="1449" y="1820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91" name="Freeform 147"/>
              <p:cNvSpPr>
                <a:spLocks/>
              </p:cNvSpPr>
              <p:nvPr/>
            </p:nvSpPr>
            <p:spPr bwMode="auto">
              <a:xfrm>
                <a:off x="1449" y="1809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92" name="Freeform 148"/>
              <p:cNvSpPr>
                <a:spLocks/>
              </p:cNvSpPr>
              <p:nvPr/>
            </p:nvSpPr>
            <p:spPr bwMode="auto">
              <a:xfrm>
                <a:off x="1449" y="1797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93" name="Freeform 149"/>
              <p:cNvSpPr>
                <a:spLocks/>
              </p:cNvSpPr>
              <p:nvPr/>
            </p:nvSpPr>
            <p:spPr bwMode="auto">
              <a:xfrm>
                <a:off x="1449" y="1786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94" name="Freeform 150"/>
              <p:cNvSpPr>
                <a:spLocks/>
              </p:cNvSpPr>
              <p:nvPr/>
            </p:nvSpPr>
            <p:spPr bwMode="auto">
              <a:xfrm>
                <a:off x="1449" y="1774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95" name="Freeform 151"/>
              <p:cNvSpPr>
                <a:spLocks/>
              </p:cNvSpPr>
              <p:nvPr/>
            </p:nvSpPr>
            <p:spPr bwMode="auto">
              <a:xfrm>
                <a:off x="1449" y="1763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96" name="Freeform 152"/>
              <p:cNvSpPr>
                <a:spLocks/>
              </p:cNvSpPr>
              <p:nvPr/>
            </p:nvSpPr>
            <p:spPr bwMode="auto">
              <a:xfrm>
                <a:off x="1449" y="1751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97" name="Freeform 153"/>
              <p:cNvSpPr>
                <a:spLocks/>
              </p:cNvSpPr>
              <p:nvPr/>
            </p:nvSpPr>
            <p:spPr bwMode="auto">
              <a:xfrm>
                <a:off x="1449" y="1739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10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10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98" name="Freeform 154"/>
              <p:cNvSpPr>
                <a:spLocks/>
              </p:cNvSpPr>
              <p:nvPr/>
            </p:nvSpPr>
            <p:spPr bwMode="auto">
              <a:xfrm>
                <a:off x="1449" y="1728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10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10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99" name="Freeform 155"/>
              <p:cNvSpPr>
                <a:spLocks/>
              </p:cNvSpPr>
              <p:nvPr/>
            </p:nvSpPr>
            <p:spPr bwMode="auto">
              <a:xfrm>
                <a:off x="1449" y="1716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00" name="Freeform 156"/>
              <p:cNvSpPr>
                <a:spLocks/>
              </p:cNvSpPr>
              <p:nvPr/>
            </p:nvSpPr>
            <p:spPr bwMode="auto">
              <a:xfrm>
                <a:off x="1449" y="1705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01" name="Freeform 157"/>
              <p:cNvSpPr>
                <a:spLocks/>
              </p:cNvSpPr>
              <p:nvPr/>
            </p:nvSpPr>
            <p:spPr bwMode="auto">
              <a:xfrm>
                <a:off x="1449" y="1693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02" name="Freeform 158"/>
              <p:cNvSpPr>
                <a:spLocks/>
              </p:cNvSpPr>
              <p:nvPr/>
            </p:nvSpPr>
            <p:spPr bwMode="auto">
              <a:xfrm>
                <a:off x="1449" y="1682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03" name="Freeform 159"/>
              <p:cNvSpPr>
                <a:spLocks/>
              </p:cNvSpPr>
              <p:nvPr/>
            </p:nvSpPr>
            <p:spPr bwMode="auto">
              <a:xfrm>
                <a:off x="1449" y="1670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04" name="Freeform 160"/>
              <p:cNvSpPr>
                <a:spLocks/>
              </p:cNvSpPr>
              <p:nvPr/>
            </p:nvSpPr>
            <p:spPr bwMode="auto">
              <a:xfrm>
                <a:off x="1449" y="1659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05" name="Freeform 161"/>
              <p:cNvSpPr>
                <a:spLocks/>
              </p:cNvSpPr>
              <p:nvPr/>
            </p:nvSpPr>
            <p:spPr bwMode="auto">
              <a:xfrm>
                <a:off x="1449" y="1647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06" name="Freeform 162"/>
              <p:cNvSpPr>
                <a:spLocks/>
              </p:cNvSpPr>
              <p:nvPr/>
            </p:nvSpPr>
            <p:spPr bwMode="auto">
              <a:xfrm>
                <a:off x="1449" y="1636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07" name="Freeform 163"/>
              <p:cNvSpPr>
                <a:spLocks/>
              </p:cNvSpPr>
              <p:nvPr/>
            </p:nvSpPr>
            <p:spPr bwMode="auto">
              <a:xfrm>
                <a:off x="1449" y="1624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08" name="Freeform 164"/>
              <p:cNvSpPr>
                <a:spLocks/>
              </p:cNvSpPr>
              <p:nvPr/>
            </p:nvSpPr>
            <p:spPr bwMode="auto">
              <a:xfrm>
                <a:off x="1449" y="1613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1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1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1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09" name="Freeform 165"/>
              <p:cNvSpPr>
                <a:spLocks/>
              </p:cNvSpPr>
              <p:nvPr/>
            </p:nvSpPr>
            <p:spPr bwMode="auto">
              <a:xfrm>
                <a:off x="1449" y="1601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1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1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1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10" name="Freeform 166"/>
              <p:cNvSpPr>
                <a:spLocks/>
              </p:cNvSpPr>
              <p:nvPr/>
            </p:nvSpPr>
            <p:spPr bwMode="auto">
              <a:xfrm>
                <a:off x="1449" y="1590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11" name="Freeform 167"/>
              <p:cNvSpPr>
                <a:spLocks/>
              </p:cNvSpPr>
              <p:nvPr/>
            </p:nvSpPr>
            <p:spPr bwMode="auto">
              <a:xfrm>
                <a:off x="1449" y="1578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12" name="Freeform 168"/>
              <p:cNvSpPr>
                <a:spLocks/>
              </p:cNvSpPr>
              <p:nvPr/>
            </p:nvSpPr>
            <p:spPr bwMode="auto">
              <a:xfrm>
                <a:off x="1449" y="1567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13" name="Freeform 169"/>
              <p:cNvSpPr>
                <a:spLocks/>
              </p:cNvSpPr>
              <p:nvPr/>
            </p:nvSpPr>
            <p:spPr bwMode="auto">
              <a:xfrm>
                <a:off x="1449" y="1555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14" name="Freeform 170"/>
              <p:cNvSpPr>
                <a:spLocks/>
              </p:cNvSpPr>
              <p:nvPr/>
            </p:nvSpPr>
            <p:spPr bwMode="auto">
              <a:xfrm>
                <a:off x="1449" y="1544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15" name="Freeform 171"/>
              <p:cNvSpPr>
                <a:spLocks/>
              </p:cNvSpPr>
              <p:nvPr/>
            </p:nvSpPr>
            <p:spPr bwMode="auto">
              <a:xfrm>
                <a:off x="1449" y="1532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16" name="Freeform 172"/>
              <p:cNvSpPr>
                <a:spLocks/>
              </p:cNvSpPr>
              <p:nvPr/>
            </p:nvSpPr>
            <p:spPr bwMode="auto">
              <a:xfrm>
                <a:off x="1449" y="1521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17" name="Freeform 173"/>
              <p:cNvSpPr>
                <a:spLocks/>
              </p:cNvSpPr>
              <p:nvPr/>
            </p:nvSpPr>
            <p:spPr bwMode="auto">
              <a:xfrm>
                <a:off x="1449" y="1509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18" name="Freeform 174"/>
              <p:cNvSpPr>
                <a:spLocks/>
              </p:cNvSpPr>
              <p:nvPr/>
            </p:nvSpPr>
            <p:spPr bwMode="auto">
              <a:xfrm>
                <a:off x="1449" y="1498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19" name="Freeform 175"/>
              <p:cNvSpPr>
                <a:spLocks/>
              </p:cNvSpPr>
              <p:nvPr/>
            </p:nvSpPr>
            <p:spPr bwMode="auto">
              <a:xfrm>
                <a:off x="1449" y="1486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20" name="Freeform 176"/>
              <p:cNvSpPr>
                <a:spLocks/>
              </p:cNvSpPr>
              <p:nvPr/>
            </p:nvSpPr>
            <p:spPr bwMode="auto">
              <a:xfrm>
                <a:off x="1449" y="1475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21" name="Freeform 177"/>
              <p:cNvSpPr>
                <a:spLocks/>
              </p:cNvSpPr>
              <p:nvPr/>
            </p:nvSpPr>
            <p:spPr bwMode="auto">
              <a:xfrm>
                <a:off x="1449" y="1463"/>
                <a:ext cx="5" cy="6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22" name="Freeform 178"/>
              <p:cNvSpPr>
                <a:spLocks/>
              </p:cNvSpPr>
              <p:nvPr/>
            </p:nvSpPr>
            <p:spPr bwMode="auto">
              <a:xfrm>
                <a:off x="1449" y="1452"/>
                <a:ext cx="5" cy="5"/>
              </a:xfrm>
              <a:custGeom>
                <a:avLst/>
                <a:gdLst>
                  <a:gd name="T0" fmla="*/ 0 w 12"/>
                  <a:gd name="T1" fmla="*/ 8 h 12"/>
                  <a:gd name="T2" fmla="*/ 2 w 12"/>
                  <a:gd name="T3" fmla="*/ 8 h 12"/>
                  <a:gd name="T4" fmla="*/ 4 w 12"/>
                  <a:gd name="T5" fmla="*/ 10 h 12"/>
                  <a:gd name="T6" fmla="*/ 6 w 12"/>
                  <a:gd name="T7" fmla="*/ 12 h 12"/>
                  <a:gd name="T8" fmla="*/ 6 w 12"/>
                  <a:gd name="T9" fmla="*/ 12 h 12"/>
                  <a:gd name="T10" fmla="*/ 8 w 12"/>
                  <a:gd name="T11" fmla="*/ 10 h 12"/>
                  <a:gd name="T12" fmla="*/ 10 w 12"/>
                  <a:gd name="T13" fmla="*/ 8 h 12"/>
                  <a:gd name="T14" fmla="*/ 12 w 12"/>
                  <a:gd name="T15" fmla="*/ 6 h 12"/>
                  <a:gd name="T16" fmla="*/ 12 w 12"/>
                  <a:gd name="T17" fmla="*/ 6 h 12"/>
                  <a:gd name="T18" fmla="*/ 12 w 12"/>
                  <a:gd name="T19" fmla="*/ 4 h 12"/>
                  <a:gd name="T20" fmla="*/ 12 w 12"/>
                  <a:gd name="T21" fmla="*/ 2 h 12"/>
                  <a:gd name="T22" fmla="*/ 10 w 12"/>
                  <a:gd name="T23" fmla="*/ 0 h 12"/>
                  <a:gd name="T24" fmla="*/ 8 w 12"/>
                  <a:gd name="T25" fmla="*/ 0 h 12"/>
                  <a:gd name="T26" fmla="*/ 6 w 12"/>
                  <a:gd name="T27" fmla="*/ 0 h 12"/>
                  <a:gd name="T28" fmla="*/ 4 w 12"/>
                  <a:gd name="T29" fmla="*/ 0 h 12"/>
                  <a:gd name="T30" fmla="*/ 2 w 12"/>
                  <a:gd name="T31" fmla="*/ 2 h 12"/>
                  <a:gd name="T32" fmla="*/ 0 w 12"/>
                  <a:gd name="T33" fmla="*/ 4 h 12"/>
                  <a:gd name="T34" fmla="*/ 0 w 12"/>
                  <a:gd name="T35" fmla="*/ 6 h 12"/>
                  <a:gd name="T36" fmla="*/ 0 w 12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23" name="Freeform 179"/>
              <p:cNvSpPr>
                <a:spLocks/>
              </p:cNvSpPr>
              <p:nvPr/>
            </p:nvSpPr>
            <p:spPr bwMode="auto">
              <a:xfrm>
                <a:off x="1449" y="1440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10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10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24" name="Freeform 180"/>
              <p:cNvSpPr>
                <a:spLocks/>
              </p:cNvSpPr>
              <p:nvPr/>
            </p:nvSpPr>
            <p:spPr bwMode="auto">
              <a:xfrm>
                <a:off x="1449" y="1428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10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10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10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25" name="Freeform 181"/>
              <p:cNvSpPr>
                <a:spLocks/>
              </p:cNvSpPr>
              <p:nvPr/>
            </p:nvSpPr>
            <p:spPr bwMode="auto">
              <a:xfrm>
                <a:off x="1449" y="1417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26" name="Freeform 182"/>
              <p:cNvSpPr>
                <a:spLocks/>
              </p:cNvSpPr>
              <p:nvPr/>
            </p:nvSpPr>
            <p:spPr bwMode="auto">
              <a:xfrm>
                <a:off x="1449" y="1405"/>
                <a:ext cx="5" cy="6"/>
              </a:xfrm>
              <a:custGeom>
                <a:avLst/>
                <a:gdLst>
                  <a:gd name="T0" fmla="*/ 0 w 12"/>
                  <a:gd name="T1" fmla="*/ 8 h 11"/>
                  <a:gd name="T2" fmla="*/ 2 w 12"/>
                  <a:gd name="T3" fmla="*/ 8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8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8"/>
                    </a:moveTo>
                    <a:lnTo>
                      <a:pt x="2" y="8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27" name="Freeform 183"/>
              <p:cNvSpPr>
                <a:spLocks/>
              </p:cNvSpPr>
              <p:nvPr/>
            </p:nvSpPr>
            <p:spPr bwMode="auto">
              <a:xfrm>
                <a:off x="1449" y="1394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28" name="Freeform 184"/>
              <p:cNvSpPr>
                <a:spLocks/>
              </p:cNvSpPr>
              <p:nvPr/>
            </p:nvSpPr>
            <p:spPr bwMode="auto">
              <a:xfrm>
                <a:off x="1449" y="1382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6 h 11"/>
                  <a:gd name="T16" fmla="*/ 12 w 12"/>
                  <a:gd name="T17" fmla="*/ 6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6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29" name="Freeform 185"/>
              <p:cNvSpPr>
                <a:spLocks/>
              </p:cNvSpPr>
              <p:nvPr/>
            </p:nvSpPr>
            <p:spPr bwMode="auto">
              <a:xfrm>
                <a:off x="1449" y="1371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30" name="Freeform 186"/>
              <p:cNvSpPr>
                <a:spLocks/>
              </p:cNvSpPr>
              <p:nvPr/>
            </p:nvSpPr>
            <p:spPr bwMode="auto">
              <a:xfrm>
                <a:off x="1449" y="1359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4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4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31" name="Freeform 187"/>
              <p:cNvSpPr>
                <a:spLocks/>
              </p:cNvSpPr>
              <p:nvPr/>
            </p:nvSpPr>
            <p:spPr bwMode="auto">
              <a:xfrm>
                <a:off x="1449" y="1348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32" name="Freeform 188"/>
              <p:cNvSpPr>
                <a:spLocks/>
              </p:cNvSpPr>
              <p:nvPr/>
            </p:nvSpPr>
            <p:spPr bwMode="auto">
              <a:xfrm>
                <a:off x="1449" y="1336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33" name="Freeform 189"/>
              <p:cNvSpPr>
                <a:spLocks/>
              </p:cNvSpPr>
              <p:nvPr/>
            </p:nvSpPr>
            <p:spPr bwMode="auto">
              <a:xfrm>
                <a:off x="1449" y="1325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2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2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2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34" name="Freeform 190"/>
              <p:cNvSpPr>
                <a:spLocks/>
              </p:cNvSpPr>
              <p:nvPr/>
            </p:nvSpPr>
            <p:spPr bwMode="auto">
              <a:xfrm>
                <a:off x="1449" y="1313"/>
                <a:ext cx="5" cy="6"/>
              </a:xfrm>
              <a:custGeom>
                <a:avLst/>
                <a:gdLst>
                  <a:gd name="T0" fmla="*/ 0 w 12"/>
                  <a:gd name="T1" fmla="*/ 7 h 11"/>
                  <a:gd name="T2" fmla="*/ 2 w 12"/>
                  <a:gd name="T3" fmla="*/ 7 h 11"/>
                  <a:gd name="T4" fmla="*/ 4 w 12"/>
                  <a:gd name="T5" fmla="*/ 9 h 11"/>
                  <a:gd name="T6" fmla="*/ 6 w 12"/>
                  <a:gd name="T7" fmla="*/ 11 h 11"/>
                  <a:gd name="T8" fmla="*/ 6 w 12"/>
                  <a:gd name="T9" fmla="*/ 11 h 11"/>
                  <a:gd name="T10" fmla="*/ 8 w 12"/>
                  <a:gd name="T11" fmla="*/ 9 h 11"/>
                  <a:gd name="T12" fmla="*/ 10 w 12"/>
                  <a:gd name="T13" fmla="*/ 7 h 11"/>
                  <a:gd name="T14" fmla="*/ 12 w 12"/>
                  <a:gd name="T15" fmla="*/ 5 h 11"/>
                  <a:gd name="T16" fmla="*/ 12 w 12"/>
                  <a:gd name="T17" fmla="*/ 5 h 11"/>
                  <a:gd name="T18" fmla="*/ 12 w 12"/>
                  <a:gd name="T19" fmla="*/ 3 h 11"/>
                  <a:gd name="T20" fmla="*/ 12 w 12"/>
                  <a:gd name="T21" fmla="*/ 1 h 11"/>
                  <a:gd name="T22" fmla="*/ 10 w 12"/>
                  <a:gd name="T23" fmla="*/ 0 h 11"/>
                  <a:gd name="T24" fmla="*/ 8 w 12"/>
                  <a:gd name="T25" fmla="*/ 0 h 11"/>
                  <a:gd name="T26" fmla="*/ 6 w 12"/>
                  <a:gd name="T27" fmla="*/ 0 h 11"/>
                  <a:gd name="T28" fmla="*/ 4 w 12"/>
                  <a:gd name="T29" fmla="*/ 0 h 11"/>
                  <a:gd name="T30" fmla="*/ 2 w 12"/>
                  <a:gd name="T31" fmla="*/ 1 h 11"/>
                  <a:gd name="T32" fmla="*/ 0 w 12"/>
                  <a:gd name="T33" fmla="*/ 3 h 11"/>
                  <a:gd name="T34" fmla="*/ 0 w 12"/>
                  <a:gd name="T35" fmla="*/ 5 h 11"/>
                  <a:gd name="T36" fmla="*/ 0 w 12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0" y="7"/>
                    </a:moveTo>
                    <a:lnTo>
                      <a:pt x="2" y="7"/>
                    </a:lnTo>
                    <a:lnTo>
                      <a:pt x="4" y="9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7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1"/>
                    </a:lnTo>
                    <a:lnTo>
                      <a:pt x="10" y="0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7535" name="Group 191"/>
            <p:cNvGrpSpPr>
              <a:grpSpLocks/>
            </p:cNvGrpSpPr>
            <p:nvPr/>
          </p:nvGrpSpPr>
          <p:grpSpPr bwMode="auto">
            <a:xfrm>
              <a:off x="1449" y="3010"/>
              <a:ext cx="2597" cy="6"/>
              <a:chOff x="1449" y="3010"/>
              <a:chExt cx="2597" cy="6"/>
            </a:xfrm>
          </p:grpSpPr>
          <p:grpSp>
            <p:nvGrpSpPr>
              <p:cNvPr id="57536" name="Group 192"/>
              <p:cNvGrpSpPr>
                <a:grpSpLocks/>
              </p:cNvGrpSpPr>
              <p:nvPr/>
            </p:nvGrpSpPr>
            <p:grpSpPr bwMode="auto">
              <a:xfrm>
                <a:off x="1449" y="3010"/>
                <a:ext cx="2298" cy="6"/>
                <a:chOff x="1449" y="3010"/>
                <a:chExt cx="2298" cy="6"/>
              </a:xfrm>
            </p:grpSpPr>
            <p:sp>
              <p:nvSpPr>
                <p:cNvPr id="57537" name="Freeform 193"/>
                <p:cNvSpPr>
                  <a:spLocks/>
                </p:cNvSpPr>
                <p:nvPr/>
              </p:nvSpPr>
              <p:spPr bwMode="auto">
                <a:xfrm>
                  <a:off x="1449" y="3010"/>
                  <a:ext cx="5" cy="6"/>
                </a:xfrm>
                <a:custGeom>
                  <a:avLst/>
                  <a:gdLst>
                    <a:gd name="T0" fmla="*/ 8 w 12"/>
                    <a:gd name="T1" fmla="*/ 0 h 11"/>
                    <a:gd name="T2" fmla="*/ 6 w 12"/>
                    <a:gd name="T3" fmla="*/ 0 h 11"/>
                    <a:gd name="T4" fmla="*/ 4 w 12"/>
                    <a:gd name="T5" fmla="*/ 2 h 11"/>
                    <a:gd name="T6" fmla="*/ 2 w 12"/>
                    <a:gd name="T7" fmla="*/ 4 h 11"/>
                    <a:gd name="T8" fmla="*/ 0 w 12"/>
                    <a:gd name="T9" fmla="*/ 6 h 11"/>
                    <a:gd name="T10" fmla="*/ 0 w 12"/>
                    <a:gd name="T11" fmla="*/ 6 h 11"/>
                    <a:gd name="T12" fmla="*/ 2 w 12"/>
                    <a:gd name="T13" fmla="*/ 8 h 11"/>
                    <a:gd name="T14" fmla="*/ 4 w 12"/>
                    <a:gd name="T15" fmla="*/ 9 h 11"/>
                    <a:gd name="T16" fmla="*/ 6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2" h="11">
                      <a:moveTo>
                        <a:pt x="8" y="0"/>
                      </a:moveTo>
                      <a:lnTo>
                        <a:pt x="6" y="0"/>
                      </a:lnTo>
                      <a:lnTo>
                        <a:pt x="4" y="2"/>
                      </a:lnTo>
                      <a:lnTo>
                        <a:pt x="2" y="4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8"/>
                      </a:lnTo>
                      <a:lnTo>
                        <a:pt x="4" y="9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38" name="Freeform 194"/>
                <p:cNvSpPr>
                  <a:spLocks/>
                </p:cNvSpPr>
                <p:nvPr/>
              </p:nvSpPr>
              <p:spPr bwMode="auto">
                <a:xfrm>
                  <a:off x="1460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39" name="Freeform 195"/>
                <p:cNvSpPr>
                  <a:spLocks/>
                </p:cNvSpPr>
                <p:nvPr/>
              </p:nvSpPr>
              <p:spPr bwMode="auto">
                <a:xfrm>
                  <a:off x="1472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40" name="Freeform 196"/>
                <p:cNvSpPr>
                  <a:spLocks/>
                </p:cNvSpPr>
                <p:nvPr/>
              </p:nvSpPr>
              <p:spPr bwMode="auto">
                <a:xfrm>
                  <a:off x="1483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41" name="Freeform 197"/>
                <p:cNvSpPr>
                  <a:spLocks/>
                </p:cNvSpPr>
                <p:nvPr/>
              </p:nvSpPr>
              <p:spPr bwMode="auto">
                <a:xfrm>
                  <a:off x="1495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42" name="Freeform 198"/>
                <p:cNvSpPr>
                  <a:spLocks/>
                </p:cNvSpPr>
                <p:nvPr/>
              </p:nvSpPr>
              <p:spPr bwMode="auto">
                <a:xfrm>
                  <a:off x="1506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43" name="Freeform 199"/>
                <p:cNvSpPr>
                  <a:spLocks/>
                </p:cNvSpPr>
                <p:nvPr/>
              </p:nvSpPr>
              <p:spPr bwMode="auto">
                <a:xfrm>
                  <a:off x="1518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1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1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1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44" name="Freeform 200"/>
                <p:cNvSpPr>
                  <a:spLocks/>
                </p:cNvSpPr>
                <p:nvPr/>
              </p:nvSpPr>
              <p:spPr bwMode="auto">
                <a:xfrm>
                  <a:off x="1529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1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1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1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45" name="Freeform 201"/>
                <p:cNvSpPr>
                  <a:spLocks/>
                </p:cNvSpPr>
                <p:nvPr/>
              </p:nvSpPr>
              <p:spPr bwMode="auto">
                <a:xfrm>
                  <a:off x="1541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46" name="Freeform 202"/>
                <p:cNvSpPr>
                  <a:spLocks/>
                </p:cNvSpPr>
                <p:nvPr/>
              </p:nvSpPr>
              <p:spPr bwMode="auto">
                <a:xfrm>
                  <a:off x="1552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47" name="Freeform 203"/>
                <p:cNvSpPr>
                  <a:spLocks/>
                </p:cNvSpPr>
                <p:nvPr/>
              </p:nvSpPr>
              <p:spPr bwMode="auto">
                <a:xfrm>
                  <a:off x="1564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48" name="Freeform 204"/>
                <p:cNvSpPr>
                  <a:spLocks/>
                </p:cNvSpPr>
                <p:nvPr/>
              </p:nvSpPr>
              <p:spPr bwMode="auto">
                <a:xfrm>
                  <a:off x="1575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49" name="Freeform 205"/>
                <p:cNvSpPr>
                  <a:spLocks/>
                </p:cNvSpPr>
                <p:nvPr/>
              </p:nvSpPr>
              <p:spPr bwMode="auto">
                <a:xfrm>
                  <a:off x="1587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50" name="Freeform 206"/>
                <p:cNvSpPr>
                  <a:spLocks/>
                </p:cNvSpPr>
                <p:nvPr/>
              </p:nvSpPr>
              <p:spPr bwMode="auto">
                <a:xfrm>
                  <a:off x="1598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51" name="Freeform 207"/>
                <p:cNvSpPr>
                  <a:spLocks/>
                </p:cNvSpPr>
                <p:nvPr/>
              </p:nvSpPr>
              <p:spPr bwMode="auto">
                <a:xfrm>
                  <a:off x="1610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52" name="Freeform 208"/>
                <p:cNvSpPr>
                  <a:spLocks/>
                </p:cNvSpPr>
                <p:nvPr/>
              </p:nvSpPr>
              <p:spPr bwMode="auto">
                <a:xfrm>
                  <a:off x="1621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53" name="Freeform 209"/>
                <p:cNvSpPr>
                  <a:spLocks/>
                </p:cNvSpPr>
                <p:nvPr/>
              </p:nvSpPr>
              <p:spPr bwMode="auto">
                <a:xfrm>
                  <a:off x="1633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10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10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54" name="Freeform 210"/>
                <p:cNvSpPr>
                  <a:spLocks/>
                </p:cNvSpPr>
                <p:nvPr/>
              </p:nvSpPr>
              <p:spPr bwMode="auto">
                <a:xfrm>
                  <a:off x="1644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10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10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55" name="Freeform 211"/>
                <p:cNvSpPr>
                  <a:spLocks/>
                </p:cNvSpPr>
                <p:nvPr/>
              </p:nvSpPr>
              <p:spPr bwMode="auto">
                <a:xfrm>
                  <a:off x="1656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10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10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56" name="Freeform 212"/>
                <p:cNvSpPr>
                  <a:spLocks/>
                </p:cNvSpPr>
                <p:nvPr/>
              </p:nvSpPr>
              <p:spPr bwMode="auto">
                <a:xfrm>
                  <a:off x="1668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57" name="Freeform 213"/>
                <p:cNvSpPr>
                  <a:spLocks/>
                </p:cNvSpPr>
                <p:nvPr/>
              </p:nvSpPr>
              <p:spPr bwMode="auto">
                <a:xfrm>
                  <a:off x="1679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58" name="Freeform 214"/>
                <p:cNvSpPr>
                  <a:spLocks/>
                </p:cNvSpPr>
                <p:nvPr/>
              </p:nvSpPr>
              <p:spPr bwMode="auto">
                <a:xfrm>
                  <a:off x="1691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59" name="Freeform 215"/>
                <p:cNvSpPr>
                  <a:spLocks/>
                </p:cNvSpPr>
                <p:nvPr/>
              </p:nvSpPr>
              <p:spPr bwMode="auto">
                <a:xfrm>
                  <a:off x="1702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60" name="Freeform 216"/>
                <p:cNvSpPr>
                  <a:spLocks/>
                </p:cNvSpPr>
                <p:nvPr/>
              </p:nvSpPr>
              <p:spPr bwMode="auto">
                <a:xfrm>
                  <a:off x="1714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61" name="Freeform 217"/>
                <p:cNvSpPr>
                  <a:spLocks/>
                </p:cNvSpPr>
                <p:nvPr/>
              </p:nvSpPr>
              <p:spPr bwMode="auto">
                <a:xfrm>
                  <a:off x="1725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62" name="Freeform 218"/>
                <p:cNvSpPr>
                  <a:spLocks/>
                </p:cNvSpPr>
                <p:nvPr/>
              </p:nvSpPr>
              <p:spPr bwMode="auto">
                <a:xfrm>
                  <a:off x="1737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63" name="Freeform 219"/>
                <p:cNvSpPr>
                  <a:spLocks/>
                </p:cNvSpPr>
                <p:nvPr/>
              </p:nvSpPr>
              <p:spPr bwMode="auto">
                <a:xfrm>
                  <a:off x="1748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64" name="Freeform 220"/>
                <p:cNvSpPr>
                  <a:spLocks/>
                </p:cNvSpPr>
                <p:nvPr/>
              </p:nvSpPr>
              <p:spPr bwMode="auto">
                <a:xfrm>
                  <a:off x="1760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65" name="Freeform 221"/>
                <p:cNvSpPr>
                  <a:spLocks/>
                </p:cNvSpPr>
                <p:nvPr/>
              </p:nvSpPr>
              <p:spPr bwMode="auto">
                <a:xfrm>
                  <a:off x="1771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66" name="Freeform 222"/>
                <p:cNvSpPr>
                  <a:spLocks/>
                </p:cNvSpPr>
                <p:nvPr/>
              </p:nvSpPr>
              <p:spPr bwMode="auto">
                <a:xfrm>
                  <a:off x="1783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67" name="Freeform 223"/>
                <p:cNvSpPr>
                  <a:spLocks/>
                </p:cNvSpPr>
                <p:nvPr/>
              </p:nvSpPr>
              <p:spPr bwMode="auto">
                <a:xfrm>
                  <a:off x="1794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68" name="Freeform 224"/>
                <p:cNvSpPr>
                  <a:spLocks/>
                </p:cNvSpPr>
                <p:nvPr/>
              </p:nvSpPr>
              <p:spPr bwMode="auto">
                <a:xfrm>
                  <a:off x="1806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69" name="Freeform 225"/>
                <p:cNvSpPr>
                  <a:spLocks/>
                </p:cNvSpPr>
                <p:nvPr/>
              </p:nvSpPr>
              <p:spPr bwMode="auto">
                <a:xfrm>
                  <a:off x="1817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1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1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1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70" name="Freeform 226"/>
                <p:cNvSpPr>
                  <a:spLocks/>
                </p:cNvSpPr>
                <p:nvPr/>
              </p:nvSpPr>
              <p:spPr bwMode="auto">
                <a:xfrm>
                  <a:off x="1829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1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1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1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71" name="Freeform 227"/>
                <p:cNvSpPr>
                  <a:spLocks/>
                </p:cNvSpPr>
                <p:nvPr/>
              </p:nvSpPr>
              <p:spPr bwMode="auto">
                <a:xfrm>
                  <a:off x="1840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72" name="Freeform 228"/>
                <p:cNvSpPr>
                  <a:spLocks/>
                </p:cNvSpPr>
                <p:nvPr/>
              </p:nvSpPr>
              <p:spPr bwMode="auto">
                <a:xfrm>
                  <a:off x="1852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73" name="Freeform 229"/>
                <p:cNvSpPr>
                  <a:spLocks/>
                </p:cNvSpPr>
                <p:nvPr/>
              </p:nvSpPr>
              <p:spPr bwMode="auto">
                <a:xfrm>
                  <a:off x="1863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74" name="Freeform 230"/>
                <p:cNvSpPr>
                  <a:spLocks/>
                </p:cNvSpPr>
                <p:nvPr/>
              </p:nvSpPr>
              <p:spPr bwMode="auto">
                <a:xfrm>
                  <a:off x="1875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75" name="Freeform 231"/>
                <p:cNvSpPr>
                  <a:spLocks/>
                </p:cNvSpPr>
                <p:nvPr/>
              </p:nvSpPr>
              <p:spPr bwMode="auto">
                <a:xfrm>
                  <a:off x="1886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76" name="Freeform 232"/>
                <p:cNvSpPr>
                  <a:spLocks/>
                </p:cNvSpPr>
                <p:nvPr/>
              </p:nvSpPr>
              <p:spPr bwMode="auto">
                <a:xfrm>
                  <a:off x="1898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77" name="Freeform 233"/>
                <p:cNvSpPr>
                  <a:spLocks/>
                </p:cNvSpPr>
                <p:nvPr/>
              </p:nvSpPr>
              <p:spPr bwMode="auto">
                <a:xfrm>
                  <a:off x="1909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78" name="Freeform 234"/>
                <p:cNvSpPr>
                  <a:spLocks/>
                </p:cNvSpPr>
                <p:nvPr/>
              </p:nvSpPr>
              <p:spPr bwMode="auto">
                <a:xfrm>
                  <a:off x="1921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79" name="Freeform 235"/>
                <p:cNvSpPr>
                  <a:spLocks/>
                </p:cNvSpPr>
                <p:nvPr/>
              </p:nvSpPr>
              <p:spPr bwMode="auto">
                <a:xfrm>
                  <a:off x="1932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10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10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80" name="Freeform 236"/>
                <p:cNvSpPr>
                  <a:spLocks/>
                </p:cNvSpPr>
                <p:nvPr/>
              </p:nvSpPr>
              <p:spPr bwMode="auto">
                <a:xfrm>
                  <a:off x="1944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10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10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81" name="Freeform 237"/>
                <p:cNvSpPr>
                  <a:spLocks/>
                </p:cNvSpPr>
                <p:nvPr/>
              </p:nvSpPr>
              <p:spPr bwMode="auto">
                <a:xfrm>
                  <a:off x="1956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82" name="Freeform 238"/>
                <p:cNvSpPr>
                  <a:spLocks/>
                </p:cNvSpPr>
                <p:nvPr/>
              </p:nvSpPr>
              <p:spPr bwMode="auto">
                <a:xfrm>
                  <a:off x="1967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83" name="Freeform 239"/>
                <p:cNvSpPr>
                  <a:spLocks/>
                </p:cNvSpPr>
                <p:nvPr/>
              </p:nvSpPr>
              <p:spPr bwMode="auto">
                <a:xfrm>
                  <a:off x="1979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84" name="Freeform 240"/>
                <p:cNvSpPr>
                  <a:spLocks/>
                </p:cNvSpPr>
                <p:nvPr/>
              </p:nvSpPr>
              <p:spPr bwMode="auto">
                <a:xfrm>
                  <a:off x="1990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85" name="Freeform 241"/>
                <p:cNvSpPr>
                  <a:spLocks/>
                </p:cNvSpPr>
                <p:nvPr/>
              </p:nvSpPr>
              <p:spPr bwMode="auto">
                <a:xfrm>
                  <a:off x="2002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86" name="Freeform 242"/>
                <p:cNvSpPr>
                  <a:spLocks/>
                </p:cNvSpPr>
                <p:nvPr/>
              </p:nvSpPr>
              <p:spPr bwMode="auto">
                <a:xfrm>
                  <a:off x="2013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87" name="Freeform 243"/>
                <p:cNvSpPr>
                  <a:spLocks/>
                </p:cNvSpPr>
                <p:nvPr/>
              </p:nvSpPr>
              <p:spPr bwMode="auto">
                <a:xfrm>
                  <a:off x="2025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88" name="Freeform 244"/>
                <p:cNvSpPr>
                  <a:spLocks/>
                </p:cNvSpPr>
                <p:nvPr/>
              </p:nvSpPr>
              <p:spPr bwMode="auto">
                <a:xfrm>
                  <a:off x="2036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89" name="Freeform 245"/>
                <p:cNvSpPr>
                  <a:spLocks/>
                </p:cNvSpPr>
                <p:nvPr/>
              </p:nvSpPr>
              <p:spPr bwMode="auto">
                <a:xfrm>
                  <a:off x="2048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90" name="Freeform 246"/>
                <p:cNvSpPr>
                  <a:spLocks/>
                </p:cNvSpPr>
                <p:nvPr/>
              </p:nvSpPr>
              <p:spPr bwMode="auto">
                <a:xfrm>
                  <a:off x="2059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91" name="Freeform 247"/>
                <p:cNvSpPr>
                  <a:spLocks/>
                </p:cNvSpPr>
                <p:nvPr/>
              </p:nvSpPr>
              <p:spPr bwMode="auto">
                <a:xfrm>
                  <a:off x="2071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92" name="Freeform 248"/>
                <p:cNvSpPr>
                  <a:spLocks/>
                </p:cNvSpPr>
                <p:nvPr/>
              </p:nvSpPr>
              <p:spPr bwMode="auto">
                <a:xfrm>
                  <a:off x="2082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93" name="Freeform 249"/>
                <p:cNvSpPr>
                  <a:spLocks/>
                </p:cNvSpPr>
                <p:nvPr/>
              </p:nvSpPr>
              <p:spPr bwMode="auto">
                <a:xfrm>
                  <a:off x="2094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94" name="Freeform 250"/>
                <p:cNvSpPr>
                  <a:spLocks/>
                </p:cNvSpPr>
                <p:nvPr/>
              </p:nvSpPr>
              <p:spPr bwMode="auto">
                <a:xfrm>
                  <a:off x="2105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1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1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1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95" name="Freeform 251"/>
                <p:cNvSpPr>
                  <a:spLocks/>
                </p:cNvSpPr>
                <p:nvPr/>
              </p:nvSpPr>
              <p:spPr bwMode="auto">
                <a:xfrm>
                  <a:off x="2117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1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1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1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96" name="Freeform 252"/>
                <p:cNvSpPr>
                  <a:spLocks/>
                </p:cNvSpPr>
                <p:nvPr/>
              </p:nvSpPr>
              <p:spPr bwMode="auto">
                <a:xfrm>
                  <a:off x="2128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97" name="Freeform 253"/>
                <p:cNvSpPr>
                  <a:spLocks/>
                </p:cNvSpPr>
                <p:nvPr/>
              </p:nvSpPr>
              <p:spPr bwMode="auto">
                <a:xfrm>
                  <a:off x="2140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98" name="Freeform 254"/>
                <p:cNvSpPr>
                  <a:spLocks/>
                </p:cNvSpPr>
                <p:nvPr/>
              </p:nvSpPr>
              <p:spPr bwMode="auto">
                <a:xfrm>
                  <a:off x="2151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599" name="Freeform 255"/>
                <p:cNvSpPr>
                  <a:spLocks/>
                </p:cNvSpPr>
                <p:nvPr/>
              </p:nvSpPr>
              <p:spPr bwMode="auto">
                <a:xfrm>
                  <a:off x="2163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00" name="Freeform 256"/>
                <p:cNvSpPr>
                  <a:spLocks/>
                </p:cNvSpPr>
                <p:nvPr/>
              </p:nvSpPr>
              <p:spPr bwMode="auto">
                <a:xfrm>
                  <a:off x="2174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01" name="Freeform 257"/>
                <p:cNvSpPr>
                  <a:spLocks/>
                </p:cNvSpPr>
                <p:nvPr/>
              </p:nvSpPr>
              <p:spPr bwMode="auto">
                <a:xfrm>
                  <a:off x="2186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02" name="Freeform 258"/>
                <p:cNvSpPr>
                  <a:spLocks/>
                </p:cNvSpPr>
                <p:nvPr/>
              </p:nvSpPr>
              <p:spPr bwMode="auto">
                <a:xfrm>
                  <a:off x="2197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03" name="Freeform 259"/>
                <p:cNvSpPr>
                  <a:spLocks/>
                </p:cNvSpPr>
                <p:nvPr/>
              </p:nvSpPr>
              <p:spPr bwMode="auto">
                <a:xfrm>
                  <a:off x="2209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04" name="Freeform 260"/>
                <p:cNvSpPr>
                  <a:spLocks/>
                </p:cNvSpPr>
                <p:nvPr/>
              </p:nvSpPr>
              <p:spPr bwMode="auto">
                <a:xfrm>
                  <a:off x="2220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10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10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05" name="Freeform 261"/>
                <p:cNvSpPr>
                  <a:spLocks/>
                </p:cNvSpPr>
                <p:nvPr/>
              </p:nvSpPr>
              <p:spPr bwMode="auto">
                <a:xfrm>
                  <a:off x="2232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10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10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06" name="Freeform 262"/>
                <p:cNvSpPr>
                  <a:spLocks/>
                </p:cNvSpPr>
                <p:nvPr/>
              </p:nvSpPr>
              <p:spPr bwMode="auto">
                <a:xfrm>
                  <a:off x="2243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07" name="Freeform 263"/>
                <p:cNvSpPr>
                  <a:spLocks/>
                </p:cNvSpPr>
                <p:nvPr/>
              </p:nvSpPr>
              <p:spPr bwMode="auto">
                <a:xfrm>
                  <a:off x="2255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08" name="Freeform 264"/>
                <p:cNvSpPr>
                  <a:spLocks/>
                </p:cNvSpPr>
                <p:nvPr/>
              </p:nvSpPr>
              <p:spPr bwMode="auto">
                <a:xfrm>
                  <a:off x="2267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09" name="Freeform 265"/>
                <p:cNvSpPr>
                  <a:spLocks/>
                </p:cNvSpPr>
                <p:nvPr/>
              </p:nvSpPr>
              <p:spPr bwMode="auto">
                <a:xfrm>
                  <a:off x="2278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10" name="Freeform 266"/>
                <p:cNvSpPr>
                  <a:spLocks/>
                </p:cNvSpPr>
                <p:nvPr/>
              </p:nvSpPr>
              <p:spPr bwMode="auto">
                <a:xfrm>
                  <a:off x="2290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11" name="Freeform 267"/>
                <p:cNvSpPr>
                  <a:spLocks/>
                </p:cNvSpPr>
                <p:nvPr/>
              </p:nvSpPr>
              <p:spPr bwMode="auto">
                <a:xfrm>
                  <a:off x="2301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12" name="Freeform 268"/>
                <p:cNvSpPr>
                  <a:spLocks/>
                </p:cNvSpPr>
                <p:nvPr/>
              </p:nvSpPr>
              <p:spPr bwMode="auto">
                <a:xfrm>
                  <a:off x="2313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13" name="Freeform 269"/>
                <p:cNvSpPr>
                  <a:spLocks/>
                </p:cNvSpPr>
                <p:nvPr/>
              </p:nvSpPr>
              <p:spPr bwMode="auto">
                <a:xfrm>
                  <a:off x="2324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14" name="Freeform 270"/>
                <p:cNvSpPr>
                  <a:spLocks/>
                </p:cNvSpPr>
                <p:nvPr/>
              </p:nvSpPr>
              <p:spPr bwMode="auto">
                <a:xfrm>
                  <a:off x="2336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15" name="Freeform 271"/>
                <p:cNvSpPr>
                  <a:spLocks/>
                </p:cNvSpPr>
                <p:nvPr/>
              </p:nvSpPr>
              <p:spPr bwMode="auto">
                <a:xfrm>
                  <a:off x="2347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16" name="Freeform 272"/>
                <p:cNvSpPr>
                  <a:spLocks/>
                </p:cNvSpPr>
                <p:nvPr/>
              </p:nvSpPr>
              <p:spPr bwMode="auto">
                <a:xfrm>
                  <a:off x="2359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17" name="Freeform 273"/>
                <p:cNvSpPr>
                  <a:spLocks/>
                </p:cNvSpPr>
                <p:nvPr/>
              </p:nvSpPr>
              <p:spPr bwMode="auto">
                <a:xfrm>
                  <a:off x="2370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18" name="Freeform 274"/>
                <p:cNvSpPr>
                  <a:spLocks/>
                </p:cNvSpPr>
                <p:nvPr/>
              </p:nvSpPr>
              <p:spPr bwMode="auto">
                <a:xfrm>
                  <a:off x="2382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19" name="Freeform 275"/>
                <p:cNvSpPr>
                  <a:spLocks/>
                </p:cNvSpPr>
                <p:nvPr/>
              </p:nvSpPr>
              <p:spPr bwMode="auto">
                <a:xfrm>
                  <a:off x="2393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20" name="Freeform 276"/>
                <p:cNvSpPr>
                  <a:spLocks/>
                </p:cNvSpPr>
                <p:nvPr/>
              </p:nvSpPr>
              <p:spPr bwMode="auto">
                <a:xfrm>
                  <a:off x="2405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1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1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1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21" name="Freeform 277"/>
                <p:cNvSpPr>
                  <a:spLocks/>
                </p:cNvSpPr>
                <p:nvPr/>
              </p:nvSpPr>
              <p:spPr bwMode="auto">
                <a:xfrm>
                  <a:off x="2416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1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1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1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22" name="Freeform 278"/>
                <p:cNvSpPr>
                  <a:spLocks/>
                </p:cNvSpPr>
                <p:nvPr/>
              </p:nvSpPr>
              <p:spPr bwMode="auto">
                <a:xfrm>
                  <a:off x="2428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23" name="Freeform 279"/>
                <p:cNvSpPr>
                  <a:spLocks/>
                </p:cNvSpPr>
                <p:nvPr/>
              </p:nvSpPr>
              <p:spPr bwMode="auto">
                <a:xfrm>
                  <a:off x="2439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24" name="Freeform 280"/>
                <p:cNvSpPr>
                  <a:spLocks/>
                </p:cNvSpPr>
                <p:nvPr/>
              </p:nvSpPr>
              <p:spPr bwMode="auto">
                <a:xfrm>
                  <a:off x="2451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25" name="Freeform 281"/>
                <p:cNvSpPr>
                  <a:spLocks/>
                </p:cNvSpPr>
                <p:nvPr/>
              </p:nvSpPr>
              <p:spPr bwMode="auto">
                <a:xfrm>
                  <a:off x="2462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26" name="Freeform 282"/>
                <p:cNvSpPr>
                  <a:spLocks/>
                </p:cNvSpPr>
                <p:nvPr/>
              </p:nvSpPr>
              <p:spPr bwMode="auto">
                <a:xfrm>
                  <a:off x="2474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27" name="Freeform 283"/>
                <p:cNvSpPr>
                  <a:spLocks/>
                </p:cNvSpPr>
                <p:nvPr/>
              </p:nvSpPr>
              <p:spPr bwMode="auto">
                <a:xfrm>
                  <a:off x="2485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28" name="Freeform 284"/>
                <p:cNvSpPr>
                  <a:spLocks/>
                </p:cNvSpPr>
                <p:nvPr/>
              </p:nvSpPr>
              <p:spPr bwMode="auto">
                <a:xfrm>
                  <a:off x="2497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29" name="Freeform 285"/>
                <p:cNvSpPr>
                  <a:spLocks/>
                </p:cNvSpPr>
                <p:nvPr/>
              </p:nvSpPr>
              <p:spPr bwMode="auto">
                <a:xfrm>
                  <a:off x="2508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30" name="Freeform 286"/>
                <p:cNvSpPr>
                  <a:spLocks/>
                </p:cNvSpPr>
                <p:nvPr/>
              </p:nvSpPr>
              <p:spPr bwMode="auto">
                <a:xfrm>
                  <a:off x="2520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10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10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31" name="Freeform 287"/>
                <p:cNvSpPr>
                  <a:spLocks/>
                </p:cNvSpPr>
                <p:nvPr/>
              </p:nvSpPr>
              <p:spPr bwMode="auto">
                <a:xfrm>
                  <a:off x="2531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10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10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32" name="Freeform 288"/>
                <p:cNvSpPr>
                  <a:spLocks/>
                </p:cNvSpPr>
                <p:nvPr/>
              </p:nvSpPr>
              <p:spPr bwMode="auto">
                <a:xfrm>
                  <a:off x="2543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33" name="Freeform 289"/>
                <p:cNvSpPr>
                  <a:spLocks/>
                </p:cNvSpPr>
                <p:nvPr/>
              </p:nvSpPr>
              <p:spPr bwMode="auto">
                <a:xfrm>
                  <a:off x="2555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34" name="Freeform 290"/>
                <p:cNvSpPr>
                  <a:spLocks/>
                </p:cNvSpPr>
                <p:nvPr/>
              </p:nvSpPr>
              <p:spPr bwMode="auto">
                <a:xfrm>
                  <a:off x="2566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35" name="Freeform 291"/>
                <p:cNvSpPr>
                  <a:spLocks/>
                </p:cNvSpPr>
                <p:nvPr/>
              </p:nvSpPr>
              <p:spPr bwMode="auto">
                <a:xfrm>
                  <a:off x="2578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36" name="Freeform 292"/>
                <p:cNvSpPr>
                  <a:spLocks/>
                </p:cNvSpPr>
                <p:nvPr/>
              </p:nvSpPr>
              <p:spPr bwMode="auto">
                <a:xfrm>
                  <a:off x="2589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37" name="Freeform 293"/>
                <p:cNvSpPr>
                  <a:spLocks/>
                </p:cNvSpPr>
                <p:nvPr/>
              </p:nvSpPr>
              <p:spPr bwMode="auto">
                <a:xfrm>
                  <a:off x="2601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38" name="Freeform 294"/>
                <p:cNvSpPr>
                  <a:spLocks/>
                </p:cNvSpPr>
                <p:nvPr/>
              </p:nvSpPr>
              <p:spPr bwMode="auto">
                <a:xfrm>
                  <a:off x="2612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39" name="Freeform 295"/>
                <p:cNvSpPr>
                  <a:spLocks/>
                </p:cNvSpPr>
                <p:nvPr/>
              </p:nvSpPr>
              <p:spPr bwMode="auto">
                <a:xfrm>
                  <a:off x="2624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40" name="Freeform 296"/>
                <p:cNvSpPr>
                  <a:spLocks/>
                </p:cNvSpPr>
                <p:nvPr/>
              </p:nvSpPr>
              <p:spPr bwMode="auto">
                <a:xfrm>
                  <a:off x="2635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41" name="Freeform 297"/>
                <p:cNvSpPr>
                  <a:spLocks/>
                </p:cNvSpPr>
                <p:nvPr/>
              </p:nvSpPr>
              <p:spPr bwMode="auto">
                <a:xfrm>
                  <a:off x="2647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42" name="Freeform 298"/>
                <p:cNvSpPr>
                  <a:spLocks/>
                </p:cNvSpPr>
                <p:nvPr/>
              </p:nvSpPr>
              <p:spPr bwMode="auto">
                <a:xfrm>
                  <a:off x="2658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43" name="Freeform 299"/>
                <p:cNvSpPr>
                  <a:spLocks/>
                </p:cNvSpPr>
                <p:nvPr/>
              </p:nvSpPr>
              <p:spPr bwMode="auto">
                <a:xfrm>
                  <a:off x="2670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44" name="Freeform 300"/>
                <p:cNvSpPr>
                  <a:spLocks/>
                </p:cNvSpPr>
                <p:nvPr/>
              </p:nvSpPr>
              <p:spPr bwMode="auto">
                <a:xfrm>
                  <a:off x="2681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45" name="Freeform 301"/>
                <p:cNvSpPr>
                  <a:spLocks/>
                </p:cNvSpPr>
                <p:nvPr/>
              </p:nvSpPr>
              <p:spPr bwMode="auto">
                <a:xfrm>
                  <a:off x="2693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1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1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1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46" name="Freeform 302"/>
                <p:cNvSpPr>
                  <a:spLocks/>
                </p:cNvSpPr>
                <p:nvPr/>
              </p:nvSpPr>
              <p:spPr bwMode="auto">
                <a:xfrm>
                  <a:off x="2704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1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1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1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47" name="Freeform 303"/>
                <p:cNvSpPr>
                  <a:spLocks/>
                </p:cNvSpPr>
                <p:nvPr/>
              </p:nvSpPr>
              <p:spPr bwMode="auto">
                <a:xfrm>
                  <a:off x="2716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48" name="Freeform 304"/>
                <p:cNvSpPr>
                  <a:spLocks/>
                </p:cNvSpPr>
                <p:nvPr/>
              </p:nvSpPr>
              <p:spPr bwMode="auto">
                <a:xfrm>
                  <a:off x="2727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49" name="Freeform 305"/>
                <p:cNvSpPr>
                  <a:spLocks/>
                </p:cNvSpPr>
                <p:nvPr/>
              </p:nvSpPr>
              <p:spPr bwMode="auto">
                <a:xfrm>
                  <a:off x="2739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50" name="Freeform 306"/>
                <p:cNvSpPr>
                  <a:spLocks/>
                </p:cNvSpPr>
                <p:nvPr/>
              </p:nvSpPr>
              <p:spPr bwMode="auto">
                <a:xfrm>
                  <a:off x="2750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51" name="Freeform 307"/>
                <p:cNvSpPr>
                  <a:spLocks/>
                </p:cNvSpPr>
                <p:nvPr/>
              </p:nvSpPr>
              <p:spPr bwMode="auto">
                <a:xfrm>
                  <a:off x="2762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52" name="Freeform 308"/>
                <p:cNvSpPr>
                  <a:spLocks/>
                </p:cNvSpPr>
                <p:nvPr/>
              </p:nvSpPr>
              <p:spPr bwMode="auto">
                <a:xfrm>
                  <a:off x="2773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53" name="Freeform 309"/>
                <p:cNvSpPr>
                  <a:spLocks/>
                </p:cNvSpPr>
                <p:nvPr/>
              </p:nvSpPr>
              <p:spPr bwMode="auto">
                <a:xfrm>
                  <a:off x="2785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54" name="Freeform 310"/>
                <p:cNvSpPr>
                  <a:spLocks/>
                </p:cNvSpPr>
                <p:nvPr/>
              </p:nvSpPr>
              <p:spPr bwMode="auto">
                <a:xfrm>
                  <a:off x="2796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55" name="Freeform 311"/>
                <p:cNvSpPr>
                  <a:spLocks/>
                </p:cNvSpPr>
                <p:nvPr/>
              </p:nvSpPr>
              <p:spPr bwMode="auto">
                <a:xfrm>
                  <a:off x="2808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10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10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56" name="Freeform 312"/>
                <p:cNvSpPr>
                  <a:spLocks/>
                </p:cNvSpPr>
                <p:nvPr/>
              </p:nvSpPr>
              <p:spPr bwMode="auto">
                <a:xfrm>
                  <a:off x="2819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10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10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57" name="Freeform 313"/>
                <p:cNvSpPr>
                  <a:spLocks/>
                </p:cNvSpPr>
                <p:nvPr/>
              </p:nvSpPr>
              <p:spPr bwMode="auto">
                <a:xfrm>
                  <a:off x="2831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58" name="Freeform 314"/>
                <p:cNvSpPr>
                  <a:spLocks/>
                </p:cNvSpPr>
                <p:nvPr/>
              </p:nvSpPr>
              <p:spPr bwMode="auto">
                <a:xfrm>
                  <a:off x="2843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59" name="Freeform 315"/>
                <p:cNvSpPr>
                  <a:spLocks/>
                </p:cNvSpPr>
                <p:nvPr/>
              </p:nvSpPr>
              <p:spPr bwMode="auto">
                <a:xfrm>
                  <a:off x="2854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60" name="Freeform 316"/>
                <p:cNvSpPr>
                  <a:spLocks/>
                </p:cNvSpPr>
                <p:nvPr/>
              </p:nvSpPr>
              <p:spPr bwMode="auto">
                <a:xfrm>
                  <a:off x="2866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61" name="Freeform 317"/>
                <p:cNvSpPr>
                  <a:spLocks/>
                </p:cNvSpPr>
                <p:nvPr/>
              </p:nvSpPr>
              <p:spPr bwMode="auto">
                <a:xfrm>
                  <a:off x="2877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62" name="Freeform 318"/>
                <p:cNvSpPr>
                  <a:spLocks/>
                </p:cNvSpPr>
                <p:nvPr/>
              </p:nvSpPr>
              <p:spPr bwMode="auto">
                <a:xfrm>
                  <a:off x="2889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63" name="Freeform 319"/>
                <p:cNvSpPr>
                  <a:spLocks/>
                </p:cNvSpPr>
                <p:nvPr/>
              </p:nvSpPr>
              <p:spPr bwMode="auto">
                <a:xfrm>
                  <a:off x="2900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64" name="Freeform 320"/>
                <p:cNvSpPr>
                  <a:spLocks/>
                </p:cNvSpPr>
                <p:nvPr/>
              </p:nvSpPr>
              <p:spPr bwMode="auto">
                <a:xfrm>
                  <a:off x="2912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65" name="Freeform 321"/>
                <p:cNvSpPr>
                  <a:spLocks/>
                </p:cNvSpPr>
                <p:nvPr/>
              </p:nvSpPr>
              <p:spPr bwMode="auto">
                <a:xfrm>
                  <a:off x="2923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66" name="Freeform 322"/>
                <p:cNvSpPr>
                  <a:spLocks/>
                </p:cNvSpPr>
                <p:nvPr/>
              </p:nvSpPr>
              <p:spPr bwMode="auto">
                <a:xfrm>
                  <a:off x="2935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67" name="Freeform 323"/>
                <p:cNvSpPr>
                  <a:spLocks/>
                </p:cNvSpPr>
                <p:nvPr/>
              </p:nvSpPr>
              <p:spPr bwMode="auto">
                <a:xfrm>
                  <a:off x="2946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68" name="Freeform 324"/>
                <p:cNvSpPr>
                  <a:spLocks/>
                </p:cNvSpPr>
                <p:nvPr/>
              </p:nvSpPr>
              <p:spPr bwMode="auto">
                <a:xfrm>
                  <a:off x="2958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69" name="Freeform 325"/>
                <p:cNvSpPr>
                  <a:spLocks/>
                </p:cNvSpPr>
                <p:nvPr/>
              </p:nvSpPr>
              <p:spPr bwMode="auto">
                <a:xfrm>
                  <a:off x="2969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70" name="Freeform 326"/>
                <p:cNvSpPr>
                  <a:spLocks/>
                </p:cNvSpPr>
                <p:nvPr/>
              </p:nvSpPr>
              <p:spPr bwMode="auto">
                <a:xfrm>
                  <a:off x="2981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1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1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1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71" name="Freeform 327"/>
                <p:cNvSpPr>
                  <a:spLocks/>
                </p:cNvSpPr>
                <p:nvPr/>
              </p:nvSpPr>
              <p:spPr bwMode="auto">
                <a:xfrm>
                  <a:off x="2992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1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1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1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72" name="Freeform 328"/>
                <p:cNvSpPr>
                  <a:spLocks/>
                </p:cNvSpPr>
                <p:nvPr/>
              </p:nvSpPr>
              <p:spPr bwMode="auto">
                <a:xfrm>
                  <a:off x="3004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73" name="Freeform 329"/>
                <p:cNvSpPr>
                  <a:spLocks/>
                </p:cNvSpPr>
                <p:nvPr/>
              </p:nvSpPr>
              <p:spPr bwMode="auto">
                <a:xfrm>
                  <a:off x="3015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74" name="Freeform 330"/>
                <p:cNvSpPr>
                  <a:spLocks/>
                </p:cNvSpPr>
                <p:nvPr/>
              </p:nvSpPr>
              <p:spPr bwMode="auto">
                <a:xfrm>
                  <a:off x="3027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75" name="Freeform 331"/>
                <p:cNvSpPr>
                  <a:spLocks/>
                </p:cNvSpPr>
                <p:nvPr/>
              </p:nvSpPr>
              <p:spPr bwMode="auto">
                <a:xfrm>
                  <a:off x="3038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76" name="Freeform 332"/>
                <p:cNvSpPr>
                  <a:spLocks/>
                </p:cNvSpPr>
                <p:nvPr/>
              </p:nvSpPr>
              <p:spPr bwMode="auto">
                <a:xfrm>
                  <a:off x="3050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77" name="Freeform 333"/>
                <p:cNvSpPr>
                  <a:spLocks/>
                </p:cNvSpPr>
                <p:nvPr/>
              </p:nvSpPr>
              <p:spPr bwMode="auto">
                <a:xfrm>
                  <a:off x="3061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78" name="Freeform 334"/>
                <p:cNvSpPr>
                  <a:spLocks/>
                </p:cNvSpPr>
                <p:nvPr/>
              </p:nvSpPr>
              <p:spPr bwMode="auto">
                <a:xfrm>
                  <a:off x="3073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79" name="Freeform 335"/>
                <p:cNvSpPr>
                  <a:spLocks/>
                </p:cNvSpPr>
                <p:nvPr/>
              </p:nvSpPr>
              <p:spPr bwMode="auto">
                <a:xfrm>
                  <a:off x="3084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80" name="Freeform 336"/>
                <p:cNvSpPr>
                  <a:spLocks/>
                </p:cNvSpPr>
                <p:nvPr/>
              </p:nvSpPr>
              <p:spPr bwMode="auto">
                <a:xfrm>
                  <a:off x="3096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81" name="Freeform 337"/>
                <p:cNvSpPr>
                  <a:spLocks/>
                </p:cNvSpPr>
                <p:nvPr/>
              </p:nvSpPr>
              <p:spPr bwMode="auto">
                <a:xfrm>
                  <a:off x="3107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10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10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82" name="Freeform 338"/>
                <p:cNvSpPr>
                  <a:spLocks/>
                </p:cNvSpPr>
                <p:nvPr/>
              </p:nvSpPr>
              <p:spPr bwMode="auto">
                <a:xfrm>
                  <a:off x="3119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10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10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83" name="Freeform 339"/>
                <p:cNvSpPr>
                  <a:spLocks/>
                </p:cNvSpPr>
                <p:nvPr/>
              </p:nvSpPr>
              <p:spPr bwMode="auto">
                <a:xfrm>
                  <a:off x="3131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84" name="Freeform 340"/>
                <p:cNvSpPr>
                  <a:spLocks/>
                </p:cNvSpPr>
                <p:nvPr/>
              </p:nvSpPr>
              <p:spPr bwMode="auto">
                <a:xfrm>
                  <a:off x="3142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85" name="Freeform 341"/>
                <p:cNvSpPr>
                  <a:spLocks/>
                </p:cNvSpPr>
                <p:nvPr/>
              </p:nvSpPr>
              <p:spPr bwMode="auto">
                <a:xfrm>
                  <a:off x="3154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86" name="Freeform 342"/>
                <p:cNvSpPr>
                  <a:spLocks/>
                </p:cNvSpPr>
                <p:nvPr/>
              </p:nvSpPr>
              <p:spPr bwMode="auto">
                <a:xfrm>
                  <a:off x="3165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87" name="Freeform 343"/>
                <p:cNvSpPr>
                  <a:spLocks/>
                </p:cNvSpPr>
                <p:nvPr/>
              </p:nvSpPr>
              <p:spPr bwMode="auto">
                <a:xfrm>
                  <a:off x="3177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88" name="Freeform 344"/>
                <p:cNvSpPr>
                  <a:spLocks/>
                </p:cNvSpPr>
                <p:nvPr/>
              </p:nvSpPr>
              <p:spPr bwMode="auto">
                <a:xfrm>
                  <a:off x="3188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89" name="Freeform 345"/>
                <p:cNvSpPr>
                  <a:spLocks/>
                </p:cNvSpPr>
                <p:nvPr/>
              </p:nvSpPr>
              <p:spPr bwMode="auto">
                <a:xfrm>
                  <a:off x="3200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90" name="Freeform 346"/>
                <p:cNvSpPr>
                  <a:spLocks/>
                </p:cNvSpPr>
                <p:nvPr/>
              </p:nvSpPr>
              <p:spPr bwMode="auto">
                <a:xfrm>
                  <a:off x="3211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91" name="Freeform 347"/>
                <p:cNvSpPr>
                  <a:spLocks/>
                </p:cNvSpPr>
                <p:nvPr/>
              </p:nvSpPr>
              <p:spPr bwMode="auto">
                <a:xfrm>
                  <a:off x="3223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92" name="Freeform 348"/>
                <p:cNvSpPr>
                  <a:spLocks/>
                </p:cNvSpPr>
                <p:nvPr/>
              </p:nvSpPr>
              <p:spPr bwMode="auto">
                <a:xfrm>
                  <a:off x="3234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93" name="Freeform 349"/>
                <p:cNvSpPr>
                  <a:spLocks/>
                </p:cNvSpPr>
                <p:nvPr/>
              </p:nvSpPr>
              <p:spPr bwMode="auto">
                <a:xfrm>
                  <a:off x="3246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94" name="Freeform 350"/>
                <p:cNvSpPr>
                  <a:spLocks/>
                </p:cNvSpPr>
                <p:nvPr/>
              </p:nvSpPr>
              <p:spPr bwMode="auto">
                <a:xfrm>
                  <a:off x="3257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95" name="Freeform 351"/>
                <p:cNvSpPr>
                  <a:spLocks/>
                </p:cNvSpPr>
                <p:nvPr/>
              </p:nvSpPr>
              <p:spPr bwMode="auto">
                <a:xfrm>
                  <a:off x="3269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96" name="Freeform 352"/>
                <p:cNvSpPr>
                  <a:spLocks/>
                </p:cNvSpPr>
                <p:nvPr/>
              </p:nvSpPr>
              <p:spPr bwMode="auto">
                <a:xfrm>
                  <a:off x="3280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1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1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1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97" name="Freeform 353"/>
                <p:cNvSpPr>
                  <a:spLocks/>
                </p:cNvSpPr>
                <p:nvPr/>
              </p:nvSpPr>
              <p:spPr bwMode="auto">
                <a:xfrm>
                  <a:off x="3292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1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1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1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98" name="Freeform 354"/>
                <p:cNvSpPr>
                  <a:spLocks/>
                </p:cNvSpPr>
                <p:nvPr/>
              </p:nvSpPr>
              <p:spPr bwMode="auto">
                <a:xfrm>
                  <a:off x="3303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699" name="Freeform 355"/>
                <p:cNvSpPr>
                  <a:spLocks/>
                </p:cNvSpPr>
                <p:nvPr/>
              </p:nvSpPr>
              <p:spPr bwMode="auto">
                <a:xfrm>
                  <a:off x="3315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00" name="Freeform 356"/>
                <p:cNvSpPr>
                  <a:spLocks/>
                </p:cNvSpPr>
                <p:nvPr/>
              </p:nvSpPr>
              <p:spPr bwMode="auto">
                <a:xfrm>
                  <a:off x="3326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01" name="Freeform 357"/>
                <p:cNvSpPr>
                  <a:spLocks/>
                </p:cNvSpPr>
                <p:nvPr/>
              </p:nvSpPr>
              <p:spPr bwMode="auto">
                <a:xfrm>
                  <a:off x="3338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02" name="Freeform 358"/>
                <p:cNvSpPr>
                  <a:spLocks/>
                </p:cNvSpPr>
                <p:nvPr/>
              </p:nvSpPr>
              <p:spPr bwMode="auto">
                <a:xfrm>
                  <a:off x="3349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03" name="Freeform 359"/>
                <p:cNvSpPr>
                  <a:spLocks/>
                </p:cNvSpPr>
                <p:nvPr/>
              </p:nvSpPr>
              <p:spPr bwMode="auto">
                <a:xfrm>
                  <a:off x="3361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04" name="Freeform 360"/>
                <p:cNvSpPr>
                  <a:spLocks/>
                </p:cNvSpPr>
                <p:nvPr/>
              </p:nvSpPr>
              <p:spPr bwMode="auto">
                <a:xfrm>
                  <a:off x="3372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05" name="Freeform 361"/>
                <p:cNvSpPr>
                  <a:spLocks/>
                </p:cNvSpPr>
                <p:nvPr/>
              </p:nvSpPr>
              <p:spPr bwMode="auto">
                <a:xfrm>
                  <a:off x="3384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06" name="Freeform 362"/>
                <p:cNvSpPr>
                  <a:spLocks/>
                </p:cNvSpPr>
                <p:nvPr/>
              </p:nvSpPr>
              <p:spPr bwMode="auto">
                <a:xfrm>
                  <a:off x="3395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10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10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07" name="Freeform 363"/>
                <p:cNvSpPr>
                  <a:spLocks/>
                </p:cNvSpPr>
                <p:nvPr/>
              </p:nvSpPr>
              <p:spPr bwMode="auto">
                <a:xfrm>
                  <a:off x="3407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10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10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08" name="Freeform 364"/>
                <p:cNvSpPr>
                  <a:spLocks/>
                </p:cNvSpPr>
                <p:nvPr/>
              </p:nvSpPr>
              <p:spPr bwMode="auto">
                <a:xfrm>
                  <a:off x="3418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09" name="Freeform 365"/>
                <p:cNvSpPr>
                  <a:spLocks/>
                </p:cNvSpPr>
                <p:nvPr/>
              </p:nvSpPr>
              <p:spPr bwMode="auto">
                <a:xfrm>
                  <a:off x="3430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10" name="Freeform 366"/>
                <p:cNvSpPr>
                  <a:spLocks/>
                </p:cNvSpPr>
                <p:nvPr/>
              </p:nvSpPr>
              <p:spPr bwMode="auto">
                <a:xfrm>
                  <a:off x="3442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11" name="Freeform 367"/>
                <p:cNvSpPr>
                  <a:spLocks/>
                </p:cNvSpPr>
                <p:nvPr/>
              </p:nvSpPr>
              <p:spPr bwMode="auto">
                <a:xfrm>
                  <a:off x="3453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12" name="Freeform 368"/>
                <p:cNvSpPr>
                  <a:spLocks/>
                </p:cNvSpPr>
                <p:nvPr/>
              </p:nvSpPr>
              <p:spPr bwMode="auto">
                <a:xfrm>
                  <a:off x="3465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13" name="Freeform 369"/>
                <p:cNvSpPr>
                  <a:spLocks/>
                </p:cNvSpPr>
                <p:nvPr/>
              </p:nvSpPr>
              <p:spPr bwMode="auto">
                <a:xfrm>
                  <a:off x="3476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14" name="Freeform 370"/>
                <p:cNvSpPr>
                  <a:spLocks/>
                </p:cNvSpPr>
                <p:nvPr/>
              </p:nvSpPr>
              <p:spPr bwMode="auto">
                <a:xfrm>
                  <a:off x="3488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15" name="Freeform 371"/>
                <p:cNvSpPr>
                  <a:spLocks/>
                </p:cNvSpPr>
                <p:nvPr/>
              </p:nvSpPr>
              <p:spPr bwMode="auto">
                <a:xfrm>
                  <a:off x="3499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16" name="Freeform 372"/>
                <p:cNvSpPr>
                  <a:spLocks/>
                </p:cNvSpPr>
                <p:nvPr/>
              </p:nvSpPr>
              <p:spPr bwMode="auto">
                <a:xfrm>
                  <a:off x="3511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17" name="Freeform 373"/>
                <p:cNvSpPr>
                  <a:spLocks/>
                </p:cNvSpPr>
                <p:nvPr/>
              </p:nvSpPr>
              <p:spPr bwMode="auto">
                <a:xfrm>
                  <a:off x="3522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18" name="Freeform 374"/>
                <p:cNvSpPr>
                  <a:spLocks/>
                </p:cNvSpPr>
                <p:nvPr/>
              </p:nvSpPr>
              <p:spPr bwMode="auto">
                <a:xfrm>
                  <a:off x="3534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19" name="Freeform 375"/>
                <p:cNvSpPr>
                  <a:spLocks/>
                </p:cNvSpPr>
                <p:nvPr/>
              </p:nvSpPr>
              <p:spPr bwMode="auto">
                <a:xfrm>
                  <a:off x="3545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20" name="Freeform 376"/>
                <p:cNvSpPr>
                  <a:spLocks/>
                </p:cNvSpPr>
                <p:nvPr/>
              </p:nvSpPr>
              <p:spPr bwMode="auto">
                <a:xfrm>
                  <a:off x="3557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21" name="Freeform 377"/>
                <p:cNvSpPr>
                  <a:spLocks/>
                </p:cNvSpPr>
                <p:nvPr/>
              </p:nvSpPr>
              <p:spPr bwMode="auto">
                <a:xfrm>
                  <a:off x="3568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1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1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1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22" name="Freeform 378"/>
                <p:cNvSpPr>
                  <a:spLocks/>
                </p:cNvSpPr>
                <p:nvPr/>
              </p:nvSpPr>
              <p:spPr bwMode="auto">
                <a:xfrm>
                  <a:off x="3580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1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1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1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23" name="Freeform 379"/>
                <p:cNvSpPr>
                  <a:spLocks/>
                </p:cNvSpPr>
                <p:nvPr/>
              </p:nvSpPr>
              <p:spPr bwMode="auto">
                <a:xfrm>
                  <a:off x="3591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24" name="Freeform 380"/>
                <p:cNvSpPr>
                  <a:spLocks/>
                </p:cNvSpPr>
                <p:nvPr/>
              </p:nvSpPr>
              <p:spPr bwMode="auto">
                <a:xfrm>
                  <a:off x="3603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3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3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3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25" name="Freeform 381"/>
                <p:cNvSpPr>
                  <a:spLocks/>
                </p:cNvSpPr>
                <p:nvPr/>
              </p:nvSpPr>
              <p:spPr bwMode="auto">
                <a:xfrm>
                  <a:off x="3614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26" name="Freeform 382"/>
                <p:cNvSpPr>
                  <a:spLocks/>
                </p:cNvSpPr>
                <p:nvPr/>
              </p:nvSpPr>
              <p:spPr bwMode="auto">
                <a:xfrm>
                  <a:off x="3626" y="3010"/>
                  <a:ext cx="6" cy="6"/>
                </a:xfrm>
                <a:custGeom>
                  <a:avLst/>
                  <a:gdLst>
                    <a:gd name="T0" fmla="*/ 5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5 w 11"/>
                    <a:gd name="T19" fmla="*/ 11 h 11"/>
                    <a:gd name="T20" fmla="*/ 5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5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5" y="11"/>
                      </a:lnTo>
                      <a:lnTo>
                        <a:pt x="5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27" name="Freeform 383"/>
                <p:cNvSpPr>
                  <a:spLocks/>
                </p:cNvSpPr>
                <p:nvPr/>
              </p:nvSpPr>
              <p:spPr bwMode="auto">
                <a:xfrm>
                  <a:off x="3637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28" name="Freeform 384"/>
                <p:cNvSpPr>
                  <a:spLocks/>
                </p:cNvSpPr>
                <p:nvPr/>
              </p:nvSpPr>
              <p:spPr bwMode="auto">
                <a:xfrm>
                  <a:off x="3649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7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7 w 11"/>
                    <a:gd name="T33" fmla="*/ 2 h 11"/>
                    <a:gd name="T34" fmla="*/ 7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7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29" name="Freeform 385"/>
                <p:cNvSpPr>
                  <a:spLocks/>
                </p:cNvSpPr>
                <p:nvPr/>
              </p:nvSpPr>
              <p:spPr bwMode="auto">
                <a:xfrm>
                  <a:off x="3660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30" name="Freeform 386"/>
                <p:cNvSpPr>
                  <a:spLocks/>
                </p:cNvSpPr>
                <p:nvPr/>
              </p:nvSpPr>
              <p:spPr bwMode="auto">
                <a:xfrm>
                  <a:off x="3672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9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9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31" name="Freeform 387"/>
                <p:cNvSpPr>
                  <a:spLocks/>
                </p:cNvSpPr>
                <p:nvPr/>
              </p:nvSpPr>
              <p:spPr bwMode="auto">
                <a:xfrm>
                  <a:off x="3683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10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10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32" name="Freeform 388"/>
                <p:cNvSpPr>
                  <a:spLocks/>
                </p:cNvSpPr>
                <p:nvPr/>
              </p:nvSpPr>
              <p:spPr bwMode="auto">
                <a:xfrm>
                  <a:off x="3695" y="3010"/>
                  <a:ext cx="6" cy="6"/>
                </a:xfrm>
                <a:custGeom>
                  <a:avLst/>
                  <a:gdLst>
                    <a:gd name="T0" fmla="*/ 6 w 11"/>
                    <a:gd name="T1" fmla="*/ 0 h 11"/>
                    <a:gd name="T2" fmla="*/ 4 w 11"/>
                    <a:gd name="T3" fmla="*/ 0 h 11"/>
                    <a:gd name="T4" fmla="*/ 2 w 11"/>
                    <a:gd name="T5" fmla="*/ 2 h 11"/>
                    <a:gd name="T6" fmla="*/ 0 w 11"/>
                    <a:gd name="T7" fmla="*/ 4 h 11"/>
                    <a:gd name="T8" fmla="*/ 0 w 11"/>
                    <a:gd name="T9" fmla="*/ 6 h 11"/>
                    <a:gd name="T10" fmla="*/ 0 w 11"/>
                    <a:gd name="T11" fmla="*/ 8 h 11"/>
                    <a:gd name="T12" fmla="*/ 0 w 11"/>
                    <a:gd name="T13" fmla="*/ 9 h 11"/>
                    <a:gd name="T14" fmla="*/ 2 w 11"/>
                    <a:gd name="T15" fmla="*/ 11 h 11"/>
                    <a:gd name="T16" fmla="*/ 4 w 11"/>
                    <a:gd name="T17" fmla="*/ 11 h 11"/>
                    <a:gd name="T18" fmla="*/ 6 w 11"/>
                    <a:gd name="T19" fmla="*/ 11 h 11"/>
                    <a:gd name="T20" fmla="*/ 6 w 11"/>
                    <a:gd name="T21" fmla="*/ 11 h 11"/>
                    <a:gd name="T22" fmla="*/ 8 w 11"/>
                    <a:gd name="T23" fmla="*/ 9 h 11"/>
                    <a:gd name="T24" fmla="*/ 10 w 11"/>
                    <a:gd name="T25" fmla="*/ 8 h 11"/>
                    <a:gd name="T26" fmla="*/ 11 w 11"/>
                    <a:gd name="T27" fmla="*/ 6 h 11"/>
                    <a:gd name="T28" fmla="*/ 11 w 11"/>
                    <a:gd name="T29" fmla="*/ 6 h 11"/>
                    <a:gd name="T30" fmla="*/ 10 w 11"/>
                    <a:gd name="T31" fmla="*/ 4 h 11"/>
                    <a:gd name="T32" fmla="*/ 8 w 11"/>
                    <a:gd name="T33" fmla="*/ 2 h 11"/>
                    <a:gd name="T34" fmla="*/ 8 w 11"/>
                    <a:gd name="T35" fmla="*/ 0 h 11"/>
                    <a:gd name="T36" fmla="*/ 6 w 11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33" name="Freeform 389"/>
                <p:cNvSpPr>
                  <a:spLocks/>
                </p:cNvSpPr>
                <p:nvPr/>
              </p:nvSpPr>
              <p:spPr bwMode="auto">
                <a:xfrm>
                  <a:off x="3706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34" name="Freeform 390"/>
                <p:cNvSpPr>
                  <a:spLocks/>
                </p:cNvSpPr>
                <p:nvPr/>
              </p:nvSpPr>
              <p:spPr bwMode="auto">
                <a:xfrm>
                  <a:off x="3718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35" name="Freeform 391"/>
                <p:cNvSpPr>
                  <a:spLocks/>
                </p:cNvSpPr>
                <p:nvPr/>
              </p:nvSpPr>
              <p:spPr bwMode="auto">
                <a:xfrm>
                  <a:off x="3730" y="3010"/>
                  <a:ext cx="5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36" name="Freeform 392"/>
                <p:cNvSpPr>
                  <a:spLocks/>
                </p:cNvSpPr>
                <p:nvPr/>
              </p:nvSpPr>
              <p:spPr bwMode="auto">
                <a:xfrm>
                  <a:off x="3741" y="3010"/>
                  <a:ext cx="6" cy="6"/>
                </a:xfrm>
                <a:custGeom>
                  <a:avLst/>
                  <a:gdLst>
                    <a:gd name="T0" fmla="*/ 6 w 12"/>
                    <a:gd name="T1" fmla="*/ 0 h 11"/>
                    <a:gd name="T2" fmla="*/ 4 w 12"/>
                    <a:gd name="T3" fmla="*/ 0 h 11"/>
                    <a:gd name="T4" fmla="*/ 2 w 12"/>
                    <a:gd name="T5" fmla="*/ 2 h 11"/>
                    <a:gd name="T6" fmla="*/ 0 w 12"/>
                    <a:gd name="T7" fmla="*/ 4 h 11"/>
                    <a:gd name="T8" fmla="*/ 0 w 12"/>
                    <a:gd name="T9" fmla="*/ 6 h 11"/>
                    <a:gd name="T10" fmla="*/ 0 w 12"/>
                    <a:gd name="T11" fmla="*/ 8 h 11"/>
                    <a:gd name="T12" fmla="*/ 0 w 12"/>
                    <a:gd name="T13" fmla="*/ 9 h 11"/>
                    <a:gd name="T14" fmla="*/ 2 w 12"/>
                    <a:gd name="T15" fmla="*/ 11 h 11"/>
                    <a:gd name="T16" fmla="*/ 4 w 12"/>
                    <a:gd name="T17" fmla="*/ 11 h 11"/>
                    <a:gd name="T18" fmla="*/ 6 w 12"/>
                    <a:gd name="T19" fmla="*/ 11 h 11"/>
                    <a:gd name="T20" fmla="*/ 6 w 12"/>
                    <a:gd name="T21" fmla="*/ 11 h 11"/>
                    <a:gd name="T22" fmla="*/ 8 w 12"/>
                    <a:gd name="T23" fmla="*/ 9 h 11"/>
                    <a:gd name="T24" fmla="*/ 10 w 12"/>
                    <a:gd name="T25" fmla="*/ 8 h 11"/>
                    <a:gd name="T26" fmla="*/ 12 w 12"/>
                    <a:gd name="T27" fmla="*/ 6 h 11"/>
                    <a:gd name="T28" fmla="*/ 12 w 12"/>
                    <a:gd name="T29" fmla="*/ 6 h 11"/>
                    <a:gd name="T30" fmla="*/ 10 w 12"/>
                    <a:gd name="T31" fmla="*/ 4 h 11"/>
                    <a:gd name="T32" fmla="*/ 8 w 12"/>
                    <a:gd name="T33" fmla="*/ 2 h 11"/>
                    <a:gd name="T34" fmla="*/ 8 w 12"/>
                    <a:gd name="T35" fmla="*/ 0 h 11"/>
                    <a:gd name="T36" fmla="*/ 6 w 12"/>
                    <a:gd name="T37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1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9"/>
                      </a:lnTo>
                      <a:lnTo>
                        <a:pt x="2" y="11"/>
                      </a:lnTo>
                      <a:lnTo>
                        <a:pt x="4" y="11"/>
                      </a:lnTo>
                      <a:lnTo>
                        <a:pt x="6" y="11"/>
                      </a:lnTo>
                      <a:lnTo>
                        <a:pt x="6" y="11"/>
                      </a:lnTo>
                      <a:lnTo>
                        <a:pt x="8" y="9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7737" name="Freeform 393"/>
              <p:cNvSpPr>
                <a:spLocks/>
              </p:cNvSpPr>
              <p:nvPr/>
            </p:nvSpPr>
            <p:spPr bwMode="auto">
              <a:xfrm>
                <a:off x="3753" y="3010"/>
                <a:ext cx="5" cy="6"/>
              </a:xfrm>
              <a:custGeom>
                <a:avLst/>
                <a:gdLst>
                  <a:gd name="T0" fmla="*/ 6 w 12"/>
                  <a:gd name="T1" fmla="*/ 0 h 11"/>
                  <a:gd name="T2" fmla="*/ 4 w 12"/>
                  <a:gd name="T3" fmla="*/ 0 h 11"/>
                  <a:gd name="T4" fmla="*/ 2 w 12"/>
                  <a:gd name="T5" fmla="*/ 2 h 11"/>
                  <a:gd name="T6" fmla="*/ 0 w 12"/>
                  <a:gd name="T7" fmla="*/ 4 h 11"/>
                  <a:gd name="T8" fmla="*/ 0 w 12"/>
                  <a:gd name="T9" fmla="*/ 6 h 11"/>
                  <a:gd name="T10" fmla="*/ 0 w 12"/>
                  <a:gd name="T11" fmla="*/ 8 h 11"/>
                  <a:gd name="T12" fmla="*/ 0 w 12"/>
                  <a:gd name="T13" fmla="*/ 9 h 11"/>
                  <a:gd name="T14" fmla="*/ 2 w 12"/>
                  <a:gd name="T15" fmla="*/ 11 h 11"/>
                  <a:gd name="T16" fmla="*/ 4 w 12"/>
                  <a:gd name="T17" fmla="*/ 11 h 11"/>
                  <a:gd name="T18" fmla="*/ 6 w 12"/>
                  <a:gd name="T19" fmla="*/ 11 h 11"/>
                  <a:gd name="T20" fmla="*/ 6 w 12"/>
                  <a:gd name="T21" fmla="*/ 11 h 11"/>
                  <a:gd name="T22" fmla="*/ 8 w 12"/>
                  <a:gd name="T23" fmla="*/ 9 h 11"/>
                  <a:gd name="T24" fmla="*/ 10 w 12"/>
                  <a:gd name="T25" fmla="*/ 8 h 11"/>
                  <a:gd name="T26" fmla="*/ 12 w 12"/>
                  <a:gd name="T27" fmla="*/ 6 h 11"/>
                  <a:gd name="T28" fmla="*/ 12 w 12"/>
                  <a:gd name="T29" fmla="*/ 6 h 11"/>
                  <a:gd name="T30" fmla="*/ 10 w 12"/>
                  <a:gd name="T31" fmla="*/ 4 h 11"/>
                  <a:gd name="T32" fmla="*/ 8 w 12"/>
                  <a:gd name="T33" fmla="*/ 2 h 11"/>
                  <a:gd name="T34" fmla="*/ 8 w 12"/>
                  <a:gd name="T35" fmla="*/ 0 h 11"/>
                  <a:gd name="T36" fmla="*/ 6 w 12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38" name="Freeform 394"/>
              <p:cNvSpPr>
                <a:spLocks/>
              </p:cNvSpPr>
              <p:nvPr/>
            </p:nvSpPr>
            <p:spPr bwMode="auto">
              <a:xfrm>
                <a:off x="3764" y="3010"/>
                <a:ext cx="6" cy="6"/>
              </a:xfrm>
              <a:custGeom>
                <a:avLst/>
                <a:gdLst>
                  <a:gd name="T0" fmla="*/ 6 w 12"/>
                  <a:gd name="T1" fmla="*/ 0 h 11"/>
                  <a:gd name="T2" fmla="*/ 4 w 12"/>
                  <a:gd name="T3" fmla="*/ 0 h 11"/>
                  <a:gd name="T4" fmla="*/ 2 w 12"/>
                  <a:gd name="T5" fmla="*/ 2 h 11"/>
                  <a:gd name="T6" fmla="*/ 0 w 12"/>
                  <a:gd name="T7" fmla="*/ 4 h 11"/>
                  <a:gd name="T8" fmla="*/ 0 w 12"/>
                  <a:gd name="T9" fmla="*/ 6 h 11"/>
                  <a:gd name="T10" fmla="*/ 0 w 12"/>
                  <a:gd name="T11" fmla="*/ 8 h 11"/>
                  <a:gd name="T12" fmla="*/ 0 w 12"/>
                  <a:gd name="T13" fmla="*/ 9 h 11"/>
                  <a:gd name="T14" fmla="*/ 2 w 12"/>
                  <a:gd name="T15" fmla="*/ 11 h 11"/>
                  <a:gd name="T16" fmla="*/ 4 w 12"/>
                  <a:gd name="T17" fmla="*/ 11 h 11"/>
                  <a:gd name="T18" fmla="*/ 6 w 12"/>
                  <a:gd name="T19" fmla="*/ 11 h 11"/>
                  <a:gd name="T20" fmla="*/ 6 w 12"/>
                  <a:gd name="T21" fmla="*/ 11 h 11"/>
                  <a:gd name="T22" fmla="*/ 8 w 12"/>
                  <a:gd name="T23" fmla="*/ 9 h 11"/>
                  <a:gd name="T24" fmla="*/ 10 w 12"/>
                  <a:gd name="T25" fmla="*/ 8 h 11"/>
                  <a:gd name="T26" fmla="*/ 12 w 12"/>
                  <a:gd name="T27" fmla="*/ 6 h 11"/>
                  <a:gd name="T28" fmla="*/ 12 w 12"/>
                  <a:gd name="T29" fmla="*/ 6 h 11"/>
                  <a:gd name="T30" fmla="*/ 10 w 12"/>
                  <a:gd name="T31" fmla="*/ 4 h 11"/>
                  <a:gd name="T32" fmla="*/ 8 w 12"/>
                  <a:gd name="T33" fmla="*/ 2 h 11"/>
                  <a:gd name="T34" fmla="*/ 8 w 12"/>
                  <a:gd name="T35" fmla="*/ 0 h 11"/>
                  <a:gd name="T36" fmla="*/ 6 w 12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39" name="Freeform 395"/>
              <p:cNvSpPr>
                <a:spLocks/>
              </p:cNvSpPr>
              <p:nvPr/>
            </p:nvSpPr>
            <p:spPr bwMode="auto">
              <a:xfrm>
                <a:off x="3776" y="3010"/>
                <a:ext cx="5" cy="6"/>
              </a:xfrm>
              <a:custGeom>
                <a:avLst/>
                <a:gdLst>
                  <a:gd name="T0" fmla="*/ 6 w 12"/>
                  <a:gd name="T1" fmla="*/ 0 h 11"/>
                  <a:gd name="T2" fmla="*/ 4 w 12"/>
                  <a:gd name="T3" fmla="*/ 0 h 11"/>
                  <a:gd name="T4" fmla="*/ 2 w 12"/>
                  <a:gd name="T5" fmla="*/ 2 h 11"/>
                  <a:gd name="T6" fmla="*/ 0 w 12"/>
                  <a:gd name="T7" fmla="*/ 4 h 11"/>
                  <a:gd name="T8" fmla="*/ 0 w 12"/>
                  <a:gd name="T9" fmla="*/ 6 h 11"/>
                  <a:gd name="T10" fmla="*/ 0 w 12"/>
                  <a:gd name="T11" fmla="*/ 8 h 11"/>
                  <a:gd name="T12" fmla="*/ 0 w 12"/>
                  <a:gd name="T13" fmla="*/ 9 h 11"/>
                  <a:gd name="T14" fmla="*/ 2 w 12"/>
                  <a:gd name="T15" fmla="*/ 11 h 11"/>
                  <a:gd name="T16" fmla="*/ 4 w 12"/>
                  <a:gd name="T17" fmla="*/ 11 h 11"/>
                  <a:gd name="T18" fmla="*/ 6 w 12"/>
                  <a:gd name="T19" fmla="*/ 11 h 11"/>
                  <a:gd name="T20" fmla="*/ 6 w 12"/>
                  <a:gd name="T21" fmla="*/ 11 h 11"/>
                  <a:gd name="T22" fmla="*/ 8 w 12"/>
                  <a:gd name="T23" fmla="*/ 9 h 11"/>
                  <a:gd name="T24" fmla="*/ 10 w 12"/>
                  <a:gd name="T25" fmla="*/ 8 h 11"/>
                  <a:gd name="T26" fmla="*/ 12 w 12"/>
                  <a:gd name="T27" fmla="*/ 6 h 11"/>
                  <a:gd name="T28" fmla="*/ 12 w 12"/>
                  <a:gd name="T29" fmla="*/ 6 h 11"/>
                  <a:gd name="T30" fmla="*/ 10 w 12"/>
                  <a:gd name="T31" fmla="*/ 4 h 11"/>
                  <a:gd name="T32" fmla="*/ 8 w 12"/>
                  <a:gd name="T33" fmla="*/ 2 h 11"/>
                  <a:gd name="T34" fmla="*/ 8 w 12"/>
                  <a:gd name="T35" fmla="*/ 0 h 11"/>
                  <a:gd name="T36" fmla="*/ 6 w 12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40" name="Freeform 396"/>
              <p:cNvSpPr>
                <a:spLocks/>
              </p:cNvSpPr>
              <p:nvPr/>
            </p:nvSpPr>
            <p:spPr bwMode="auto">
              <a:xfrm>
                <a:off x="3787" y="3010"/>
                <a:ext cx="6" cy="6"/>
              </a:xfrm>
              <a:custGeom>
                <a:avLst/>
                <a:gdLst>
                  <a:gd name="T0" fmla="*/ 6 w 12"/>
                  <a:gd name="T1" fmla="*/ 0 h 11"/>
                  <a:gd name="T2" fmla="*/ 4 w 12"/>
                  <a:gd name="T3" fmla="*/ 0 h 11"/>
                  <a:gd name="T4" fmla="*/ 2 w 12"/>
                  <a:gd name="T5" fmla="*/ 2 h 11"/>
                  <a:gd name="T6" fmla="*/ 0 w 12"/>
                  <a:gd name="T7" fmla="*/ 4 h 11"/>
                  <a:gd name="T8" fmla="*/ 0 w 12"/>
                  <a:gd name="T9" fmla="*/ 6 h 11"/>
                  <a:gd name="T10" fmla="*/ 0 w 12"/>
                  <a:gd name="T11" fmla="*/ 8 h 11"/>
                  <a:gd name="T12" fmla="*/ 0 w 12"/>
                  <a:gd name="T13" fmla="*/ 9 h 11"/>
                  <a:gd name="T14" fmla="*/ 2 w 12"/>
                  <a:gd name="T15" fmla="*/ 11 h 11"/>
                  <a:gd name="T16" fmla="*/ 4 w 12"/>
                  <a:gd name="T17" fmla="*/ 11 h 11"/>
                  <a:gd name="T18" fmla="*/ 6 w 12"/>
                  <a:gd name="T19" fmla="*/ 11 h 11"/>
                  <a:gd name="T20" fmla="*/ 6 w 12"/>
                  <a:gd name="T21" fmla="*/ 11 h 11"/>
                  <a:gd name="T22" fmla="*/ 8 w 12"/>
                  <a:gd name="T23" fmla="*/ 9 h 11"/>
                  <a:gd name="T24" fmla="*/ 10 w 12"/>
                  <a:gd name="T25" fmla="*/ 8 h 11"/>
                  <a:gd name="T26" fmla="*/ 12 w 12"/>
                  <a:gd name="T27" fmla="*/ 6 h 11"/>
                  <a:gd name="T28" fmla="*/ 12 w 12"/>
                  <a:gd name="T29" fmla="*/ 6 h 11"/>
                  <a:gd name="T30" fmla="*/ 10 w 12"/>
                  <a:gd name="T31" fmla="*/ 4 h 11"/>
                  <a:gd name="T32" fmla="*/ 8 w 12"/>
                  <a:gd name="T33" fmla="*/ 2 h 11"/>
                  <a:gd name="T34" fmla="*/ 8 w 12"/>
                  <a:gd name="T35" fmla="*/ 0 h 11"/>
                  <a:gd name="T36" fmla="*/ 6 w 12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41" name="Freeform 397"/>
              <p:cNvSpPr>
                <a:spLocks/>
              </p:cNvSpPr>
              <p:nvPr/>
            </p:nvSpPr>
            <p:spPr bwMode="auto">
              <a:xfrm>
                <a:off x="3799" y="3010"/>
                <a:ext cx="5" cy="6"/>
              </a:xfrm>
              <a:custGeom>
                <a:avLst/>
                <a:gdLst>
                  <a:gd name="T0" fmla="*/ 6 w 12"/>
                  <a:gd name="T1" fmla="*/ 0 h 11"/>
                  <a:gd name="T2" fmla="*/ 4 w 12"/>
                  <a:gd name="T3" fmla="*/ 0 h 11"/>
                  <a:gd name="T4" fmla="*/ 2 w 12"/>
                  <a:gd name="T5" fmla="*/ 2 h 11"/>
                  <a:gd name="T6" fmla="*/ 0 w 12"/>
                  <a:gd name="T7" fmla="*/ 4 h 11"/>
                  <a:gd name="T8" fmla="*/ 0 w 12"/>
                  <a:gd name="T9" fmla="*/ 6 h 11"/>
                  <a:gd name="T10" fmla="*/ 0 w 12"/>
                  <a:gd name="T11" fmla="*/ 8 h 11"/>
                  <a:gd name="T12" fmla="*/ 0 w 12"/>
                  <a:gd name="T13" fmla="*/ 9 h 11"/>
                  <a:gd name="T14" fmla="*/ 2 w 12"/>
                  <a:gd name="T15" fmla="*/ 11 h 11"/>
                  <a:gd name="T16" fmla="*/ 4 w 12"/>
                  <a:gd name="T17" fmla="*/ 11 h 11"/>
                  <a:gd name="T18" fmla="*/ 6 w 12"/>
                  <a:gd name="T19" fmla="*/ 11 h 11"/>
                  <a:gd name="T20" fmla="*/ 6 w 12"/>
                  <a:gd name="T21" fmla="*/ 11 h 11"/>
                  <a:gd name="T22" fmla="*/ 8 w 12"/>
                  <a:gd name="T23" fmla="*/ 9 h 11"/>
                  <a:gd name="T24" fmla="*/ 10 w 12"/>
                  <a:gd name="T25" fmla="*/ 8 h 11"/>
                  <a:gd name="T26" fmla="*/ 12 w 12"/>
                  <a:gd name="T27" fmla="*/ 6 h 11"/>
                  <a:gd name="T28" fmla="*/ 12 w 12"/>
                  <a:gd name="T29" fmla="*/ 6 h 11"/>
                  <a:gd name="T30" fmla="*/ 10 w 12"/>
                  <a:gd name="T31" fmla="*/ 4 h 11"/>
                  <a:gd name="T32" fmla="*/ 8 w 12"/>
                  <a:gd name="T33" fmla="*/ 2 h 11"/>
                  <a:gd name="T34" fmla="*/ 8 w 12"/>
                  <a:gd name="T35" fmla="*/ 0 h 11"/>
                  <a:gd name="T36" fmla="*/ 6 w 12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42" name="Freeform 398"/>
              <p:cNvSpPr>
                <a:spLocks/>
              </p:cNvSpPr>
              <p:nvPr/>
            </p:nvSpPr>
            <p:spPr bwMode="auto">
              <a:xfrm>
                <a:off x="3810" y="3010"/>
                <a:ext cx="6" cy="6"/>
              </a:xfrm>
              <a:custGeom>
                <a:avLst/>
                <a:gdLst>
                  <a:gd name="T0" fmla="*/ 6 w 12"/>
                  <a:gd name="T1" fmla="*/ 0 h 11"/>
                  <a:gd name="T2" fmla="*/ 4 w 12"/>
                  <a:gd name="T3" fmla="*/ 0 h 11"/>
                  <a:gd name="T4" fmla="*/ 2 w 12"/>
                  <a:gd name="T5" fmla="*/ 2 h 11"/>
                  <a:gd name="T6" fmla="*/ 0 w 12"/>
                  <a:gd name="T7" fmla="*/ 4 h 11"/>
                  <a:gd name="T8" fmla="*/ 0 w 12"/>
                  <a:gd name="T9" fmla="*/ 6 h 11"/>
                  <a:gd name="T10" fmla="*/ 0 w 12"/>
                  <a:gd name="T11" fmla="*/ 8 h 11"/>
                  <a:gd name="T12" fmla="*/ 0 w 12"/>
                  <a:gd name="T13" fmla="*/ 9 h 11"/>
                  <a:gd name="T14" fmla="*/ 2 w 12"/>
                  <a:gd name="T15" fmla="*/ 11 h 11"/>
                  <a:gd name="T16" fmla="*/ 4 w 12"/>
                  <a:gd name="T17" fmla="*/ 11 h 11"/>
                  <a:gd name="T18" fmla="*/ 6 w 12"/>
                  <a:gd name="T19" fmla="*/ 11 h 11"/>
                  <a:gd name="T20" fmla="*/ 6 w 12"/>
                  <a:gd name="T21" fmla="*/ 11 h 11"/>
                  <a:gd name="T22" fmla="*/ 8 w 12"/>
                  <a:gd name="T23" fmla="*/ 9 h 11"/>
                  <a:gd name="T24" fmla="*/ 10 w 12"/>
                  <a:gd name="T25" fmla="*/ 8 h 11"/>
                  <a:gd name="T26" fmla="*/ 12 w 12"/>
                  <a:gd name="T27" fmla="*/ 6 h 11"/>
                  <a:gd name="T28" fmla="*/ 12 w 12"/>
                  <a:gd name="T29" fmla="*/ 6 h 11"/>
                  <a:gd name="T30" fmla="*/ 10 w 12"/>
                  <a:gd name="T31" fmla="*/ 4 h 11"/>
                  <a:gd name="T32" fmla="*/ 8 w 12"/>
                  <a:gd name="T33" fmla="*/ 2 h 11"/>
                  <a:gd name="T34" fmla="*/ 8 w 12"/>
                  <a:gd name="T35" fmla="*/ 0 h 11"/>
                  <a:gd name="T36" fmla="*/ 6 w 12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43" name="Freeform 399"/>
              <p:cNvSpPr>
                <a:spLocks/>
              </p:cNvSpPr>
              <p:nvPr/>
            </p:nvSpPr>
            <p:spPr bwMode="auto">
              <a:xfrm>
                <a:off x="3822" y="3010"/>
                <a:ext cx="5" cy="6"/>
              </a:xfrm>
              <a:custGeom>
                <a:avLst/>
                <a:gdLst>
                  <a:gd name="T0" fmla="*/ 6 w 12"/>
                  <a:gd name="T1" fmla="*/ 0 h 11"/>
                  <a:gd name="T2" fmla="*/ 4 w 12"/>
                  <a:gd name="T3" fmla="*/ 0 h 11"/>
                  <a:gd name="T4" fmla="*/ 2 w 12"/>
                  <a:gd name="T5" fmla="*/ 2 h 11"/>
                  <a:gd name="T6" fmla="*/ 0 w 12"/>
                  <a:gd name="T7" fmla="*/ 4 h 11"/>
                  <a:gd name="T8" fmla="*/ 0 w 12"/>
                  <a:gd name="T9" fmla="*/ 6 h 11"/>
                  <a:gd name="T10" fmla="*/ 0 w 12"/>
                  <a:gd name="T11" fmla="*/ 8 h 11"/>
                  <a:gd name="T12" fmla="*/ 0 w 12"/>
                  <a:gd name="T13" fmla="*/ 9 h 11"/>
                  <a:gd name="T14" fmla="*/ 2 w 12"/>
                  <a:gd name="T15" fmla="*/ 11 h 11"/>
                  <a:gd name="T16" fmla="*/ 4 w 12"/>
                  <a:gd name="T17" fmla="*/ 11 h 11"/>
                  <a:gd name="T18" fmla="*/ 6 w 12"/>
                  <a:gd name="T19" fmla="*/ 11 h 11"/>
                  <a:gd name="T20" fmla="*/ 6 w 12"/>
                  <a:gd name="T21" fmla="*/ 11 h 11"/>
                  <a:gd name="T22" fmla="*/ 8 w 12"/>
                  <a:gd name="T23" fmla="*/ 9 h 11"/>
                  <a:gd name="T24" fmla="*/ 10 w 12"/>
                  <a:gd name="T25" fmla="*/ 8 h 11"/>
                  <a:gd name="T26" fmla="*/ 12 w 12"/>
                  <a:gd name="T27" fmla="*/ 6 h 11"/>
                  <a:gd name="T28" fmla="*/ 12 w 12"/>
                  <a:gd name="T29" fmla="*/ 6 h 11"/>
                  <a:gd name="T30" fmla="*/ 10 w 12"/>
                  <a:gd name="T31" fmla="*/ 4 h 11"/>
                  <a:gd name="T32" fmla="*/ 8 w 12"/>
                  <a:gd name="T33" fmla="*/ 2 h 11"/>
                  <a:gd name="T34" fmla="*/ 8 w 12"/>
                  <a:gd name="T35" fmla="*/ 0 h 11"/>
                  <a:gd name="T36" fmla="*/ 6 w 12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44" name="Freeform 400"/>
              <p:cNvSpPr>
                <a:spLocks/>
              </p:cNvSpPr>
              <p:nvPr/>
            </p:nvSpPr>
            <p:spPr bwMode="auto">
              <a:xfrm>
                <a:off x="3833" y="3010"/>
                <a:ext cx="6" cy="6"/>
              </a:xfrm>
              <a:custGeom>
                <a:avLst/>
                <a:gdLst>
                  <a:gd name="T0" fmla="*/ 6 w 12"/>
                  <a:gd name="T1" fmla="*/ 0 h 11"/>
                  <a:gd name="T2" fmla="*/ 4 w 12"/>
                  <a:gd name="T3" fmla="*/ 0 h 11"/>
                  <a:gd name="T4" fmla="*/ 2 w 12"/>
                  <a:gd name="T5" fmla="*/ 2 h 11"/>
                  <a:gd name="T6" fmla="*/ 0 w 12"/>
                  <a:gd name="T7" fmla="*/ 4 h 11"/>
                  <a:gd name="T8" fmla="*/ 0 w 12"/>
                  <a:gd name="T9" fmla="*/ 6 h 11"/>
                  <a:gd name="T10" fmla="*/ 0 w 12"/>
                  <a:gd name="T11" fmla="*/ 8 h 11"/>
                  <a:gd name="T12" fmla="*/ 0 w 12"/>
                  <a:gd name="T13" fmla="*/ 9 h 11"/>
                  <a:gd name="T14" fmla="*/ 2 w 12"/>
                  <a:gd name="T15" fmla="*/ 11 h 11"/>
                  <a:gd name="T16" fmla="*/ 4 w 12"/>
                  <a:gd name="T17" fmla="*/ 11 h 11"/>
                  <a:gd name="T18" fmla="*/ 6 w 12"/>
                  <a:gd name="T19" fmla="*/ 11 h 11"/>
                  <a:gd name="T20" fmla="*/ 6 w 12"/>
                  <a:gd name="T21" fmla="*/ 11 h 11"/>
                  <a:gd name="T22" fmla="*/ 8 w 12"/>
                  <a:gd name="T23" fmla="*/ 9 h 11"/>
                  <a:gd name="T24" fmla="*/ 10 w 12"/>
                  <a:gd name="T25" fmla="*/ 8 h 11"/>
                  <a:gd name="T26" fmla="*/ 12 w 12"/>
                  <a:gd name="T27" fmla="*/ 6 h 11"/>
                  <a:gd name="T28" fmla="*/ 12 w 12"/>
                  <a:gd name="T29" fmla="*/ 6 h 11"/>
                  <a:gd name="T30" fmla="*/ 10 w 12"/>
                  <a:gd name="T31" fmla="*/ 4 h 11"/>
                  <a:gd name="T32" fmla="*/ 8 w 12"/>
                  <a:gd name="T33" fmla="*/ 2 h 11"/>
                  <a:gd name="T34" fmla="*/ 8 w 12"/>
                  <a:gd name="T35" fmla="*/ 0 h 11"/>
                  <a:gd name="T36" fmla="*/ 6 w 12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45" name="Freeform 401"/>
              <p:cNvSpPr>
                <a:spLocks/>
              </p:cNvSpPr>
              <p:nvPr/>
            </p:nvSpPr>
            <p:spPr bwMode="auto">
              <a:xfrm>
                <a:off x="3845" y="3010"/>
                <a:ext cx="5" cy="6"/>
              </a:xfrm>
              <a:custGeom>
                <a:avLst/>
                <a:gdLst>
                  <a:gd name="T0" fmla="*/ 6 w 12"/>
                  <a:gd name="T1" fmla="*/ 0 h 11"/>
                  <a:gd name="T2" fmla="*/ 4 w 12"/>
                  <a:gd name="T3" fmla="*/ 0 h 11"/>
                  <a:gd name="T4" fmla="*/ 2 w 12"/>
                  <a:gd name="T5" fmla="*/ 2 h 11"/>
                  <a:gd name="T6" fmla="*/ 0 w 12"/>
                  <a:gd name="T7" fmla="*/ 4 h 11"/>
                  <a:gd name="T8" fmla="*/ 0 w 12"/>
                  <a:gd name="T9" fmla="*/ 6 h 11"/>
                  <a:gd name="T10" fmla="*/ 0 w 12"/>
                  <a:gd name="T11" fmla="*/ 8 h 11"/>
                  <a:gd name="T12" fmla="*/ 0 w 12"/>
                  <a:gd name="T13" fmla="*/ 9 h 11"/>
                  <a:gd name="T14" fmla="*/ 2 w 12"/>
                  <a:gd name="T15" fmla="*/ 11 h 11"/>
                  <a:gd name="T16" fmla="*/ 4 w 12"/>
                  <a:gd name="T17" fmla="*/ 11 h 11"/>
                  <a:gd name="T18" fmla="*/ 6 w 12"/>
                  <a:gd name="T19" fmla="*/ 11 h 11"/>
                  <a:gd name="T20" fmla="*/ 6 w 12"/>
                  <a:gd name="T21" fmla="*/ 11 h 11"/>
                  <a:gd name="T22" fmla="*/ 8 w 12"/>
                  <a:gd name="T23" fmla="*/ 9 h 11"/>
                  <a:gd name="T24" fmla="*/ 10 w 12"/>
                  <a:gd name="T25" fmla="*/ 8 h 11"/>
                  <a:gd name="T26" fmla="*/ 12 w 12"/>
                  <a:gd name="T27" fmla="*/ 6 h 11"/>
                  <a:gd name="T28" fmla="*/ 12 w 12"/>
                  <a:gd name="T29" fmla="*/ 6 h 11"/>
                  <a:gd name="T30" fmla="*/ 10 w 12"/>
                  <a:gd name="T31" fmla="*/ 4 h 11"/>
                  <a:gd name="T32" fmla="*/ 8 w 12"/>
                  <a:gd name="T33" fmla="*/ 2 h 11"/>
                  <a:gd name="T34" fmla="*/ 8 w 12"/>
                  <a:gd name="T35" fmla="*/ 0 h 11"/>
                  <a:gd name="T36" fmla="*/ 6 w 12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46" name="Freeform 402"/>
              <p:cNvSpPr>
                <a:spLocks/>
              </p:cNvSpPr>
              <p:nvPr/>
            </p:nvSpPr>
            <p:spPr bwMode="auto">
              <a:xfrm>
                <a:off x="3856" y="3010"/>
                <a:ext cx="6" cy="6"/>
              </a:xfrm>
              <a:custGeom>
                <a:avLst/>
                <a:gdLst>
                  <a:gd name="T0" fmla="*/ 6 w 12"/>
                  <a:gd name="T1" fmla="*/ 0 h 11"/>
                  <a:gd name="T2" fmla="*/ 4 w 12"/>
                  <a:gd name="T3" fmla="*/ 0 h 11"/>
                  <a:gd name="T4" fmla="*/ 2 w 12"/>
                  <a:gd name="T5" fmla="*/ 2 h 11"/>
                  <a:gd name="T6" fmla="*/ 0 w 12"/>
                  <a:gd name="T7" fmla="*/ 4 h 11"/>
                  <a:gd name="T8" fmla="*/ 0 w 12"/>
                  <a:gd name="T9" fmla="*/ 6 h 11"/>
                  <a:gd name="T10" fmla="*/ 0 w 12"/>
                  <a:gd name="T11" fmla="*/ 8 h 11"/>
                  <a:gd name="T12" fmla="*/ 0 w 12"/>
                  <a:gd name="T13" fmla="*/ 9 h 11"/>
                  <a:gd name="T14" fmla="*/ 2 w 12"/>
                  <a:gd name="T15" fmla="*/ 11 h 11"/>
                  <a:gd name="T16" fmla="*/ 4 w 12"/>
                  <a:gd name="T17" fmla="*/ 11 h 11"/>
                  <a:gd name="T18" fmla="*/ 6 w 12"/>
                  <a:gd name="T19" fmla="*/ 11 h 11"/>
                  <a:gd name="T20" fmla="*/ 6 w 12"/>
                  <a:gd name="T21" fmla="*/ 11 h 11"/>
                  <a:gd name="T22" fmla="*/ 8 w 12"/>
                  <a:gd name="T23" fmla="*/ 9 h 11"/>
                  <a:gd name="T24" fmla="*/ 10 w 12"/>
                  <a:gd name="T25" fmla="*/ 8 h 11"/>
                  <a:gd name="T26" fmla="*/ 12 w 12"/>
                  <a:gd name="T27" fmla="*/ 6 h 11"/>
                  <a:gd name="T28" fmla="*/ 12 w 12"/>
                  <a:gd name="T29" fmla="*/ 6 h 11"/>
                  <a:gd name="T30" fmla="*/ 10 w 12"/>
                  <a:gd name="T31" fmla="*/ 4 h 11"/>
                  <a:gd name="T32" fmla="*/ 8 w 12"/>
                  <a:gd name="T33" fmla="*/ 2 h 11"/>
                  <a:gd name="T34" fmla="*/ 8 w 12"/>
                  <a:gd name="T35" fmla="*/ 0 h 11"/>
                  <a:gd name="T36" fmla="*/ 6 w 12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47" name="Freeform 403"/>
              <p:cNvSpPr>
                <a:spLocks/>
              </p:cNvSpPr>
              <p:nvPr/>
            </p:nvSpPr>
            <p:spPr bwMode="auto">
              <a:xfrm>
                <a:off x="3868" y="3010"/>
                <a:ext cx="6" cy="6"/>
              </a:xfrm>
              <a:custGeom>
                <a:avLst/>
                <a:gdLst>
                  <a:gd name="T0" fmla="*/ 5 w 11"/>
                  <a:gd name="T1" fmla="*/ 0 h 11"/>
                  <a:gd name="T2" fmla="*/ 3 w 11"/>
                  <a:gd name="T3" fmla="*/ 0 h 11"/>
                  <a:gd name="T4" fmla="*/ 1 w 11"/>
                  <a:gd name="T5" fmla="*/ 2 h 11"/>
                  <a:gd name="T6" fmla="*/ 0 w 11"/>
                  <a:gd name="T7" fmla="*/ 4 h 11"/>
                  <a:gd name="T8" fmla="*/ 0 w 11"/>
                  <a:gd name="T9" fmla="*/ 6 h 11"/>
                  <a:gd name="T10" fmla="*/ 0 w 11"/>
                  <a:gd name="T11" fmla="*/ 8 h 11"/>
                  <a:gd name="T12" fmla="*/ 0 w 11"/>
                  <a:gd name="T13" fmla="*/ 9 h 11"/>
                  <a:gd name="T14" fmla="*/ 1 w 11"/>
                  <a:gd name="T15" fmla="*/ 11 h 11"/>
                  <a:gd name="T16" fmla="*/ 3 w 11"/>
                  <a:gd name="T17" fmla="*/ 11 h 11"/>
                  <a:gd name="T18" fmla="*/ 5 w 11"/>
                  <a:gd name="T19" fmla="*/ 11 h 11"/>
                  <a:gd name="T20" fmla="*/ 5 w 11"/>
                  <a:gd name="T21" fmla="*/ 11 h 11"/>
                  <a:gd name="T22" fmla="*/ 7 w 11"/>
                  <a:gd name="T23" fmla="*/ 9 h 11"/>
                  <a:gd name="T24" fmla="*/ 9 w 11"/>
                  <a:gd name="T25" fmla="*/ 8 h 11"/>
                  <a:gd name="T26" fmla="*/ 11 w 11"/>
                  <a:gd name="T27" fmla="*/ 6 h 11"/>
                  <a:gd name="T28" fmla="*/ 11 w 11"/>
                  <a:gd name="T29" fmla="*/ 6 h 11"/>
                  <a:gd name="T30" fmla="*/ 9 w 11"/>
                  <a:gd name="T31" fmla="*/ 4 h 11"/>
                  <a:gd name="T32" fmla="*/ 7 w 11"/>
                  <a:gd name="T33" fmla="*/ 2 h 11"/>
                  <a:gd name="T34" fmla="*/ 7 w 11"/>
                  <a:gd name="T35" fmla="*/ 0 h 11"/>
                  <a:gd name="T36" fmla="*/ 5 w 11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5" y="0"/>
                    </a:move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1" y="11"/>
                    </a:lnTo>
                    <a:lnTo>
                      <a:pt x="3" y="11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9" y="4"/>
                    </a:lnTo>
                    <a:lnTo>
                      <a:pt x="7" y="2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48" name="Freeform 404"/>
              <p:cNvSpPr>
                <a:spLocks/>
              </p:cNvSpPr>
              <p:nvPr/>
            </p:nvSpPr>
            <p:spPr bwMode="auto">
              <a:xfrm>
                <a:off x="3879" y="3010"/>
                <a:ext cx="6" cy="6"/>
              </a:xfrm>
              <a:custGeom>
                <a:avLst/>
                <a:gdLst>
                  <a:gd name="T0" fmla="*/ 5 w 11"/>
                  <a:gd name="T1" fmla="*/ 0 h 11"/>
                  <a:gd name="T2" fmla="*/ 3 w 11"/>
                  <a:gd name="T3" fmla="*/ 0 h 11"/>
                  <a:gd name="T4" fmla="*/ 1 w 11"/>
                  <a:gd name="T5" fmla="*/ 2 h 11"/>
                  <a:gd name="T6" fmla="*/ 0 w 11"/>
                  <a:gd name="T7" fmla="*/ 4 h 11"/>
                  <a:gd name="T8" fmla="*/ 0 w 11"/>
                  <a:gd name="T9" fmla="*/ 6 h 11"/>
                  <a:gd name="T10" fmla="*/ 0 w 11"/>
                  <a:gd name="T11" fmla="*/ 8 h 11"/>
                  <a:gd name="T12" fmla="*/ 0 w 11"/>
                  <a:gd name="T13" fmla="*/ 9 h 11"/>
                  <a:gd name="T14" fmla="*/ 1 w 11"/>
                  <a:gd name="T15" fmla="*/ 11 h 11"/>
                  <a:gd name="T16" fmla="*/ 3 w 11"/>
                  <a:gd name="T17" fmla="*/ 11 h 11"/>
                  <a:gd name="T18" fmla="*/ 5 w 11"/>
                  <a:gd name="T19" fmla="*/ 11 h 11"/>
                  <a:gd name="T20" fmla="*/ 5 w 11"/>
                  <a:gd name="T21" fmla="*/ 11 h 11"/>
                  <a:gd name="T22" fmla="*/ 7 w 11"/>
                  <a:gd name="T23" fmla="*/ 9 h 11"/>
                  <a:gd name="T24" fmla="*/ 9 w 11"/>
                  <a:gd name="T25" fmla="*/ 8 h 11"/>
                  <a:gd name="T26" fmla="*/ 11 w 11"/>
                  <a:gd name="T27" fmla="*/ 6 h 11"/>
                  <a:gd name="T28" fmla="*/ 11 w 11"/>
                  <a:gd name="T29" fmla="*/ 6 h 11"/>
                  <a:gd name="T30" fmla="*/ 9 w 11"/>
                  <a:gd name="T31" fmla="*/ 4 h 11"/>
                  <a:gd name="T32" fmla="*/ 7 w 11"/>
                  <a:gd name="T33" fmla="*/ 2 h 11"/>
                  <a:gd name="T34" fmla="*/ 7 w 11"/>
                  <a:gd name="T35" fmla="*/ 0 h 11"/>
                  <a:gd name="T36" fmla="*/ 5 w 11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5" y="0"/>
                    </a:move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1" y="11"/>
                    </a:lnTo>
                    <a:lnTo>
                      <a:pt x="3" y="11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9" y="4"/>
                    </a:lnTo>
                    <a:lnTo>
                      <a:pt x="7" y="2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49" name="Freeform 405"/>
              <p:cNvSpPr>
                <a:spLocks/>
              </p:cNvSpPr>
              <p:nvPr/>
            </p:nvSpPr>
            <p:spPr bwMode="auto">
              <a:xfrm>
                <a:off x="3891" y="3010"/>
                <a:ext cx="6" cy="6"/>
              </a:xfrm>
              <a:custGeom>
                <a:avLst/>
                <a:gdLst>
                  <a:gd name="T0" fmla="*/ 5 w 11"/>
                  <a:gd name="T1" fmla="*/ 0 h 11"/>
                  <a:gd name="T2" fmla="*/ 3 w 11"/>
                  <a:gd name="T3" fmla="*/ 0 h 11"/>
                  <a:gd name="T4" fmla="*/ 2 w 11"/>
                  <a:gd name="T5" fmla="*/ 2 h 11"/>
                  <a:gd name="T6" fmla="*/ 0 w 11"/>
                  <a:gd name="T7" fmla="*/ 4 h 11"/>
                  <a:gd name="T8" fmla="*/ 0 w 11"/>
                  <a:gd name="T9" fmla="*/ 6 h 11"/>
                  <a:gd name="T10" fmla="*/ 0 w 11"/>
                  <a:gd name="T11" fmla="*/ 8 h 11"/>
                  <a:gd name="T12" fmla="*/ 0 w 11"/>
                  <a:gd name="T13" fmla="*/ 9 h 11"/>
                  <a:gd name="T14" fmla="*/ 2 w 11"/>
                  <a:gd name="T15" fmla="*/ 11 h 11"/>
                  <a:gd name="T16" fmla="*/ 3 w 11"/>
                  <a:gd name="T17" fmla="*/ 11 h 11"/>
                  <a:gd name="T18" fmla="*/ 5 w 11"/>
                  <a:gd name="T19" fmla="*/ 11 h 11"/>
                  <a:gd name="T20" fmla="*/ 5 w 11"/>
                  <a:gd name="T21" fmla="*/ 11 h 11"/>
                  <a:gd name="T22" fmla="*/ 7 w 11"/>
                  <a:gd name="T23" fmla="*/ 9 h 11"/>
                  <a:gd name="T24" fmla="*/ 9 w 11"/>
                  <a:gd name="T25" fmla="*/ 8 h 11"/>
                  <a:gd name="T26" fmla="*/ 11 w 11"/>
                  <a:gd name="T27" fmla="*/ 6 h 11"/>
                  <a:gd name="T28" fmla="*/ 11 w 11"/>
                  <a:gd name="T29" fmla="*/ 6 h 11"/>
                  <a:gd name="T30" fmla="*/ 9 w 11"/>
                  <a:gd name="T31" fmla="*/ 4 h 11"/>
                  <a:gd name="T32" fmla="*/ 7 w 11"/>
                  <a:gd name="T33" fmla="*/ 2 h 11"/>
                  <a:gd name="T34" fmla="*/ 7 w 11"/>
                  <a:gd name="T35" fmla="*/ 0 h 11"/>
                  <a:gd name="T36" fmla="*/ 5 w 11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5" y="0"/>
                    </a:moveTo>
                    <a:lnTo>
                      <a:pt x="3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3" y="11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9" y="4"/>
                    </a:lnTo>
                    <a:lnTo>
                      <a:pt x="7" y="2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50" name="Freeform 406"/>
              <p:cNvSpPr>
                <a:spLocks/>
              </p:cNvSpPr>
              <p:nvPr/>
            </p:nvSpPr>
            <p:spPr bwMode="auto">
              <a:xfrm>
                <a:off x="3902" y="3010"/>
                <a:ext cx="6" cy="6"/>
              </a:xfrm>
              <a:custGeom>
                <a:avLst/>
                <a:gdLst>
                  <a:gd name="T0" fmla="*/ 5 w 11"/>
                  <a:gd name="T1" fmla="*/ 0 h 11"/>
                  <a:gd name="T2" fmla="*/ 3 w 11"/>
                  <a:gd name="T3" fmla="*/ 0 h 11"/>
                  <a:gd name="T4" fmla="*/ 2 w 11"/>
                  <a:gd name="T5" fmla="*/ 2 h 11"/>
                  <a:gd name="T6" fmla="*/ 0 w 11"/>
                  <a:gd name="T7" fmla="*/ 4 h 11"/>
                  <a:gd name="T8" fmla="*/ 0 w 11"/>
                  <a:gd name="T9" fmla="*/ 6 h 11"/>
                  <a:gd name="T10" fmla="*/ 0 w 11"/>
                  <a:gd name="T11" fmla="*/ 8 h 11"/>
                  <a:gd name="T12" fmla="*/ 0 w 11"/>
                  <a:gd name="T13" fmla="*/ 9 h 11"/>
                  <a:gd name="T14" fmla="*/ 2 w 11"/>
                  <a:gd name="T15" fmla="*/ 11 h 11"/>
                  <a:gd name="T16" fmla="*/ 3 w 11"/>
                  <a:gd name="T17" fmla="*/ 11 h 11"/>
                  <a:gd name="T18" fmla="*/ 5 w 11"/>
                  <a:gd name="T19" fmla="*/ 11 h 11"/>
                  <a:gd name="T20" fmla="*/ 5 w 11"/>
                  <a:gd name="T21" fmla="*/ 11 h 11"/>
                  <a:gd name="T22" fmla="*/ 7 w 11"/>
                  <a:gd name="T23" fmla="*/ 9 h 11"/>
                  <a:gd name="T24" fmla="*/ 9 w 11"/>
                  <a:gd name="T25" fmla="*/ 8 h 11"/>
                  <a:gd name="T26" fmla="*/ 11 w 11"/>
                  <a:gd name="T27" fmla="*/ 6 h 11"/>
                  <a:gd name="T28" fmla="*/ 11 w 11"/>
                  <a:gd name="T29" fmla="*/ 6 h 11"/>
                  <a:gd name="T30" fmla="*/ 9 w 11"/>
                  <a:gd name="T31" fmla="*/ 4 h 11"/>
                  <a:gd name="T32" fmla="*/ 7 w 11"/>
                  <a:gd name="T33" fmla="*/ 2 h 11"/>
                  <a:gd name="T34" fmla="*/ 7 w 11"/>
                  <a:gd name="T35" fmla="*/ 0 h 11"/>
                  <a:gd name="T36" fmla="*/ 5 w 11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5" y="0"/>
                    </a:moveTo>
                    <a:lnTo>
                      <a:pt x="3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3" y="11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9" y="4"/>
                    </a:lnTo>
                    <a:lnTo>
                      <a:pt x="7" y="2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51" name="Freeform 407"/>
              <p:cNvSpPr>
                <a:spLocks/>
              </p:cNvSpPr>
              <p:nvPr/>
            </p:nvSpPr>
            <p:spPr bwMode="auto">
              <a:xfrm>
                <a:off x="3914" y="3010"/>
                <a:ext cx="6" cy="6"/>
              </a:xfrm>
              <a:custGeom>
                <a:avLst/>
                <a:gdLst>
                  <a:gd name="T0" fmla="*/ 5 w 11"/>
                  <a:gd name="T1" fmla="*/ 0 h 11"/>
                  <a:gd name="T2" fmla="*/ 4 w 11"/>
                  <a:gd name="T3" fmla="*/ 0 h 11"/>
                  <a:gd name="T4" fmla="*/ 2 w 11"/>
                  <a:gd name="T5" fmla="*/ 2 h 11"/>
                  <a:gd name="T6" fmla="*/ 0 w 11"/>
                  <a:gd name="T7" fmla="*/ 4 h 11"/>
                  <a:gd name="T8" fmla="*/ 0 w 11"/>
                  <a:gd name="T9" fmla="*/ 6 h 11"/>
                  <a:gd name="T10" fmla="*/ 0 w 11"/>
                  <a:gd name="T11" fmla="*/ 8 h 11"/>
                  <a:gd name="T12" fmla="*/ 0 w 11"/>
                  <a:gd name="T13" fmla="*/ 9 h 11"/>
                  <a:gd name="T14" fmla="*/ 2 w 11"/>
                  <a:gd name="T15" fmla="*/ 11 h 11"/>
                  <a:gd name="T16" fmla="*/ 4 w 11"/>
                  <a:gd name="T17" fmla="*/ 11 h 11"/>
                  <a:gd name="T18" fmla="*/ 5 w 11"/>
                  <a:gd name="T19" fmla="*/ 11 h 11"/>
                  <a:gd name="T20" fmla="*/ 5 w 11"/>
                  <a:gd name="T21" fmla="*/ 11 h 11"/>
                  <a:gd name="T22" fmla="*/ 7 w 11"/>
                  <a:gd name="T23" fmla="*/ 9 h 11"/>
                  <a:gd name="T24" fmla="*/ 9 w 11"/>
                  <a:gd name="T25" fmla="*/ 8 h 11"/>
                  <a:gd name="T26" fmla="*/ 11 w 11"/>
                  <a:gd name="T27" fmla="*/ 6 h 11"/>
                  <a:gd name="T28" fmla="*/ 11 w 11"/>
                  <a:gd name="T29" fmla="*/ 6 h 11"/>
                  <a:gd name="T30" fmla="*/ 9 w 11"/>
                  <a:gd name="T31" fmla="*/ 4 h 11"/>
                  <a:gd name="T32" fmla="*/ 7 w 11"/>
                  <a:gd name="T33" fmla="*/ 2 h 11"/>
                  <a:gd name="T34" fmla="*/ 7 w 11"/>
                  <a:gd name="T35" fmla="*/ 0 h 11"/>
                  <a:gd name="T36" fmla="*/ 5 w 11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5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9" y="4"/>
                    </a:lnTo>
                    <a:lnTo>
                      <a:pt x="7" y="2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52" name="Freeform 408"/>
              <p:cNvSpPr>
                <a:spLocks/>
              </p:cNvSpPr>
              <p:nvPr/>
            </p:nvSpPr>
            <p:spPr bwMode="auto">
              <a:xfrm>
                <a:off x="3925" y="3010"/>
                <a:ext cx="6" cy="6"/>
              </a:xfrm>
              <a:custGeom>
                <a:avLst/>
                <a:gdLst>
                  <a:gd name="T0" fmla="*/ 5 w 11"/>
                  <a:gd name="T1" fmla="*/ 0 h 11"/>
                  <a:gd name="T2" fmla="*/ 4 w 11"/>
                  <a:gd name="T3" fmla="*/ 0 h 11"/>
                  <a:gd name="T4" fmla="*/ 2 w 11"/>
                  <a:gd name="T5" fmla="*/ 2 h 11"/>
                  <a:gd name="T6" fmla="*/ 0 w 11"/>
                  <a:gd name="T7" fmla="*/ 4 h 11"/>
                  <a:gd name="T8" fmla="*/ 0 w 11"/>
                  <a:gd name="T9" fmla="*/ 6 h 11"/>
                  <a:gd name="T10" fmla="*/ 0 w 11"/>
                  <a:gd name="T11" fmla="*/ 8 h 11"/>
                  <a:gd name="T12" fmla="*/ 0 w 11"/>
                  <a:gd name="T13" fmla="*/ 9 h 11"/>
                  <a:gd name="T14" fmla="*/ 2 w 11"/>
                  <a:gd name="T15" fmla="*/ 11 h 11"/>
                  <a:gd name="T16" fmla="*/ 4 w 11"/>
                  <a:gd name="T17" fmla="*/ 11 h 11"/>
                  <a:gd name="T18" fmla="*/ 5 w 11"/>
                  <a:gd name="T19" fmla="*/ 11 h 11"/>
                  <a:gd name="T20" fmla="*/ 5 w 11"/>
                  <a:gd name="T21" fmla="*/ 11 h 11"/>
                  <a:gd name="T22" fmla="*/ 7 w 11"/>
                  <a:gd name="T23" fmla="*/ 9 h 11"/>
                  <a:gd name="T24" fmla="*/ 9 w 11"/>
                  <a:gd name="T25" fmla="*/ 8 h 11"/>
                  <a:gd name="T26" fmla="*/ 11 w 11"/>
                  <a:gd name="T27" fmla="*/ 6 h 11"/>
                  <a:gd name="T28" fmla="*/ 11 w 11"/>
                  <a:gd name="T29" fmla="*/ 6 h 11"/>
                  <a:gd name="T30" fmla="*/ 9 w 11"/>
                  <a:gd name="T31" fmla="*/ 4 h 11"/>
                  <a:gd name="T32" fmla="*/ 7 w 11"/>
                  <a:gd name="T33" fmla="*/ 2 h 11"/>
                  <a:gd name="T34" fmla="*/ 7 w 11"/>
                  <a:gd name="T35" fmla="*/ 0 h 11"/>
                  <a:gd name="T36" fmla="*/ 5 w 11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5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9" y="4"/>
                    </a:lnTo>
                    <a:lnTo>
                      <a:pt x="7" y="2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53" name="Freeform 409"/>
              <p:cNvSpPr>
                <a:spLocks/>
              </p:cNvSpPr>
              <p:nvPr/>
            </p:nvSpPr>
            <p:spPr bwMode="auto">
              <a:xfrm>
                <a:off x="3937" y="3010"/>
                <a:ext cx="6" cy="6"/>
              </a:xfrm>
              <a:custGeom>
                <a:avLst/>
                <a:gdLst>
                  <a:gd name="T0" fmla="*/ 6 w 11"/>
                  <a:gd name="T1" fmla="*/ 0 h 11"/>
                  <a:gd name="T2" fmla="*/ 4 w 11"/>
                  <a:gd name="T3" fmla="*/ 0 h 11"/>
                  <a:gd name="T4" fmla="*/ 2 w 11"/>
                  <a:gd name="T5" fmla="*/ 2 h 11"/>
                  <a:gd name="T6" fmla="*/ 0 w 11"/>
                  <a:gd name="T7" fmla="*/ 4 h 11"/>
                  <a:gd name="T8" fmla="*/ 0 w 11"/>
                  <a:gd name="T9" fmla="*/ 6 h 11"/>
                  <a:gd name="T10" fmla="*/ 0 w 11"/>
                  <a:gd name="T11" fmla="*/ 8 h 11"/>
                  <a:gd name="T12" fmla="*/ 0 w 11"/>
                  <a:gd name="T13" fmla="*/ 9 h 11"/>
                  <a:gd name="T14" fmla="*/ 2 w 11"/>
                  <a:gd name="T15" fmla="*/ 11 h 11"/>
                  <a:gd name="T16" fmla="*/ 4 w 11"/>
                  <a:gd name="T17" fmla="*/ 11 h 11"/>
                  <a:gd name="T18" fmla="*/ 6 w 11"/>
                  <a:gd name="T19" fmla="*/ 11 h 11"/>
                  <a:gd name="T20" fmla="*/ 6 w 11"/>
                  <a:gd name="T21" fmla="*/ 11 h 11"/>
                  <a:gd name="T22" fmla="*/ 7 w 11"/>
                  <a:gd name="T23" fmla="*/ 9 h 11"/>
                  <a:gd name="T24" fmla="*/ 9 w 11"/>
                  <a:gd name="T25" fmla="*/ 8 h 11"/>
                  <a:gd name="T26" fmla="*/ 11 w 11"/>
                  <a:gd name="T27" fmla="*/ 6 h 11"/>
                  <a:gd name="T28" fmla="*/ 11 w 11"/>
                  <a:gd name="T29" fmla="*/ 6 h 11"/>
                  <a:gd name="T30" fmla="*/ 9 w 11"/>
                  <a:gd name="T31" fmla="*/ 4 h 11"/>
                  <a:gd name="T32" fmla="*/ 7 w 11"/>
                  <a:gd name="T33" fmla="*/ 2 h 11"/>
                  <a:gd name="T34" fmla="*/ 7 w 11"/>
                  <a:gd name="T35" fmla="*/ 0 h 11"/>
                  <a:gd name="T36" fmla="*/ 6 w 11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9" y="4"/>
                    </a:lnTo>
                    <a:lnTo>
                      <a:pt x="7" y="2"/>
                    </a:lnTo>
                    <a:lnTo>
                      <a:pt x="7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54" name="Freeform 410"/>
              <p:cNvSpPr>
                <a:spLocks/>
              </p:cNvSpPr>
              <p:nvPr/>
            </p:nvSpPr>
            <p:spPr bwMode="auto">
              <a:xfrm>
                <a:off x="3948" y="3010"/>
                <a:ext cx="6" cy="6"/>
              </a:xfrm>
              <a:custGeom>
                <a:avLst/>
                <a:gdLst>
                  <a:gd name="T0" fmla="*/ 6 w 11"/>
                  <a:gd name="T1" fmla="*/ 0 h 11"/>
                  <a:gd name="T2" fmla="*/ 4 w 11"/>
                  <a:gd name="T3" fmla="*/ 0 h 11"/>
                  <a:gd name="T4" fmla="*/ 2 w 11"/>
                  <a:gd name="T5" fmla="*/ 2 h 11"/>
                  <a:gd name="T6" fmla="*/ 0 w 11"/>
                  <a:gd name="T7" fmla="*/ 4 h 11"/>
                  <a:gd name="T8" fmla="*/ 0 w 11"/>
                  <a:gd name="T9" fmla="*/ 6 h 11"/>
                  <a:gd name="T10" fmla="*/ 0 w 11"/>
                  <a:gd name="T11" fmla="*/ 8 h 11"/>
                  <a:gd name="T12" fmla="*/ 0 w 11"/>
                  <a:gd name="T13" fmla="*/ 9 h 11"/>
                  <a:gd name="T14" fmla="*/ 2 w 11"/>
                  <a:gd name="T15" fmla="*/ 11 h 11"/>
                  <a:gd name="T16" fmla="*/ 4 w 11"/>
                  <a:gd name="T17" fmla="*/ 11 h 11"/>
                  <a:gd name="T18" fmla="*/ 6 w 11"/>
                  <a:gd name="T19" fmla="*/ 11 h 11"/>
                  <a:gd name="T20" fmla="*/ 6 w 11"/>
                  <a:gd name="T21" fmla="*/ 11 h 11"/>
                  <a:gd name="T22" fmla="*/ 7 w 11"/>
                  <a:gd name="T23" fmla="*/ 9 h 11"/>
                  <a:gd name="T24" fmla="*/ 9 w 11"/>
                  <a:gd name="T25" fmla="*/ 8 h 11"/>
                  <a:gd name="T26" fmla="*/ 11 w 11"/>
                  <a:gd name="T27" fmla="*/ 6 h 11"/>
                  <a:gd name="T28" fmla="*/ 11 w 11"/>
                  <a:gd name="T29" fmla="*/ 6 h 11"/>
                  <a:gd name="T30" fmla="*/ 9 w 11"/>
                  <a:gd name="T31" fmla="*/ 4 h 11"/>
                  <a:gd name="T32" fmla="*/ 7 w 11"/>
                  <a:gd name="T33" fmla="*/ 2 h 11"/>
                  <a:gd name="T34" fmla="*/ 7 w 11"/>
                  <a:gd name="T35" fmla="*/ 0 h 11"/>
                  <a:gd name="T36" fmla="*/ 6 w 11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9" y="4"/>
                    </a:lnTo>
                    <a:lnTo>
                      <a:pt x="7" y="2"/>
                    </a:lnTo>
                    <a:lnTo>
                      <a:pt x="7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55" name="Freeform 411"/>
              <p:cNvSpPr>
                <a:spLocks/>
              </p:cNvSpPr>
              <p:nvPr/>
            </p:nvSpPr>
            <p:spPr bwMode="auto">
              <a:xfrm>
                <a:off x="3960" y="3010"/>
                <a:ext cx="6" cy="6"/>
              </a:xfrm>
              <a:custGeom>
                <a:avLst/>
                <a:gdLst>
                  <a:gd name="T0" fmla="*/ 6 w 11"/>
                  <a:gd name="T1" fmla="*/ 0 h 11"/>
                  <a:gd name="T2" fmla="*/ 4 w 11"/>
                  <a:gd name="T3" fmla="*/ 0 h 11"/>
                  <a:gd name="T4" fmla="*/ 2 w 11"/>
                  <a:gd name="T5" fmla="*/ 2 h 11"/>
                  <a:gd name="T6" fmla="*/ 0 w 11"/>
                  <a:gd name="T7" fmla="*/ 4 h 11"/>
                  <a:gd name="T8" fmla="*/ 0 w 11"/>
                  <a:gd name="T9" fmla="*/ 6 h 11"/>
                  <a:gd name="T10" fmla="*/ 0 w 11"/>
                  <a:gd name="T11" fmla="*/ 8 h 11"/>
                  <a:gd name="T12" fmla="*/ 0 w 11"/>
                  <a:gd name="T13" fmla="*/ 9 h 11"/>
                  <a:gd name="T14" fmla="*/ 2 w 11"/>
                  <a:gd name="T15" fmla="*/ 11 h 11"/>
                  <a:gd name="T16" fmla="*/ 4 w 11"/>
                  <a:gd name="T17" fmla="*/ 11 h 11"/>
                  <a:gd name="T18" fmla="*/ 6 w 11"/>
                  <a:gd name="T19" fmla="*/ 11 h 11"/>
                  <a:gd name="T20" fmla="*/ 6 w 11"/>
                  <a:gd name="T21" fmla="*/ 11 h 11"/>
                  <a:gd name="T22" fmla="*/ 8 w 11"/>
                  <a:gd name="T23" fmla="*/ 9 h 11"/>
                  <a:gd name="T24" fmla="*/ 9 w 11"/>
                  <a:gd name="T25" fmla="*/ 8 h 11"/>
                  <a:gd name="T26" fmla="*/ 11 w 11"/>
                  <a:gd name="T27" fmla="*/ 6 h 11"/>
                  <a:gd name="T28" fmla="*/ 11 w 11"/>
                  <a:gd name="T29" fmla="*/ 6 h 11"/>
                  <a:gd name="T30" fmla="*/ 9 w 11"/>
                  <a:gd name="T31" fmla="*/ 4 h 11"/>
                  <a:gd name="T32" fmla="*/ 8 w 11"/>
                  <a:gd name="T33" fmla="*/ 2 h 11"/>
                  <a:gd name="T34" fmla="*/ 8 w 11"/>
                  <a:gd name="T35" fmla="*/ 0 h 11"/>
                  <a:gd name="T36" fmla="*/ 6 w 11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9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56" name="Freeform 412"/>
              <p:cNvSpPr>
                <a:spLocks/>
              </p:cNvSpPr>
              <p:nvPr/>
            </p:nvSpPr>
            <p:spPr bwMode="auto">
              <a:xfrm>
                <a:off x="3971" y="3010"/>
                <a:ext cx="6" cy="6"/>
              </a:xfrm>
              <a:custGeom>
                <a:avLst/>
                <a:gdLst>
                  <a:gd name="T0" fmla="*/ 6 w 11"/>
                  <a:gd name="T1" fmla="*/ 0 h 11"/>
                  <a:gd name="T2" fmla="*/ 4 w 11"/>
                  <a:gd name="T3" fmla="*/ 0 h 11"/>
                  <a:gd name="T4" fmla="*/ 2 w 11"/>
                  <a:gd name="T5" fmla="*/ 2 h 11"/>
                  <a:gd name="T6" fmla="*/ 0 w 11"/>
                  <a:gd name="T7" fmla="*/ 4 h 11"/>
                  <a:gd name="T8" fmla="*/ 0 w 11"/>
                  <a:gd name="T9" fmla="*/ 6 h 11"/>
                  <a:gd name="T10" fmla="*/ 0 w 11"/>
                  <a:gd name="T11" fmla="*/ 8 h 11"/>
                  <a:gd name="T12" fmla="*/ 0 w 11"/>
                  <a:gd name="T13" fmla="*/ 9 h 11"/>
                  <a:gd name="T14" fmla="*/ 2 w 11"/>
                  <a:gd name="T15" fmla="*/ 11 h 11"/>
                  <a:gd name="T16" fmla="*/ 4 w 11"/>
                  <a:gd name="T17" fmla="*/ 11 h 11"/>
                  <a:gd name="T18" fmla="*/ 6 w 11"/>
                  <a:gd name="T19" fmla="*/ 11 h 11"/>
                  <a:gd name="T20" fmla="*/ 6 w 11"/>
                  <a:gd name="T21" fmla="*/ 11 h 11"/>
                  <a:gd name="T22" fmla="*/ 8 w 11"/>
                  <a:gd name="T23" fmla="*/ 9 h 11"/>
                  <a:gd name="T24" fmla="*/ 9 w 11"/>
                  <a:gd name="T25" fmla="*/ 8 h 11"/>
                  <a:gd name="T26" fmla="*/ 11 w 11"/>
                  <a:gd name="T27" fmla="*/ 6 h 11"/>
                  <a:gd name="T28" fmla="*/ 11 w 11"/>
                  <a:gd name="T29" fmla="*/ 6 h 11"/>
                  <a:gd name="T30" fmla="*/ 9 w 11"/>
                  <a:gd name="T31" fmla="*/ 4 h 11"/>
                  <a:gd name="T32" fmla="*/ 8 w 11"/>
                  <a:gd name="T33" fmla="*/ 2 h 11"/>
                  <a:gd name="T34" fmla="*/ 8 w 11"/>
                  <a:gd name="T35" fmla="*/ 0 h 11"/>
                  <a:gd name="T36" fmla="*/ 6 w 11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9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57" name="Freeform 413"/>
              <p:cNvSpPr>
                <a:spLocks/>
              </p:cNvSpPr>
              <p:nvPr/>
            </p:nvSpPr>
            <p:spPr bwMode="auto">
              <a:xfrm>
                <a:off x="3983" y="3010"/>
                <a:ext cx="6" cy="6"/>
              </a:xfrm>
              <a:custGeom>
                <a:avLst/>
                <a:gdLst>
                  <a:gd name="T0" fmla="*/ 6 w 11"/>
                  <a:gd name="T1" fmla="*/ 0 h 11"/>
                  <a:gd name="T2" fmla="*/ 4 w 11"/>
                  <a:gd name="T3" fmla="*/ 0 h 11"/>
                  <a:gd name="T4" fmla="*/ 2 w 11"/>
                  <a:gd name="T5" fmla="*/ 2 h 11"/>
                  <a:gd name="T6" fmla="*/ 0 w 11"/>
                  <a:gd name="T7" fmla="*/ 4 h 11"/>
                  <a:gd name="T8" fmla="*/ 0 w 11"/>
                  <a:gd name="T9" fmla="*/ 6 h 11"/>
                  <a:gd name="T10" fmla="*/ 0 w 11"/>
                  <a:gd name="T11" fmla="*/ 8 h 11"/>
                  <a:gd name="T12" fmla="*/ 0 w 11"/>
                  <a:gd name="T13" fmla="*/ 9 h 11"/>
                  <a:gd name="T14" fmla="*/ 2 w 11"/>
                  <a:gd name="T15" fmla="*/ 11 h 11"/>
                  <a:gd name="T16" fmla="*/ 4 w 11"/>
                  <a:gd name="T17" fmla="*/ 11 h 11"/>
                  <a:gd name="T18" fmla="*/ 6 w 11"/>
                  <a:gd name="T19" fmla="*/ 11 h 11"/>
                  <a:gd name="T20" fmla="*/ 6 w 11"/>
                  <a:gd name="T21" fmla="*/ 11 h 11"/>
                  <a:gd name="T22" fmla="*/ 8 w 11"/>
                  <a:gd name="T23" fmla="*/ 9 h 11"/>
                  <a:gd name="T24" fmla="*/ 10 w 11"/>
                  <a:gd name="T25" fmla="*/ 8 h 11"/>
                  <a:gd name="T26" fmla="*/ 11 w 11"/>
                  <a:gd name="T27" fmla="*/ 6 h 11"/>
                  <a:gd name="T28" fmla="*/ 11 w 11"/>
                  <a:gd name="T29" fmla="*/ 6 h 11"/>
                  <a:gd name="T30" fmla="*/ 10 w 11"/>
                  <a:gd name="T31" fmla="*/ 4 h 11"/>
                  <a:gd name="T32" fmla="*/ 8 w 11"/>
                  <a:gd name="T33" fmla="*/ 2 h 11"/>
                  <a:gd name="T34" fmla="*/ 8 w 11"/>
                  <a:gd name="T35" fmla="*/ 0 h 11"/>
                  <a:gd name="T36" fmla="*/ 6 w 11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58" name="Freeform 414"/>
              <p:cNvSpPr>
                <a:spLocks/>
              </p:cNvSpPr>
              <p:nvPr/>
            </p:nvSpPr>
            <p:spPr bwMode="auto">
              <a:xfrm>
                <a:off x="3994" y="3010"/>
                <a:ext cx="6" cy="6"/>
              </a:xfrm>
              <a:custGeom>
                <a:avLst/>
                <a:gdLst>
                  <a:gd name="T0" fmla="*/ 6 w 11"/>
                  <a:gd name="T1" fmla="*/ 0 h 11"/>
                  <a:gd name="T2" fmla="*/ 4 w 11"/>
                  <a:gd name="T3" fmla="*/ 0 h 11"/>
                  <a:gd name="T4" fmla="*/ 2 w 11"/>
                  <a:gd name="T5" fmla="*/ 2 h 11"/>
                  <a:gd name="T6" fmla="*/ 0 w 11"/>
                  <a:gd name="T7" fmla="*/ 4 h 11"/>
                  <a:gd name="T8" fmla="*/ 0 w 11"/>
                  <a:gd name="T9" fmla="*/ 6 h 11"/>
                  <a:gd name="T10" fmla="*/ 0 w 11"/>
                  <a:gd name="T11" fmla="*/ 8 h 11"/>
                  <a:gd name="T12" fmla="*/ 0 w 11"/>
                  <a:gd name="T13" fmla="*/ 9 h 11"/>
                  <a:gd name="T14" fmla="*/ 2 w 11"/>
                  <a:gd name="T15" fmla="*/ 11 h 11"/>
                  <a:gd name="T16" fmla="*/ 4 w 11"/>
                  <a:gd name="T17" fmla="*/ 11 h 11"/>
                  <a:gd name="T18" fmla="*/ 6 w 11"/>
                  <a:gd name="T19" fmla="*/ 11 h 11"/>
                  <a:gd name="T20" fmla="*/ 6 w 11"/>
                  <a:gd name="T21" fmla="*/ 11 h 11"/>
                  <a:gd name="T22" fmla="*/ 8 w 11"/>
                  <a:gd name="T23" fmla="*/ 9 h 11"/>
                  <a:gd name="T24" fmla="*/ 10 w 11"/>
                  <a:gd name="T25" fmla="*/ 8 h 11"/>
                  <a:gd name="T26" fmla="*/ 11 w 11"/>
                  <a:gd name="T27" fmla="*/ 6 h 11"/>
                  <a:gd name="T28" fmla="*/ 11 w 11"/>
                  <a:gd name="T29" fmla="*/ 6 h 11"/>
                  <a:gd name="T30" fmla="*/ 10 w 11"/>
                  <a:gd name="T31" fmla="*/ 4 h 11"/>
                  <a:gd name="T32" fmla="*/ 8 w 11"/>
                  <a:gd name="T33" fmla="*/ 2 h 11"/>
                  <a:gd name="T34" fmla="*/ 8 w 11"/>
                  <a:gd name="T35" fmla="*/ 0 h 11"/>
                  <a:gd name="T36" fmla="*/ 6 w 11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59" name="Freeform 415"/>
              <p:cNvSpPr>
                <a:spLocks/>
              </p:cNvSpPr>
              <p:nvPr/>
            </p:nvSpPr>
            <p:spPr bwMode="auto">
              <a:xfrm>
                <a:off x="4006" y="3010"/>
                <a:ext cx="6" cy="6"/>
              </a:xfrm>
              <a:custGeom>
                <a:avLst/>
                <a:gdLst>
                  <a:gd name="T0" fmla="*/ 6 w 12"/>
                  <a:gd name="T1" fmla="*/ 0 h 11"/>
                  <a:gd name="T2" fmla="*/ 4 w 12"/>
                  <a:gd name="T3" fmla="*/ 0 h 11"/>
                  <a:gd name="T4" fmla="*/ 2 w 12"/>
                  <a:gd name="T5" fmla="*/ 2 h 11"/>
                  <a:gd name="T6" fmla="*/ 0 w 12"/>
                  <a:gd name="T7" fmla="*/ 4 h 11"/>
                  <a:gd name="T8" fmla="*/ 0 w 12"/>
                  <a:gd name="T9" fmla="*/ 6 h 11"/>
                  <a:gd name="T10" fmla="*/ 0 w 12"/>
                  <a:gd name="T11" fmla="*/ 8 h 11"/>
                  <a:gd name="T12" fmla="*/ 0 w 12"/>
                  <a:gd name="T13" fmla="*/ 9 h 11"/>
                  <a:gd name="T14" fmla="*/ 2 w 12"/>
                  <a:gd name="T15" fmla="*/ 11 h 11"/>
                  <a:gd name="T16" fmla="*/ 4 w 12"/>
                  <a:gd name="T17" fmla="*/ 11 h 11"/>
                  <a:gd name="T18" fmla="*/ 6 w 12"/>
                  <a:gd name="T19" fmla="*/ 11 h 11"/>
                  <a:gd name="T20" fmla="*/ 6 w 12"/>
                  <a:gd name="T21" fmla="*/ 11 h 11"/>
                  <a:gd name="T22" fmla="*/ 8 w 12"/>
                  <a:gd name="T23" fmla="*/ 9 h 11"/>
                  <a:gd name="T24" fmla="*/ 10 w 12"/>
                  <a:gd name="T25" fmla="*/ 8 h 11"/>
                  <a:gd name="T26" fmla="*/ 12 w 12"/>
                  <a:gd name="T27" fmla="*/ 6 h 11"/>
                  <a:gd name="T28" fmla="*/ 12 w 12"/>
                  <a:gd name="T29" fmla="*/ 6 h 11"/>
                  <a:gd name="T30" fmla="*/ 10 w 12"/>
                  <a:gd name="T31" fmla="*/ 4 h 11"/>
                  <a:gd name="T32" fmla="*/ 8 w 12"/>
                  <a:gd name="T33" fmla="*/ 2 h 11"/>
                  <a:gd name="T34" fmla="*/ 8 w 12"/>
                  <a:gd name="T35" fmla="*/ 0 h 11"/>
                  <a:gd name="T36" fmla="*/ 6 w 12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60" name="Freeform 416"/>
              <p:cNvSpPr>
                <a:spLocks/>
              </p:cNvSpPr>
              <p:nvPr/>
            </p:nvSpPr>
            <p:spPr bwMode="auto">
              <a:xfrm>
                <a:off x="4018" y="3010"/>
                <a:ext cx="5" cy="6"/>
              </a:xfrm>
              <a:custGeom>
                <a:avLst/>
                <a:gdLst>
                  <a:gd name="T0" fmla="*/ 6 w 12"/>
                  <a:gd name="T1" fmla="*/ 0 h 11"/>
                  <a:gd name="T2" fmla="*/ 4 w 12"/>
                  <a:gd name="T3" fmla="*/ 0 h 11"/>
                  <a:gd name="T4" fmla="*/ 2 w 12"/>
                  <a:gd name="T5" fmla="*/ 2 h 11"/>
                  <a:gd name="T6" fmla="*/ 0 w 12"/>
                  <a:gd name="T7" fmla="*/ 4 h 11"/>
                  <a:gd name="T8" fmla="*/ 0 w 12"/>
                  <a:gd name="T9" fmla="*/ 6 h 11"/>
                  <a:gd name="T10" fmla="*/ 0 w 12"/>
                  <a:gd name="T11" fmla="*/ 8 h 11"/>
                  <a:gd name="T12" fmla="*/ 0 w 12"/>
                  <a:gd name="T13" fmla="*/ 9 h 11"/>
                  <a:gd name="T14" fmla="*/ 2 w 12"/>
                  <a:gd name="T15" fmla="*/ 11 h 11"/>
                  <a:gd name="T16" fmla="*/ 4 w 12"/>
                  <a:gd name="T17" fmla="*/ 11 h 11"/>
                  <a:gd name="T18" fmla="*/ 6 w 12"/>
                  <a:gd name="T19" fmla="*/ 11 h 11"/>
                  <a:gd name="T20" fmla="*/ 6 w 12"/>
                  <a:gd name="T21" fmla="*/ 11 h 11"/>
                  <a:gd name="T22" fmla="*/ 8 w 12"/>
                  <a:gd name="T23" fmla="*/ 9 h 11"/>
                  <a:gd name="T24" fmla="*/ 10 w 12"/>
                  <a:gd name="T25" fmla="*/ 8 h 11"/>
                  <a:gd name="T26" fmla="*/ 12 w 12"/>
                  <a:gd name="T27" fmla="*/ 6 h 11"/>
                  <a:gd name="T28" fmla="*/ 12 w 12"/>
                  <a:gd name="T29" fmla="*/ 6 h 11"/>
                  <a:gd name="T30" fmla="*/ 10 w 12"/>
                  <a:gd name="T31" fmla="*/ 4 h 11"/>
                  <a:gd name="T32" fmla="*/ 8 w 12"/>
                  <a:gd name="T33" fmla="*/ 2 h 11"/>
                  <a:gd name="T34" fmla="*/ 8 w 12"/>
                  <a:gd name="T35" fmla="*/ 0 h 11"/>
                  <a:gd name="T36" fmla="*/ 6 w 12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61" name="Freeform 417"/>
              <p:cNvSpPr>
                <a:spLocks/>
              </p:cNvSpPr>
              <p:nvPr/>
            </p:nvSpPr>
            <p:spPr bwMode="auto">
              <a:xfrm>
                <a:off x="4029" y="3010"/>
                <a:ext cx="6" cy="6"/>
              </a:xfrm>
              <a:custGeom>
                <a:avLst/>
                <a:gdLst>
                  <a:gd name="T0" fmla="*/ 6 w 12"/>
                  <a:gd name="T1" fmla="*/ 0 h 11"/>
                  <a:gd name="T2" fmla="*/ 4 w 12"/>
                  <a:gd name="T3" fmla="*/ 0 h 11"/>
                  <a:gd name="T4" fmla="*/ 2 w 12"/>
                  <a:gd name="T5" fmla="*/ 2 h 11"/>
                  <a:gd name="T6" fmla="*/ 0 w 12"/>
                  <a:gd name="T7" fmla="*/ 4 h 11"/>
                  <a:gd name="T8" fmla="*/ 0 w 12"/>
                  <a:gd name="T9" fmla="*/ 6 h 11"/>
                  <a:gd name="T10" fmla="*/ 0 w 12"/>
                  <a:gd name="T11" fmla="*/ 8 h 11"/>
                  <a:gd name="T12" fmla="*/ 0 w 12"/>
                  <a:gd name="T13" fmla="*/ 9 h 11"/>
                  <a:gd name="T14" fmla="*/ 2 w 12"/>
                  <a:gd name="T15" fmla="*/ 11 h 11"/>
                  <a:gd name="T16" fmla="*/ 4 w 12"/>
                  <a:gd name="T17" fmla="*/ 11 h 11"/>
                  <a:gd name="T18" fmla="*/ 6 w 12"/>
                  <a:gd name="T19" fmla="*/ 11 h 11"/>
                  <a:gd name="T20" fmla="*/ 6 w 12"/>
                  <a:gd name="T21" fmla="*/ 11 h 11"/>
                  <a:gd name="T22" fmla="*/ 8 w 12"/>
                  <a:gd name="T23" fmla="*/ 9 h 11"/>
                  <a:gd name="T24" fmla="*/ 10 w 12"/>
                  <a:gd name="T25" fmla="*/ 8 h 11"/>
                  <a:gd name="T26" fmla="*/ 12 w 12"/>
                  <a:gd name="T27" fmla="*/ 6 h 11"/>
                  <a:gd name="T28" fmla="*/ 12 w 12"/>
                  <a:gd name="T29" fmla="*/ 6 h 11"/>
                  <a:gd name="T30" fmla="*/ 10 w 12"/>
                  <a:gd name="T31" fmla="*/ 4 h 11"/>
                  <a:gd name="T32" fmla="*/ 8 w 12"/>
                  <a:gd name="T33" fmla="*/ 2 h 11"/>
                  <a:gd name="T34" fmla="*/ 8 w 12"/>
                  <a:gd name="T35" fmla="*/ 0 h 11"/>
                  <a:gd name="T36" fmla="*/ 6 w 12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62" name="Freeform 418"/>
              <p:cNvSpPr>
                <a:spLocks/>
              </p:cNvSpPr>
              <p:nvPr/>
            </p:nvSpPr>
            <p:spPr bwMode="auto">
              <a:xfrm>
                <a:off x="4041" y="3010"/>
                <a:ext cx="5" cy="6"/>
              </a:xfrm>
              <a:custGeom>
                <a:avLst/>
                <a:gdLst>
                  <a:gd name="T0" fmla="*/ 6 w 12"/>
                  <a:gd name="T1" fmla="*/ 0 h 11"/>
                  <a:gd name="T2" fmla="*/ 4 w 12"/>
                  <a:gd name="T3" fmla="*/ 0 h 11"/>
                  <a:gd name="T4" fmla="*/ 2 w 12"/>
                  <a:gd name="T5" fmla="*/ 2 h 11"/>
                  <a:gd name="T6" fmla="*/ 0 w 12"/>
                  <a:gd name="T7" fmla="*/ 4 h 11"/>
                  <a:gd name="T8" fmla="*/ 0 w 12"/>
                  <a:gd name="T9" fmla="*/ 6 h 11"/>
                  <a:gd name="T10" fmla="*/ 0 w 12"/>
                  <a:gd name="T11" fmla="*/ 8 h 11"/>
                  <a:gd name="T12" fmla="*/ 0 w 12"/>
                  <a:gd name="T13" fmla="*/ 9 h 11"/>
                  <a:gd name="T14" fmla="*/ 2 w 12"/>
                  <a:gd name="T15" fmla="*/ 11 h 11"/>
                  <a:gd name="T16" fmla="*/ 4 w 12"/>
                  <a:gd name="T17" fmla="*/ 11 h 11"/>
                  <a:gd name="T18" fmla="*/ 6 w 12"/>
                  <a:gd name="T19" fmla="*/ 11 h 11"/>
                  <a:gd name="T20" fmla="*/ 6 w 12"/>
                  <a:gd name="T21" fmla="*/ 11 h 11"/>
                  <a:gd name="T22" fmla="*/ 8 w 12"/>
                  <a:gd name="T23" fmla="*/ 9 h 11"/>
                  <a:gd name="T24" fmla="*/ 10 w 12"/>
                  <a:gd name="T25" fmla="*/ 8 h 11"/>
                  <a:gd name="T26" fmla="*/ 12 w 12"/>
                  <a:gd name="T27" fmla="*/ 6 h 11"/>
                  <a:gd name="T28" fmla="*/ 12 w 12"/>
                  <a:gd name="T29" fmla="*/ 6 h 11"/>
                  <a:gd name="T30" fmla="*/ 10 w 12"/>
                  <a:gd name="T31" fmla="*/ 4 h 11"/>
                  <a:gd name="T32" fmla="*/ 8 w 12"/>
                  <a:gd name="T33" fmla="*/ 2 h 11"/>
                  <a:gd name="T34" fmla="*/ 8 w 12"/>
                  <a:gd name="T35" fmla="*/ 0 h 11"/>
                  <a:gd name="T36" fmla="*/ 6 w 12"/>
                  <a:gd name="T3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1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11"/>
                    </a:lnTo>
                    <a:lnTo>
                      <a:pt x="4" y="11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8" y="9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7763" name="Group 419"/>
            <p:cNvGrpSpPr>
              <a:grpSpLocks/>
            </p:cNvGrpSpPr>
            <p:nvPr/>
          </p:nvGrpSpPr>
          <p:grpSpPr bwMode="auto">
            <a:xfrm>
              <a:off x="1449" y="1308"/>
              <a:ext cx="2597" cy="5"/>
              <a:chOff x="1449" y="1308"/>
              <a:chExt cx="2597" cy="5"/>
            </a:xfrm>
          </p:grpSpPr>
          <p:grpSp>
            <p:nvGrpSpPr>
              <p:cNvPr id="57764" name="Group 420"/>
              <p:cNvGrpSpPr>
                <a:grpSpLocks/>
              </p:cNvGrpSpPr>
              <p:nvPr/>
            </p:nvGrpSpPr>
            <p:grpSpPr bwMode="auto">
              <a:xfrm>
                <a:off x="1449" y="1308"/>
                <a:ext cx="2298" cy="5"/>
                <a:chOff x="1449" y="1308"/>
                <a:chExt cx="2298" cy="5"/>
              </a:xfrm>
            </p:grpSpPr>
            <p:sp>
              <p:nvSpPr>
                <p:cNvPr id="57765" name="Freeform 421"/>
                <p:cNvSpPr>
                  <a:spLocks/>
                </p:cNvSpPr>
                <p:nvPr/>
              </p:nvSpPr>
              <p:spPr bwMode="auto">
                <a:xfrm>
                  <a:off x="1449" y="1308"/>
                  <a:ext cx="5" cy="5"/>
                </a:xfrm>
                <a:custGeom>
                  <a:avLst/>
                  <a:gdLst>
                    <a:gd name="T0" fmla="*/ 8 w 12"/>
                    <a:gd name="T1" fmla="*/ 0 h 12"/>
                    <a:gd name="T2" fmla="*/ 6 w 12"/>
                    <a:gd name="T3" fmla="*/ 0 h 12"/>
                    <a:gd name="T4" fmla="*/ 4 w 12"/>
                    <a:gd name="T5" fmla="*/ 2 h 12"/>
                    <a:gd name="T6" fmla="*/ 2 w 12"/>
                    <a:gd name="T7" fmla="*/ 4 h 12"/>
                    <a:gd name="T8" fmla="*/ 0 w 12"/>
                    <a:gd name="T9" fmla="*/ 6 h 12"/>
                    <a:gd name="T10" fmla="*/ 0 w 12"/>
                    <a:gd name="T11" fmla="*/ 6 h 12"/>
                    <a:gd name="T12" fmla="*/ 2 w 12"/>
                    <a:gd name="T13" fmla="*/ 8 h 12"/>
                    <a:gd name="T14" fmla="*/ 4 w 12"/>
                    <a:gd name="T15" fmla="*/ 10 h 12"/>
                    <a:gd name="T16" fmla="*/ 6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2" h="12">
                      <a:moveTo>
                        <a:pt x="8" y="0"/>
                      </a:moveTo>
                      <a:lnTo>
                        <a:pt x="6" y="0"/>
                      </a:lnTo>
                      <a:lnTo>
                        <a:pt x="4" y="2"/>
                      </a:lnTo>
                      <a:lnTo>
                        <a:pt x="2" y="4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8"/>
                      </a:lnTo>
                      <a:lnTo>
                        <a:pt x="4" y="10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66" name="Freeform 422"/>
                <p:cNvSpPr>
                  <a:spLocks/>
                </p:cNvSpPr>
                <p:nvPr/>
              </p:nvSpPr>
              <p:spPr bwMode="auto">
                <a:xfrm>
                  <a:off x="1460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67" name="Freeform 423"/>
                <p:cNvSpPr>
                  <a:spLocks/>
                </p:cNvSpPr>
                <p:nvPr/>
              </p:nvSpPr>
              <p:spPr bwMode="auto">
                <a:xfrm>
                  <a:off x="1472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68" name="Freeform 424"/>
                <p:cNvSpPr>
                  <a:spLocks/>
                </p:cNvSpPr>
                <p:nvPr/>
              </p:nvSpPr>
              <p:spPr bwMode="auto">
                <a:xfrm>
                  <a:off x="1483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69" name="Freeform 425"/>
                <p:cNvSpPr>
                  <a:spLocks/>
                </p:cNvSpPr>
                <p:nvPr/>
              </p:nvSpPr>
              <p:spPr bwMode="auto">
                <a:xfrm>
                  <a:off x="1495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70" name="Freeform 426"/>
                <p:cNvSpPr>
                  <a:spLocks/>
                </p:cNvSpPr>
                <p:nvPr/>
              </p:nvSpPr>
              <p:spPr bwMode="auto">
                <a:xfrm>
                  <a:off x="1506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71" name="Freeform 427"/>
                <p:cNvSpPr>
                  <a:spLocks/>
                </p:cNvSpPr>
                <p:nvPr/>
              </p:nvSpPr>
              <p:spPr bwMode="auto">
                <a:xfrm>
                  <a:off x="1518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1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1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1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72" name="Freeform 428"/>
                <p:cNvSpPr>
                  <a:spLocks/>
                </p:cNvSpPr>
                <p:nvPr/>
              </p:nvSpPr>
              <p:spPr bwMode="auto">
                <a:xfrm>
                  <a:off x="1529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1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1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1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73" name="Freeform 429"/>
                <p:cNvSpPr>
                  <a:spLocks/>
                </p:cNvSpPr>
                <p:nvPr/>
              </p:nvSpPr>
              <p:spPr bwMode="auto">
                <a:xfrm>
                  <a:off x="1541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74" name="Freeform 430"/>
                <p:cNvSpPr>
                  <a:spLocks/>
                </p:cNvSpPr>
                <p:nvPr/>
              </p:nvSpPr>
              <p:spPr bwMode="auto">
                <a:xfrm>
                  <a:off x="1552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75" name="Freeform 431"/>
                <p:cNvSpPr>
                  <a:spLocks/>
                </p:cNvSpPr>
                <p:nvPr/>
              </p:nvSpPr>
              <p:spPr bwMode="auto">
                <a:xfrm>
                  <a:off x="1564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76" name="Freeform 432"/>
                <p:cNvSpPr>
                  <a:spLocks/>
                </p:cNvSpPr>
                <p:nvPr/>
              </p:nvSpPr>
              <p:spPr bwMode="auto">
                <a:xfrm>
                  <a:off x="1575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77" name="Freeform 433"/>
                <p:cNvSpPr>
                  <a:spLocks/>
                </p:cNvSpPr>
                <p:nvPr/>
              </p:nvSpPr>
              <p:spPr bwMode="auto">
                <a:xfrm>
                  <a:off x="1587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78" name="Freeform 434"/>
                <p:cNvSpPr>
                  <a:spLocks/>
                </p:cNvSpPr>
                <p:nvPr/>
              </p:nvSpPr>
              <p:spPr bwMode="auto">
                <a:xfrm>
                  <a:off x="1598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79" name="Freeform 435"/>
                <p:cNvSpPr>
                  <a:spLocks/>
                </p:cNvSpPr>
                <p:nvPr/>
              </p:nvSpPr>
              <p:spPr bwMode="auto">
                <a:xfrm>
                  <a:off x="1610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80" name="Freeform 436"/>
                <p:cNvSpPr>
                  <a:spLocks/>
                </p:cNvSpPr>
                <p:nvPr/>
              </p:nvSpPr>
              <p:spPr bwMode="auto">
                <a:xfrm>
                  <a:off x="1621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81" name="Freeform 437"/>
                <p:cNvSpPr>
                  <a:spLocks/>
                </p:cNvSpPr>
                <p:nvPr/>
              </p:nvSpPr>
              <p:spPr bwMode="auto">
                <a:xfrm>
                  <a:off x="1633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10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10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82" name="Freeform 438"/>
                <p:cNvSpPr>
                  <a:spLocks/>
                </p:cNvSpPr>
                <p:nvPr/>
              </p:nvSpPr>
              <p:spPr bwMode="auto">
                <a:xfrm>
                  <a:off x="1644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10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10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83" name="Freeform 439"/>
                <p:cNvSpPr>
                  <a:spLocks/>
                </p:cNvSpPr>
                <p:nvPr/>
              </p:nvSpPr>
              <p:spPr bwMode="auto">
                <a:xfrm>
                  <a:off x="1656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10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10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84" name="Freeform 440"/>
                <p:cNvSpPr>
                  <a:spLocks/>
                </p:cNvSpPr>
                <p:nvPr/>
              </p:nvSpPr>
              <p:spPr bwMode="auto">
                <a:xfrm>
                  <a:off x="1668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85" name="Freeform 441"/>
                <p:cNvSpPr>
                  <a:spLocks/>
                </p:cNvSpPr>
                <p:nvPr/>
              </p:nvSpPr>
              <p:spPr bwMode="auto">
                <a:xfrm>
                  <a:off x="1679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86" name="Freeform 442"/>
                <p:cNvSpPr>
                  <a:spLocks/>
                </p:cNvSpPr>
                <p:nvPr/>
              </p:nvSpPr>
              <p:spPr bwMode="auto">
                <a:xfrm>
                  <a:off x="1691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87" name="Freeform 443"/>
                <p:cNvSpPr>
                  <a:spLocks/>
                </p:cNvSpPr>
                <p:nvPr/>
              </p:nvSpPr>
              <p:spPr bwMode="auto">
                <a:xfrm>
                  <a:off x="1702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88" name="Freeform 444"/>
                <p:cNvSpPr>
                  <a:spLocks/>
                </p:cNvSpPr>
                <p:nvPr/>
              </p:nvSpPr>
              <p:spPr bwMode="auto">
                <a:xfrm>
                  <a:off x="1714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89" name="Freeform 445"/>
                <p:cNvSpPr>
                  <a:spLocks/>
                </p:cNvSpPr>
                <p:nvPr/>
              </p:nvSpPr>
              <p:spPr bwMode="auto">
                <a:xfrm>
                  <a:off x="1725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90" name="Freeform 446"/>
                <p:cNvSpPr>
                  <a:spLocks/>
                </p:cNvSpPr>
                <p:nvPr/>
              </p:nvSpPr>
              <p:spPr bwMode="auto">
                <a:xfrm>
                  <a:off x="1737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91" name="Freeform 447"/>
                <p:cNvSpPr>
                  <a:spLocks/>
                </p:cNvSpPr>
                <p:nvPr/>
              </p:nvSpPr>
              <p:spPr bwMode="auto">
                <a:xfrm>
                  <a:off x="1748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92" name="Freeform 448"/>
                <p:cNvSpPr>
                  <a:spLocks/>
                </p:cNvSpPr>
                <p:nvPr/>
              </p:nvSpPr>
              <p:spPr bwMode="auto">
                <a:xfrm>
                  <a:off x="1760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93" name="Freeform 449"/>
                <p:cNvSpPr>
                  <a:spLocks/>
                </p:cNvSpPr>
                <p:nvPr/>
              </p:nvSpPr>
              <p:spPr bwMode="auto">
                <a:xfrm>
                  <a:off x="1771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94" name="Freeform 450"/>
                <p:cNvSpPr>
                  <a:spLocks/>
                </p:cNvSpPr>
                <p:nvPr/>
              </p:nvSpPr>
              <p:spPr bwMode="auto">
                <a:xfrm>
                  <a:off x="1783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95" name="Freeform 451"/>
                <p:cNvSpPr>
                  <a:spLocks/>
                </p:cNvSpPr>
                <p:nvPr/>
              </p:nvSpPr>
              <p:spPr bwMode="auto">
                <a:xfrm>
                  <a:off x="1794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96" name="Freeform 452"/>
                <p:cNvSpPr>
                  <a:spLocks/>
                </p:cNvSpPr>
                <p:nvPr/>
              </p:nvSpPr>
              <p:spPr bwMode="auto">
                <a:xfrm>
                  <a:off x="1806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97" name="Freeform 453"/>
                <p:cNvSpPr>
                  <a:spLocks/>
                </p:cNvSpPr>
                <p:nvPr/>
              </p:nvSpPr>
              <p:spPr bwMode="auto">
                <a:xfrm>
                  <a:off x="1817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1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1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1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98" name="Freeform 454"/>
                <p:cNvSpPr>
                  <a:spLocks/>
                </p:cNvSpPr>
                <p:nvPr/>
              </p:nvSpPr>
              <p:spPr bwMode="auto">
                <a:xfrm>
                  <a:off x="1829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1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1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1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799" name="Freeform 455"/>
                <p:cNvSpPr>
                  <a:spLocks/>
                </p:cNvSpPr>
                <p:nvPr/>
              </p:nvSpPr>
              <p:spPr bwMode="auto">
                <a:xfrm>
                  <a:off x="1840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00" name="Freeform 456"/>
                <p:cNvSpPr>
                  <a:spLocks/>
                </p:cNvSpPr>
                <p:nvPr/>
              </p:nvSpPr>
              <p:spPr bwMode="auto">
                <a:xfrm>
                  <a:off x="1852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01" name="Freeform 457"/>
                <p:cNvSpPr>
                  <a:spLocks/>
                </p:cNvSpPr>
                <p:nvPr/>
              </p:nvSpPr>
              <p:spPr bwMode="auto">
                <a:xfrm>
                  <a:off x="1863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02" name="Freeform 458"/>
                <p:cNvSpPr>
                  <a:spLocks/>
                </p:cNvSpPr>
                <p:nvPr/>
              </p:nvSpPr>
              <p:spPr bwMode="auto">
                <a:xfrm>
                  <a:off x="1875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03" name="Freeform 459"/>
                <p:cNvSpPr>
                  <a:spLocks/>
                </p:cNvSpPr>
                <p:nvPr/>
              </p:nvSpPr>
              <p:spPr bwMode="auto">
                <a:xfrm>
                  <a:off x="1886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04" name="Freeform 460"/>
                <p:cNvSpPr>
                  <a:spLocks/>
                </p:cNvSpPr>
                <p:nvPr/>
              </p:nvSpPr>
              <p:spPr bwMode="auto">
                <a:xfrm>
                  <a:off x="1898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05" name="Freeform 461"/>
                <p:cNvSpPr>
                  <a:spLocks/>
                </p:cNvSpPr>
                <p:nvPr/>
              </p:nvSpPr>
              <p:spPr bwMode="auto">
                <a:xfrm>
                  <a:off x="1909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06" name="Freeform 462"/>
                <p:cNvSpPr>
                  <a:spLocks/>
                </p:cNvSpPr>
                <p:nvPr/>
              </p:nvSpPr>
              <p:spPr bwMode="auto">
                <a:xfrm>
                  <a:off x="1921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07" name="Freeform 463"/>
                <p:cNvSpPr>
                  <a:spLocks/>
                </p:cNvSpPr>
                <p:nvPr/>
              </p:nvSpPr>
              <p:spPr bwMode="auto">
                <a:xfrm>
                  <a:off x="1932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10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10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08" name="Freeform 464"/>
                <p:cNvSpPr>
                  <a:spLocks/>
                </p:cNvSpPr>
                <p:nvPr/>
              </p:nvSpPr>
              <p:spPr bwMode="auto">
                <a:xfrm>
                  <a:off x="1944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10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10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09" name="Freeform 465"/>
                <p:cNvSpPr>
                  <a:spLocks/>
                </p:cNvSpPr>
                <p:nvPr/>
              </p:nvSpPr>
              <p:spPr bwMode="auto">
                <a:xfrm>
                  <a:off x="1956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10" name="Freeform 466"/>
                <p:cNvSpPr>
                  <a:spLocks/>
                </p:cNvSpPr>
                <p:nvPr/>
              </p:nvSpPr>
              <p:spPr bwMode="auto">
                <a:xfrm>
                  <a:off x="1967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11" name="Freeform 467"/>
                <p:cNvSpPr>
                  <a:spLocks/>
                </p:cNvSpPr>
                <p:nvPr/>
              </p:nvSpPr>
              <p:spPr bwMode="auto">
                <a:xfrm>
                  <a:off x="1979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12" name="Freeform 468"/>
                <p:cNvSpPr>
                  <a:spLocks/>
                </p:cNvSpPr>
                <p:nvPr/>
              </p:nvSpPr>
              <p:spPr bwMode="auto">
                <a:xfrm>
                  <a:off x="1990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13" name="Freeform 469"/>
                <p:cNvSpPr>
                  <a:spLocks/>
                </p:cNvSpPr>
                <p:nvPr/>
              </p:nvSpPr>
              <p:spPr bwMode="auto">
                <a:xfrm>
                  <a:off x="2002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14" name="Freeform 470"/>
                <p:cNvSpPr>
                  <a:spLocks/>
                </p:cNvSpPr>
                <p:nvPr/>
              </p:nvSpPr>
              <p:spPr bwMode="auto">
                <a:xfrm>
                  <a:off x="2013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15" name="Freeform 471"/>
                <p:cNvSpPr>
                  <a:spLocks/>
                </p:cNvSpPr>
                <p:nvPr/>
              </p:nvSpPr>
              <p:spPr bwMode="auto">
                <a:xfrm>
                  <a:off x="2025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16" name="Freeform 472"/>
                <p:cNvSpPr>
                  <a:spLocks/>
                </p:cNvSpPr>
                <p:nvPr/>
              </p:nvSpPr>
              <p:spPr bwMode="auto">
                <a:xfrm>
                  <a:off x="2036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17" name="Freeform 473"/>
                <p:cNvSpPr>
                  <a:spLocks/>
                </p:cNvSpPr>
                <p:nvPr/>
              </p:nvSpPr>
              <p:spPr bwMode="auto">
                <a:xfrm>
                  <a:off x="2048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18" name="Freeform 474"/>
                <p:cNvSpPr>
                  <a:spLocks/>
                </p:cNvSpPr>
                <p:nvPr/>
              </p:nvSpPr>
              <p:spPr bwMode="auto">
                <a:xfrm>
                  <a:off x="2059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19" name="Freeform 475"/>
                <p:cNvSpPr>
                  <a:spLocks/>
                </p:cNvSpPr>
                <p:nvPr/>
              </p:nvSpPr>
              <p:spPr bwMode="auto">
                <a:xfrm>
                  <a:off x="2071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20" name="Freeform 476"/>
                <p:cNvSpPr>
                  <a:spLocks/>
                </p:cNvSpPr>
                <p:nvPr/>
              </p:nvSpPr>
              <p:spPr bwMode="auto">
                <a:xfrm>
                  <a:off x="2082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21" name="Freeform 477"/>
                <p:cNvSpPr>
                  <a:spLocks/>
                </p:cNvSpPr>
                <p:nvPr/>
              </p:nvSpPr>
              <p:spPr bwMode="auto">
                <a:xfrm>
                  <a:off x="2094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22" name="Freeform 478"/>
                <p:cNvSpPr>
                  <a:spLocks/>
                </p:cNvSpPr>
                <p:nvPr/>
              </p:nvSpPr>
              <p:spPr bwMode="auto">
                <a:xfrm>
                  <a:off x="2105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1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1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1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23" name="Freeform 479"/>
                <p:cNvSpPr>
                  <a:spLocks/>
                </p:cNvSpPr>
                <p:nvPr/>
              </p:nvSpPr>
              <p:spPr bwMode="auto">
                <a:xfrm>
                  <a:off x="2117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1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1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1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24" name="Freeform 480"/>
                <p:cNvSpPr>
                  <a:spLocks/>
                </p:cNvSpPr>
                <p:nvPr/>
              </p:nvSpPr>
              <p:spPr bwMode="auto">
                <a:xfrm>
                  <a:off x="2128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25" name="Freeform 481"/>
                <p:cNvSpPr>
                  <a:spLocks/>
                </p:cNvSpPr>
                <p:nvPr/>
              </p:nvSpPr>
              <p:spPr bwMode="auto">
                <a:xfrm>
                  <a:off x="2140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26" name="Freeform 482"/>
                <p:cNvSpPr>
                  <a:spLocks/>
                </p:cNvSpPr>
                <p:nvPr/>
              </p:nvSpPr>
              <p:spPr bwMode="auto">
                <a:xfrm>
                  <a:off x="2151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27" name="Freeform 483"/>
                <p:cNvSpPr>
                  <a:spLocks/>
                </p:cNvSpPr>
                <p:nvPr/>
              </p:nvSpPr>
              <p:spPr bwMode="auto">
                <a:xfrm>
                  <a:off x="2163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28" name="Freeform 484"/>
                <p:cNvSpPr>
                  <a:spLocks/>
                </p:cNvSpPr>
                <p:nvPr/>
              </p:nvSpPr>
              <p:spPr bwMode="auto">
                <a:xfrm>
                  <a:off x="2174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29" name="Freeform 485"/>
                <p:cNvSpPr>
                  <a:spLocks/>
                </p:cNvSpPr>
                <p:nvPr/>
              </p:nvSpPr>
              <p:spPr bwMode="auto">
                <a:xfrm>
                  <a:off x="2186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30" name="Freeform 486"/>
                <p:cNvSpPr>
                  <a:spLocks/>
                </p:cNvSpPr>
                <p:nvPr/>
              </p:nvSpPr>
              <p:spPr bwMode="auto">
                <a:xfrm>
                  <a:off x="2197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31" name="Freeform 487"/>
                <p:cNvSpPr>
                  <a:spLocks/>
                </p:cNvSpPr>
                <p:nvPr/>
              </p:nvSpPr>
              <p:spPr bwMode="auto">
                <a:xfrm>
                  <a:off x="2209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32" name="Freeform 488"/>
                <p:cNvSpPr>
                  <a:spLocks/>
                </p:cNvSpPr>
                <p:nvPr/>
              </p:nvSpPr>
              <p:spPr bwMode="auto">
                <a:xfrm>
                  <a:off x="2220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10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10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33" name="Freeform 489"/>
                <p:cNvSpPr>
                  <a:spLocks/>
                </p:cNvSpPr>
                <p:nvPr/>
              </p:nvSpPr>
              <p:spPr bwMode="auto">
                <a:xfrm>
                  <a:off x="2232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10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10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34" name="Freeform 490"/>
                <p:cNvSpPr>
                  <a:spLocks/>
                </p:cNvSpPr>
                <p:nvPr/>
              </p:nvSpPr>
              <p:spPr bwMode="auto">
                <a:xfrm>
                  <a:off x="2243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35" name="Freeform 491"/>
                <p:cNvSpPr>
                  <a:spLocks/>
                </p:cNvSpPr>
                <p:nvPr/>
              </p:nvSpPr>
              <p:spPr bwMode="auto">
                <a:xfrm>
                  <a:off x="2255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36" name="Freeform 492"/>
                <p:cNvSpPr>
                  <a:spLocks/>
                </p:cNvSpPr>
                <p:nvPr/>
              </p:nvSpPr>
              <p:spPr bwMode="auto">
                <a:xfrm>
                  <a:off x="2267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37" name="Freeform 493"/>
                <p:cNvSpPr>
                  <a:spLocks/>
                </p:cNvSpPr>
                <p:nvPr/>
              </p:nvSpPr>
              <p:spPr bwMode="auto">
                <a:xfrm>
                  <a:off x="2278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38" name="Freeform 494"/>
                <p:cNvSpPr>
                  <a:spLocks/>
                </p:cNvSpPr>
                <p:nvPr/>
              </p:nvSpPr>
              <p:spPr bwMode="auto">
                <a:xfrm>
                  <a:off x="2290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39" name="Freeform 495"/>
                <p:cNvSpPr>
                  <a:spLocks/>
                </p:cNvSpPr>
                <p:nvPr/>
              </p:nvSpPr>
              <p:spPr bwMode="auto">
                <a:xfrm>
                  <a:off x="2301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40" name="Freeform 496"/>
                <p:cNvSpPr>
                  <a:spLocks/>
                </p:cNvSpPr>
                <p:nvPr/>
              </p:nvSpPr>
              <p:spPr bwMode="auto">
                <a:xfrm>
                  <a:off x="2313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41" name="Freeform 497"/>
                <p:cNvSpPr>
                  <a:spLocks/>
                </p:cNvSpPr>
                <p:nvPr/>
              </p:nvSpPr>
              <p:spPr bwMode="auto">
                <a:xfrm>
                  <a:off x="2324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42" name="Freeform 498"/>
                <p:cNvSpPr>
                  <a:spLocks/>
                </p:cNvSpPr>
                <p:nvPr/>
              </p:nvSpPr>
              <p:spPr bwMode="auto">
                <a:xfrm>
                  <a:off x="2336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43" name="Freeform 499"/>
                <p:cNvSpPr>
                  <a:spLocks/>
                </p:cNvSpPr>
                <p:nvPr/>
              </p:nvSpPr>
              <p:spPr bwMode="auto">
                <a:xfrm>
                  <a:off x="2347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44" name="Freeform 500"/>
                <p:cNvSpPr>
                  <a:spLocks/>
                </p:cNvSpPr>
                <p:nvPr/>
              </p:nvSpPr>
              <p:spPr bwMode="auto">
                <a:xfrm>
                  <a:off x="2359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45" name="Freeform 501"/>
                <p:cNvSpPr>
                  <a:spLocks/>
                </p:cNvSpPr>
                <p:nvPr/>
              </p:nvSpPr>
              <p:spPr bwMode="auto">
                <a:xfrm>
                  <a:off x="2370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46" name="Freeform 502"/>
                <p:cNvSpPr>
                  <a:spLocks/>
                </p:cNvSpPr>
                <p:nvPr/>
              </p:nvSpPr>
              <p:spPr bwMode="auto">
                <a:xfrm>
                  <a:off x="2382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47" name="Freeform 503"/>
                <p:cNvSpPr>
                  <a:spLocks/>
                </p:cNvSpPr>
                <p:nvPr/>
              </p:nvSpPr>
              <p:spPr bwMode="auto">
                <a:xfrm>
                  <a:off x="2393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48" name="Freeform 504"/>
                <p:cNvSpPr>
                  <a:spLocks/>
                </p:cNvSpPr>
                <p:nvPr/>
              </p:nvSpPr>
              <p:spPr bwMode="auto">
                <a:xfrm>
                  <a:off x="2405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1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1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1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49" name="Freeform 505"/>
                <p:cNvSpPr>
                  <a:spLocks/>
                </p:cNvSpPr>
                <p:nvPr/>
              </p:nvSpPr>
              <p:spPr bwMode="auto">
                <a:xfrm>
                  <a:off x="2416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1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1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1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50" name="Freeform 506"/>
                <p:cNvSpPr>
                  <a:spLocks/>
                </p:cNvSpPr>
                <p:nvPr/>
              </p:nvSpPr>
              <p:spPr bwMode="auto">
                <a:xfrm>
                  <a:off x="2428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51" name="Freeform 507"/>
                <p:cNvSpPr>
                  <a:spLocks/>
                </p:cNvSpPr>
                <p:nvPr/>
              </p:nvSpPr>
              <p:spPr bwMode="auto">
                <a:xfrm>
                  <a:off x="2439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52" name="Freeform 508"/>
                <p:cNvSpPr>
                  <a:spLocks/>
                </p:cNvSpPr>
                <p:nvPr/>
              </p:nvSpPr>
              <p:spPr bwMode="auto">
                <a:xfrm>
                  <a:off x="2451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53" name="Freeform 509"/>
                <p:cNvSpPr>
                  <a:spLocks/>
                </p:cNvSpPr>
                <p:nvPr/>
              </p:nvSpPr>
              <p:spPr bwMode="auto">
                <a:xfrm>
                  <a:off x="2462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54" name="Freeform 510"/>
                <p:cNvSpPr>
                  <a:spLocks/>
                </p:cNvSpPr>
                <p:nvPr/>
              </p:nvSpPr>
              <p:spPr bwMode="auto">
                <a:xfrm>
                  <a:off x="2474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55" name="Freeform 511"/>
                <p:cNvSpPr>
                  <a:spLocks/>
                </p:cNvSpPr>
                <p:nvPr/>
              </p:nvSpPr>
              <p:spPr bwMode="auto">
                <a:xfrm>
                  <a:off x="2485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56" name="Freeform 512"/>
                <p:cNvSpPr>
                  <a:spLocks/>
                </p:cNvSpPr>
                <p:nvPr/>
              </p:nvSpPr>
              <p:spPr bwMode="auto">
                <a:xfrm>
                  <a:off x="2497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57" name="Freeform 513"/>
                <p:cNvSpPr>
                  <a:spLocks/>
                </p:cNvSpPr>
                <p:nvPr/>
              </p:nvSpPr>
              <p:spPr bwMode="auto">
                <a:xfrm>
                  <a:off x="2508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58" name="Freeform 514"/>
                <p:cNvSpPr>
                  <a:spLocks/>
                </p:cNvSpPr>
                <p:nvPr/>
              </p:nvSpPr>
              <p:spPr bwMode="auto">
                <a:xfrm>
                  <a:off x="2520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10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10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59" name="Freeform 515"/>
                <p:cNvSpPr>
                  <a:spLocks/>
                </p:cNvSpPr>
                <p:nvPr/>
              </p:nvSpPr>
              <p:spPr bwMode="auto">
                <a:xfrm>
                  <a:off x="2531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10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10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60" name="Freeform 516"/>
                <p:cNvSpPr>
                  <a:spLocks/>
                </p:cNvSpPr>
                <p:nvPr/>
              </p:nvSpPr>
              <p:spPr bwMode="auto">
                <a:xfrm>
                  <a:off x="2543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61" name="Freeform 517"/>
                <p:cNvSpPr>
                  <a:spLocks/>
                </p:cNvSpPr>
                <p:nvPr/>
              </p:nvSpPr>
              <p:spPr bwMode="auto">
                <a:xfrm>
                  <a:off x="2555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62" name="Freeform 518"/>
                <p:cNvSpPr>
                  <a:spLocks/>
                </p:cNvSpPr>
                <p:nvPr/>
              </p:nvSpPr>
              <p:spPr bwMode="auto">
                <a:xfrm>
                  <a:off x="2566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63" name="Freeform 519"/>
                <p:cNvSpPr>
                  <a:spLocks/>
                </p:cNvSpPr>
                <p:nvPr/>
              </p:nvSpPr>
              <p:spPr bwMode="auto">
                <a:xfrm>
                  <a:off x="2578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64" name="Freeform 520"/>
                <p:cNvSpPr>
                  <a:spLocks/>
                </p:cNvSpPr>
                <p:nvPr/>
              </p:nvSpPr>
              <p:spPr bwMode="auto">
                <a:xfrm>
                  <a:off x="2589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65" name="Freeform 521"/>
                <p:cNvSpPr>
                  <a:spLocks/>
                </p:cNvSpPr>
                <p:nvPr/>
              </p:nvSpPr>
              <p:spPr bwMode="auto">
                <a:xfrm>
                  <a:off x="2601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66" name="Freeform 522"/>
                <p:cNvSpPr>
                  <a:spLocks/>
                </p:cNvSpPr>
                <p:nvPr/>
              </p:nvSpPr>
              <p:spPr bwMode="auto">
                <a:xfrm>
                  <a:off x="2612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67" name="Freeform 523"/>
                <p:cNvSpPr>
                  <a:spLocks/>
                </p:cNvSpPr>
                <p:nvPr/>
              </p:nvSpPr>
              <p:spPr bwMode="auto">
                <a:xfrm>
                  <a:off x="2624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68" name="Freeform 524"/>
                <p:cNvSpPr>
                  <a:spLocks/>
                </p:cNvSpPr>
                <p:nvPr/>
              </p:nvSpPr>
              <p:spPr bwMode="auto">
                <a:xfrm>
                  <a:off x="2635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69" name="Freeform 525"/>
                <p:cNvSpPr>
                  <a:spLocks/>
                </p:cNvSpPr>
                <p:nvPr/>
              </p:nvSpPr>
              <p:spPr bwMode="auto">
                <a:xfrm>
                  <a:off x="2647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70" name="Freeform 526"/>
                <p:cNvSpPr>
                  <a:spLocks/>
                </p:cNvSpPr>
                <p:nvPr/>
              </p:nvSpPr>
              <p:spPr bwMode="auto">
                <a:xfrm>
                  <a:off x="2658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71" name="Freeform 527"/>
                <p:cNvSpPr>
                  <a:spLocks/>
                </p:cNvSpPr>
                <p:nvPr/>
              </p:nvSpPr>
              <p:spPr bwMode="auto">
                <a:xfrm>
                  <a:off x="2670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72" name="Freeform 528"/>
                <p:cNvSpPr>
                  <a:spLocks/>
                </p:cNvSpPr>
                <p:nvPr/>
              </p:nvSpPr>
              <p:spPr bwMode="auto">
                <a:xfrm>
                  <a:off x="2681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73" name="Freeform 529"/>
                <p:cNvSpPr>
                  <a:spLocks/>
                </p:cNvSpPr>
                <p:nvPr/>
              </p:nvSpPr>
              <p:spPr bwMode="auto">
                <a:xfrm>
                  <a:off x="2693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1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1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1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74" name="Freeform 530"/>
                <p:cNvSpPr>
                  <a:spLocks/>
                </p:cNvSpPr>
                <p:nvPr/>
              </p:nvSpPr>
              <p:spPr bwMode="auto">
                <a:xfrm>
                  <a:off x="2704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1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1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1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75" name="Freeform 531"/>
                <p:cNvSpPr>
                  <a:spLocks/>
                </p:cNvSpPr>
                <p:nvPr/>
              </p:nvSpPr>
              <p:spPr bwMode="auto">
                <a:xfrm>
                  <a:off x="2716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76" name="Freeform 532"/>
                <p:cNvSpPr>
                  <a:spLocks/>
                </p:cNvSpPr>
                <p:nvPr/>
              </p:nvSpPr>
              <p:spPr bwMode="auto">
                <a:xfrm>
                  <a:off x="2727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77" name="Freeform 533"/>
                <p:cNvSpPr>
                  <a:spLocks/>
                </p:cNvSpPr>
                <p:nvPr/>
              </p:nvSpPr>
              <p:spPr bwMode="auto">
                <a:xfrm>
                  <a:off x="2739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78" name="Freeform 534"/>
                <p:cNvSpPr>
                  <a:spLocks/>
                </p:cNvSpPr>
                <p:nvPr/>
              </p:nvSpPr>
              <p:spPr bwMode="auto">
                <a:xfrm>
                  <a:off x="2750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79" name="Freeform 535"/>
                <p:cNvSpPr>
                  <a:spLocks/>
                </p:cNvSpPr>
                <p:nvPr/>
              </p:nvSpPr>
              <p:spPr bwMode="auto">
                <a:xfrm>
                  <a:off x="2762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80" name="Freeform 536"/>
                <p:cNvSpPr>
                  <a:spLocks/>
                </p:cNvSpPr>
                <p:nvPr/>
              </p:nvSpPr>
              <p:spPr bwMode="auto">
                <a:xfrm>
                  <a:off x="2773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81" name="Freeform 537"/>
                <p:cNvSpPr>
                  <a:spLocks/>
                </p:cNvSpPr>
                <p:nvPr/>
              </p:nvSpPr>
              <p:spPr bwMode="auto">
                <a:xfrm>
                  <a:off x="2785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82" name="Freeform 538"/>
                <p:cNvSpPr>
                  <a:spLocks/>
                </p:cNvSpPr>
                <p:nvPr/>
              </p:nvSpPr>
              <p:spPr bwMode="auto">
                <a:xfrm>
                  <a:off x="2796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83" name="Freeform 539"/>
                <p:cNvSpPr>
                  <a:spLocks/>
                </p:cNvSpPr>
                <p:nvPr/>
              </p:nvSpPr>
              <p:spPr bwMode="auto">
                <a:xfrm>
                  <a:off x="2808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10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10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84" name="Freeform 540"/>
                <p:cNvSpPr>
                  <a:spLocks/>
                </p:cNvSpPr>
                <p:nvPr/>
              </p:nvSpPr>
              <p:spPr bwMode="auto">
                <a:xfrm>
                  <a:off x="2819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10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10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85" name="Freeform 541"/>
                <p:cNvSpPr>
                  <a:spLocks/>
                </p:cNvSpPr>
                <p:nvPr/>
              </p:nvSpPr>
              <p:spPr bwMode="auto">
                <a:xfrm>
                  <a:off x="2831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86" name="Freeform 542"/>
                <p:cNvSpPr>
                  <a:spLocks/>
                </p:cNvSpPr>
                <p:nvPr/>
              </p:nvSpPr>
              <p:spPr bwMode="auto">
                <a:xfrm>
                  <a:off x="2843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87" name="Freeform 543"/>
                <p:cNvSpPr>
                  <a:spLocks/>
                </p:cNvSpPr>
                <p:nvPr/>
              </p:nvSpPr>
              <p:spPr bwMode="auto">
                <a:xfrm>
                  <a:off x="2854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88" name="Freeform 544"/>
                <p:cNvSpPr>
                  <a:spLocks/>
                </p:cNvSpPr>
                <p:nvPr/>
              </p:nvSpPr>
              <p:spPr bwMode="auto">
                <a:xfrm>
                  <a:off x="2866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89" name="Freeform 545"/>
                <p:cNvSpPr>
                  <a:spLocks/>
                </p:cNvSpPr>
                <p:nvPr/>
              </p:nvSpPr>
              <p:spPr bwMode="auto">
                <a:xfrm>
                  <a:off x="2877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90" name="Freeform 546"/>
                <p:cNvSpPr>
                  <a:spLocks/>
                </p:cNvSpPr>
                <p:nvPr/>
              </p:nvSpPr>
              <p:spPr bwMode="auto">
                <a:xfrm>
                  <a:off x="2889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91" name="Freeform 547"/>
                <p:cNvSpPr>
                  <a:spLocks/>
                </p:cNvSpPr>
                <p:nvPr/>
              </p:nvSpPr>
              <p:spPr bwMode="auto">
                <a:xfrm>
                  <a:off x="2900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92" name="Freeform 548"/>
                <p:cNvSpPr>
                  <a:spLocks/>
                </p:cNvSpPr>
                <p:nvPr/>
              </p:nvSpPr>
              <p:spPr bwMode="auto">
                <a:xfrm>
                  <a:off x="2912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93" name="Freeform 549"/>
                <p:cNvSpPr>
                  <a:spLocks/>
                </p:cNvSpPr>
                <p:nvPr/>
              </p:nvSpPr>
              <p:spPr bwMode="auto">
                <a:xfrm>
                  <a:off x="2923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94" name="Freeform 550"/>
                <p:cNvSpPr>
                  <a:spLocks/>
                </p:cNvSpPr>
                <p:nvPr/>
              </p:nvSpPr>
              <p:spPr bwMode="auto">
                <a:xfrm>
                  <a:off x="2935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95" name="Freeform 551"/>
                <p:cNvSpPr>
                  <a:spLocks/>
                </p:cNvSpPr>
                <p:nvPr/>
              </p:nvSpPr>
              <p:spPr bwMode="auto">
                <a:xfrm>
                  <a:off x="2946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96" name="Freeform 552"/>
                <p:cNvSpPr>
                  <a:spLocks/>
                </p:cNvSpPr>
                <p:nvPr/>
              </p:nvSpPr>
              <p:spPr bwMode="auto">
                <a:xfrm>
                  <a:off x="2958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97" name="Freeform 553"/>
                <p:cNvSpPr>
                  <a:spLocks/>
                </p:cNvSpPr>
                <p:nvPr/>
              </p:nvSpPr>
              <p:spPr bwMode="auto">
                <a:xfrm>
                  <a:off x="2969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98" name="Freeform 554"/>
                <p:cNvSpPr>
                  <a:spLocks/>
                </p:cNvSpPr>
                <p:nvPr/>
              </p:nvSpPr>
              <p:spPr bwMode="auto">
                <a:xfrm>
                  <a:off x="2981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1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1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1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899" name="Freeform 555"/>
                <p:cNvSpPr>
                  <a:spLocks/>
                </p:cNvSpPr>
                <p:nvPr/>
              </p:nvSpPr>
              <p:spPr bwMode="auto">
                <a:xfrm>
                  <a:off x="2992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1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1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1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00" name="Freeform 556"/>
                <p:cNvSpPr>
                  <a:spLocks/>
                </p:cNvSpPr>
                <p:nvPr/>
              </p:nvSpPr>
              <p:spPr bwMode="auto">
                <a:xfrm>
                  <a:off x="3004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01" name="Freeform 557"/>
                <p:cNvSpPr>
                  <a:spLocks/>
                </p:cNvSpPr>
                <p:nvPr/>
              </p:nvSpPr>
              <p:spPr bwMode="auto">
                <a:xfrm>
                  <a:off x="3015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02" name="Freeform 558"/>
                <p:cNvSpPr>
                  <a:spLocks/>
                </p:cNvSpPr>
                <p:nvPr/>
              </p:nvSpPr>
              <p:spPr bwMode="auto">
                <a:xfrm>
                  <a:off x="3027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03" name="Freeform 559"/>
                <p:cNvSpPr>
                  <a:spLocks/>
                </p:cNvSpPr>
                <p:nvPr/>
              </p:nvSpPr>
              <p:spPr bwMode="auto">
                <a:xfrm>
                  <a:off x="3038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04" name="Freeform 560"/>
                <p:cNvSpPr>
                  <a:spLocks/>
                </p:cNvSpPr>
                <p:nvPr/>
              </p:nvSpPr>
              <p:spPr bwMode="auto">
                <a:xfrm>
                  <a:off x="3050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05" name="Freeform 561"/>
                <p:cNvSpPr>
                  <a:spLocks/>
                </p:cNvSpPr>
                <p:nvPr/>
              </p:nvSpPr>
              <p:spPr bwMode="auto">
                <a:xfrm>
                  <a:off x="3061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06" name="Freeform 562"/>
                <p:cNvSpPr>
                  <a:spLocks/>
                </p:cNvSpPr>
                <p:nvPr/>
              </p:nvSpPr>
              <p:spPr bwMode="auto">
                <a:xfrm>
                  <a:off x="3073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07" name="Freeform 563"/>
                <p:cNvSpPr>
                  <a:spLocks/>
                </p:cNvSpPr>
                <p:nvPr/>
              </p:nvSpPr>
              <p:spPr bwMode="auto">
                <a:xfrm>
                  <a:off x="3084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08" name="Freeform 564"/>
                <p:cNvSpPr>
                  <a:spLocks/>
                </p:cNvSpPr>
                <p:nvPr/>
              </p:nvSpPr>
              <p:spPr bwMode="auto">
                <a:xfrm>
                  <a:off x="3096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09" name="Freeform 565"/>
                <p:cNvSpPr>
                  <a:spLocks/>
                </p:cNvSpPr>
                <p:nvPr/>
              </p:nvSpPr>
              <p:spPr bwMode="auto">
                <a:xfrm>
                  <a:off x="3107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10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10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10" name="Freeform 566"/>
                <p:cNvSpPr>
                  <a:spLocks/>
                </p:cNvSpPr>
                <p:nvPr/>
              </p:nvSpPr>
              <p:spPr bwMode="auto">
                <a:xfrm>
                  <a:off x="3119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10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10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11" name="Freeform 567"/>
                <p:cNvSpPr>
                  <a:spLocks/>
                </p:cNvSpPr>
                <p:nvPr/>
              </p:nvSpPr>
              <p:spPr bwMode="auto">
                <a:xfrm>
                  <a:off x="3131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12" name="Freeform 568"/>
                <p:cNvSpPr>
                  <a:spLocks/>
                </p:cNvSpPr>
                <p:nvPr/>
              </p:nvSpPr>
              <p:spPr bwMode="auto">
                <a:xfrm>
                  <a:off x="3142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13" name="Freeform 569"/>
                <p:cNvSpPr>
                  <a:spLocks/>
                </p:cNvSpPr>
                <p:nvPr/>
              </p:nvSpPr>
              <p:spPr bwMode="auto">
                <a:xfrm>
                  <a:off x="3154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14" name="Freeform 570"/>
                <p:cNvSpPr>
                  <a:spLocks/>
                </p:cNvSpPr>
                <p:nvPr/>
              </p:nvSpPr>
              <p:spPr bwMode="auto">
                <a:xfrm>
                  <a:off x="3165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15" name="Freeform 571"/>
                <p:cNvSpPr>
                  <a:spLocks/>
                </p:cNvSpPr>
                <p:nvPr/>
              </p:nvSpPr>
              <p:spPr bwMode="auto">
                <a:xfrm>
                  <a:off x="3177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16" name="Freeform 572"/>
                <p:cNvSpPr>
                  <a:spLocks/>
                </p:cNvSpPr>
                <p:nvPr/>
              </p:nvSpPr>
              <p:spPr bwMode="auto">
                <a:xfrm>
                  <a:off x="3188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17" name="Freeform 573"/>
                <p:cNvSpPr>
                  <a:spLocks/>
                </p:cNvSpPr>
                <p:nvPr/>
              </p:nvSpPr>
              <p:spPr bwMode="auto">
                <a:xfrm>
                  <a:off x="3200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18" name="Freeform 574"/>
                <p:cNvSpPr>
                  <a:spLocks/>
                </p:cNvSpPr>
                <p:nvPr/>
              </p:nvSpPr>
              <p:spPr bwMode="auto">
                <a:xfrm>
                  <a:off x="3211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19" name="Freeform 575"/>
                <p:cNvSpPr>
                  <a:spLocks/>
                </p:cNvSpPr>
                <p:nvPr/>
              </p:nvSpPr>
              <p:spPr bwMode="auto">
                <a:xfrm>
                  <a:off x="3223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20" name="Freeform 576"/>
                <p:cNvSpPr>
                  <a:spLocks/>
                </p:cNvSpPr>
                <p:nvPr/>
              </p:nvSpPr>
              <p:spPr bwMode="auto">
                <a:xfrm>
                  <a:off x="3234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21" name="Freeform 577"/>
                <p:cNvSpPr>
                  <a:spLocks/>
                </p:cNvSpPr>
                <p:nvPr/>
              </p:nvSpPr>
              <p:spPr bwMode="auto">
                <a:xfrm>
                  <a:off x="3246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22" name="Freeform 578"/>
                <p:cNvSpPr>
                  <a:spLocks/>
                </p:cNvSpPr>
                <p:nvPr/>
              </p:nvSpPr>
              <p:spPr bwMode="auto">
                <a:xfrm>
                  <a:off x="3257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23" name="Freeform 579"/>
                <p:cNvSpPr>
                  <a:spLocks/>
                </p:cNvSpPr>
                <p:nvPr/>
              </p:nvSpPr>
              <p:spPr bwMode="auto">
                <a:xfrm>
                  <a:off x="3269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24" name="Freeform 580"/>
                <p:cNvSpPr>
                  <a:spLocks/>
                </p:cNvSpPr>
                <p:nvPr/>
              </p:nvSpPr>
              <p:spPr bwMode="auto">
                <a:xfrm>
                  <a:off x="3280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1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1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1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25" name="Freeform 581"/>
                <p:cNvSpPr>
                  <a:spLocks/>
                </p:cNvSpPr>
                <p:nvPr/>
              </p:nvSpPr>
              <p:spPr bwMode="auto">
                <a:xfrm>
                  <a:off x="3292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1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1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1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26" name="Freeform 582"/>
                <p:cNvSpPr>
                  <a:spLocks/>
                </p:cNvSpPr>
                <p:nvPr/>
              </p:nvSpPr>
              <p:spPr bwMode="auto">
                <a:xfrm>
                  <a:off x="3303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27" name="Freeform 583"/>
                <p:cNvSpPr>
                  <a:spLocks/>
                </p:cNvSpPr>
                <p:nvPr/>
              </p:nvSpPr>
              <p:spPr bwMode="auto">
                <a:xfrm>
                  <a:off x="3315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28" name="Freeform 584"/>
                <p:cNvSpPr>
                  <a:spLocks/>
                </p:cNvSpPr>
                <p:nvPr/>
              </p:nvSpPr>
              <p:spPr bwMode="auto">
                <a:xfrm>
                  <a:off x="3326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29" name="Freeform 585"/>
                <p:cNvSpPr>
                  <a:spLocks/>
                </p:cNvSpPr>
                <p:nvPr/>
              </p:nvSpPr>
              <p:spPr bwMode="auto">
                <a:xfrm>
                  <a:off x="3338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30" name="Freeform 586"/>
                <p:cNvSpPr>
                  <a:spLocks/>
                </p:cNvSpPr>
                <p:nvPr/>
              </p:nvSpPr>
              <p:spPr bwMode="auto">
                <a:xfrm>
                  <a:off x="3349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31" name="Freeform 587"/>
                <p:cNvSpPr>
                  <a:spLocks/>
                </p:cNvSpPr>
                <p:nvPr/>
              </p:nvSpPr>
              <p:spPr bwMode="auto">
                <a:xfrm>
                  <a:off x="3361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32" name="Freeform 588"/>
                <p:cNvSpPr>
                  <a:spLocks/>
                </p:cNvSpPr>
                <p:nvPr/>
              </p:nvSpPr>
              <p:spPr bwMode="auto">
                <a:xfrm>
                  <a:off x="3372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33" name="Freeform 589"/>
                <p:cNvSpPr>
                  <a:spLocks/>
                </p:cNvSpPr>
                <p:nvPr/>
              </p:nvSpPr>
              <p:spPr bwMode="auto">
                <a:xfrm>
                  <a:off x="3384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34" name="Freeform 590"/>
                <p:cNvSpPr>
                  <a:spLocks/>
                </p:cNvSpPr>
                <p:nvPr/>
              </p:nvSpPr>
              <p:spPr bwMode="auto">
                <a:xfrm>
                  <a:off x="3395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10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10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35" name="Freeform 591"/>
                <p:cNvSpPr>
                  <a:spLocks/>
                </p:cNvSpPr>
                <p:nvPr/>
              </p:nvSpPr>
              <p:spPr bwMode="auto">
                <a:xfrm>
                  <a:off x="3407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10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10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36" name="Freeform 592"/>
                <p:cNvSpPr>
                  <a:spLocks/>
                </p:cNvSpPr>
                <p:nvPr/>
              </p:nvSpPr>
              <p:spPr bwMode="auto">
                <a:xfrm>
                  <a:off x="3418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37" name="Freeform 593"/>
                <p:cNvSpPr>
                  <a:spLocks/>
                </p:cNvSpPr>
                <p:nvPr/>
              </p:nvSpPr>
              <p:spPr bwMode="auto">
                <a:xfrm>
                  <a:off x="3430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38" name="Freeform 594"/>
                <p:cNvSpPr>
                  <a:spLocks/>
                </p:cNvSpPr>
                <p:nvPr/>
              </p:nvSpPr>
              <p:spPr bwMode="auto">
                <a:xfrm>
                  <a:off x="3442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39" name="Freeform 595"/>
                <p:cNvSpPr>
                  <a:spLocks/>
                </p:cNvSpPr>
                <p:nvPr/>
              </p:nvSpPr>
              <p:spPr bwMode="auto">
                <a:xfrm>
                  <a:off x="3453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40" name="Freeform 596"/>
                <p:cNvSpPr>
                  <a:spLocks/>
                </p:cNvSpPr>
                <p:nvPr/>
              </p:nvSpPr>
              <p:spPr bwMode="auto">
                <a:xfrm>
                  <a:off x="3465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41" name="Freeform 597"/>
                <p:cNvSpPr>
                  <a:spLocks/>
                </p:cNvSpPr>
                <p:nvPr/>
              </p:nvSpPr>
              <p:spPr bwMode="auto">
                <a:xfrm>
                  <a:off x="3476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42" name="Freeform 598"/>
                <p:cNvSpPr>
                  <a:spLocks/>
                </p:cNvSpPr>
                <p:nvPr/>
              </p:nvSpPr>
              <p:spPr bwMode="auto">
                <a:xfrm>
                  <a:off x="3488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43" name="Freeform 599"/>
                <p:cNvSpPr>
                  <a:spLocks/>
                </p:cNvSpPr>
                <p:nvPr/>
              </p:nvSpPr>
              <p:spPr bwMode="auto">
                <a:xfrm>
                  <a:off x="3499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44" name="Freeform 600"/>
                <p:cNvSpPr>
                  <a:spLocks/>
                </p:cNvSpPr>
                <p:nvPr/>
              </p:nvSpPr>
              <p:spPr bwMode="auto">
                <a:xfrm>
                  <a:off x="3511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45" name="Freeform 601"/>
                <p:cNvSpPr>
                  <a:spLocks/>
                </p:cNvSpPr>
                <p:nvPr/>
              </p:nvSpPr>
              <p:spPr bwMode="auto">
                <a:xfrm>
                  <a:off x="3522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46" name="Freeform 602"/>
                <p:cNvSpPr>
                  <a:spLocks/>
                </p:cNvSpPr>
                <p:nvPr/>
              </p:nvSpPr>
              <p:spPr bwMode="auto">
                <a:xfrm>
                  <a:off x="3534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47" name="Freeform 603"/>
                <p:cNvSpPr>
                  <a:spLocks/>
                </p:cNvSpPr>
                <p:nvPr/>
              </p:nvSpPr>
              <p:spPr bwMode="auto">
                <a:xfrm>
                  <a:off x="3545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48" name="Freeform 604"/>
                <p:cNvSpPr>
                  <a:spLocks/>
                </p:cNvSpPr>
                <p:nvPr/>
              </p:nvSpPr>
              <p:spPr bwMode="auto">
                <a:xfrm>
                  <a:off x="3557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49" name="Freeform 605"/>
                <p:cNvSpPr>
                  <a:spLocks/>
                </p:cNvSpPr>
                <p:nvPr/>
              </p:nvSpPr>
              <p:spPr bwMode="auto">
                <a:xfrm>
                  <a:off x="3568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1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1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1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50" name="Freeform 606"/>
                <p:cNvSpPr>
                  <a:spLocks/>
                </p:cNvSpPr>
                <p:nvPr/>
              </p:nvSpPr>
              <p:spPr bwMode="auto">
                <a:xfrm>
                  <a:off x="3580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1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1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1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51" name="Freeform 607"/>
                <p:cNvSpPr>
                  <a:spLocks/>
                </p:cNvSpPr>
                <p:nvPr/>
              </p:nvSpPr>
              <p:spPr bwMode="auto">
                <a:xfrm>
                  <a:off x="3591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52" name="Freeform 608"/>
                <p:cNvSpPr>
                  <a:spLocks/>
                </p:cNvSpPr>
                <p:nvPr/>
              </p:nvSpPr>
              <p:spPr bwMode="auto">
                <a:xfrm>
                  <a:off x="3603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3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3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3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53" name="Freeform 609"/>
                <p:cNvSpPr>
                  <a:spLocks/>
                </p:cNvSpPr>
                <p:nvPr/>
              </p:nvSpPr>
              <p:spPr bwMode="auto">
                <a:xfrm>
                  <a:off x="3614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54" name="Freeform 610"/>
                <p:cNvSpPr>
                  <a:spLocks/>
                </p:cNvSpPr>
                <p:nvPr/>
              </p:nvSpPr>
              <p:spPr bwMode="auto">
                <a:xfrm>
                  <a:off x="3626" y="1308"/>
                  <a:ext cx="6" cy="5"/>
                </a:xfrm>
                <a:custGeom>
                  <a:avLst/>
                  <a:gdLst>
                    <a:gd name="T0" fmla="*/ 5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5 w 11"/>
                    <a:gd name="T19" fmla="*/ 12 h 12"/>
                    <a:gd name="T20" fmla="*/ 5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5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5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5" y="12"/>
                      </a:lnTo>
                      <a:lnTo>
                        <a:pt x="5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55" name="Freeform 611"/>
                <p:cNvSpPr>
                  <a:spLocks/>
                </p:cNvSpPr>
                <p:nvPr/>
              </p:nvSpPr>
              <p:spPr bwMode="auto">
                <a:xfrm>
                  <a:off x="3637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56" name="Freeform 612"/>
                <p:cNvSpPr>
                  <a:spLocks/>
                </p:cNvSpPr>
                <p:nvPr/>
              </p:nvSpPr>
              <p:spPr bwMode="auto">
                <a:xfrm>
                  <a:off x="3649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7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7 w 11"/>
                    <a:gd name="T33" fmla="*/ 2 h 12"/>
                    <a:gd name="T34" fmla="*/ 7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7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7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57" name="Freeform 613"/>
                <p:cNvSpPr>
                  <a:spLocks/>
                </p:cNvSpPr>
                <p:nvPr/>
              </p:nvSpPr>
              <p:spPr bwMode="auto">
                <a:xfrm>
                  <a:off x="3660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58" name="Freeform 614"/>
                <p:cNvSpPr>
                  <a:spLocks/>
                </p:cNvSpPr>
                <p:nvPr/>
              </p:nvSpPr>
              <p:spPr bwMode="auto">
                <a:xfrm>
                  <a:off x="3672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9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9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9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9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59" name="Freeform 615"/>
                <p:cNvSpPr>
                  <a:spLocks/>
                </p:cNvSpPr>
                <p:nvPr/>
              </p:nvSpPr>
              <p:spPr bwMode="auto">
                <a:xfrm>
                  <a:off x="3683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10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10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60" name="Freeform 616"/>
                <p:cNvSpPr>
                  <a:spLocks/>
                </p:cNvSpPr>
                <p:nvPr/>
              </p:nvSpPr>
              <p:spPr bwMode="auto">
                <a:xfrm>
                  <a:off x="3695" y="1308"/>
                  <a:ext cx="6" cy="5"/>
                </a:xfrm>
                <a:custGeom>
                  <a:avLst/>
                  <a:gdLst>
                    <a:gd name="T0" fmla="*/ 6 w 11"/>
                    <a:gd name="T1" fmla="*/ 0 h 12"/>
                    <a:gd name="T2" fmla="*/ 4 w 11"/>
                    <a:gd name="T3" fmla="*/ 0 h 12"/>
                    <a:gd name="T4" fmla="*/ 2 w 11"/>
                    <a:gd name="T5" fmla="*/ 2 h 12"/>
                    <a:gd name="T6" fmla="*/ 0 w 11"/>
                    <a:gd name="T7" fmla="*/ 4 h 12"/>
                    <a:gd name="T8" fmla="*/ 0 w 11"/>
                    <a:gd name="T9" fmla="*/ 6 h 12"/>
                    <a:gd name="T10" fmla="*/ 0 w 11"/>
                    <a:gd name="T11" fmla="*/ 8 h 12"/>
                    <a:gd name="T12" fmla="*/ 0 w 11"/>
                    <a:gd name="T13" fmla="*/ 10 h 12"/>
                    <a:gd name="T14" fmla="*/ 2 w 11"/>
                    <a:gd name="T15" fmla="*/ 12 h 12"/>
                    <a:gd name="T16" fmla="*/ 4 w 11"/>
                    <a:gd name="T17" fmla="*/ 12 h 12"/>
                    <a:gd name="T18" fmla="*/ 6 w 11"/>
                    <a:gd name="T19" fmla="*/ 12 h 12"/>
                    <a:gd name="T20" fmla="*/ 6 w 11"/>
                    <a:gd name="T21" fmla="*/ 12 h 12"/>
                    <a:gd name="T22" fmla="*/ 8 w 11"/>
                    <a:gd name="T23" fmla="*/ 10 h 12"/>
                    <a:gd name="T24" fmla="*/ 10 w 11"/>
                    <a:gd name="T25" fmla="*/ 8 h 12"/>
                    <a:gd name="T26" fmla="*/ 11 w 11"/>
                    <a:gd name="T27" fmla="*/ 6 h 12"/>
                    <a:gd name="T28" fmla="*/ 11 w 11"/>
                    <a:gd name="T29" fmla="*/ 6 h 12"/>
                    <a:gd name="T30" fmla="*/ 10 w 11"/>
                    <a:gd name="T31" fmla="*/ 4 h 12"/>
                    <a:gd name="T32" fmla="*/ 8 w 11"/>
                    <a:gd name="T33" fmla="*/ 2 h 12"/>
                    <a:gd name="T34" fmla="*/ 8 w 11"/>
                    <a:gd name="T35" fmla="*/ 0 h 12"/>
                    <a:gd name="T36" fmla="*/ 6 w 11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1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1" y="6"/>
                      </a:lnTo>
                      <a:lnTo>
                        <a:pt x="11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61" name="Freeform 617"/>
                <p:cNvSpPr>
                  <a:spLocks/>
                </p:cNvSpPr>
                <p:nvPr/>
              </p:nvSpPr>
              <p:spPr bwMode="auto">
                <a:xfrm>
                  <a:off x="3706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62" name="Freeform 618"/>
                <p:cNvSpPr>
                  <a:spLocks/>
                </p:cNvSpPr>
                <p:nvPr/>
              </p:nvSpPr>
              <p:spPr bwMode="auto">
                <a:xfrm>
                  <a:off x="3718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63" name="Freeform 619"/>
                <p:cNvSpPr>
                  <a:spLocks/>
                </p:cNvSpPr>
                <p:nvPr/>
              </p:nvSpPr>
              <p:spPr bwMode="auto">
                <a:xfrm>
                  <a:off x="3730" y="1308"/>
                  <a:ext cx="5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964" name="Freeform 620"/>
                <p:cNvSpPr>
                  <a:spLocks/>
                </p:cNvSpPr>
                <p:nvPr/>
              </p:nvSpPr>
              <p:spPr bwMode="auto">
                <a:xfrm>
                  <a:off x="3741" y="1308"/>
                  <a:ext cx="6" cy="5"/>
                </a:xfrm>
                <a:custGeom>
                  <a:avLst/>
                  <a:gdLst>
                    <a:gd name="T0" fmla="*/ 6 w 12"/>
                    <a:gd name="T1" fmla="*/ 0 h 12"/>
                    <a:gd name="T2" fmla="*/ 4 w 12"/>
                    <a:gd name="T3" fmla="*/ 0 h 12"/>
                    <a:gd name="T4" fmla="*/ 2 w 12"/>
                    <a:gd name="T5" fmla="*/ 2 h 12"/>
                    <a:gd name="T6" fmla="*/ 0 w 12"/>
                    <a:gd name="T7" fmla="*/ 4 h 12"/>
                    <a:gd name="T8" fmla="*/ 0 w 12"/>
                    <a:gd name="T9" fmla="*/ 6 h 12"/>
                    <a:gd name="T10" fmla="*/ 0 w 12"/>
                    <a:gd name="T11" fmla="*/ 8 h 12"/>
                    <a:gd name="T12" fmla="*/ 0 w 12"/>
                    <a:gd name="T13" fmla="*/ 10 h 12"/>
                    <a:gd name="T14" fmla="*/ 2 w 12"/>
                    <a:gd name="T15" fmla="*/ 12 h 12"/>
                    <a:gd name="T16" fmla="*/ 4 w 12"/>
                    <a:gd name="T17" fmla="*/ 12 h 12"/>
                    <a:gd name="T18" fmla="*/ 6 w 12"/>
                    <a:gd name="T19" fmla="*/ 12 h 12"/>
                    <a:gd name="T20" fmla="*/ 6 w 12"/>
                    <a:gd name="T21" fmla="*/ 12 h 12"/>
                    <a:gd name="T22" fmla="*/ 8 w 12"/>
                    <a:gd name="T23" fmla="*/ 10 h 12"/>
                    <a:gd name="T24" fmla="*/ 10 w 12"/>
                    <a:gd name="T25" fmla="*/ 8 h 12"/>
                    <a:gd name="T26" fmla="*/ 12 w 12"/>
                    <a:gd name="T27" fmla="*/ 6 h 12"/>
                    <a:gd name="T28" fmla="*/ 12 w 12"/>
                    <a:gd name="T29" fmla="*/ 6 h 12"/>
                    <a:gd name="T30" fmla="*/ 10 w 12"/>
                    <a:gd name="T31" fmla="*/ 4 h 12"/>
                    <a:gd name="T32" fmla="*/ 8 w 12"/>
                    <a:gd name="T33" fmla="*/ 2 h 12"/>
                    <a:gd name="T34" fmla="*/ 8 w 12"/>
                    <a:gd name="T35" fmla="*/ 0 h 12"/>
                    <a:gd name="T36" fmla="*/ 6 w 12"/>
                    <a:gd name="T3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2" h="12">
                      <a:moveTo>
                        <a:pt x="6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lnTo>
                        <a:pt x="0" y="8"/>
                      </a:lnTo>
                      <a:lnTo>
                        <a:pt x="0" y="10"/>
                      </a:lnTo>
                      <a:lnTo>
                        <a:pt x="2" y="12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6" y="12"/>
                      </a:lnTo>
                      <a:lnTo>
                        <a:pt x="8" y="10"/>
                      </a:lnTo>
                      <a:lnTo>
                        <a:pt x="10" y="8"/>
                      </a:lnTo>
                      <a:lnTo>
                        <a:pt x="12" y="6"/>
                      </a:lnTo>
                      <a:lnTo>
                        <a:pt x="12" y="6"/>
                      </a:lnTo>
                      <a:lnTo>
                        <a:pt x="10" y="4"/>
                      </a:lnTo>
                      <a:lnTo>
                        <a:pt x="8" y="2"/>
                      </a:lnTo>
                      <a:lnTo>
                        <a:pt x="8" y="0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7965" name="Freeform 621"/>
              <p:cNvSpPr>
                <a:spLocks/>
              </p:cNvSpPr>
              <p:nvPr/>
            </p:nvSpPr>
            <p:spPr bwMode="auto">
              <a:xfrm>
                <a:off x="3753" y="1308"/>
                <a:ext cx="5" cy="5"/>
              </a:xfrm>
              <a:custGeom>
                <a:avLst/>
                <a:gdLst>
                  <a:gd name="T0" fmla="*/ 6 w 12"/>
                  <a:gd name="T1" fmla="*/ 0 h 12"/>
                  <a:gd name="T2" fmla="*/ 4 w 12"/>
                  <a:gd name="T3" fmla="*/ 0 h 12"/>
                  <a:gd name="T4" fmla="*/ 2 w 12"/>
                  <a:gd name="T5" fmla="*/ 2 h 12"/>
                  <a:gd name="T6" fmla="*/ 0 w 12"/>
                  <a:gd name="T7" fmla="*/ 4 h 12"/>
                  <a:gd name="T8" fmla="*/ 0 w 12"/>
                  <a:gd name="T9" fmla="*/ 6 h 12"/>
                  <a:gd name="T10" fmla="*/ 0 w 12"/>
                  <a:gd name="T11" fmla="*/ 8 h 12"/>
                  <a:gd name="T12" fmla="*/ 0 w 12"/>
                  <a:gd name="T13" fmla="*/ 10 h 12"/>
                  <a:gd name="T14" fmla="*/ 2 w 12"/>
                  <a:gd name="T15" fmla="*/ 12 h 12"/>
                  <a:gd name="T16" fmla="*/ 4 w 12"/>
                  <a:gd name="T17" fmla="*/ 12 h 12"/>
                  <a:gd name="T18" fmla="*/ 6 w 12"/>
                  <a:gd name="T19" fmla="*/ 12 h 12"/>
                  <a:gd name="T20" fmla="*/ 6 w 12"/>
                  <a:gd name="T21" fmla="*/ 12 h 12"/>
                  <a:gd name="T22" fmla="*/ 8 w 12"/>
                  <a:gd name="T23" fmla="*/ 10 h 12"/>
                  <a:gd name="T24" fmla="*/ 10 w 12"/>
                  <a:gd name="T25" fmla="*/ 8 h 12"/>
                  <a:gd name="T26" fmla="*/ 12 w 12"/>
                  <a:gd name="T27" fmla="*/ 6 h 12"/>
                  <a:gd name="T28" fmla="*/ 12 w 12"/>
                  <a:gd name="T29" fmla="*/ 6 h 12"/>
                  <a:gd name="T30" fmla="*/ 10 w 12"/>
                  <a:gd name="T31" fmla="*/ 4 h 12"/>
                  <a:gd name="T32" fmla="*/ 8 w 12"/>
                  <a:gd name="T33" fmla="*/ 2 h 12"/>
                  <a:gd name="T34" fmla="*/ 8 w 12"/>
                  <a:gd name="T35" fmla="*/ 0 h 12"/>
                  <a:gd name="T36" fmla="*/ 6 w 12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66" name="Freeform 622"/>
              <p:cNvSpPr>
                <a:spLocks/>
              </p:cNvSpPr>
              <p:nvPr/>
            </p:nvSpPr>
            <p:spPr bwMode="auto">
              <a:xfrm>
                <a:off x="3764" y="1308"/>
                <a:ext cx="6" cy="5"/>
              </a:xfrm>
              <a:custGeom>
                <a:avLst/>
                <a:gdLst>
                  <a:gd name="T0" fmla="*/ 6 w 12"/>
                  <a:gd name="T1" fmla="*/ 0 h 12"/>
                  <a:gd name="T2" fmla="*/ 4 w 12"/>
                  <a:gd name="T3" fmla="*/ 0 h 12"/>
                  <a:gd name="T4" fmla="*/ 2 w 12"/>
                  <a:gd name="T5" fmla="*/ 2 h 12"/>
                  <a:gd name="T6" fmla="*/ 0 w 12"/>
                  <a:gd name="T7" fmla="*/ 4 h 12"/>
                  <a:gd name="T8" fmla="*/ 0 w 12"/>
                  <a:gd name="T9" fmla="*/ 6 h 12"/>
                  <a:gd name="T10" fmla="*/ 0 w 12"/>
                  <a:gd name="T11" fmla="*/ 8 h 12"/>
                  <a:gd name="T12" fmla="*/ 0 w 12"/>
                  <a:gd name="T13" fmla="*/ 10 h 12"/>
                  <a:gd name="T14" fmla="*/ 2 w 12"/>
                  <a:gd name="T15" fmla="*/ 12 h 12"/>
                  <a:gd name="T16" fmla="*/ 4 w 12"/>
                  <a:gd name="T17" fmla="*/ 12 h 12"/>
                  <a:gd name="T18" fmla="*/ 6 w 12"/>
                  <a:gd name="T19" fmla="*/ 12 h 12"/>
                  <a:gd name="T20" fmla="*/ 6 w 12"/>
                  <a:gd name="T21" fmla="*/ 12 h 12"/>
                  <a:gd name="T22" fmla="*/ 8 w 12"/>
                  <a:gd name="T23" fmla="*/ 10 h 12"/>
                  <a:gd name="T24" fmla="*/ 10 w 12"/>
                  <a:gd name="T25" fmla="*/ 8 h 12"/>
                  <a:gd name="T26" fmla="*/ 12 w 12"/>
                  <a:gd name="T27" fmla="*/ 6 h 12"/>
                  <a:gd name="T28" fmla="*/ 12 w 12"/>
                  <a:gd name="T29" fmla="*/ 6 h 12"/>
                  <a:gd name="T30" fmla="*/ 10 w 12"/>
                  <a:gd name="T31" fmla="*/ 4 h 12"/>
                  <a:gd name="T32" fmla="*/ 8 w 12"/>
                  <a:gd name="T33" fmla="*/ 2 h 12"/>
                  <a:gd name="T34" fmla="*/ 8 w 12"/>
                  <a:gd name="T35" fmla="*/ 0 h 12"/>
                  <a:gd name="T36" fmla="*/ 6 w 12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67" name="Freeform 623"/>
              <p:cNvSpPr>
                <a:spLocks/>
              </p:cNvSpPr>
              <p:nvPr/>
            </p:nvSpPr>
            <p:spPr bwMode="auto">
              <a:xfrm>
                <a:off x="3776" y="1308"/>
                <a:ext cx="5" cy="5"/>
              </a:xfrm>
              <a:custGeom>
                <a:avLst/>
                <a:gdLst>
                  <a:gd name="T0" fmla="*/ 6 w 12"/>
                  <a:gd name="T1" fmla="*/ 0 h 12"/>
                  <a:gd name="T2" fmla="*/ 4 w 12"/>
                  <a:gd name="T3" fmla="*/ 0 h 12"/>
                  <a:gd name="T4" fmla="*/ 2 w 12"/>
                  <a:gd name="T5" fmla="*/ 2 h 12"/>
                  <a:gd name="T6" fmla="*/ 0 w 12"/>
                  <a:gd name="T7" fmla="*/ 4 h 12"/>
                  <a:gd name="T8" fmla="*/ 0 w 12"/>
                  <a:gd name="T9" fmla="*/ 6 h 12"/>
                  <a:gd name="T10" fmla="*/ 0 w 12"/>
                  <a:gd name="T11" fmla="*/ 8 h 12"/>
                  <a:gd name="T12" fmla="*/ 0 w 12"/>
                  <a:gd name="T13" fmla="*/ 10 h 12"/>
                  <a:gd name="T14" fmla="*/ 2 w 12"/>
                  <a:gd name="T15" fmla="*/ 12 h 12"/>
                  <a:gd name="T16" fmla="*/ 4 w 12"/>
                  <a:gd name="T17" fmla="*/ 12 h 12"/>
                  <a:gd name="T18" fmla="*/ 6 w 12"/>
                  <a:gd name="T19" fmla="*/ 12 h 12"/>
                  <a:gd name="T20" fmla="*/ 6 w 12"/>
                  <a:gd name="T21" fmla="*/ 12 h 12"/>
                  <a:gd name="T22" fmla="*/ 8 w 12"/>
                  <a:gd name="T23" fmla="*/ 10 h 12"/>
                  <a:gd name="T24" fmla="*/ 10 w 12"/>
                  <a:gd name="T25" fmla="*/ 8 h 12"/>
                  <a:gd name="T26" fmla="*/ 12 w 12"/>
                  <a:gd name="T27" fmla="*/ 6 h 12"/>
                  <a:gd name="T28" fmla="*/ 12 w 12"/>
                  <a:gd name="T29" fmla="*/ 6 h 12"/>
                  <a:gd name="T30" fmla="*/ 10 w 12"/>
                  <a:gd name="T31" fmla="*/ 4 h 12"/>
                  <a:gd name="T32" fmla="*/ 8 w 12"/>
                  <a:gd name="T33" fmla="*/ 2 h 12"/>
                  <a:gd name="T34" fmla="*/ 8 w 12"/>
                  <a:gd name="T35" fmla="*/ 0 h 12"/>
                  <a:gd name="T36" fmla="*/ 6 w 12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68" name="Freeform 624"/>
              <p:cNvSpPr>
                <a:spLocks/>
              </p:cNvSpPr>
              <p:nvPr/>
            </p:nvSpPr>
            <p:spPr bwMode="auto">
              <a:xfrm>
                <a:off x="3787" y="1308"/>
                <a:ext cx="6" cy="5"/>
              </a:xfrm>
              <a:custGeom>
                <a:avLst/>
                <a:gdLst>
                  <a:gd name="T0" fmla="*/ 6 w 12"/>
                  <a:gd name="T1" fmla="*/ 0 h 12"/>
                  <a:gd name="T2" fmla="*/ 4 w 12"/>
                  <a:gd name="T3" fmla="*/ 0 h 12"/>
                  <a:gd name="T4" fmla="*/ 2 w 12"/>
                  <a:gd name="T5" fmla="*/ 2 h 12"/>
                  <a:gd name="T6" fmla="*/ 0 w 12"/>
                  <a:gd name="T7" fmla="*/ 4 h 12"/>
                  <a:gd name="T8" fmla="*/ 0 w 12"/>
                  <a:gd name="T9" fmla="*/ 6 h 12"/>
                  <a:gd name="T10" fmla="*/ 0 w 12"/>
                  <a:gd name="T11" fmla="*/ 8 h 12"/>
                  <a:gd name="T12" fmla="*/ 0 w 12"/>
                  <a:gd name="T13" fmla="*/ 10 h 12"/>
                  <a:gd name="T14" fmla="*/ 2 w 12"/>
                  <a:gd name="T15" fmla="*/ 12 h 12"/>
                  <a:gd name="T16" fmla="*/ 4 w 12"/>
                  <a:gd name="T17" fmla="*/ 12 h 12"/>
                  <a:gd name="T18" fmla="*/ 6 w 12"/>
                  <a:gd name="T19" fmla="*/ 12 h 12"/>
                  <a:gd name="T20" fmla="*/ 6 w 12"/>
                  <a:gd name="T21" fmla="*/ 12 h 12"/>
                  <a:gd name="T22" fmla="*/ 8 w 12"/>
                  <a:gd name="T23" fmla="*/ 10 h 12"/>
                  <a:gd name="T24" fmla="*/ 10 w 12"/>
                  <a:gd name="T25" fmla="*/ 8 h 12"/>
                  <a:gd name="T26" fmla="*/ 12 w 12"/>
                  <a:gd name="T27" fmla="*/ 6 h 12"/>
                  <a:gd name="T28" fmla="*/ 12 w 12"/>
                  <a:gd name="T29" fmla="*/ 6 h 12"/>
                  <a:gd name="T30" fmla="*/ 10 w 12"/>
                  <a:gd name="T31" fmla="*/ 4 h 12"/>
                  <a:gd name="T32" fmla="*/ 8 w 12"/>
                  <a:gd name="T33" fmla="*/ 2 h 12"/>
                  <a:gd name="T34" fmla="*/ 8 w 12"/>
                  <a:gd name="T35" fmla="*/ 0 h 12"/>
                  <a:gd name="T36" fmla="*/ 6 w 12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69" name="Freeform 625"/>
              <p:cNvSpPr>
                <a:spLocks/>
              </p:cNvSpPr>
              <p:nvPr/>
            </p:nvSpPr>
            <p:spPr bwMode="auto">
              <a:xfrm>
                <a:off x="3799" y="1308"/>
                <a:ext cx="5" cy="5"/>
              </a:xfrm>
              <a:custGeom>
                <a:avLst/>
                <a:gdLst>
                  <a:gd name="T0" fmla="*/ 6 w 12"/>
                  <a:gd name="T1" fmla="*/ 0 h 12"/>
                  <a:gd name="T2" fmla="*/ 4 w 12"/>
                  <a:gd name="T3" fmla="*/ 0 h 12"/>
                  <a:gd name="T4" fmla="*/ 2 w 12"/>
                  <a:gd name="T5" fmla="*/ 2 h 12"/>
                  <a:gd name="T6" fmla="*/ 0 w 12"/>
                  <a:gd name="T7" fmla="*/ 4 h 12"/>
                  <a:gd name="T8" fmla="*/ 0 w 12"/>
                  <a:gd name="T9" fmla="*/ 6 h 12"/>
                  <a:gd name="T10" fmla="*/ 0 w 12"/>
                  <a:gd name="T11" fmla="*/ 8 h 12"/>
                  <a:gd name="T12" fmla="*/ 0 w 12"/>
                  <a:gd name="T13" fmla="*/ 10 h 12"/>
                  <a:gd name="T14" fmla="*/ 2 w 12"/>
                  <a:gd name="T15" fmla="*/ 12 h 12"/>
                  <a:gd name="T16" fmla="*/ 4 w 12"/>
                  <a:gd name="T17" fmla="*/ 12 h 12"/>
                  <a:gd name="T18" fmla="*/ 6 w 12"/>
                  <a:gd name="T19" fmla="*/ 12 h 12"/>
                  <a:gd name="T20" fmla="*/ 6 w 12"/>
                  <a:gd name="T21" fmla="*/ 12 h 12"/>
                  <a:gd name="T22" fmla="*/ 8 w 12"/>
                  <a:gd name="T23" fmla="*/ 10 h 12"/>
                  <a:gd name="T24" fmla="*/ 10 w 12"/>
                  <a:gd name="T25" fmla="*/ 8 h 12"/>
                  <a:gd name="T26" fmla="*/ 12 w 12"/>
                  <a:gd name="T27" fmla="*/ 6 h 12"/>
                  <a:gd name="T28" fmla="*/ 12 w 12"/>
                  <a:gd name="T29" fmla="*/ 6 h 12"/>
                  <a:gd name="T30" fmla="*/ 10 w 12"/>
                  <a:gd name="T31" fmla="*/ 4 h 12"/>
                  <a:gd name="T32" fmla="*/ 8 w 12"/>
                  <a:gd name="T33" fmla="*/ 2 h 12"/>
                  <a:gd name="T34" fmla="*/ 8 w 12"/>
                  <a:gd name="T35" fmla="*/ 0 h 12"/>
                  <a:gd name="T36" fmla="*/ 6 w 12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70" name="Freeform 626"/>
              <p:cNvSpPr>
                <a:spLocks/>
              </p:cNvSpPr>
              <p:nvPr/>
            </p:nvSpPr>
            <p:spPr bwMode="auto">
              <a:xfrm>
                <a:off x="3810" y="1308"/>
                <a:ext cx="6" cy="5"/>
              </a:xfrm>
              <a:custGeom>
                <a:avLst/>
                <a:gdLst>
                  <a:gd name="T0" fmla="*/ 6 w 12"/>
                  <a:gd name="T1" fmla="*/ 0 h 12"/>
                  <a:gd name="T2" fmla="*/ 4 w 12"/>
                  <a:gd name="T3" fmla="*/ 0 h 12"/>
                  <a:gd name="T4" fmla="*/ 2 w 12"/>
                  <a:gd name="T5" fmla="*/ 2 h 12"/>
                  <a:gd name="T6" fmla="*/ 0 w 12"/>
                  <a:gd name="T7" fmla="*/ 4 h 12"/>
                  <a:gd name="T8" fmla="*/ 0 w 12"/>
                  <a:gd name="T9" fmla="*/ 6 h 12"/>
                  <a:gd name="T10" fmla="*/ 0 w 12"/>
                  <a:gd name="T11" fmla="*/ 8 h 12"/>
                  <a:gd name="T12" fmla="*/ 0 w 12"/>
                  <a:gd name="T13" fmla="*/ 10 h 12"/>
                  <a:gd name="T14" fmla="*/ 2 w 12"/>
                  <a:gd name="T15" fmla="*/ 12 h 12"/>
                  <a:gd name="T16" fmla="*/ 4 w 12"/>
                  <a:gd name="T17" fmla="*/ 12 h 12"/>
                  <a:gd name="T18" fmla="*/ 6 w 12"/>
                  <a:gd name="T19" fmla="*/ 12 h 12"/>
                  <a:gd name="T20" fmla="*/ 6 w 12"/>
                  <a:gd name="T21" fmla="*/ 12 h 12"/>
                  <a:gd name="T22" fmla="*/ 8 w 12"/>
                  <a:gd name="T23" fmla="*/ 10 h 12"/>
                  <a:gd name="T24" fmla="*/ 10 w 12"/>
                  <a:gd name="T25" fmla="*/ 8 h 12"/>
                  <a:gd name="T26" fmla="*/ 12 w 12"/>
                  <a:gd name="T27" fmla="*/ 6 h 12"/>
                  <a:gd name="T28" fmla="*/ 12 w 12"/>
                  <a:gd name="T29" fmla="*/ 6 h 12"/>
                  <a:gd name="T30" fmla="*/ 10 w 12"/>
                  <a:gd name="T31" fmla="*/ 4 h 12"/>
                  <a:gd name="T32" fmla="*/ 8 w 12"/>
                  <a:gd name="T33" fmla="*/ 2 h 12"/>
                  <a:gd name="T34" fmla="*/ 8 w 12"/>
                  <a:gd name="T35" fmla="*/ 0 h 12"/>
                  <a:gd name="T36" fmla="*/ 6 w 12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71" name="Freeform 627"/>
              <p:cNvSpPr>
                <a:spLocks/>
              </p:cNvSpPr>
              <p:nvPr/>
            </p:nvSpPr>
            <p:spPr bwMode="auto">
              <a:xfrm>
                <a:off x="3822" y="1308"/>
                <a:ext cx="5" cy="5"/>
              </a:xfrm>
              <a:custGeom>
                <a:avLst/>
                <a:gdLst>
                  <a:gd name="T0" fmla="*/ 6 w 12"/>
                  <a:gd name="T1" fmla="*/ 0 h 12"/>
                  <a:gd name="T2" fmla="*/ 4 w 12"/>
                  <a:gd name="T3" fmla="*/ 0 h 12"/>
                  <a:gd name="T4" fmla="*/ 2 w 12"/>
                  <a:gd name="T5" fmla="*/ 2 h 12"/>
                  <a:gd name="T6" fmla="*/ 0 w 12"/>
                  <a:gd name="T7" fmla="*/ 4 h 12"/>
                  <a:gd name="T8" fmla="*/ 0 w 12"/>
                  <a:gd name="T9" fmla="*/ 6 h 12"/>
                  <a:gd name="T10" fmla="*/ 0 w 12"/>
                  <a:gd name="T11" fmla="*/ 8 h 12"/>
                  <a:gd name="T12" fmla="*/ 0 w 12"/>
                  <a:gd name="T13" fmla="*/ 10 h 12"/>
                  <a:gd name="T14" fmla="*/ 2 w 12"/>
                  <a:gd name="T15" fmla="*/ 12 h 12"/>
                  <a:gd name="T16" fmla="*/ 4 w 12"/>
                  <a:gd name="T17" fmla="*/ 12 h 12"/>
                  <a:gd name="T18" fmla="*/ 6 w 12"/>
                  <a:gd name="T19" fmla="*/ 12 h 12"/>
                  <a:gd name="T20" fmla="*/ 6 w 12"/>
                  <a:gd name="T21" fmla="*/ 12 h 12"/>
                  <a:gd name="T22" fmla="*/ 8 w 12"/>
                  <a:gd name="T23" fmla="*/ 10 h 12"/>
                  <a:gd name="T24" fmla="*/ 10 w 12"/>
                  <a:gd name="T25" fmla="*/ 8 h 12"/>
                  <a:gd name="T26" fmla="*/ 12 w 12"/>
                  <a:gd name="T27" fmla="*/ 6 h 12"/>
                  <a:gd name="T28" fmla="*/ 12 w 12"/>
                  <a:gd name="T29" fmla="*/ 6 h 12"/>
                  <a:gd name="T30" fmla="*/ 10 w 12"/>
                  <a:gd name="T31" fmla="*/ 4 h 12"/>
                  <a:gd name="T32" fmla="*/ 8 w 12"/>
                  <a:gd name="T33" fmla="*/ 2 h 12"/>
                  <a:gd name="T34" fmla="*/ 8 w 12"/>
                  <a:gd name="T35" fmla="*/ 0 h 12"/>
                  <a:gd name="T36" fmla="*/ 6 w 12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72" name="Freeform 628"/>
              <p:cNvSpPr>
                <a:spLocks/>
              </p:cNvSpPr>
              <p:nvPr/>
            </p:nvSpPr>
            <p:spPr bwMode="auto">
              <a:xfrm>
                <a:off x="3833" y="1308"/>
                <a:ext cx="6" cy="5"/>
              </a:xfrm>
              <a:custGeom>
                <a:avLst/>
                <a:gdLst>
                  <a:gd name="T0" fmla="*/ 6 w 12"/>
                  <a:gd name="T1" fmla="*/ 0 h 12"/>
                  <a:gd name="T2" fmla="*/ 4 w 12"/>
                  <a:gd name="T3" fmla="*/ 0 h 12"/>
                  <a:gd name="T4" fmla="*/ 2 w 12"/>
                  <a:gd name="T5" fmla="*/ 2 h 12"/>
                  <a:gd name="T6" fmla="*/ 0 w 12"/>
                  <a:gd name="T7" fmla="*/ 4 h 12"/>
                  <a:gd name="T8" fmla="*/ 0 w 12"/>
                  <a:gd name="T9" fmla="*/ 6 h 12"/>
                  <a:gd name="T10" fmla="*/ 0 w 12"/>
                  <a:gd name="T11" fmla="*/ 8 h 12"/>
                  <a:gd name="T12" fmla="*/ 0 w 12"/>
                  <a:gd name="T13" fmla="*/ 10 h 12"/>
                  <a:gd name="T14" fmla="*/ 2 w 12"/>
                  <a:gd name="T15" fmla="*/ 12 h 12"/>
                  <a:gd name="T16" fmla="*/ 4 w 12"/>
                  <a:gd name="T17" fmla="*/ 12 h 12"/>
                  <a:gd name="T18" fmla="*/ 6 w 12"/>
                  <a:gd name="T19" fmla="*/ 12 h 12"/>
                  <a:gd name="T20" fmla="*/ 6 w 12"/>
                  <a:gd name="T21" fmla="*/ 12 h 12"/>
                  <a:gd name="T22" fmla="*/ 8 w 12"/>
                  <a:gd name="T23" fmla="*/ 10 h 12"/>
                  <a:gd name="T24" fmla="*/ 10 w 12"/>
                  <a:gd name="T25" fmla="*/ 8 h 12"/>
                  <a:gd name="T26" fmla="*/ 12 w 12"/>
                  <a:gd name="T27" fmla="*/ 6 h 12"/>
                  <a:gd name="T28" fmla="*/ 12 w 12"/>
                  <a:gd name="T29" fmla="*/ 6 h 12"/>
                  <a:gd name="T30" fmla="*/ 10 w 12"/>
                  <a:gd name="T31" fmla="*/ 4 h 12"/>
                  <a:gd name="T32" fmla="*/ 8 w 12"/>
                  <a:gd name="T33" fmla="*/ 2 h 12"/>
                  <a:gd name="T34" fmla="*/ 8 w 12"/>
                  <a:gd name="T35" fmla="*/ 0 h 12"/>
                  <a:gd name="T36" fmla="*/ 6 w 12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73" name="Freeform 629"/>
              <p:cNvSpPr>
                <a:spLocks/>
              </p:cNvSpPr>
              <p:nvPr/>
            </p:nvSpPr>
            <p:spPr bwMode="auto">
              <a:xfrm>
                <a:off x="3845" y="1308"/>
                <a:ext cx="5" cy="5"/>
              </a:xfrm>
              <a:custGeom>
                <a:avLst/>
                <a:gdLst>
                  <a:gd name="T0" fmla="*/ 6 w 12"/>
                  <a:gd name="T1" fmla="*/ 0 h 12"/>
                  <a:gd name="T2" fmla="*/ 4 w 12"/>
                  <a:gd name="T3" fmla="*/ 0 h 12"/>
                  <a:gd name="T4" fmla="*/ 2 w 12"/>
                  <a:gd name="T5" fmla="*/ 2 h 12"/>
                  <a:gd name="T6" fmla="*/ 0 w 12"/>
                  <a:gd name="T7" fmla="*/ 4 h 12"/>
                  <a:gd name="T8" fmla="*/ 0 w 12"/>
                  <a:gd name="T9" fmla="*/ 6 h 12"/>
                  <a:gd name="T10" fmla="*/ 0 w 12"/>
                  <a:gd name="T11" fmla="*/ 8 h 12"/>
                  <a:gd name="T12" fmla="*/ 0 w 12"/>
                  <a:gd name="T13" fmla="*/ 10 h 12"/>
                  <a:gd name="T14" fmla="*/ 2 w 12"/>
                  <a:gd name="T15" fmla="*/ 12 h 12"/>
                  <a:gd name="T16" fmla="*/ 4 w 12"/>
                  <a:gd name="T17" fmla="*/ 12 h 12"/>
                  <a:gd name="T18" fmla="*/ 6 w 12"/>
                  <a:gd name="T19" fmla="*/ 12 h 12"/>
                  <a:gd name="T20" fmla="*/ 6 w 12"/>
                  <a:gd name="T21" fmla="*/ 12 h 12"/>
                  <a:gd name="T22" fmla="*/ 8 w 12"/>
                  <a:gd name="T23" fmla="*/ 10 h 12"/>
                  <a:gd name="T24" fmla="*/ 10 w 12"/>
                  <a:gd name="T25" fmla="*/ 8 h 12"/>
                  <a:gd name="T26" fmla="*/ 12 w 12"/>
                  <a:gd name="T27" fmla="*/ 6 h 12"/>
                  <a:gd name="T28" fmla="*/ 12 w 12"/>
                  <a:gd name="T29" fmla="*/ 6 h 12"/>
                  <a:gd name="T30" fmla="*/ 10 w 12"/>
                  <a:gd name="T31" fmla="*/ 4 h 12"/>
                  <a:gd name="T32" fmla="*/ 8 w 12"/>
                  <a:gd name="T33" fmla="*/ 2 h 12"/>
                  <a:gd name="T34" fmla="*/ 8 w 12"/>
                  <a:gd name="T35" fmla="*/ 0 h 12"/>
                  <a:gd name="T36" fmla="*/ 6 w 12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74" name="Freeform 630"/>
              <p:cNvSpPr>
                <a:spLocks/>
              </p:cNvSpPr>
              <p:nvPr/>
            </p:nvSpPr>
            <p:spPr bwMode="auto">
              <a:xfrm>
                <a:off x="3856" y="1308"/>
                <a:ext cx="6" cy="5"/>
              </a:xfrm>
              <a:custGeom>
                <a:avLst/>
                <a:gdLst>
                  <a:gd name="T0" fmla="*/ 6 w 12"/>
                  <a:gd name="T1" fmla="*/ 0 h 12"/>
                  <a:gd name="T2" fmla="*/ 4 w 12"/>
                  <a:gd name="T3" fmla="*/ 0 h 12"/>
                  <a:gd name="T4" fmla="*/ 2 w 12"/>
                  <a:gd name="T5" fmla="*/ 2 h 12"/>
                  <a:gd name="T6" fmla="*/ 0 w 12"/>
                  <a:gd name="T7" fmla="*/ 4 h 12"/>
                  <a:gd name="T8" fmla="*/ 0 w 12"/>
                  <a:gd name="T9" fmla="*/ 6 h 12"/>
                  <a:gd name="T10" fmla="*/ 0 w 12"/>
                  <a:gd name="T11" fmla="*/ 8 h 12"/>
                  <a:gd name="T12" fmla="*/ 0 w 12"/>
                  <a:gd name="T13" fmla="*/ 10 h 12"/>
                  <a:gd name="T14" fmla="*/ 2 w 12"/>
                  <a:gd name="T15" fmla="*/ 12 h 12"/>
                  <a:gd name="T16" fmla="*/ 4 w 12"/>
                  <a:gd name="T17" fmla="*/ 12 h 12"/>
                  <a:gd name="T18" fmla="*/ 6 w 12"/>
                  <a:gd name="T19" fmla="*/ 12 h 12"/>
                  <a:gd name="T20" fmla="*/ 6 w 12"/>
                  <a:gd name="T21" fmla="*/ 12 h 12"/>
                  <a:gd name="T22" fmla="*/ 8 w 12"/>
                  <a:gd name="T23" fmla="*/ 10 h 12"/>
                  <a:gd name="T24" fmla="*/ 10 w 12"/>
                  <a:gd name="T25" fmla="*/ 8 h 12"/>
                  <a:gd name="T26" fmla="*/ 12 w 12"/>
                  <a:gd name="T27" fmla="*/ 6 h 12"/>
                  <a:gd name="T28" fmla="*/ 12 w 12"/>
                  <a:gd name="T29" fmla="*/ 6 h 12"/>
                  <a:gd name="T30" fmla="*/ 10 w 12"/>
                  <a:gd name="T31" fmla="*/ 4 h 12"/>
                  <a:gd name="T32" fmla="*/ 8 w 12"/>
                  <a:gd name="T33" fmla="*/ 2 h 12"/>
                  <a:gd name="T34" fmla="*/ 8 w 12"/>
                  <a:gd name="T35" fmla="*/ 0 h 12"/>
                  <a:gd name="T36" fmla="*/ 6 w 12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75" name="Freeform 631"/>
              <p:cNvSpPr>
                <a:spLocks/>
              </p:cNvSpPr>
              <p:nvPr/>
            </p:nvSpPr>
            <p:spPr bwMode="auto">
              <a:xfrm>
                <a:off x="3868" y="1308"/>
                <a:ext cx="6" cy="5"/>
              </a:xfrm>
              <a:custGeom>
                <a:avLst/>
                <a:gdLst>
                  <a:gd name="T0" fmla="*/ 5 w 11"/>
                  <a:gd name="T1" fmla="*/ 0 h 12"/>
                  <a:gd name="T2" fmla="*/ 3 w 11"/>
                  <a:gd name="T3" fmla="*/ 0 h 12"/>
                  <a:gd name="T4" fmla="*/ 1 w 11"/>
                  <a:gd name="T5" fmla="*/ 2 h 12"/>
                  <a:gd name="T6" fmla="*/ 0 w 11"/>
                  <a:gd name="T7" fmla="*/ 4 h 12"/>
                  <a:gd name="T8" fmla="*/ 0 w 11"/>
                  <a:gd name="T9" fmla="*/ 6 h 12"/>
                  <a:gd name="T10" fmla="*/ 0 w 11"/>
                  <a:gd name="T11" fmla="*/ 8 h 12"/>
                  <a:gd name="T12" fmla="*/ 0 w 11"/>
                  <a:gd name="T13" fmla="*/ 10 h 12"/>
                  <a:gd name="T14" fmla="*/ 1 w 11"/>
                  <a:gd name="T15" fmla="*/ 12 h 12"/>
                  <a:gd name="T16" fmla="*/ 3 w 11"/>
                  <a:gd name="T17" fmla="*/ 12 h 12"/>
                  <a:gd name="T18" fmla="*/ 5 w 11"/>
                  <a:gd name="T19" fmla="*/ 12 h 12"/>
                  <a:gd name="T20" fmla="*/ 5 w 11"/>
                  <a:gd name="T21" fmla="*/ 12 h 12"/>
                  <a:gd name="T22" fmla="*/ 7 w 11"/>
                  <a:gd name="T23" fmla="*/ 10 h 12"/>
                  <a:gd name="T24" fmla="*/ 9 w 11"/>
                  <a:gd name="T25" fmla="*/ 8 h 12"/>
                  <a:gd name="T26" fmla="*/ 11 w 11"/>
                  <a:gd name="T27" fmla="*/ 6 h 12"/>
                  <a:gd name="T28" fmla="*/ 11 w 11"/>
                  <a:gd name="T29" fmla="*/ 6 h 12"/>
                  <a:gd name="T30" fmla="*/ 9 w 11"/>
                  <a:gd name="T31" fmla="*/ 4 h 12"/>
                  <a:gd name="T32" fmla="*/ 7 w 11"/>
                  <a:gd name="T33" fmla="*/ 2 h 12"/>
                  <a:gd name="T34" fmla="*/ 7 w 11"/>
                  <a:gd name="T35" fmla="*/ 0 h 12"/>
                  <a:gd name="T36" fmla="*/ 5 w 11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5" y="0"/>
                    </a:move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1" y="12"/>
                    </a:lnTo>
                    <a:lnTo>
                      <a:pt x="3" y="12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9" y="4"/>
                    </a:lnTo>
                    <a:lnTo>
                      <a:pt x="7" y="2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76" name="Freeform 632"/>
              <p:cNvSpPr>
                <a:spLocks/>
              </p:cNvSpPr>
              <p:nvPr/>
            </p:nvSpPr>
            <p:spPr bwMode="auto">
              <a:xfrm>
                <a:off x="3879" y="1308"/>
                <a:ext cx="6" cy="5"/>
              </a:xfrm>
              <a:custGeom>
                <a:avLst/>
                <a:gdLst>
                  <a:gd name="T0" fmla="*/ 5 w 11"/>
                  <a:gd name="T1" fmla="*/ 0 h 12"/>
                  <a:gd name="T2" fmla="*/ 3 w 11"/>
                  <a:gd name="T3" fmla="*/ 0 h 12"/>
                  <a:gd name="T4" fmla="*/ 1 w 11"/>
                  <a:gd name="T5" fmla="*/ 2 h 12"/>
                  <a:gd name="T6" fmla="*/ 0 w 11"/>
                  <a:gd name="T7" fmla="*/ 4 h 12"/>
                  <a:gd name="T8" fmla="*/ 0 w 11"/>
                  <a:gd name="T9" fmla="*/ 6 h 12"/>
                  <a:gd name="T10" fmla="*/ 0 w 11"/>
                  <a:gd name="T11" fmla="*/ 8 h 12"/>
                  <a:gd name="T12" fmla="*/ 0 w 11"/>
                  <a:gd name="T13" fmla="*/ 10 h 12"/>
                  <a:gd name="T14" fmla="*/ 1 w 11"/>
                  <a:gd name="T15" fmla="*/ 12 h 12"/>
                  <a:gd name="T16" fmla="*/ 3 w 11"/>
                  <a:gd name="T17" fmla="*/ 12 h 12"/>
                  <a:gd name="T18" fmla="*/ 5 w 11"/>
                  <a:gd name="T19" fmla="*/ 12 h 12"/>
                  <a:gd name="T20" fmla="*/ 5 w 11"/>
                  <a:gd name="T21" fmla="*/ 12 h 12"/>
                  <a:gd name="T22" fmla="*/ 7 w 11"/>
                  <a:gd name="T23" fmla="*/ 10 h 12"/>
                  <a:gd name="T24" fmla="*/ 9 w 11"/>
                  <a:gd name="T25" fmla="*/ 8 h 12"/>
                  <a:gd name="T26" fmla="*/ 11 w 11"/>
                  <a:gd name="T27" fmla="*/ 6 h 12"/>
                  <a:gd name="T28" fmla="*/ 11 w 11"/>
                  <a:gd name="T29" fmla="*/ 6 h 12"/>
                  <a:gd name="T30" fmla="*/ 9 w 11"/>
                  <a:gd name="T31" fmla="*/ 4 h 12"/>
                  <a:gd name="T32" fmla="*/ 7 w 11"/>
                  <a:gd name="T33" fmla="*/ 2 h 12"/>
                  <a:gd name="T34" fmla="*/ 7 w 11"/>
                  <a:gd name="T35" fmla="*/ 0 h 12"/>
                  <a:gd name="T36" fmla="*/ 5 w 11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5" y="0"/>
                    </a:move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1" y="12"/>
                    </a:lnTo>
                    <a:lnTo>
                      <a:pt x="3" y="12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9" y="4"/>
                    </a:lnTo>
                    <a:lnTo>
                      <a:pt x="7" y="2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77" name="Freeform 633"/>
              <p:cNvSpPr>
                <a:spLocks/>
              </p:cNvSpPr>
              <p:nvPr/>
            </p:nvSpPr>
            <p:spPr bwMode="auto">
              <a:xfrm>
                <a:off x="3891" y="1308"/>
                <a:ext cx="6" cy="5"/>
              </a:xfrm>
              <a:custGeom>
                <a:avLst/>
                <a:gdLst>
                  <a:gd name="T0" fmla="*/ 5 w 11"/>
                  <a:gd name="T1" fmla="*/ 0 h 12"/>
                  <a:gd name="T2" fmla="*/ 3 w 11"/>
                  <a:gd name="T3" fmla="*/ 0 h 12"/>
                  <a:gd name="T4" fmla="*/ 2 w 11"/>
                  <a:gd name="T5" fmla="*/ 2 h 12"/>
                  <a:gd name="T6" fmla="*/ 0 w 11"/>
                  <a:gd name="T7" fmla="*/ 4 h 12"/>
                  <a:gd name="T8" fmla="*/ 0 w 11"/>
                  <a:gd name="T9" fmla="*/ 6 h 12"/>
                  <a:gd name="T10" fmla="*/ 0 w 11"/>
                  <a:gd name="T11" fmla="*/ 8 h 12"/>
                  <a:gd name="T12" fmla="*/ 0 w 11"/>
                  <a:gd name="T13" fmla="*/ 10 h 12"/>
                  <a:gd name="T14" fmla="*/ 2 w 11"/>
                  <a:gd name="T15" fmla="*/ 12 h 12"/>
                  <a:gd name="T16" fmla="*/ 3 w 11"/>
                  <a:gd name="T17" fmla="*/ 12 h 12"/>
                  <a:gd name="T18" fmla="*/ 5 w 11"/>
                  <a:gd name="T19" fmla="*/ 12 h 12"/>
                  <a:gd name="T20" fmla="*/ 5 w 11"/>
                  <a:gd name="T21" fmla="*/ 12 h 12"/>
                  <a:gd name="T22" fmla="*/ 7 w 11"/>
                  <a:gd name="T23" fmla="*/ 10 h 12"/>
                  <a:gd name="T24" fmla="*/ 9 w 11"/>
                  <a:gd name="T25" fmla="*/ 8 h 12"/>
                  <a:gd name="T26" fmla="*/ 11 w 11"/>
                  <a:gd name="T27" fmla="*/ 6 h 12"/>
                  <a:gd name="T28" fmla="*/ 11 w 11"/>
                  <a:gd name="T29" fmla="*/ 6 h 12"/>
                  <a:gd name="T30" fmla="*/ 9 w 11"/>
                  <a:gd name="T31" fmla="*/ 4 h 12"/>
                  <a:gd name="T32" fmla="*/ 7 w 11"/>
                  <a:gd name="T33" fmla="*/ 2 h 12"/>
                  <a:gd name="T34" fmla="*/ 7 w 11"/>
                  <a:gd name="T35" fmla="*/ 0 h 12"/>
                  <a:gd name="T36" fmla="*/ 5 w 11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5" y="0"/>
                    </a:moveTo>
                    <a:lnTo>
                      <a:pt x="3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3" y="12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9" y="4"/>
                    </a:lnTo>
                    <a:lnTo>
                      <a:pt x="7" y="2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78" name="Freeform 634"/>
              <p:cNvSpPr>
                <a:spLocks/>
              </p:cNvSpPr>
              <p:nvPr/>
            </p:nvSpPr>
            <p:spPr bwMode="auto">
              <a:xfrm>
                <a:off x="3902" y="1308"/>
                <a:ext cx="6" cy="5"/>
              </a:xfrm>
              <a:custGeom>
                <a:avLst/>
                <a:gdLst>
                  <a:gd name="T0" fmla="*/ 5 w 11"/>
                  <a:gd name="T1" fmla="*/ 0 h 12"/>
                  <a:gd name="T2" fmla="*/ 3 w 11"/>
                  <a:gd name="T3" fmla="*/ 0 h 12"/>
                  <a:gd name="T4" fmla="*/ 2 w 11"/>
                  <a:gd name="T5" fmla="*/ 2 h 12"/>
                  <a:gd name="T6" fmla="*/ 0 w 11"/>
                  <a:gd name="T7" fmla="*/ 4 h 12"/>
                  <a:gd name="T8" fmla="*/ 0 w 11"/>
                  <a:gd name="T9" fmla="*/ 6 h 12"/>
                  <a:gd name="T10" fmla="*/ 0 w 11"/>
                  <a:gd name="T11" fmla="*/ 8 h 12"/>
                  <a:gd name="T12" fmla="*/ 0 w 11"/>
                  <a:gd name="T13" fmla="*/ 10 h 12"/>
                  <a:gd name="T14" fmla="*/ 2 w 11"/>
                  <a:gd name="T15" fmla="*/ 12 h 12"/>
                  <a:gd name="T16" fmla="*/ 3 w 11"/>
                  <a:gd name="T17" fmla="*/ 12 h 12"/>
                  <a:gd name="T18" fmla="*/ 5 w 11"/>
                  <a:gd name="T19" fmla="*/ 12 h 12"/>
                  <a:gd name="T20" fmla="*/ 5 w 11"/>
                  <a:gd name="T21" fmla="*/ 12 h 12"/>
                  <a:gd name="T22" fmla="*/ 7 w 11"/>
                  <a:gd name="T23" fmla="*/ 10 h 12"/>
                  <a:gd name="T24" fmla="*/ 9 w 11"/>
                  <a:gd name="T25" fmla="*/ 8 h 12"/>
                  <a:gd name="T26" fmla="*/ 11 w 11"/>
                  <a:gd name="T27" fmla="*/ 6 h 12"/>
                  <a:gd name="T28" fmla="*/ 11 w 11"/>
                  <a:gd name="T29" fmla="*/ 6 h 12"/>
                  <a:gd name="T30" fmla="*/ 9 w 11"/>
                  <a:gd name="T31" fmla="*/ 4 h 12"/>
                  <a:gd name="T32" fmla="*/ 7 w 11"/>
                  <a:gd name="T33" fmla="*/ 2 h 12"/>
                  <a:gd name="T34" fmla="*/ 7 w 11"/>
                  <a:gd name="T35" fmla="*/ 0 h 12"/>
                  <a:gd name="T36" fmla="*/ 5 w 11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5" y="0"/>
                    </a:moveTo>
                    <a:lnTo>
                      <a:pt x="3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3" y="12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9" y="4"/>
                    </a:lnTo>
                    <a:lnTo>
                      <a:pt x="7" y="2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79" name="Freeform 635"/>
              <p:cNvSpPr>
                <a:spLocks/>
              </p:cNvSpPr>
              <p:nvPr/>
            </p:nvSpPr>
            <p:spPr bwMode="auto">
              <a:xfrm>
                <a:off x="3914" y="1308"/>
                <a:ext cx="6" cy="5"/>
              </a:xfrm>
              <a:custGeom>
                <a:avLst/>
                <a:gdLst>
                  <a:gd name="T0" fmla="*/ 5 w 11"/>
                  <a:gd name="T1" fmla="*/ 0 h 12"/>
                  <a:gd name="T2" fmla="*/ 4 w 11"/>
                  <a:gd name="T3" fmla="*/ 0 h 12"/>
                  <a:gd name="T4" fmla="*/ 2 w 11"/>
                  <a:gd name="T5" fmla="*/ 2 h 12"/>
                  <a:gd name="T6" fmla="*/ 0 w 11"/>
                  <a:gd name="T7" fmla="*/ 4 h 12"/>
                  <a:gd name="T8" fmla="*/ 0 w 11"/>
                  <a:gd name="T9" fmla="*/ 6 h 12"/>
                  <a:gd name="T10" fmla="*/ 0 w 11"/>
                  <a:gd name="T11" fmla="*/ 8 h 12"/>
                  <a:gd name="T12" fmla="*/ 0 w 11"/>
                  <a:gd name="T13" fmla="*/ 10 h 12"/>
                  <a:gd name="T14" fmla="*/ 2 w 11"/>
                  <a:gd name="T15" fmla="*/ 12 h 12"/>
                  <a:gd name="T16" fmla="*/ 4 w 11"/>
                  <a:gd name="T17" fmla="*/ 12 h 12"/>
                  <a:gd name="T18" fmla="*/ 5 w 11"/>
                  <a:gd name="T19" fmla="*/ 12 h 12"/>
                  <a:gd name="T20" fmla="*/ 5 w 11"/>
                  <a:gd name="T21" fmla="*/ 12 h 12"/>
                  <a:gd name="T22" fmla="*/ 7 w 11"/>
                  <a:gd name="T23" fmla="*/ 10 h 12"/>
                  <a:gd name="T24" fmla="*/ 9 w 11"/>
                  <a:gd name="T25" fmla="*/ 8 h 12"/>
                  <a:gd name="T26" fmla="*/ 11 w 11"/>
                  <a:gd name="T27" fmla="*/ 6 h 12"/>
                  <a:gd name="T28" fmla="*/ 11 w 11"/>
                  <a:gd name="T29" fmla="*/ 6 h 12"/>
                  <a:gd name="T30" fmla="*/ 9 w 11"/>
                  <a:gd name="T31" fmla="*/ 4 h 12"/>
                  <a:gd name="T32" fmla="*/ 7 w 11"/>
                  <a:gd name="T33" fmla="*/ 2 h 12"/>
                  <a:gd name="T34" fmla="*/ 7 w 11"/>
                  <a:gd name="T35" fmla="*/ 0 h 12"/>
                  <a:gd name="T36" fmla="*/ 5 w 11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5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9" y="4"/>
                    </a:lnTo>
                    <a:lnTo>
                      <a:pt x="7" y="2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80" name="Freeform 636"/>
              <p:cNvSpPr>
                <a:spLocks/>
              </p:cNvSpPr>
              <p:nvPr/>
            </p:nvSpPr>
            <p:spPr bwMode="auto">
              <a:xfrm>
                <a:off x="3925" y="1308"/>
                <a:ext cx="6" cy="5"/>
              </a:xfrm>
              <a:custGeom>
                <a:avLst/>
                <a:gdLst>
                  <a:gd name="T0" fmla="*/ 5 w 11"/>
                  <a:gd name="T1" fmla="*/ 0 h 12"/>
                  <a:gd name="T2" fmla="*/ 4 w 11"/>
                  <a:gd name="T3" fmla="*/ 0 h 12"/>
                  <a:gd name="T4" fmla="*/ 2 w 11"/>
                  <a:gd name="T5" fmla="*/ 2 h 12"/>
                  <a:gd name="T6" fmla="*/ 0 w 11"/>
                  <a:gd name="T7" fmla="*/ 4 h 12"/>
                  <a:gd name="T8" fmla="*/ 0 w 11"/>
                  <a:gd name="T9" fmla="*/ 6 h 12"/>
                  <a:gd name="T10" fmla="*/ 0 w 11"/>
                  <a:gd name="T11" fmla="*/ 8 h 12"/>
                  <a:gd name="T12" fmla="*/ 0 w 11"/>
                  <a:gd name="T13" fmla="*/ 10 h 12"/>
                  <a:gd name="T14" fmla="*/ 2 w 11"/>
                  <a:gd name="T15" fmla="*/ 12 h 12"/>
                  <a:gd name="T16" fmla="*/ 4 w 11"/>
                  <a:gd name="T17" fmla="*/ 12 h 12"/>
                  <a:gd name="T18" fmla="*/ 5 w 11"/>
                  <a:gd name="T19" fmla="*/ 12 h 12"/>
                  <a:gd name="T20" fmla="*/ 5 w 11"/>
                  <a:gd name="T21" fmla="*/ 12 h 12"/>
                  <a:gd name="T22" fmla="*/ 7 w 11"/>
                  <a:gd name="T23" fmla="*/ 10 h 12"/>
                  <a:gd name="T24" fmla="*/ 9 w 11"/>
                  <a:gd name="T25" fmla="*/ 8 h 12"/>
                  <a:gd name="T26" fmla="*/ 11 w 11"/>
                  <a:gd name="T27" fmla="*/ 6 h 12"/>
                  <a:gd name="T28" fmla="*/ 11 w 11"/>
                  <a:gd name="T29" fmla="*/ 6 h 12"/>
                  <a:gd name="T30" fmla="*/ 9 w 11"/>
                  <a:gd name="T31" fmla="*/ 4 h 12"/>
                  <a:gd name="T32" fmla="*/ 7 w 11"/>
                  <a:gd name="T33" fmla="*/ 2 h 12"/>
                  <a:gd name="T34" fmla="*/ 7 w 11"/>
                  <a:gd name="T35" fmla="*/ 0 h 12"/>
                  <a:gd name="T36" fmla="*/ 5 w 11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5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9" y="4"/>
                    </a:lnTo>
                    <a:lnTo>
                      <a:pt x="7" y="2"/>
                    </a:lnTo>
                    <a:lnTo>
                      <a:pt x="7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81" name="Freeform 637"/>
              <p:cNvSpPr>
                <a:spLocks/>
              </p:cNvSpPr>
              <p:nvPr/>
            </p:nvSpPr>
            <p:spPr bwMode="auto">
              <a:xfrm>
                <a:off x="3937" y="1308"/>
                <a:ext cx="6" cy="5"/>
              </a:xfrm>
              <a:custGeom>
                <a:avLst/>
                <a:gdLst>
                  <a:gd name="T0" fmla="*/ 6 w 11"/>
                  <a:gd name="T1" fmla="*/ 0 h 12"/>
                  <a:gd name="T2" fmla="*/ 4 w 11"/>
                  <a:gd name="T3" fmla="*/ 0 h 12"/>
                  <a:gd name="T4" fmla="*/ 2 w 11"/>
                  <a:gd name="T5" fmla="*/ 2 h 12"/>
                  <a:gd name="T6" fmla="*/ 0 w 11"/>
                  <a:gd name="T7" fmla="*/ 4 h 12"/>
                  <a:gd name="T8" fmla="*/ 0 w 11"/>
                  <a:gd name="T9" fmla="*/ 6 h 12"/>
                  <a:gd name="T10" fmla="*/ 0 w 11"/>
                  <a:gd name="T11" fmla="*/ 8 h 12"/>
                  <a:gd name="T12" fmla="*/ 0 w 11"/>
                  <a:gd name="T13" fmla="*/ 10 h 12"/>
                  <a:gd name="T14" fmla="*/ 2 w 11"/>
                  <a:gd name="T15" fmla="*/ 12 h 12"/>
                  <a:gd name="T16" fmla="*/ 4 w 11"/>
                  <a:gd name="T17" fmla="*/ 12 h 12"/>
                  <a:gd name="T18" fmla="*/ 6 w 11"/>
                  <a:gd name="T19" fmla="*/ 12 h 12"/>
                  <a:gd name="T20" fmla="*/ 6 w 11"/>
                  <a:gd name="T21" fmla="*/ 12 h 12"/>
                  <a:gd name="T22" fmla="*/ 7 w 11"/>
                  <a:gd name="T23" fmla="*/ 10 h 12"/>
                  <a:gd name="T24" fmla="*/ 9 w 11"/>
                  <a:gd name="T25" fmla="*/ 8 h 12"/>
                  <a:gd name="T26" fmla="*/ 11 w 11"/>
                  <a:gd name="T27" fmla="*/ 6 h 12"/>
                  <a:gd name="T28" fmla="*/ 11 w 11"/>
                  <a:gd name="T29" fmla="*/ 6 h 12"/>
                  <a:gd name="T30" fmla="*/ 9 w 11"/>
                  <a:gd name="T31" fmla="*/ 4 h 12"/>
                  <a:gd name="T32" fmla="*/ 7 w 11"/>
                  <a:gd name="T33" fmla="*/ 2 h 12"/>
                  <a:gd name="T34" fmla="*/ 7 w 11"/>
                  <a:gd name="T35" fmla="*/ 0 h 12"/>
                  <a:gd name="T36" fmla="*/ 6 w 11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9" y="4"/>
                    </a:lnTo>
                    <a:lnTo>
                      <a:pt x="7" y="2"/>
                    </a:lnTo>
                    <a:lnTo>
                      <a:pt x="7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82" name="Freeform 638"/>
              <p:cNvSpPr>
                <a:spLocks/>
              </p:cNvSpPr>
              <p:nvPr/>
            </p:nvSpPr>
            <p:spPr bwMode="auto">
              <a:xfrm>
                <a:off x="3948" y="1308"/>
                <a:ext cx="6" cy="5"/>
              </a:xfrm>
              <a:custGeom>
                <a:avLst/>
                <a:gdLst>
                  <a:gd name="T0" fmla="*/ 6 w 11"/>
                  <a:gd name="T1" fmla="*/ 0 h 12"/>
                  <a:gd name="T2" fmla="*/ 4 w 11"/>
                  <a:gd name="T3" fmla="*/ 0 h 12"/>
                  <a:gd name="T4" fmla="*/ 2 w 11"/>
                  <a:gd name="T5" fmla="*/ 2 h 12"/>
                  <a:gd name="T6" fmla="*/ 0 w 11"/>
                  <a:gd name="T7" fmla="*/ 4 h 12"/>
                  <a:gd name="T8" fmla="*/ 0 w 11"/>
                  <a:gd name="T9" fmla="*/ 6 h 12"/>
                  <a:gd name="T10" fmla="*/ 0 w 11"/>
                  <a:gd name="T11" fmla="*/ 8 h 12"/>
                  <a:gd name="T12" fmla="*/ 0 w 11"/>
                  <a:gd name="T13" fmla="*/ 10 h 12"/>
                  <a:gd name="T14" fmla="*/ 2 w 11"/>
                  <a:gd name="T15" fmla="*/ 12 h 12"/>
                  <a:gd name="T16" fmla="*/ 4 w 11"/>
                  <a:gd name="T17" fmla="*/ 12 h 12"/>
                  <a:gd name="T18" fmla="*/ 6 w 11"/>
                  <a:gd name="T19" fmla="*/ 12 h 12"/>
                  <a:gd name="T20" fmla="*/ 6 w 11"/>
                  <a:gd name="T21" fmla="*/ 12 h 12"/>
                  <a:gd name="T22" fmla="*/ 7 w 11"/>
                  <a:gd name="T23" fmla="*/ 10 h 12"/>
                  <a:gd name="T24" fmla="*/ 9 w 11"/>
                  <a:gd name="T25" fmla="*/ 8 h 12"/>
                  <a:gd name="T26" fmla="*/ 11 w 11"/>
                  <a:gd name="T27" fmla="*/ 6 h 12"/>
                  <a:gd name="T28" fmla="*/ 11 w 11"/>
                  <a:gd name="T29" fmla="*/ 6 h 12"/>
                  <a:gd name="T30" fmla="*/ 9 w 11"/>
                  <a:gd name="T31" fmla="*/ 4 h 12"/>
                  <a:gd name="T32" fmla="*/ 7 w 11"/>
                  <a:gd name="T33" fmla="*/ 2 h 12"/>
                  <a:gd name="T34" fmla="*/ 7 w 11"/>
                  <a:gd name="T35" fmla="*/ 0 h 12"/>
                  <a:gd name="T36" fmla="*/ 6 w 11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9" y="4"/>
                    </a:lnTo>
                    <a:lnTo>
                      <a:pt x="7" y="2"/>
                    </a:lnTo>
                    <a:lnTo>
                      <a:pt x="7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83" name="Freeform 639"/>
              <p:cNvSpPr>
                <a:spLocks/>
              </p:cNvSpPr>
              <p:nvPr/>
            </p:nvSpPr>
            <p:spPr bwMode="auto">
              <a:xfrm>
                <a:off x="3960" y="1308"/>
                <a:ext cx="6" cy="5"/>
              </a:xfrm>
              <a:custGeom>
                <a:avLst/>
                <a:gdLst>
                  <a:gd name="T0" fmla="*/ 6 w 11"/>
                  <a:gd name="T1" fmla="*/ 0 h 12"/>
                  <a:gd name="T2" fmla="*/ 4 w 11"/>
                  <a:gd name="T3" fmla="*/ 0 h 12"/>
                  <a:gd name="T4" fmla="*/ 2 w 11"/>
                  <a:gd name="T5" fmla="*/ 2 h 12"/>
                  <a:gd name="T6" fmla="*/ 0 w 11"/>
                  <a:gd name="T7" fmla="*/ 4 h 12"/>
                  <a:gd name="T8" fmla="*/ 0 w 11"/>
                  <a:gd name="T9" fmla="*/ 6 h 12"/>
                  <a:gd name="T10" fmla="*/ 0 w 11"/>
                  <a:gd name="T11" fmla="*/ 8 h 12"/>
                  <a:gd name="T12" fmla="*/ 0 w 11"/>
                  <a:gd name="T13" fmla="*/ 10 h 12"/>
                  <a:gd name="T14" fmla="*/ 2 w 11"/>
                  <a:gd name="T15" fmla="*/ 12 h 12"/>
                  <a:gd name="T16" fmla="*/ 4 w 11"/>
                  <a:gd name="T17" fmla="*/ 12 h 12"/>
                  <a:gd name="T18" fmla="*/ 6 w 11"/>
                  <a:gd name="T19" fmla="*/ 12 h 12"/>
                  <a:gd name="T20" fmla="*/ 6 w 11"/>
                  <a:gd name="T21" fmla="*/ 12 h 12"/>
                  <a:gd name="T22" fmla="*/ 8 w 11"/>
                  <a:gd name="T23" fmla="*/ 10 h 12"/>
                  <a:gd name="T24" fmla="*/ 9 w 11"/>
                  <a:gd name="T25" fmla="*/ 8 h 12"/>
                  <a:gd name="T26" fmla="*/ 11 w 11"/>
                  <a:gd name="T27" fmla="*/ 6 h 12"/>
                  <a:gd name="T28" fmla="*/ 11 w 11"/>
                  <a:gd name="T29" fmla="*/ 6 h 12"/>
                  <a:gd name="T30" fmla="*/ 9 w 11"/>
                  <a:gd name="T31" fmla="*/ 4 h 12"/>
                  <a:gd name="T32" fmla="*/ 8 w 11"/>
                  <a:gd name="T33" fmla="*/ 2 h 12"/>
                  <a:gd name="T34" fmla="*/ 8 w 11"/>
                  <a:gd name="T35" fmla="*/ 0 h 12"/>
                  <a:gd name="T36" fmla="*/ 6 w 11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9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84" name="Freeform 640"/>
              <p:cNvSpPr>
                <a:spLocks/>
              </p:cNvSpPr>
              <p:nvPr/>
            </p:nvSpPr>
            <p:spPr bwMode="auto">
              <a:xfrm>
                <a:off x="3971" y="1308"/>
                <a:ext cx="6" cy="5"/>
              </a:xfrm>
              <a:custGeom>
                <a:avLst/>
                <a:gdLst>
                  <a:gd name="T0" fmla="*/ 6 w 11"/>
                  <a:gd name="T1" fmla="*/ 0 h 12"/>
                  <a:gd name="T2" fmla="*/ 4 w 11"/>
                  <a:gd name="T3" fmla="*/ 0 h 12"/>
                  <a:gd name="T4" fmla="*/ 2 w 11"/>
                  <a:gd name="T5" fmla="*/ 2 h 12"/>
                  <a:gd name="T6" fmla="*/ 0 w 11"/>
                  <a:gd name="T7" fmla="*/ 4 h 12"/>
                  <a:gd name="T8" fmla="*/ 0 w 11"/>
                  <a:gd name="T9" fmla="*/ 6 h 12"/>
                  <a:gd name="T10" fmla="*/ 0 w 11"/>
                  <a:gd name="T11" fmla="*/ 8 h 12"/>
                  <a:gd name="T12" fmla="*/ 0 w 11"/>
                  <a:gd name="T13" fmla="*/ 10 h 12"/>
                  <a:gd name="T14" fmla="*/ 2 w 11"/>
                  <a:gd name="T15" fmla="*/ 12 h 12"/>
                  <a:gd name="T16" fmla="*/ 4 w 11"/>
                  <a:gd name="T17" fmla="*/ 12 h 12"/>
                  <a:gd name="T18" fmla="*/ 6 w 11"/>
                  <a:gd name="T19" fmla="*/ 12 h 12"/>
                  <a:gd name="T20" fmla="*/ 6 w 11"/>
                  <a:gd name="T21" fmla="*/ 12 h 12"/>
                  <a:gd name="T22" fmla="*/ 8 w 11"/>
                  <a:gd name="T23" fmla="*/ 10 h 12"/>
                  <a:gd name="T24" fmla="*/ 9 w 11"/>
                  <a:gd name="T25" fmla="*/ 8 h 12"/>
                  <a:gd name="T26" fmla="*/ 11 w 11"/>
                  <a:gd name="T27" fmla="*/ 6 h 12"/>
                  <a:gd name="T28" fmla="*/ 11 w 11"/>
                  <a:gd name="T29" fmla="*/ 6 h 12"/>
                  <a:gd name="T30" fmla="*/ 9 w 11"/>
                  <a:gd name="T31" fmla="*/ 4 h 12"/>
                  <a:gd name="T32" fmla="*/ 8 w 11"/>
                  <a:gd name="T33" fmla="*/ 2 h 12"/>
                  <a:gd name="T34" fmla="*/ 8 w 11"/>
                  <a:gd name="T35" fmla="*/ 0 h 12"/>
                  <a:gd name="T36" fmla="*/ 6 w 11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9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85" name="Freeform 641"/>
              <p:cNvSpPr>
                <a:spLocks/>
              </p:cNvSpPr>
              <p:nvPr/>
            </p:nvSpPr>
            <p:spPr bwMode="auto">
              <a:xfrm>
                <a:off x="3983" y="1308"/>
                <a:ext cx="6" cy="5"/>
              </a:xfrm>
              <a:custGeom>
                <a:avLst/>
                <a:gdLst>
                  <a:gd name="T0" fmla="*/ 6 w 11"/>
                  <a:gd name="T1" fmla="*/ 0 h 12"/>
                  <a:gd name="T2" fmla="*/ 4 w 11"/>
                  <a:gd name="T3" fmla="*/ 0 h 12"/>
                  <a:gd name="T4" fmla="*/ 2 w 11"/>
                  <a:gd name="T5" fmla="*/ 2 h 12"/>
                  <a:gd name="T6" fmla="*/ 0 w 11"/>
                  <a:gd name="T7" fmla="*/ 4 h 12"/>
                  <a:gd name="T8" fmla="*/ 0 w 11"/>
                  <a:gd name="T9" fmla="*/ 6 h 12"/>
                  <a:gd name="T10" fmla="*/ 0 w 11"/>
                  <a:gd name="T11" fmla="*/ 8 h 12"/>
                  <a:gd name="T12" fmla="*/ 0 w 11"/>
                  <a:gd name="T13" fmla="*/ 10 h 12"/>
                  <a:gd name="T14" fmla="*/ 2 w 11"/>
                  <a:gd name="T15" fmla="*/ 12 h 12"/>
                  <a:gd name="T16" fmla="*/ 4 w 11"/>
                  <a:gd name="T17" fmla="*/ 12 h 12"/>
                  <a:gd name="T18" fmla="*/ 6 w 11"/>
                  <a:gd name="T19" fmla="*/ 12 h 12"/>
                  <a:gd name="T20" fmla="*/ 6 w 11"/>
                  <a:gd name="T21" fmla="*/ 12 h 12"/>
                  <a:gd name="T22" fmla="*/ 8 w 11"/>
                  <a:gd name="T23" fmla="*/ 10 h 12"/>
                  <a:gd name="T24" fmla="*/ 10 w 11"/>
                  <a:gd name="T25" fmla="*/ 8 h 12"/>
                  <a:gd name="T26" fmla="*/ 11 w 11"/>
                  <a:gd name="T27" fmla="*/ 6 h 12"/>
                  <a:gd name="T28" fmla="*/ 11 w 11"/>
                  <a:gd name="T29" fmla="*/ 6 h 12"/>
                  <a:gd name="T30" fmla="*/ 10 w 11"/>
                  <a:gd name="T31" fmla="*/ 4 h 12"/>
                  <a:gd name="T32" fmla="*/ 8 w 11"/>
                  <a:gd name="T33" fmla="*/ 2 h 12"/>
                  <a:gd name="T34" fmla="*/ 8 w 11"/>
                  <a:gd name="T35" fmla="*/ 0 h 12"/>
                  <a:gd name="T36" fmla="*/ 6 w 11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86" name="Freeform 642"/>
              <p:cNvSpPr>
                <a:spLocks/>
              </p:cNvSpPr>
              <p:nvPr/>
            </p:nvSpPr>
            <p:spPr bwMode="auto">
              <a:xfrm>
                <a:off x="3994" y="1308"/>
                <a:ext cx="6" cy="5"/>
              </a:xfrm>
              <a:custGeom>
                <a:avLst/>
                <a:gdLst>
                  <a:gd name="T0" fmla="*/ 6 w 11"/>
                  <a:gd name="T1" fmla="*/ 0 h 12"/>
                  <a:gd name="T2" fmla="*/ 4 w 11"/>
                  <a:gd name="T3" fmla="*/ 0 h 12"/>
                  <a:gd name="T4" fmla="*/ 2 w 11"/>
                  <a:gd name="T5" fmla="*/ 2 h 12"/>
                  <a:gd name="T6" fmla="*/ 0 w 11"/>
                  <a:gd name="T7" fmla="*/ 4 h 12"/>
                  <a:gd name="T8" fmla="*/ 0 w 11"/>
                  <a:gd name="T9" fmla="*/ 6 h 12"/>
                  <a:gd name="T10" fmla="*/ 0 w 11"/>
                  <a:gd name="T11" fmla="*/ 8 h 12"/>
                  <a:gd name="T12" fmla="*/ 0 w 11"/>
                  <a:gd name="T13" fmla="*/ 10 h 12"/>
                  <a:gd name="T14" fmla="*/ 2 w 11"/>
                  <a:gd name="T15" fmla="*/ 12 h 12"/>
                  <a:gd name="T16" fmla="*/ 4 w 11"/>
                  <a:gd name="T17" fmla="*/ 12 h 12"/>
                  <a:gd name="T18" fmla="*/ 6 w 11"/>
                  <a:gd name="T19" fmla="*/ 12 h 12"/>
                  <a:gd name="T20" fmla="*/ 6 w 11"/>
                  <a:gd name="T21" fmla="*/ 12 h 12"/>
                  <a:gd name="T22" fmla="*/ 8 w 11"/>
                  <a:gd name="T23" fmla="*/ 10 h 12"/>
                  <a:gd name="T24" fmla="*/ 10 w 11"/>
                  <a:gd name="T25" fmla="*/ 8 h 12"/>
                  <a:gd name="T26" fmla="*/ 11 w 11"/>
                  <a:gd name="T27" fmla="*/ 6 h 12"/>
                  <a:gd name="T28" fmla="*/ 11 w 11"/>
                  <a:gd name="T29" fmla="*/ 6 h 12"/>
                  <a:gd name="T30" fmla="*/ 10 w 11"/>
                  <a:gd name="T31" fmla="*/ 4 h 12"/>
                  <a:gd name="T32" fmla="*/ 8 w 11"/>
                  <a:gd name="T33" fmla="*/ 2 h 12"/>
                  <a:gd name="T34" fmla="*/ 8 w 11"/>
                  <a:gd name="T35" fmla="*/ 0 h 12"/>
                  <a:gd name="T36" fmla="*/ 6 w 11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87" name="Freeform 643"/>
              <p:cNvSpPr>
                <a:spLocks/>
              </p:cNvSpPr>
              <p:nvPr/>
            </p:nvSpPr>
            <p:spPr bwMode="auto">
              <a:xfrm>
                <a:off x="4006" y="1308"/>
                <a:ext cx="6" cy="5"/>
              </a:xfrm>
              <a:custGeom>
                <a:avLst/>
                <a:gdLst>
                  <a:gd name="T0" fmla="*/ 6 w 12"/>
                  <a:gd name="T1" fmla="*/ 0 h 12"/>
                  <a:gd name="T2" fmla="*/ 4 w 12"/>
                  <a:gd name="T3" fmla="*/ 0 h 12"/>
                  <a:gd name="T4" fmla="*/ 2 w 12"/>
                  <a:gd name="T5" fmla="*/ 2 h 12"/>
                  <a:gd name="T6" fmla="*/ 0 w 12"/>
                  <a:gd name="T7" fmla="*/ 4 h 12"/>
                  <a:gd name="T8" fmla="*/ 0 w 12"/>
                  <a:gd name="T9" fmla="*/ 6 h 12"/>
                  <a:gd name="T10" fmla="*/ 0 w 12"/>
                  <a:gd name="T11" fmla="*/ 8 h 12"/>
                  <a:gd name="T12" fmla="*/ 0 w 12"/>
                  <a:gd name="T13" fmla="*/ 10 h 12"/>
                  <a:gd name="T14" fmla="*/ 2 w 12"/>
                  <a:gd name="T15" fmla="*/ 12 h 12"/>
                  <a:gd name="T16" fmla="*/ 4 w 12"/>
                  <a:gd name="T17" fmla="*/ 12 h 12"/>
                  <a:gd name="T18" fmla="*/ 6 w 12"/>
                  <a:gd name="T19" fmla="*/ 12 h 12"/>
                  <a:gd name="T20" fmla="*/ 6 w 12"/>
                  <a:gd name="T21" fmla="*/ 12 h 12"/>
                  <a:gd name="T22" fmla="*/ 8 w 12"/>
                  <a:gd name="T23" fmla="*/ 10 h 12"/>
                  <a:gd name="T24" fmla="*/ 10 w 12"/>
                  <a:gd name="T25" fmla="*/ 8 h 12"/>
                  <a:gd name="T26" fmla="*/ 12 w 12"/>
                  <a:gd name="T27" fmla="*/ 6 h 12"/>
                  <a:gd name="T28" fmla="*/ 12 w 12"/>
                  <a:gd name="T29" fmla="*/ 6 h 12"/>
                  <a:gd name="T30" fmla="*/ 10 w 12"/>
                  <a:gd name="T31" fmla="*/ 4 h 12"/>
                  <a:gd name="T32" fmla="*/ 8 w 12"/>
                  <a:gd name="T33" fmla="*/ 2 h 12"/>
                  <a:gd name="T34" fmla="*/ 8 w 12"/>
                  <a:gd name="T35" fmla="*/ 0 h 12"/>
                  <a:gd name="T36" fmla="*/ 6 w 12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88" name="Freeform 644"/>
              <p:cNvSpPr>
                <a:spLocks/>
              </p:cNvSpPr>
              <p:nvPr/>
            </p:nvSpPr>
            <p:spPr bwMode="auto">
              <a:xfrm>
                <a:off x="4018" y="1308"/>
                <a:ext cx="5" cy="5"/>
              </a:xfrm>
              <a:custGeom>
                <a:avLst/>
                <a:gdLst>
                  <a:gd name="T0" fmla="*/ 6 w 12"/>
                  <a:gd name="T1" fmla="*/ 0 h 12"/>
                  <a:gd name="T2" fmla="*/ 4 w 12"/>
                  <a:gd name="T3" fmla="*/ 0 h 12"/>
                  <a:gd name="T4" fmla="*/ 2 w 12"/>
                  <a:gd name="T5" fmla="*/ 2 h 12"/>
                  <a:gd name="T6" fmla="*/ 0 w 12"/>
                  <a:gd name="T7" fmla="*/ 4 h 12"/>
                  <a:gd name="T8" fmla="*/ 0 w 12"/>
                  <a:gd name="T9" fmla="*/ 6 h 12"/>
                  <a:gd name="T10" fmla="*/ 0 w 12"/>
                  <a:gd name="T11" fmla="*/ 8 h 12"/>
                  <a:gd name="T12" fmla="*/ 0 w 12"/>
                  <a:gd name="T13" fmla="*/ 10 h 12"/>
                  <a:gd name="T14" fmla="*/ 2 w 12"/>
                  <a:gd name="T15" fmla="*/ 12 h 12"/>
                  <a:gd name="T16" fmla="*/ 4 w 12"/>
                  <a:gd name="T17" fmla="*/ 12 h 12"/>
                  <a:gd name="T18" fmla="*/ 6 w 12"/>
                  <a:gd name="T19" fmla="*/ 12 h 12"/>
                  <a:gd name="T20" fmla="*/ 6 w 12"/>
                  <a:gd name="T21" fmla="*/ 12 h 12"/>
                  <a:gd name="T22" fmla="*/ 8 w 12"/>
                  <a:gd name="T23" fmla="*/ 10 h 12"/>
                  <a:gd name="T24" fmla="*/ 10 w 12"/>
                  <a:gd name="T25" fmla="*/ 8 h 12"/>
                  <a:gd name="T26" fmla="*/ 12 w 12"/>
                  <a:gd name="T27" fmla="*/ 6 h 12"/>
                  <a:gd name="T28" fmla="*/ 12 w 12"/>
                  <a:gd name="T29" fmla="*/ 6 h 12"/>
                  <a:gd name="T30" fmla="*/ 10 w 12"/>
                  <a:gd name="T31" fmla="*/ 4 h 12"/>
                  <a:gd name="T32" fmla="*/ 8 w 12"/>
                  <a:gd name="T33" fmla="*/ 2 h 12"/>
                  <a:gd name="T34" fmla="*/ 8 w 12"/>
                  <a:gd name="T35" fmla="*/ 0 h 12"/>
                  <a:gd name="T36" fmla="*/ 6 w 12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89" name="Freeform 645"/>
              <p:cNvSpPr>
                <a:spLocks/>
              </p:cNvSpPr>
              <p:nvPr/>
            </p:nvSpPr>
            <p:spPr bwMode="auto">
              <a:xfrm>
                <a:off x="4029" y="1308"/>
                <a:ext cx="6" cy="5"/>
              </a:xfrm>
              <a:custGeom>
                <a:avLst/>
                <a:gdLst>
                  <a:gd name="T0" fmla="*/ 6 w 12"/>
                  <a:gd name="T1" fmla="*/ 0 h 12"/>
                  <a:gd name="T2" fmla="*/ 4 w 12"/>
                  <a:gd name="T3" fmla="*/ 0 h 12"/>
                  <a:gd name="T4" fmla="*/ 2 w 12"/>
                  <a:gd name="T5" fmla="*/ 2 h 12"/>
                  <a:gd name="T6" fmla="*/ 0 w 12"/>
                  <a:gd name="T7" fmla="*/ 4 h 12"/>
                  <a:gd name="T8" fmla="*/ 0 w 12"/>
                  <a:gd name="T9" fmla="*/ 6 h 12"/>
                  <a:gd name="T10" fmla="*/ 0 w 12"/>
                  <a:gd name="T11" fmla="*/ 8 h 12"/>
                  <a:gd name="T12" fmla="*/ 0 w 12"/>
                  <a:gd name="T13" fmla="*/ 10 h 12"/>
                  <a:gd name="T14" fmla="*/ 2 w 12"/>
                  <a:gd name="T15" fmla="*/ 12 h 12"/>
                  <a:gd name="T16" fmla="*/ 4 w 12"/>
                  <a:gd name="T17" fmla="*/ 12 h 12"/>
                  <a:gd name="T18" fmla="*/ 6 w 12"/>
                  <a:gd name="T19" fmla="*/ 12 h 12"/>
                  <a:gd name="T20" fmla="*/ 6 w 12"/>
                  <a:gd name="T21" fmla="*/ 12 h 12"/>
                  <a:gd name="T22" fmla="*/ 8 w 12"/>
                  <a:gd name="T23" fmla="*/ 10 h 12"/>
                  <a:gd name="T24" fmla="*/ 10 w 12"/>
                  <a:gd name="T25" fmla="*/ 8 h 12"/>
                  <a:gd name="T26" fmla="*/ 12 w 12"/>
                  <a:gd name="T27" fmla="*/ 6 h 12"/>
                  <a:gd name="T28" fmla="*/ 12 w 12"/>
                  <a:gd name="T29" fmla="*/ 6 h 12"/>
                  <a:gd name="T30" fmla="*/ 10 w 12"/>
                  <a:gd name="T31" fmla="*/ 4 h 12"/>
                  <a:gd name="T32" fmla="*/ 8 w 12"/>
                  <a:gd name="T33" fmla="*/ 2 h 12"/>
                  <a:gd name="T34" fmla="*/ 8 w 12"/>
                  <a:gd name="T35" fmla="*/ 0 h 12"/>
                  <a:gd name="T36" fmla="*/ 6 w 12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90" name="Freeform 646"/>
              <p:cNvSpPr>
                <a:spLocks/>
              </p:cNvSpPr>
              <p:nvPr/>
            </p:nvSpPr>
            <p:spPr bwMode="auto">
              <a:xfrm>
                <a:off x="4041" y="1308"/>
                <a:ext cx="5" cy="5"/>
              </a:xfrm>
              <a:custGeom>
                <a:avLst/>
                <a:gdLst>
                  <a:gd name="T0" fmla="*/ 6 w 12"/>
                  <a:gd name="T1" fmla="*/ 0 h 12"/>
                  <a:gd name="T2" fmla="*/ 4 w 12"/>
                  <a:gd name="T3" fmla="*/ 0 h 12"/>
                  <a:gd name="T4" fmla="*/ 2 w 12"/>
                  <a:gd name="T5" fmla="*/ 2 h 12"/>
                  <a:gd name="T6" fmla="*/ 0 w 12"/>
                  <a:gd name="T7" fmla="*/ 4 h 12"/>
                  <a:gd name="T8" fmla="*/ 0 w 12"/>
                  <a:gd name="T9" fmla="*/ 6 h 12"/>
                  <a:gd name="T10" fmla="*/ 0 w 12"/>
                  <a:gd name="T11" fmla="*/ 8 h 12"/>
                  <a:gd name="T12" fmla="*/ 0 w 12"/>
                  <a:gd name="T13" fmla="*/ 10 h 12"/>
                  <a:gd name="T14" fmla="*/ 2 w 12"/>
                  <a:gd name="T15" fmla="*/ 12 h 12"/>
                  <a:gd name="T16" fmla="*/ 4 w 12"/>
                  <a:gd name="T17" fmla="*/ 12 h 12"/>
                  <a:gd name="T18" fmla="*/ 6 w 12"/>
                  <a:gd name="T19" fmla="*/ 12 h 12"/>
                  <a:gd name="T20" fmla="*/ 6 w 12"/>
                  <a:gd name="T21" fmla="*/ 12 h 12"/>
                  <a:gd name="T22" fmla="*/ 8 w 12"/>
                  <a:gd name="T23" fmla="*/ 10 h 12"/>
                  <a:gd name="T24" fmla="*/ 10 w 12"/>
                  <a:gd name="T25" fmla="*/ 8 h 12"/>
                  <a:gd name="T26" fmla="*/ 12 w 12"/>
                  <a:gd name="T27" fmla="*/ 6 h 12"/>
                  <a:gd name="T28" fmla="*/ 12 w 12"/>
                  <a:gd name="T29" fmla="*/ 6 h 12"/>
                  <a:gd name="T30" fmla="*/ 10 w 12"/>
                  <a:gd name="T31" fmla="*/ 4 h 12"/>
                  <a:gd name="T32" fmla="*/ 8 w 12"/>
                  <a:gd name="T33" fmla="*/ 2 h 12"/>
                  <a:gd name="T34" fmla="*/ 8 w 12"/>
                  <a:gd name="T35" fmla="*/ 0 h 12"/>
                  <a:gd name="T36" fmla="*/ 6 w 12"/>
                  <a:gd name="T3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2" y="12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10" y="4"/>
                    </a:lnTo>
                    <a:lnTo>
                      <a:pt x="8" y="2"/>
                    </a:lnTo>
                    <a:lnTo>
                      <a:pt x="8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991" name="Line 647"/>
            <p:cNvSpPr>
              <a:spLocks noChangeShapeType="1"/>
            </p:cNvSpPr>
            <p:nvPr/>
          </p:nvSpPr>
          <p:spPr bwMode="auto">
            <a:xfrm>
              <a:off x="1452" y="1310"/>
              <a:ext cx="2598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992" name="Line 648"/>
            <p:cNvSpPr>
              <a:spLocks noChangeShapeType="1"/>
            </p:cNvSpPr>
            <p:nvPr/>
          </p:nvSpPr>
          <p:spPr bwMode="auto">
            <a:xfrm flipV="1">
              <a:off x="1452" y="1310"/>
              <a:ext cx="1" cy="20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993" name="Line 649"/>
            <p:cNvSpPr>
              <a:spLocks noChangeShapeType="1"/>
            </p:cNvSpPr>
            <p:nvPr/>
          </p:nvSpPr>
          <p:spPr bwMode="auto">
            <a:xfrm flipV="1">
              <a:off x="1452" y="3331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994" name="Line 650"/>
            <p:cNvSpPr>
              <a:spLocks noChangeShapeType="1"/>
            </p:cNvSpPr>
            <p:nvPr/>
          </p:nvSpPr>
          <p:spPr bwMode="auto">
            <a:xfrm>
              <a:off x="1452" y="1310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995" name="Rectangle 651"/>
            <p:cNvSpPr>
              <a:spLocks noChangeArrowheads="1"/>
            </p:cNvSpPr>
            <p:nvPr/>
          </p:nvSpPr>
          <p:spPr bwMode="auto">
            <a:xfrm>
              <a:off x="1410" y="3379"/>
              <a:ext cx="103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996" name="Rectangle 652"/>
            <p:cNvSpPr>
              <a:spLocks noChangeArrowheads="1"/>
            </p:cNvSpPr>
            <p:nvPr/>
          </p:nvSpPr>
          <p:spPr bwMode="auto">
            <a:xfrm>
              <a:off x="1410" y="3394"/>
              <a:ext cx="2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-</a:t>
              </a:r>
              <a:endParaRPr lang="en-US" altLang="zh-CN" b="1"/>
            </a:p>
          </p:txBody>
        </p:sp>
        <p:sp>
          <p:nvSpPr>
            <p:cNvPr id="57997" name="Rectangle 653"/>
            <p:cNvSpPr>
              <a:spLocks noChangeArrowheads="1"/>
            </p:cNvSpPr>
            <p:nvPr/>
          </p:nvSpPr>
          <p:spPr bwMode="auto">
            <a:xfrm>
              <a:off x="1438" y="3394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5</a:t>
              </a:r>
              <a:endParaRPr lang="en-US" altLang="zh-CN" b="1"/>
            </a:p>
          </p:txBody>
        </p:sp>
        <p:sp>
          <p:nvSpPr>
            <p:cNvPr id="57998" name="Rectangle 654"/>
            <p:cNvSpPr>
              <a:spLocks noChangeArrowheads="1"/>
            </p:cNvSpPr>
            <p:nvPr/>
          </p:nvSpPr>
          <p:spPr bwMode="auto">
            <a:xfrm>
              <a:off x="1485" y="3394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 </a:t>
              </a:r>
              <a:endParaRPr lang="en-US" altLang="zh-CN" b="1"/>
            </a:p>
          </p:txBody>
        </p:sp>
        <p:sp>
          <p:nvSpPr>
            <p:cNvPr id="57999" name="Line 655"/>
            <p:cNvSpPr>
              <a:spLocks noChangeShapeType="1"/>
            </p:cNvSpPr>
            <p:nvPr/>
          </p:nvSpPr>
          <p:spPr bwMode="auto">
            <a:xfrm flipV="1">
              <a:off x="1710" y="3331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00" name="Line 656"/>
            <p:cNvSpPr>
              <a:spLocks noChangeShapeType="1"/>
            </p:cNvSpPr>
            <p:nvPr/>
          </p:nvSpPr>
          <p:spPr bwMode="auto">
            <a:xfrm>
              <a:off x="1710" y="1310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01" name="Rectangle 657"/>
            <p:cNvSpPr>
              <a:spLocks noChangeArrowheads="1"/>
            </p:cNvSpPr>
            <p:nvPr/>
          </p:nvSpPr>
          <p:spPr bwMode="auto">
            <a:xfrm>
              <a:off x="1668" y="3379"/>
              <a:ext cx="103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02" name="Rectangle 658"/>
            <p:cNvSpPr>
              <a:spLocks noChangeArrowheads="1"/>
            </p:cNvSpPr>
            <p:nvPr/>
          </p:nvSpPr>
          <p:spPr bwMode="auto">
            <a:xfrm>
              <a:off x="1668" y="3394"/>
              <a:ext cx="2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-</a:t>
              </a:r>
              <a:endParaRPr lang="en-US" altLang="zh-CN" b="1"/>
            </a:p>
          </p:txBody>
        </p:sp>
        <p:sp>
          <p:nvSpPr>
            <p:cNvPr id="58003" name="Rectangle 659"/>
            <p:cNvSpPr>
              <a:spLocks noChangeArrowheads="1"/>
            </p:cNvSpPr>
            <p:nvPr/>
          </p:nvSpPr>
          <p:spPr bwMode="auto">
            <a:xfrm>
              <a:off x="1696" y="3394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4</a:t>
              </a:r>
              <a:endParaRPr lang="en-US" altLang="zh-CN" b="1"/>
            </a:p>
          </p:txBody>
        </p:sp>
        <p:sp>
          <p:nvSpPr>
            <p:cNvPr id="58004" name="Rectangle 660"/>
            <p:cNvSpPr>
              <a:spLocks noChangeArrowheads="1"/>
            </p:cNvSpPr>
            <p:nvPr/>
          </p:nvSpPr>
          <p:spPr bwMode="auto">
            <a:xfrm>
              <a:off x="1743" y="3394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 </a:t>
              </a:r>
              <a:endParaRPr lang="en-US" altLang="zh-CN" b="1"/>
            </a:p>
          </p:txBody>
        </p:sp>
        <p:sp>
          <p:nvSpPr>
            <p:cNvPr id="58005" name="Line 661"/>
            <p:cNvSpPr>
              <a:spLocks noChangeShapeType="1"/>
            </p:cNvSpPr>
            <p:nvPr/>
          </p:nvSpPr>
          <p:spPr bwMode="auto">
            <a:xfrm flipV="1">
              <a:off x="1974" y="3331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06" name="Line 662"/>
            <p:cNvSpPr>
              <a:spLocks noChangeShapeType="1"/>
            </p:cNvSpPr>
            <p:nvPr/>
          </p:nvSpPr>
          <p:spPr bwMode="auto">
            <a:xfrm>
              <a:off x="1974" y="1310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07" name="Rectangle 663"/>
            <p:cNvSpPr>
              <a:spLocks noChangeArrowheads="1"/>
            </p:cNvSpPr>
            <p:nvPr/>
          </p:nvSpPr>
          <p:spPr bwMode="auto">
            <a:xfrm>
              <a:off x="1932" y="3379"/>
              <a:ext cx="103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08" name="Rectangle 664"/>
            <p:cNvSpPr>
              <a:spLocks noChangeArrowheads="1"/>
            </p:cNvSpPr>
            <p:nvPr/>
          </p:nvSpPr>
          <p:spPr bwMode="auto">
            <a:xfrm>
              <a:off x="1932" y="3394"/>
              <a:ext cx="2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-</a:t>
              </a:r>
              <a:endParaRPr lang="en-US" altLang="zh-CN" b="1"/>
            </a:p>
          </p:txBody>
        </p:sp>
        <p:sp>
          <p:nvSpPr>
            <p:cNvPr id="58009" name="Rectangle 665"/>
            <p:cNvSpPr>
              <a:spLocks noChangeArrowheads="1"/>
            </p:cNvSpPr>
            <p:nvPr/>
          </p:nvSpPr>
          <p:spPr bwMode="auto">
            <a:xfrm>
              <a:off x="1960" y="3394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3</a:t>
              </a:r>
              <a:endParaRPr lang="en-US" altLang="zh-CN" b="1"/>
            </a:p>
          </p:txBody>
        </p:sp>
        <p:sp>
          <p:nvSpPr>
            <p:cNvPr id="58010" name="Rectangle 666"/>
            <p:cNvSpPr>
              <a:spLocks noChangeArrowheads="1"/>
            </p:cNvSpPr>
            <p:nvPr/>
          </p:nvSpPr>
          <p:spPr bwMode="auto">
            <a:xfrm>
              <a:off x="2007" y="3394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 </a:t>
              </a:r>
              <a:endParaRPr lang="en-US" altLang="zh-CN" b="1"/>
            </a:p>
          </p:txBody>
        </p:sp>
        <p:sp>
          <p:nvSpPr>
            <p:cNvPr id="58011" name="Line 667"/>
            <p:cNvSpPr>
              <a:spLocks noChangeShapeType="1"/>
            </p:cNvSpPr>
            <p:nvPr/>
          </p:nvSpPr>
          <p:spPr bwMode="auto">
            <a:xfrm flipV="1">
              <a:off x="2232" y="3331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12" name="Line 668"/>
            <p:cNvSpPr>
              <a:spLocks noChangeShapeType="1"/>
            </p:cNvSpPr>
            <p:nvPr/>
          </p:nvSpPr>
          <p:spPr bwMode="auto">
            <a:xfrm>
              <a:off x="2232" y="1310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13" name="Rectangle 669"/>
            <p:cNvSpPr>
              <a:spLocks noChangeArrowheads="1"/>
            </p:cNvSpPr>
            <p:nvPr/>
          </p:nvSpPr>
          <p:spPr bwMode="auto">
            <a:xfrm>
              <a:off x="2190" y="3379"/>
              <a:ext cx="103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14" name="Rectangle 670"/>
            <p:cNvSpPr>
              <a:spLocks noChangeArrowheads="1"/>
            </p:cNvSpPr>
            <p:nvPr/>
          </p:nvSpPr>
          <p:spPr bwMode="auto">
            <a:xfrm>
              <a:off x="2190" y="3394"/>
              <a:ext cx="2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-</a:t>
              </a:r>
              <a:endParaRPr lang="en-US" altLang="zh-CN" b="1"/>
            </a:p>
          </p:txBody>
        </p:sp>
        <p:sp>
          <p:nvSpPr>
            <p:cNvPr id="58015" name="Rectangle 671"/>
            <p:cNvSpPr>
              <a:spLocks noChangeArrowheads="1"/>
            </p:cNvSpPr>
            <p:nvPr/>
          </p:nvSpPr>
          <p:spPr bwMode="auto">
            <a:xfrm>
              <a:off x="2218" y="3394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2</a:t>
              </a:r>
              <a:endParaRPr lang="en-US" altLang="zh-CN" b="1"/>
            </a:p>
          </p:txBody>
        </p:sp>
        <p:sp>
          <p:nvSpPr>
            <p:cNvPr id="58016" name="Rectangle 672"/>
            <p:cNvSpPr>
              <a:spLocks noChangeArrowheads="1"/>
            </p:cNvSpPr>
            <p:nvPr/>
          </p:nvSpPr>
          <p:spPr bwMode="auto">
            <a:xfrm>
              <a:off x="2265" y="3394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 </a:t>
              </a:r>
              <a:endParaRPr lang="en-US" altLang="zh-CN" b="1"/>
            </a:p>
          </p:txBody>
        </p:sp>
        <p:sp>
          <p:nvSpPr>
            <p:cNvPr id="58017" name="Line 673"/>
            <p:cNvSpPr>
              <a:spLocks noChangeShapeType="1"/>
            </p:cNvSpPr>
            <p:nvPr/>
          </p:nvSpPr>
          <p:spPr bwMode="auto">
            <a:xfrm flipV="1">
              <a:off x="2490" y="3331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18" name="Line 674"/>
            <p:cNvSpPr>
              <a:spLocks noChangeShapeType="1"/>
            </p:cNvSpPr>
            <p:nvPr/>
          </p:nvSpPr>
          <p:spPr bwMode="auto">
            <a:xfrm>
              <a:off x="2490" y="1310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19" name="Rectangle 675"/>
            <p:cNvSpPr>
              <a:spLocks noChangeArrowheads="1"/>
            </p:cNvSpPr>
            <p:nvPr/>
          </p:nvSpPr>
          <p:spPr bwMode="auto">
            <a:xfrm>
              <a:off x="2448" y="3379"/>
              <a:ext cx="103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20" name="Rectangle 676"/>
            <p:cNvSpPr>
              <a:spLocks noChangeArrowheads="1"/>
            </p:cNvSpPr>
            <p:nvPr/>
          </p:nvSpPr>
          <p:spPr bwMode="auto">
            <a:xfrm>
              <a:off x="2448" y="3394"/>
              <a:ext cx="2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-</a:t>
              </a:r>
              <a:endParaRPr lang="en-US" altLang="zh-CN" b="1"/>
            </a:p>
          </p:txBody>
        </p:sp>
        <p:sp>
          <p:nvSpPr>
            <p:cNvPr id="58021" name="Rectangle 677"/>
            <p:cNvSpPr>
              <a:spLocks noChangeArrowheads="1"/>
            </p:cNvSpPr>
            <p:nvPr/>
          </p:nvSpPr>
          <p:spPr bwMode="auto">
            <a:xfrm>
              <a:off x="2476" y="3394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1</a:t>
              </a:r>
              <a:endParaRPr lang="en-US" altLang="zh-CN" b="1"/>
            </a:p>
          </p:txBody>
        </p:sp>
        <p:sp>
          <p:nvSpPr>
            <p:cNvPr id="58022" name="Rectangle 678"/>
            <p:cNvSpPr>
              <a:spLocks noChangeArrowheads="1"/>
            </p:cNvSpPr>
            <p:nvPr/>
          </p:nvSpPr>
          <p:spPr bwMode="auto">
            <a:xfrm>
              <a:off x="2523" y="3394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 </a:t>
              </a:r>
              <a:endParaRPr lang="en-US" altLang="zh-CN" b="1"/>
            </a:p>
          </p:txBody>
        </p:sp>
        <p:sp>
          <p:nvSpPr>
            <p:cNvPr id="58023" name="Line 679"/>
            <p:cNvSpPr>
              <a:spLocks noChangeShapeType="1"/>
            </p:cNvSpPr>
            <p:nvPr/>
          </p:nvSpPr>
          <p:spPr bwMode="auto">
            <a:xfrm flipV="1">
              <a:off x="2754" y="3331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24" name="Line 680"/>
            <p:cNvSpPr>
              <a:spLocks noChangeShapeType="1"/>
            </p:cNvSpPr>
            <p:nvPr/>
          </p:nvSpPr>
          <p:spPr bwMode="auto">
            <a:xfrm>
              <a:off x="2754" y="1310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25" name="Rectangle 681"/>
            <p:cNvSpPr>
              <a:spLocks noChangeArrowheads="1"/>
            </p:cNvSpPr>
            <p:nvPr/>
          </p:nvSpPr>
          <p:spPr bwMode="auto">
            <a:xfrm>
              <a:off x="2736" y="3379"/>
              <a:ext cx="80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26" name="Rectangle 682"/>
            <p:cNvSpPr>
              <a:spLocks noChangeArrowheads="1"/>
            </p:cNvSpPr>
            <p:nvPr/>
          </p:nvSpPr>
          <p:spPr bwMode="auto">
            <a:xfrm>
              <a:off x="2737" y="3394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0</a:t>
              </a:r>
              <a:endParaRPr lang="en-US" altLang="zh-CN" b="1"/>
            </a:p>
          </p:txBody>
        </p:sp>
        <p:sp>
          <p:nvSpPr>
            <p:cNvPr id="58027" name="Rectangle 683"/>
            <p:cNvSpPr>
              <a:spLocks noChangeArrowheads="1"/>
            </p:cNvSpPr>
            <p:nvPr/>
          </p:nvSpPr>
          <p:spPr bwMode="auto">
            <a:xfrm>
              <a:off x="2784" y="3394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 </a:t>
              </a:r>
              <a:endParaRPr lang="en-US" altLang="zh-CN" b="1"/>
            </a:p>
          </p:txBody>
        </p:sp>
        <p:sp>
          <p:nvSpPr>
            <p:cNvPr id="58028" name="Line 684"/>
            <p:cNvSpPr>
              <a:spLocks noChangeShapeType="1"/>
            </p:cNvSpPr>
            <p:nvPr/>
          </p:nvSpPr>
          <p:spPr bwMode="auto">
            <a:xfrm flipV="1">
              <a:off x="3012" y="3331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29" name="Line 685"/>
            <p:cNvSpPr>
              <a:spLocks noChangeShapeType="1"/>
            </p:cNvSpPr>
            <p:nvPr/>
          </p:nvSpPr>
          <p:spPr bwMode="auto">
            <a:xfrm>
              <a:off x="3012" y="1310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30" name="Rectangle 686"/>
            <p:cNvSpPr>
              <a:spLocks noChangeArrowheads="1"/>
            </p:cNvSpPr>
            <p:nvPr/>
          </p:nvSpPr>
          <p:spPr bwMode="auto">
            <a:xfrm>
              <a:off x="2994" y="3379"/>
              <a:ext cx="79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31" name="Rectangle 687"/>
            <p:cNvSpPr>
              <a:spLocks noChangeArrowheads="1"/>
            </p:cNvSpPr>
            <p:nvPr/>
          </p:nvSpPr>
          <p:spPr bwMode="auto">
            <a:xfrm>
              <a:off x="2994" y="3394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1</a:t>
              </a:r>
              <a:endParaRPr lang="en-US" altLang="zh-CN" b="1"/>
            </a:p>
          </p:txBody>
        </p:sp>
        <p:sp>
          <p:nvSpPr>
            <p:cNvPr id="58032" name="Rectangle 688"/>
            <p:cNvSpPr>
              <a:spLocks noChangeArrowheads="1"/>
            </p:cNvSpPr>
            <p:nvPr/>
          </p:nvSpPr>
          <p:spPr bwMode="auto">
            <a:xfrm>
              <a:off x="3041" y="3394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 </a:t>
              </a:r>
              <a:endParaRPr lang="en-US" altLang="zh-CN" b="1"/>
            </a:p>
          </p:txBody>
        </p:sp>
        <p:sp>
          <p:nvSpPr>
            <p:cNvPr id="58033" name="Line 689"/>
            <p:cNvSpPr>
              <a:spLocks noChangeShapeType="1"/>
            </p:cNvSpPr>
            <p:nvPr/>
          </p:nvSpPr>
          <p:spPr bwMode="auto">
            <a:xfrm flipV="1">
              <a:off x="3271" y="3331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34" name="Line 690"/>
            <p:cNvSpPr>
              <a:spLocks noChangeShapeType="1"/>
            </p:cNvSpPr>
            <p:nvPr/>
          </p:nvSpPr>
          <p:spPr bwMode="auto">
            <a:xfrm>
              <a:off x="3271" y="1310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35" name="Rectangle 691"/>
            <p:cNvSpPr>
              <a:spLocks noChangeArrowheads="1"/>
            </p:cNvSpPr>
            <p:nvPr/>
          </p:nvSpPr>
          <p:spPr bwMode="auto">
            <a:xfrm>
              <a:off x="3252" y="3379"/>
              <a:ext cx="79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36" name="Rectangle 692"/>
            <p:cNvSpPr>
              <a:spLocks noChangeArrowheads="1"/>
            </p:cNvSpPr>
            <p:nvPr/>
          </p:nvSpPr>
          <p:spPr bwMode="auto">
            <a:xfrm>
              <a:off x="3252" y="3394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2</a:t>
              </a:r>
              <a:endParaRPr lang="en-US" altLang="zh-CN" b="1"/>
            </a:p>
          </p:txBody>
        </p:sp>
        <p:sp>
          <p:nvSpPr>
            <p:cNvPr id="58037" name="Rectangle 693"/>
            <p:cNvSpPr>
              <a:spLocks noChangeArrowheads="1"/>
            </p:cNvSpPr>
            <p:nvPr/>
          </p:nvSpPr>
          <p:spPr bwMode="auto">
            <a:xfrm>
              <a:off x="3299" y="3394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 </a:t>
              </a:r>
              <a:endParaRPr lang="en-US" altLang="zh-CN" b="1"/>
            </a:p>
          </p:txBody>
        </p:sp>
        <p:sp>
          <p:nvSpPr>
            <p:cNvPr id="58038" name="Line 694"/>
            <p:cNvSpPr>
              <a:spLocks noChangeShapeType="1"/>
            </p:cNvSpPr>
            <p:nvPr/>
          </p:nvSpPr>
          <p:spPr bwMode="auto">
            <a:xfrm flipV="1">
              <a:off x="3528" y="3331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39" name="Line 695"/>
            <p:cNvSpPr>
              <a:spLocks noChangeShapeType="1"/>
            </p:cNvSpPr>
            <p:nvPr/>
          </p:nvSpPr>
          <p:spPr bwMode="auto">
            <a:xfrm>
              <a:off x="3528" y="1310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40" name="Rectangle 696"/>
            <p:cNvSpPr>
              <a:spLocks noChangeArrowheads="1"/>
            </p:cNvSpPr>
            <p:nvPr/>
          </p:nvSpPr>
          <p:spPr bwMode="auto">
            <a:xfrm>
              <a:off x="3511" y="3379"/>
              <a:ext cx="78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41" name="Rectangle 697"/>
            <p:cNvSpPr>
              <a:spLocks noChangeArrowheads="1"/>
            </p:cNvSpPr>
            <p:nvPr/>
          </p:nvSpPr>
          <p:spPr bwMode="auto">
            <a:xfrm>
              <a:off x="3511" y="3394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3</a:t>
              </a:r>
              <a:endParaRPr lang="en-US" altLang="zh-CN" b="1"/>
            </a:p>
          </p:txBody>
        </p:sp>
        <p:sp>
          <p:nvSpPr>
            <p:cNvPr id="58042" name="Rectangle 698"/>
            <p:cNvSpPr>
              <a:spLocks noChangeArrowheads="1"/>
            </p:cNvSpPr>
            <p:nvPr/>
          </p:nvSpPr>
          <p:spPr bwMode="auto">
            <a:xfrm>
              <a:off x="3558" y="3394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 </a:t>
              </a:r>
              <a:endParaRPr lang="en-US" altLang="zh-CN" b="1"/>
            </a:p>
          </p:txBody>
        </p:sp>
        <p:sp>
          <p:nvSpPr>
            <p:cNvPr id="58043" name="Line 699"/>
            <p:cNvSpPr>
              <a:spLocks noChangeShapeType="1"/>
            </p:cNvSpPr>
            <p:nvPr/>
          </p:nvSpPr>
          <p:spPr bwMode="auto">
            <a:xfrm flipV="1">
              <a:off x="3792" y="3331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44" name="Line 700"/>
            <p:cNvSpPr>
              <a:spLocks noChangeShapeType="1"/>
            </p:cNvSpPr>
            <p:nvPr/>
          </p:nvSpPr>
          <p:spPr bwMode="auto">
            <a:xfrm>
              <a:off x="3792" y="1310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45" name="Rectangle 701"/>
            <p:cNvSpPr>
              <a:spLocks noChangeArrowheads="1"/>
            </p:cNvSpPr>
            <p:nvPr/>
          </p:nvSpPr>
          <p:spPr bwMode="auto">
            <a:xfrm>
              <a:off x="3775" y="3379"/>
              <a:ext cx="78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46" name="Rectangle 702"/>
            <p:cNvSpPr>
              <a:spLocks noChangeArrowheads="1"/>
            </p:cNvSpPr>
            <p:nvPr/>
          </p:nvSpPr>
          <p:spPr bwMode="auto">
            <a:xfrm>
              <a:off x="3775" y="3394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4</a:t>
              </a:r>
              <a:endParaRPr lang="en-US" altLang="zh-CN" b="1"/>
            </a:p>
          </p:txBody>
        </p:sp>
        <p:sp>
          <p:nvSpPr>
            <p:cNvPr id="58047" name="Rectangle 703"/>
            <p:cNvSpPr>
              <a:spLocks noChangeArrowheads="1"/>
            </p:cNvSpPr>
            <p:nvPr/>
          </p:nvSpPr>
          <p:spPr bwMode="auto">
            <a:xfrm>
              <a:off x="3822" y="3394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 </a:t>
              </a:r>
              <a:endParaRPr lang="en-US" altLang="zh-CN" b="1"/>
            </a:p>
          </p:txBody>
        </p:sp>
        <p:sp>
          <p:nvSpPr>
            <p:cNvPr id="58048" name="Line 704"/>
            <p:cNvSpPr>
              <a:spLocks noChangeShapeType="1"/>
            </p:cNvSpPr>
            <p:nvPr/>
          </p:nvSpPr>
          <p:spPr bwMode="auto">
            <a:xfrm flipV="1">
              <a:off x="4050" y="3331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49" name="Line 705"/>
            <p:cNvSpPr>
              <a:spLocks noChangeShapeType="1"/>
            </p:cNvSpPr>
            <p:nvPr/>
          </p:nvSpPr>
          <p:spPr bwMode="auto">
            <a:xfrm>
              <a:off x="4050" y="1310"/>
              <a:ext cx="1" cy="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50" name="Rectangle 706"/>
            <p:cNvSpPr>
              <a:spLocks noChangeArrowheads="1"/>
            </p:cNvSpPr>
            <p:nvPr/>
          </p:nvSpPr>
          <p:spPr bwMode="auto">
            <a:xfrm>
              <a:off x="4032" y="3379"/>
              <a:ext cx="80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51" name="Rectangle 707"/>
            <p:cNvSpPr>
              <a:spLocks noChangeArrowheads="1"/>
            </p:cNvSpPr>
            <p:nvPr/>
          </p:nvSpPr>
          <p:spPr bwMode="auto">
            <a:xfrm>
              <a:off x="4033" y="3394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5</a:t>
              </a:r>
              <a:endParaRPr lang="en-US" altLang="zh-CN" b="1"/>
            </a:p>
          </p:txBody>
        </p:sp>
        <p:sp>
          <p:nvSpPr>
            <p:cNvPr id="58052" name="Rectangle 708"/>
            <p:cNvSpPr>
              <a:spLocks noChangeArrowheads="1"/>
            </p:cNvSpPr>
            <p:nvPr/>
          </p:nvSpPr>
          <p:spPr bwMode="auto">
            <a:xfrm>
              <a:off x="4080" y="3394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 </a:t>
              </a:r>
              <a:endParaRPr lang="en-US" altLang="zh-CN" b="1"/>
            </a:p>
          </p:txBody>
        </p:sp>
        <p:sp>
          <p:nvSpPr>
            <p:cNvPr id="58053" name="Line 709"/>
            <p:cNvSpPr>
              <a:spLocks noChangeShapeType="1"/>
            </p:cNvSpPr>
            <p:nvPr/>
          </p:nvSpPr>
          <p:spPr bwMode="auto">
            <a:xfrm>
              <a:off x="1452" y="3355"/>
              <a:ext cx="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54" name="Line 710"/>
            <p:cNvSpPr>
              <a:spLocks noChangeShapeType="1"/>
            </p:cNvSpPr>
            <p:nvPr/>
          </p:nvSpPr>
          <p:spPr bwMode="auto">
            <a:xfrm flipH="1">
              <a:off x="4026" y="3355"/>
              <a:ext cx="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55" name="Rectangle 711"/>
            <p:cNvSpPr>
              <a:spLocks noChangeArrowheads="1"/>
            </p:cNvSpPr>
            <p:nvPr/>
          </p:nvSpPr>
          <p:spPr bwMode="auto">
            <a:xfrm>
              <a:off x="1296" y="3307"/>
              <a:ext cx="169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56" name="Rectangle 712"/>
            <p:cNvSpPr>
              <a:spLocks noChangeArrowheads="1"/>
            </p:cNvSpPr>
            <p:nvPr/>
          </p:nvSpPr>
          <p:spPr bwMode="auto">
            <a:xfrm>
              <a:off x="1296" y="3322"/>
              <a:ext cx="2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-</a:t>
              </a:r>
              <a:endParaRPr lang="en-US" altLang="zh-CN" b="1"/>
            </a:p>
          </p:txBody>
        </p:sp>
        <p:sp>
          <p:nvSpPr>
            <p:cNvPr id="58057" name="Rectangle 713"/>
            <p:cNvSpPr>
              <a:spLocks noChangeArrowheads="1"/>
            </p:cNvSpPr>
            <p:nvPr/>
          </p:nvSpPr>
          <p:spPr bwMode="auto">
            <a:xfrm>
              <a:off x="1324" y="3322"/>
              <a:ext cx="11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0.5</a:t>
              </a:r>
              <a:endParaRPr lang="en-US" altLang="zh-CN" b="1"/>
            </a:p>
          </p:txBody>
        </p:sp>
        <p:sp>
          <p:nvSpPr>
            <p:cNvPr id="58058" name="Rectangle 714"/>
            <p:cNvSpPr>
              <a:spLocks noChangeArrowheads="1"/>
            </p:cNvSpPr>
            <p:nvPr/>
          </p:nvSpPr>
          <p:spPr bwMode="auto">
            <a:xfrm>
              <a:off x="1441" y="3322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 </a:t>
              </a:r>
              <a:endParaRPr lang="en-US" altLang="zh-CN" b="1"/>
            </a:p>
          </p:txBody>
        </p:sp>
        <p:sp>
          <p:nvSpPr>
            <p:cNvPr id="58059" name="Line 715"/>
            <p:cNvSpPr>
              <a:spLocks noChangeShapeType="1"/>
            </p:cNvSpPr>
            <p:nvPr/>
          </p:nvSpPr>
          <p:spPr bwMode="auto">
            <a:xfrm>
              <a:off x="1452" y="3013"/>
              <a:ext cx="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60" name="Line 716"/>
            <p:cNvSpPr>
              <a:spLocks noChangeShapeType="1"/>
            </p:cNvSpPr>
            <p:nvPr/>
          </p:nvSpPr>
          <p:spPr bwMode="auto">
            <a:xfrm flipH="1">
              <a:off x="4026" y="3013"/>
              <a:ext cx="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61" name="Rectangle 717"/>
            <p:cNvSpPr>
              <a:spLocks noChangeArrowheads="1"/>
            </p:cNvSpPr>
            <p:nvPr/>
          </p:nvSpPr>
          <p:spPr bwMode="auto">
            <a:xfrm>
              <a:off x="1386" y="2965"/>
              <a:ext cx="79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62" name="Rectangle 718"/>
            <p:cNvSpPr>
              <a:spLocks noChangeArrowheads="1"/>
            </p:cNvSpPr>
            <p:nvPr/>
          </p:nvSpPr>
          <p:spPr bwMode="auto">
            <a:xfrm>
              <a:off x="1386" y="2982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0</a:t>
              </a:r>
              <a:endParaRPr lang="en-US" altLang="zh-CN" b="1"/>
            </a:p>
          </p:txBody>
        </p:sp>
        <p:sp>
          <p:nvSpPr>
            <p:cNvPr id="58063" name="Rectangle 719"/>
            <p:cNvSpPr>
              <a:spLocks noChangeArrowheads="1"/>
            </p:cNvSpPr>
            <p:nvPr/>
          </p:nvSpPr>
          <p:spPr bwMode="auto">
            <a:xfrm>
              <a:off x="1433" y="2982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 </a:t>
              </a:r>
              <a:endParaRPr lang="en-US" altLang="zh-CN" b="1"/>
            </a:p>
          </p:txBody>
        </p:sp>
        <p:sp>
          <p:nvSpPr>
            <p:cNvPr id="58064" name="Line 720"/>
            <p:cNvSpPr>
              <a:spLocks noChangeShapeType="1"/>
            </p:cNvSpPr>
            <p:nvPr/>
          </p:nvSpPr>
          <p:spPr bwMode="auto">
            <a:xfrm>
              <a:off x="1452" y="2672"/>
              <a:ext cx="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65" name="Line 721"/>
            <p:cNvSpPr>
              <a:spLocks noChangeShapeType="1"/>
            </p:cNvSpPr>
            <p:nvPr/>
          </p:nvSpPr>
          <p:spPr bwMode="auto">
            <a:xfrm flipH="1">
              <a:off x="4026" y="2672"/>
              <a:ext cx="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66" name="Rectangle 722"/>
            <p:cNvSpPr>
              <a:spLocks noChangeArrowheads="1"/>
            </p:cNvSpPr>
            <p:nvPr/>
          </p:nvSpPr>
          <p:spPr bwMode="auto">
            <a:xfrm>
              <a:off x="1320" y="2624"/>
              <a:ext cx="145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67" name="Rectangle 723"/>
            <p:cNvSpPr>
              <a:spLocks noChangeArrowheads="1"/>
            </p:cNvSpPr>
            <p:nvPr/>
          </p:nvSpPr>
          <p:spPr bwMode="auto">
            <a:xfrm>
              <a:off x="1320" y="2640"/>
              <a:ext cx="11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0.5</a:t>
              </a:r>
              <a:endParaRPr lang="en-US" altLang="zh-CN" b="1"/>
            </a:p>
          </p:txBody>
        </p:sp>
        <p:sp>
          <p:nvSpPr>
            <p:cNvPr id="58068" name="Rectangle 724"/>
            <p:cNvSpPr>
              <a:spLocks noChangeArrowheads="1"/>
            </p:cNvSpPr>
            <p:nvPr/>
          </p:nvSpPr>
          <p:spPr bwMode="auto">
            <a:xfrm>
              <a:off x="1437" y="2640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 </a:t>
              </a:r>
              <a:endParaRPr lang="en-US" altLang="zh-CN" b="1"/>
            </a:p>
          </p:txBody>
        </p:sp>
        <p:sp>
          <p:nvSpPr>
            <p:cNvPr id="58069" name="Line 725"/>
            <p:cNvSpPr>
              <a:spLocks noChangeShapeType="1"/>
            </p:cNvSpPr>
            <p:nvPr/>
          </p:nvSpPr>
          <p:spPr bwMode="auto">
            <a:xfrm>
              <a:off x="1452" y="2336"/>
              <a:ext cx="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70" name="Line 726"/>
            <p:cNvSpPr>
              <a:spLocks noChangeShapeType="1"/>
            </p:cNvSpPr>
            <p:nvPr/>
          </p:nvSpPr>
          <p:spPr bwMode="auto">
            <a:xfrm flipH="1">
              <a:off x="4026" y="2336"/>
              <a:ext cx="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71" name="Rectangle 727"/>
            <p:cNvSpPr>
              <a:spLocks noChangeArrowheads="1"/>
            </p:cNvSpPr>
            <p:nvPr/>
          </p:nvSpPr>
          <p:spPr bwMode="auto">
            <a:xfrm>
              <a:off x="1386" y="2288"/>
              <a:ext cx="7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72" name="Rectangle 728"/>
            <p:cNvSpPr>
              <a:spLocks noChangeArrowheads="1"/>
            </p:cNvSpPr>
            <p:nvPr/>
          </p:nvSpPr>
          <p:spPr bwMode="auto">
            <a:xfrm>
              <a:off x="1386" y="2304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1</a:t>
              </a:r>
              <a:endParaRPr lang="en-US" altLang="zh-CN" b="1"/>
            </a:p>
          </p:txBody>
        </p:sp>
        <p:sp>
          <p:nvSpPr>
            <p:cNvPr id="58073" name="Rectangle 729"/>
            <p:cNvSpPr>
              <a:spLocks noChangeArrowheads="1"/>
            </p:cNvSpPr>
            <p:nvPr/>
          </p:nvSpPr>
          <p:spPr bwMode="auto">
            <a:xfrm>
              <a:off x="1433" y="2304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 </a:t>
              </a:r>
              <a:endParaRPr lang="en-US" altLang="zh-CN" b="1"/>
            </a:p>
          </p:txBody>
        </p:sp>
        <p:sp>
          <p:nvSpPr>
            <p:cNvPr id="58074" name="Line 730"/>
            <p:cNvSpPr>
              <a:spLocks noChangeShapeType="1"/>
            </p:cNvSpPr>
            <p:nvPr/>
          </p:nvSpPr>
          <p:spPr bwMode="auto">
            <a:xfrm>
              <a:off x="1452" y="1994"/>
              <a:ext cx="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75" name="Line 731"/>
            <p:cNvSpPr>
              <a:spLocks noChangeShapeType="1"/>
            </p:cNvSpPr>
            <p:nvPr/>
          </p:nvSpPr>
          <p:spPr bwMode="auto">
            <a:xfrm flipH="1">
              <a:off x="4026" y="1994"/>
              <a:ext cx="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76" name="Rectangle 732"/>
            <p:cNvSpPr>
              <a:spLocks noChangeArrowheads="1"/>
            </p:cNvSpPr>
            <p:nvPr/>
          </p:nvSpPr>
          <p:spPr bwMode="auto">
            <a:xfrm>
              <a:off x="1320" y="1946"/>
              <a:ext cx="145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77" name="Rectangle 733"/>
            <p:cNvSpPr>
              <a:spLocks noChangeArrowheads="1"/>
            </p:cNvSpPr>
            <p:nvPr/>
          </p:nvSpPr>
          <p:spPr bwMode="auto">
            <a:xfrm>
              <a:off x="1320" y="1962"/>
              <a:ext cx="11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1.5</a:t>
              </a:r>
              <a:endParaRPr lang="en-US" altLang="zh-CN" b="1"/>
            </a:p>
          </p:txBody>
        </p:sp>
        <p:sp>
          <p:nvSpPr>
            <p:cNvPr id="58078" name="Rectangle 734"/>
            <p:cNvSpPr>
              <a:spLocks noChangeArrowheads="1"/>
            </p:cNvSpPr>
            <p:nvPr/>
          </p:nvSpPr>
          <p:spPr bwMode="auto">
            <a:xfrm>
              <a:off x="1437" y="1962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 </a:t>
              </a:r>
              <a:endParaRPr lang="en-US" altLang="zh-CN" b="1"/>
            </a:p>
          </p:txBody>
        </p:sp>
        <p:sp>
          <p:nvSpPr>
            <p:cNvPr id="58079" name="Line 735"/>
            <p:cNvSpPr>
              <a:spLocks noChangeShapeType="1"/>
            </p:cNvSpPr>
            <p:nvPr/>
          </p:nvSpPr>
          <p:spPr bwMode="auto">
            <a:xfrm>
              <a:off x="1452" y="1652"/>
              <a:ext cx="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80" name="Line 736"/>
            <p:cNvSpPr>
              <a:spLocks noChangeShapeType="1"/>
            </p:cNvSpPr>
            <p:nvPr/>
          </p:nvSpPr>
          <p:spPr bwMode="auto">
            <a:xfrm flipH="1">
              <a:off x="4026" y="1652"/>
              <a:ext cx="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81" name="Rectangle 737"/>
            <p:cNvSpPr>
              <a:spLocks noChangeArrowheads="1"/>
            </p:cNvSpPr>
            <p:nvPr/>
          </p:nvSpPr>
          <p:spPr bwMode="auto">
            <a:xfrm>
              <a:off x="1386" y="1604"/>
              <a:ext cx="7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82" name="Rectangle 738"/>
            <p:cNvSpPr>
              <a:spLocks noChangeArrowheads="1"/>
            </p:cNvSpPr>
            <p:nvPr/>
          </p:nvSpPr>
          <p:spPr bwMode="auto">
            <a:xfrm>
              <a:off x="1386" y="1620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2</a:t>
              </a:r>
              <a:endParaRPr lang="en-US" altLang="zh-CN" b="1"/>
            </a:p>
          </p:txBody>
        </p:sp>
        <p:sp>
          <p:nvSpPr>
            <p:cNvPr id="58083" name="Rectangle 739"/>
            <p:cNvSpPr>
              <a:spLocks noChangeArrowheads="1"/>
            </p:cNvSpPr>
            <p:nvPr/>
          </p:nvSpPr>
          <p:spPr bwMode="auto">
            <a:xfrm>
              <a:off x="1433" y="1620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 </a:t>
              </a:r>
              <a:endParaRPr lang="en-US" altLang="zh-CN" b="1"/>
            </a:p>
          </p:txBody>
        </p:sp>
        <p:sp>
          <p:nvSpPr>
            <p:cNvPr id="58084" name="Line 740"/>
            <p:cNvSpPr>
              <a:spLocks noChangeShapeType="1"/>
            </p:cNvSpPr>
            <p:nvPr/>
          </p:nvSpPr>
          <p:spPr bwMode="auto">
            <a:xfrm>
              <a:off x="1452" y="1310"/>
              <a:ext cx="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85" name="Line 741"/>
            <p:cNvSpPr>
              <a:spLocks noChangeShapeType="1"/>
            </p:cNvSpPr>
            <p:nvPr/>
          </p:nvSpPr>
          <p:spPr bwMode="auto">
            <a:xfrm flipH="1">
              <a:off x="4026" y="1310"/>
              <a:ext cx="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86" name="Rectangle 742"/>
            <p:cNvSpPr>
              <a:spLocks noChangeArrowheads="1"/>
            </p:cNvSpPr>
            <p:nvPr/>
          </p:nvSpPr>
          <p:spPr bwMode="auto">
            <a:xfrm>
              <a:off x="1320" y="1262"/>
              <a:ext cx="145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87" name="Rectangle 743"/>
            <p:cNvSpPr>
              <a:spLocks noChangeArrowheads="1"/>
            </p:cNvSpPr>
            <p:nvPr/>
          </p:nvSpPr>
          <p:spPr bwMode="auto">
            <a:xfrm>
              <a:off x="1320" y="1279"/>
              <a:ext cx="11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  <a:latin typeface="Helvetica" charset="0"/>
                </a:rPr>
                <a:t>2.5</a:t>
              </a:r>
              <a:endParaRPr lang="en-US" altLang="zh-CN" b="1"/>
            </a:p>
          </p:txBody>
        </p:sp>
        <p:sp>
          <p:nvSpPr>
            <p:cNvPr id="58088" name="Rectangle 744"/>
            <p:cNvSpPr>
              <a:spLocks noChangeArrowheads="1"/>
            </p:cNvSpPr>
            <p:nvPr/>
          </p:nvSpPr>
          <p:spPr bwMode="auto">
            <a:xfrm>
              <a:off x="1437" y="1279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00" b="1">
                  <a:solidFill>
                    <a:srgbClr val="000000"/>
                  </a:solidFill>
                </a:rPr>
                <a:t> </a:t>
              </a:r>
              <a:endParaRPr lang="en-US" altLang="zh-CN" b="1"/>
            </a:p>
          </p:txBody>
        </p:sp>
        <p:sp>
          <p:nvSpPr>
            <p:cNvPr id="58089" name="Line 745"/>
            <p:cNvSpPr>
              <a:spLocks noChangeShapeType="1"/>
            </p:cNvSpPr>
            <p:nvPr/>
          </p:nvSpPr>
          <p:spPr bwMode="auto">
            <a:xfrm>
              <a:off x="1452" y="1310"/>
              <a:ext cx="2598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90" name="Freeform 746"/>
            <p:cNvSpPr>
              <a:spLocks/>
            </p:cNvSpPr>
            <p:nvPr/>
          </p:nvSpPr>
          <p:spPr bwMode="auto">
            <a:xfrm>
              <a:off x="1452" y="2330"/>
              <a:ext cx="2598" cy="665"/>
            </a:xfrm>
            <a:custGeom>
              <a:avLst/>
              <a:gdLst>
                <a:gd name="T0" fmla="*/ 109 w 5197"/>
                <a:gd name="T1" fmla="*/ 1305 h 1330"/>
                <a:gd name="T2" fmla="*/ 317 w 5197"/>
                <a:gd name="T3" fmla="*/ 1317 h 1330"/>
                <a:gd name="T4" fmla="*/ 472 w 5197"/>
                <a:gd name="T5" fmla="*/ 1305 h 1330"/>
                <a:gd name="T6" fmla="*/ 628 w 5197"/>
                <a:gd name="T7" fmla="*/ 1294 h 1330"/>
                <a:gd name="T8" fmla="*/ 785 w 5197"/>
                <a:gd name="T9" fmla="*/ 1282 h 1330"/>
                <a:gd name="T10" fmla="*/ 941 w 5197"/>
                <a:gd name="T11" fmla="*/ 1257 h 1330"/>
                <a:gd name="T12" fmla="*/ 1096 w 5197"/>
                <a:gd name="T13" fmla="*/ 1234 h 1330"/>
                <a:gd name="T14" fmla="*/ 1248 w 5197"/>
                <a:gd name="T15" fmla="*/ 1209 h 1330"/>
                <a:gd name="T16" fmla="*/ 1359 w 5197"/>
                <a:gd name="T17" fmla="*/ 1173 h 1330"/>
                <a:gd name="T18" fmla="*/ 1561 w 5197"/>
                <a:gd name="T19" fmla="*/ 1090 h 1330"/>
                <a:gd name="T20" fmla="*/ 1772 w 5197"/>
                <a:gd name="T21" fmla="*/ 992 h 1330"/>
                <a:gd name="T22" fmla="*/ 1928 w 5197"/>
                <a:gd name="T23" fmla="*/ 871 h 1330"/>
                <a:gd name="T24" fmla="*/ 2145 w 5197"/>
                <a:gd name="T25" fmla="*/ 620 h 1330"/>
                <a:gd name="T26" fmla="*/ 2302 w 5197"/>
                <a:gd name="T27" fmla="*/ 376 h 1330"/>
                <a:gd name="T28" fmla="*/ 2458 w 5197"/>
                <a:gd name="T29" fmla="*/ 128 h 1330"/>
                <a:gd name="T30" fmla="*/ 2548 w 5197"/>
                <a:gd name="T31" fmla="*/ 34 h 1330"/>
                <a:gd name="T32" fmla="*/ 2696 w 5197"/>
                <a:gd name="T33" fmla="*/ 69 h 1330"/>
                <a:gd name="T34" fmla="*/ 2849 w 5197"/>
                <a:gd name="T35" fmla="*/ 282 h 1330"/>
                <a:gd name="T36" fmla="*/ 2959 w 5197"/>
                <a:gd name="T37" fmla="*/ 462 h 1330"/>
                <a:gd name="T38" fmla="*/ 3212 w 5197"/>
                <a:gd name="T39" fmla="*/ 823 h 1330"/>
                <a:gd name="T40" fmla="*/ 3368 w 5197"/>
                <a:gd name="T41" fmla="*/ 956 h 1330"/>
                <a:gd name="T42" fmla="*/ 3585 w 5197"/>
                <a:gd name="T43" fmla="*/ 1088 h 1330"/>
                <a:gd name="T44" fmla="*/ 3744 w 5197"/>
                <a:gd name="T45" fmla="*/ 1150 h 1330"/>
                <a:gd name="T46" fmla="*/ 3946 w 5197"/>
                <a:gd name="T47" fmla="*/ 1209 h 1330"/>
                <a:gd name="T48" fmla="*/ 4057 w 5197"/>
                <a:gd name="T49" fmla="*/ 1209 h 1330"/>
                <a:gd name="T50" fmla="*/ 4212 w 5197"/>
                <a:gd name="T51" fmla="*/ 1246 h 1330"/>
                <a:gd name="T52" fmla="*/ 4416 w 5197"/>
                <a:gd name="T53" fmla="*/ 1282 h 1330"/>
                <a:gd name="T54" fmla="*/ 4573 w 5197"/>
                <a:gd name="T55" fmla="*/ 1294 h 1330"/>
                <a:gd name="T56" fmla="*/ 4777 w 5197"/>
                <a:gd name="T57" fmla="*/ 1305 h 1330"/>
                <a:gd name="T58" fmla="*/ 4994 w 5197"/>
                <a:gd name="T59" fmla="*/ 1317 h 1330"/>
                <a:gd name="T60" fmla="*/ 5197 w 5197"/>
                <a:gd name="T61" fmla="*/ 1330 h 1330"/>
                <a:gd name="T62" fmla="*/ 5042 w 5197"/>
                <a:gd name="T63" fmla="*/ 1294 h 1330"/>
                <a:gd name="T64" fmla="*/ 4838 w 5197"/>
                <a:gd name="T65" fmla="*/ 1282 h 1330"/>
                <a:gd name="T66" fmla="*/ 4621 w 5197"/>
                <a:gd name="T67" fmla="*/ 1271 h 1330"/>
                <a:gd name="T68" fmla="*/ 4418 w 5197"/>
                <a:gd name="T69" fmla="*/ 1259 h 1330"/>
                <a:gd name="T70" fmla="*/ 4314 w 5197"/>
                <a:gd name="T71" fmla="*/ 1248 h 1330"/>
                <a:gd name="T72" fmla="*/ 4109 w 5197"/>
                <a:gd name="T73" fmla="*/ 1213 h 1330"/>
                <a:gd name="T74" fmla="*/ 3955 w 5197"/>
                <a:gd name="T75" fmla="*/ 1188 h 1330"/>
                <a:gd name="T76" fmla="*/ 3750 w 5197"/>
                <a:gd name="T77" fmla="*/ 1129 h 1330"/>
                <a:gd name="T78" fmla="*/ 3590 w 5197"/>
                <a:gd name="T79" fmla="*/ 1079 h 1330"/>
                <a:gd name="T80" fmla="*/ 3439 w 5197"/>
                <a:gd name="T81" fmla="*/ 973 h 1330"/>
                <a:gd name="T82" fmla="*/ 3285 w 5197"/>
                <a:gd name="T83" fmla="*/ 854 h 1330"/>
                <a:gd name="T84" fmla="*/ 3070 w 5197"/>
                <a:gd name="T85" fmla="*/ 603 h 1330"/>
                <a:gd name="T86" fmla="*/ 2905 w 5197"/>
                <a:gd name="T87" fmla="*/ 370 h 1330"/>
                <a:gd name="T88" fmla="*/ 2709 w 5197"/>
                <a:gd name="T89" fmla="*/ 52 h 1330"/>
                <a:gd name="T90" fmla="*/ 2603 w 5197"/>
                <a:gd name="T91" fmla="*/ 0 h 1330"/>
                <a:gd name="T92" fmla="*/ 2381 w 5197"/>
                <a:gd name="T93" fmla="*/ 184 h 1330"/>
                <a:gd name="T94" fmla="*/ 2225 w 5197"/>
                <a:gd name="T95" fmla="*/ 447 h 1330"/>
                <a:gd name="T96" fmla="*/ 2022 w 5197"/>
                <a:gd name="T97" fmla="*/ 747 h 1330"/>
                <a:gd name="T98" fmla="*/ 1872 w 5197"/>
                <a:gd name="T99" fmla="*/ 910 h 1330"/>
                <a:gd name="T100" fmla="*/ 1711 w 5197"/>
                <a:gd name="T101" fmla="*/ 1008 h 1330"/>
                <a:gd name="T102" fmla="*/ 1559 w 5197"/>
                <a:gd name="T103" fmla="*/ 1081 h 1330"/>
                <a:gd name="T104" fmla="*/ 1356 w 5197"/>
                <a:gd name="T105" fmla="*/ 1152 h 1330"/>
                <a:gd name="T106" fmla="*/ 1248 w 5197"/>
                <a:gd name="T107" fmla="*/ 1186 h 1330"/>
                <a:gd name="T108" fmla="*/ 1044 w 5197"/>
                <a:gd name="T109" fmla="*/ 1234 h 1330"/>
                <a:gd name="T110" fmla="*/ 889 w 5197"/>
                <a:gd name="T111" fmla="*/ 1257 h 1330"/>
                <a:gd name="T112" fmla="*/ 781 w 5197"/>
                <a:gd name="T113" fmla="*/ 1259 h 1330"/>
                <a:gd name="T114" fmla="*/ 624 w 5197"/>
                <a:gd name="T115" fmla="*/ 1271 h 1330"/>
                <a:gd name="T116" fmla="*/ 468 w 5197"/>
                <a:gd name="T117" fmla="*/ 1282 h 1330"/>
                <a:gd name="T118" fmla="*/ 313 w 5197"/>
                <a:gd name="T119" fmla="*/ 1294 h 1330"/>
                <a:gd name="T120" fmla="*/ 46 w 5197"/>
                <a:gd name="T121" fmla="*/ 1307 h 1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197" h="1330">
                  <a:moveTo>
                    <a:pt x="0" y="1307"/>
                  </a:moveTo>
                  <a:lnTo>
                    <a:pt x="0" y="1330"/>
                  </a:lnTo>
                  <a:lnTo>
                    <a:pt x="48" y="1330"/>
                  </a:lnTo>
                  <a:lnTo>
                    <a:pt x="48" y="1330"/>
                  </a:lnTo>
                  <a:lnTo>
                    <a:pt x="50" y="1330"/>
                  </a:lnTo>
                  <a:lnTo>
                    <a:pt x="111" y="1317"/>
                  </a:lnTo>
                  <a:lnTo>
                    <a:pt x="109" y="1305"/>
                  </a:lnTo>
                  <a:lnTo>
                    <a:pt x="109" y="1317"/>
                  </a:lnTo>
                  <a:lnTo>
                    <a:pt x="157" y="1317"/>
                  </a:lnTo>
                  <a:lnTo>
                    <a:pt x="205" y="1317"/>
                  </a:lnTo>
                  <a:lnTo>
                    <a:pt x="265" y="1317"/>
                  </a:lnTo>
                  <a:lnTo>
                    <a:pt x="313" y="1317"/>
                  </a:lnTo>
                  <a:lnTo>
                    <a:pt x="313" y="1317"/>
                  </a:lnTo>
                  <a:lnTo>
                    <a:pt x="317" y="1317"/>
                  </a:lnTo>
                  <a:lnTo>
                    <a:pt x="365" y="1305"/>
                  </a:lnTo>
                  <a:lnTo>
                    <a:pt x="361" y="1294"/>
                  </a:lnTo>
                  <a:lnTo>
                    <a:pt x="361" y="1305"/>
                  </a:lnTo>
                  <a:lnTo>
                    <a:pt x="420" y="1305"/>
                  </a:lnTo>
                  <a:lnTo>
                    <a:pt x="468" y="1305"/>
                  </a:lnTo>
                  <a:lnTo>
                    <a:pt x="468" y="1305"/>
                  </a:lnTo>
                  <a:lnTo>
                    <a:pt x="472" y="1305"/>
                  </a:lnTo>
                  <a:lnTo>
                    <a:pt x="520" y="1294"/>
                  </a:lnTo>
                  <a:lnTo>
                    <a:pt x="516" y="1282"/>
                  </a:lnTo>
                  <a:lnTo>
                    <a:pt x="516" y="1294"/>
                  </a:lnTo>
                  <a:lnTo>
                    <a:pt x="576" y="1294"/>
                  </a:lnTo>
                  <a:lnTo>
                    <a:pt x="624" y="1294"/>
                  </a:lnTo>
                  <a:lnTo>
                    <a:pt x="624" y="1294"/>
                  </a:lnTo>
                  <a:lnTo>
                    <a:pt x="628" y="1294"/>
                  </a:lnTo>
                  <a:lnTo>
                    <a:pt x="676" y="1282"/>
                  </a:lnTo>
                  <a:lnTo>
                    <a:pt x="672" y="1271"/>
                  </a:lnTo>
                  <a:lnTo>
                    <a:pt x="672" y="1282"/>
                  </a:lnTo>
                  <a:lnTo>
                    <a:pt x="733" y="1282"/>
                  </a:lnTo>
                  <a:lnTo>
                    <a:pt x="781" y="1282"/>
                  </a:lnTo>
                  <a:lnTo>
                    <a:pt x="781" y="1282"/>
                  </a:lnTo>
                  <a:lnTo>
                    <a:pt x="785" y="1282"/>
                  </a:lnTo>
                  <a:lnTo>
                    <a:pt x="833" y="1269"/>
                  </a:lnTo>
                  <a:lnTo>
                    <a:pt x="829" y="1257"/>
                  </a:lnTo>
                  <a:lnTo>
                    <a:pt x="829" y="1269"/>
                  </a:lnTo>
                  <a:lnTo>
                    <a:pt x="889" y="1269"/>
                  </a:lnTo>
                  <a:lnTo>
                    <a:pt x="889" y="1269"/>
                  </a:lnTo>
                  <a:lnTo>
                    <a:pt x="893" y="1269"/>
                  </a:lnTo>
                  <a:lnTo>
                    <a:pt x="941" y="1257"/>
                  </a:lnTo>
                  <a:lnTo>
                    <a:pt x="989" y="1246"/>
                  </a:lnTo>
                  <a:lnTo>
                    <a:pt x="985" y="1234"/>
                  </a:lnTo>
                  <a:lnTo>
                    <a:pt x="985" y="1246"/>
                  </a:lnTo>
                  <a:lnTo>
                    <a:pt x="1044" y="1246"/>
                  </a:lnTo>
                  <a:lnTo>
                    <a:pt x="1044" y="1246"/>
                  </a:lnTo>
                  <a:lnTo>
                    <a:pt x="1048" y="1246"/>
                  </a:lnTo>
                  <a:lnTo>
                    <a:pt x="1096" y="1234"/>
                  </a:lnTo>
                  <a:lnTo>
                    <a:pt x="1144" y="1221"/>
                  </a:lnTo>
                  <a:lnTo>
                    <a:pt x="1140" y="1209"/>
                  </a:lnTo>
                  <a:lnTo>
                    <a:pt x="1142" y="1221"/>
                  </a:lnTo>
                  <a:lnTo>
                    <a:pt x="1202" y="1209"/>
                  </a:lnTo>
                  <a:lnTo>
                    <a:pt x="1200" y="1198"/>
                  </a:lnTo>
                  <a:lnTo>
                    <a:pt x="1200" y="1209"/>
                  </a:lnTo>
                  <a:lnTo>
                    <a:pt x="1248" y="1209"/>
                  </a:lnTo>
                  <a:lnTo>
                    <a:pt x="1248" y="1209"/>
                  </a:lnTo>
                  <a:lnTo>
                    <a:pt x="1252" y="1207"/>
                  </a:lnTo>
                  <a:lnTo>
                    <a:pt x="1254" y="1209"/>
                  </a:lnTo>
                  <a:lnTo>
                    <a:pt x="1302" y="1186"/>
                  </a:lnTo>
                  <a:lnTo>
                    <a:pt x="1296" y="1175"/>
                  </a:lnTo>
                  <a:lnTo>
                    <a:pt x="1298" y="1186"/>
                  </a:lnTo>
                  <a:lnTo>
                    <a:pt x="1359" y="1173"/>
                  </a:lnTo>
                  <a:lnTo>
                    <a:pt x="1361" y="1173"/>
                  </a:lnTo>
                  <a:lnTo>
                    <a:pt x="1409" y="1161"/>
                  </a:lnTo>
                  <a:lnTo>
                    <a:pt x="1457" y="1150"/>
                  </a:lnTo>
                  <a:lnTo>
                    <a:pt x="1459" y="1150"/>
                  </a:lnTo>
                  <a:lnTo>
                    <a:pt x="1519" y="1125"/>
                  </a:lnTo>
                  <a:lnTo>
                    <a:pt x="1567" y="1102"/>
                  </a:lnTo>
                  <a:lnTo>
                    <a:pt x="1561" y="1090"/>
                  </a:lnTo>
                  <a:lnTo>
                    <a:pt x="1565" y="1102"/>
                  </a:lnTo>
                  <a:lnTo>
                    <a:pt x="1613" y="1090"/>
                  </a:lnTo>
                  <a:lnTo>
                    <a:pt x="1615" y="1088"/>
                  </a:lnTo>
                  <a:lnTo>
                    <a:pt x="1674" y="1052"/>
                  </a:lnTo>
                  <a:lnTo>
                    <a:pt x="1722" y="1027"/>
                  </a:lnTo>
                  <a:lnTo>
                    <a:pt x="1724" y="1027"/>
                  </a:lnTo>
                  <a:lnTo>
                    <a:pt x="1772" y="992"/>
                  </a:lnTo>
                  <a:lnTo>
                    <a:pt x="1764" y="983"/>
                  </a:lnTo>
                  <a:lnTo>
                    <a:pt x="1770" y="992"/>
                  </a:lnTo>
                  <a:lnTo>
                    <a:pt x="1830" y="956"/>
                  </a:lnTo>
                  <a:lnTo>
                    <a:pt x="1832" y="956"/>
                  </a:lnTo>
                  <a:lnTo>
                    <a:pt x="1880" y="919"/>
                  </a:lnTo>
                  <a:lnTo>
                    <a:pt x="1880" y="919"/>
                  </a:lnTo>
                  <a:lnTo>
                    <a:pt x="1928" y="871"/>
                  </a:lnTo>
                  <a:lnTo>
                    <a:pt x="1920" y="862"/>
                  </a:lnTo>
                  <a:lnTo>
                    <a:pt x="1928" y="871"/>
                  </a:lnTo>
                  <a:lnTo>
                    <a:pt x="1989" y="823"/>
                  </a:lnTo>
                  <a:lnTo>
                    <a:pt x="1989" y="823"/>
                  </a:lnTo>
                  <a:lnTo>
                    <a:pt x="2037" y="764"/>
                  </a:lnTo>
                  <a:lnTo>
                    <a:pt x="2085" y="693"/>
                  </a:lnTo>
                  <a:lnTo>
                    <a:pt x="2145" y="620"/>
                  </a:lnTo>
                  <a:lnTo>
                    <a:pt x="2193" y="549"/>
                  </a:lnTo>
                  <a:lnTo>
                    <a:pt x="2195" y="547"/>
                  </a:lnTo>
                  <a:lnTo>
                    <a:pt x="2243" y="462"/>
                  </a:lnTo>
                  <a:lnTo>
                    <a:pt x="2233" y="455"/>
                  </a:lnTo>
                  <a:lnTo>
                    <a:pt x="2241" y="464"/>
                  </a:lnTo>
                  <a:lnTo>
                    <a:pt x="2300" y="380"/>
                  </a:lnTo>
                  <a:lnTo>
                    <a:pt x="2302" y="376"/>
                  </a:lnTo>
                  <a:lnTo>
                    <a:pt x="2350" y="280"/>
                  </a:lnTo>
                  <a:lnTo>
                    <a:pt x="2340" y="274"/>
                  </a:lnTo>
                  <a:lnTo>
                    <a:pt x="2350" y="282"/>
                  </a:lnTo>
                  <a:lnTo>
                    <a:pt x="2398" y="199"/>
                  </a:lnTo>
                  <a:lnTo>
                    <a:pt x="2388" y="192"/>
                  </a:lnTo>
                  <a:lnTo>
                    <a:pt x="2396" y="201"/>
                  </a:lnTo>
                  <a:lnTo>
                    <a:pt x="2458" y="128"/>
                  </a:lnTo>
                  <a:lnTo>
                    <a:pt x="2506" y="69"/>
                  </a:lnTo>
                  <a:lnTo>
                    <a:pt x="2498" y="59"/>
                  </a:lnTo>
                  <a:lnTo>
                    <a:pt x="2506" y="69"/>
                  </a:lnTo>
                  <a:lnTo>
                    <a:pt x="2554" y="32"/>
                  </a:lnTo>
                  <a:lnTo>
                    <a:pt x="2546" y="23"/>
                  </a:lnTo>
                  <a:lnTo>
                    <a:pt x="2550" y="32"/>
                  </a:lnTo>
                  <a:lnTo>
                    <a:pt x="2548" y="34"/>
                  </a:lnTo>
                  <a:lnTo>
                    <a:pt x="2607" y="23"/>
                  </a:lnTo>
                  <a:lnTo>
                    <a:pt x="2605" y="11"/>
                  </a:lnTo>
                  <a:lnTo>
                    <a:pt x="2603" y="23"/>
                  </a:lnTo>
                  <a:lnTo>
                    <a:pt x="2651" y="34"/>
                  </a:lnTo>
                  <a:lnTo>
                    <a:pt x="2653" y="23"/>
                  </a:lnTo>
                  <a:lnTo>
                    <a:pt x="2648" y="32"/>
                  </a:lnTo>
                  <a:lnTo>
                    <a:pt x="2696" y="69"/>
                  </a:lnTo>
                  <a:lnTo>
                    <a:pt x="2701" y="59"/>
                  </a:lnTo>
                  <a:lnTo>
                    <a:pt x="2694" y="69"/>
                  </a:lnTo>
                  <a:lnTo>
                    <a:pt x="2742" y="128"/>
                  </a:lnTo>
                  <a:lnTo>
                    <a:pt x="2801" y="201"/>
                  </a:lnTo>
                  <a:lnTo>
                    <a:pt x="2809" y="192"/>
                  </a:lnTo>
                  <a:lnTo>
                    <a:pt x="2801" y="199"/>
                  </a:lnTo>
                  <a:lnTo>
                    <a:pt x="2849" y="282"/>
                  </a:lnTo>
                  <a:lnTo>
                    <a:pt x="2857" y="274"/>
                  </a:lnTo>
                  <a:lnTo>
                    <a:pt x="2849" y="280"/>
                  </a:lnTo>
                  <a:lnTo>
                    <a:pt x="2897" y="376"/>
                  </a:lnTo>
                  <a:lnTo>
                    <a:pt x="2897" y="380"/>
                  </a:lnTo>
                  <a:lnTo>
                    <a:pt x="2959" y="464"/>
                  </a:lnTo>
                  <a:lnTo>
                    <a:pt x="2966" y="455"/>
                  </a:lnTo>
                  <a:lnTo>
                    <a:pt x="2959" y="462"/>
                  </a:lnTo>
                  <a:lnTo>
                    <a:pt x="3007" y="547"/>
                  </a:lnTo>
                  <a:lnTo>
                    <a:pt x="3007" y="549"/>
                  </a:lnTo>
                  <a:lnTo>
                    <a:pt x="3055" y="620"/>
                  </a:lnTo>
                  <a:lnTo>
                    <a:pt x="3114" y="693"/>
                  </a:lnTo>
                  <a:lnTo>
                    <a:pt x="3162" y="764"/>
                  </a:lnTo>
                  <a:lnTo>
                    <a:pt x="3210" y="823"/>
                  </a:lnTo>
                  <a:lnTo>
                    <a:pt x="3212" y="823"/>
                  </a:lnTo>
                  <a:lnTo>
                    <a:pt x="3272" y="871"/>
                  </a:lnTo>
                  <a:lnTo>
                    <a:pt x="3277" y="862"/>
                  </a:lnTo>
                  <a:lnTo>
                    <a:pt x="3272" y="871"/>
                  </a:lnTo>
                  <a:lnTo>
                    <a:pt x="3320" y="919"/>
                  </a:lnTo>
                  <a:lnTo>
                    <a:pt x="3320" y="919"/>
                  </a:lnTo>
                  <a:lnTo>
                    <a:pt x="3368" y="956"/>
                  </a:lnTo>
                  <a:lnTo>
                    <a:pt x="3368" y="956"/>
                  </a:lnTo>
                  <a:lnTo>
                    <a:pt x="3427" y="992"/>
                  </a:lnTo>
                  <a:lnTo>
                    <a:pt x="3433" y="983"/>
                  </a:lnTo>
                  <a:lnTo>
                    <a:pt x="3427" y="992"/>
                  </a:lnTo>
                  <a:lnTo>
                    <a:pt x="3475" y="1027"/>
                  </a:lnTo>
                  <a:lnTo>
                    <a:pt x="3475" y="1027"/>
                  </a:lnTo>
                  <a:lnTo>
                    <a:pt x="3523" y="1052"/>
                  </a:lnTo>
                  <a:lnTo>
                    <a:pt x="3585" y="1088"/>
                  </a:lnTo>
                  <a:lnTo>
                    <a:pt x="3588" y="1090"/>
                  </a:lnTo>
                  <a:lnTo>
                    <a:pt x="3636" y="1102"/>
                  </a:lnTo>
                  <a:lnTo>
                    <a:pt x="3638" y="1090"/>
                  </a:lnTo>
                  <a:lnTo>
                    <a:pt x="3634" y="1102"/>
                  </a:lnTo>
                  <a:lnTo>
                    <a:pt x="3682" y="1125"/>
                  </a:lnTo>
                  <a:lnTo>
                    <a:pt x="3742" y="1150"/>
                  </a:lnTo>
                  <a:lnTo>
                    <a:pt x="3744" y="1150"/>
                  </a:lnTo>
                  <a:lnTo>
                    <a:pt x="3792" y="1161"/>
                  </a:lnTo>
                  <a:lnTo>
                    <a:pt x="3840" y="1173"/>
                  </a:lnTo>
                  <a:lnTo>
                    <a:pt x="3840" y="1173"/>
                  </a:lnTo>
                  <a:lnTo>
                    <a:pt x="3899" y="1186"/>
                  </a:lnTo>
                  <a:lnTo>
                    <a:pt x="3901" y="1175"/>
                  </a:lnTo>
                  <a:lnTo>
                    <a:pt x="3898" y="1186"/>
                  </a:lnTo>
                  <a:lnTo>
                    <a:pt x="3946" y="1209"/>
                  </a:lnTo>
                  <a:lnTo>
                    <a:pt x="3946" y="1207"/>
                  </a:lnTo>
                  <a:lnTo>
                    <a:pt x="3949" y="1209"/>
                  </a:lnTo>
                  <a:lnTo>
                    <a:pt x="3997" y="1209"/>
                  </a:lnTo>
                  <a:lnTo>
                    <a:pt x="3997" y="1198"/>
                  </a:lnTo>
                  <a:lnTo>
                    <a:pt x="3995" y="1209"/>
                  </a:lnTo>
                  <a:lnTo>
                    <a:pt x="4055" y="1221"/>
                  </a:lnTo>
                  <a:lnTo>
                    <a:pt x="4057" y="1209"/>
                  </a:lnTo>
                  <a:lnTo>
                    <a:pt x="4055" y="1221"/>
                  </a:lnTo>
                  <a:lnTo>
                    <a:pt x="4103" y="1234"/>
                  </a:lnTo>
                  <a:lnTo>
                    <a:pt x="4151" y="1246"/>
                  </a:lnTo>
                  <a:lnTo>
                    <a:pt x="4153" y="1246"/>
                  </a:lnTo>
                  <a:lnTo>
                    <a:pt x="4214" y="1246"/>
                  </a:lnTo>
                  <a:lnTo>
                    <a:pt x="4214" y="1234"/>
                  </a:lnTo>
                  <a:lnTo>
                    <a:pt x="4212" y="1246"/>
                  </a:lnTo>
                  <a:lnTo>
                    <a:pt x="4260" y="1257"/>
                  </a:lnTo>
                  <a:lnTo>
                    <a:pt x="4308" y="1269"/>
                  </a:lnTo>
                  <a:lnTo>
                    <a:pt x="4310" y="1269"/>
                  </a:lnTo>
                  <a:lnTo>
                    <a:pt x="4370" y="1269"/>
                  </a:lnTo>
                  <a:lnTo>
                    <a:pt x="4370" y="1257"/>
                  </a:lnTo>
                  <a:lnTo>
                    <a:pt x="4368" y="1269"/>
                  </a:lnTo>
                  <a:lnTo>
                    <a:pt x="4416" y="1282"/>
                  </a:lnTo>
                  <a:lnTo>
                    <a:pt x="4418" y="1282"/>
                  </a:lnTo>
                  <a:lnTo>
                    <a:pt x="4466" y="1282"/>
                  </a:lnTo>
                  <a:lnTo>
                    <a:pt x="4525" y="1282"/>
                  </a:lnTo>
                  <a:lnTo>
                    <a:pt x="4525" y="1271"/>
                  </a:lnTo>
                  <a:lnTo>
                    <a:pt x="4523" y="1282"/>
                  </a:lnTo>
                  <a:lnTo>
                    <a:pt x="4571" y="1294"/>
                  </a:lnTo>
                  <a:lnTo>
                    <a:pt x="4573" y="1294"/>
                  </a:lnTo>
                  <a:lnTo>
                    <a:pt x="4621" y="1294"/>
                  </a:lnTo>
                  <a:lnTo>
                    <a:pt x="4681" y="1294"/>
                  </a:lnTo>
                  <a:lnTo>
                    <a:pt x="4681" y="1282"/>
                  </a:lnTo>
                  <a:lnTo>
                    <a:pt x="4679" y="1294"/>
                  </a:lnTo>
                  <a:lnTo>
                    <a:pt x="4727" y="1305"/>
                  </a:lnTo>
                  <a:lnTo>
                    <a:pt x="4729" y="1305"/>
                  </a:lnTo>
                  <a:lnTo>
                    <a:pt x="4777" y="1305"/>
                  </a:lnTo>
                  <a:lnTo>
                    <a:pt x="4838" y="1305"/>
                  </a:lnTo>
                  <a:lnTo>
                    <a:pt x="4838" y="1294"/>
                  </a:lnTo>
                  <a:lnTo>
                    <a:pt x="4836" y="1305"/>
                  </a:lnTo>
                  <a:lnTo>
                    <a:pt x="4884" y="1317"/>
                  </a:lnTo>
                  <a:lnTo>
                    <a:pt x="4886" y="1317"/>
                  </a:lnTo>
                  <a:lnTo>
                    <a:pt x="4934" y="1317"/>
                  </a:lnTo>
                  <a:lnTo>
                    <a:pt x="4994" y="1317"/>
                  </a:lnTo>
                  <a:lnTo>
                    <a:pt x="5042" y="1317"/>
                  </a:lnTo>
                  <a:lnTo>
                    <a:pt x="5090" y="1317"/>
                  </a:lnTo>
                  <a:lnTo>
                    <a:pt x="5090" y="1305"/>
                  </a:lnTo>
                  <a:lnTo>
                    <a:pt x="5088" y="1317"/>
                  </a:lnTo>
                  <a:lnTo>
                    <a:pt x="5147" y="1330"/>
                  </a:lnTo>
                  <a:lnTo>
                    <a:pt x="5149" y="1330"/>
                  </a:lnTo>
                  <a:lnTo>
                    <a:pt x="5197" y="1330"/>
                  </a:lnTo>
                  <a:lnTo>
                    <a:pt x="5197" y="1307"/>
                  </a:lnTo>
                  <a:lnTo>
                    <a:pt x="5149" y="1307"/>
                  </a:lnTo>
                  <a:lnTo>
                    <a:pt x="5149" y="1319"/>
                  </a:lnTo>
                  <a:lnTo>
                    <a:pt x="5153" y="1307"/>
                  </a:lnTo>
                  <a:lnTo>
                    <a:pt x="5094" y="1294"/>
                  </a:lnTo>
                  <a:lnTo>
                    <a:pt x="5090" y="1294"/>
                  </a:lnTo>
                  <a:lnTo>
                    <a:pt x="5042" y="1294"/>
                  </a:lnTo>
                  <a:lnTo>
                    <a:pt x="4994" y="1294"/>
                  </a:lnTo>
                  <a:lnTo>
                    <a:pt x="4934" y="1294"/>
                  </a:lnTo>
                  <a:lnTo>
                    <a:pt x="4886" y="1294"/>
                  </a:lnTo>
                  <a:lnTo>
                    <a:pt x="4886" y="1305"/>
                  </a:lnTo>
                  <a:lnTo>
                    <a:pt x="4890" y="1296"/>
                  </a:lnTo>
                  <a:lnTo>
                    <a:pt x="4842" y="1284"/>
                  </a:lnTo>
                  <a:lnTo>
                    <a:pt x="4838" y="1282"/>
                  </a:lnTo>
                  <a:lnTo>
                    <a:pt x="4777" y="1282"/>
                  </a:lnTo>
                  <a:lnTo>
                    <a:pt x="4729" y="1282"/>
                  </a:lnTo>
                  <a:lnTo>
                    <a:pt x="4729" y="1294"/>
                  </a:lnTo>
                  <a:lnTo>
                    <a:pt x="4733" y="1284"/>
                  </a:lnTo>
                  <a:lnTo>
                    <a:pt x="4685" y="1273"/>
                  </a:lnTo>
                  <a:lnTo>
                    <a:pt x="4681" y="1271"/>
                  </a:lnTo>
                  <a:lnTo>
                    <a:pt x="4621" y="1271"/>
                  </a:lnTo>
                  <a:lnTo>
                    <a:pt x="4573" y="1271"/>
                  </a:lnTo>
                  <a:lnTo>
                    <a:pt x="4573" y="1282"/>
                  </a:lnTo>
                  <a:lnTo>
                    <a:pt x="4577" y="1273"/>
                  </a:lnTo>
                  <a:lnTo>
                    <a:pt x="4529" y="1261"/>
                  </a:lnTo>
                  <a:lnTo>
                    <a:pt x="4525" y="1259"/>
                  </a:lnTo>
                  <a:lnTo>
                    <a:pt x="4466" y="1259"/>
                  </a:lnTo>
                  <a:lnTo>
                    <a:pt x="4418" y="1259"/>
                  </a:lnTo>
                  <a:lnTo>
                    <a:pt x="4418" y="1271"/>
                  </a:lnTo>
                  <a:lnTo>
                    <a:pt x="4422" y="1261"/>
                  </a:lnTo>
                  <a:lnTo>
                    <a:pt x="4374" y="1248"/>
                  </a:lnTo>
                  <a:lnTo>
                    <a:pt x="4370" y="1246"/>
                  </a:lnTo>
                  <a:lnTo>
                    <a:pt x="4310" y="1246"/>
                  </a:lnTo>
                  <a:lnTo>
                    <a:pt x="4310" y="1257"/>
                  </a:lnTo>
                  <a:lnTo>
                    <a:pt x="4314" y="1248"/>
                  </a:lnTo>
                  <a:lnTo>
                    <a:pt x="4266" y="1236"/>
                  </a:lnTo>
                  <a:lnTo>
                    <a:pt x="4218" y="1225"/>
                  </a:lnTo>
                  <a:lnTo>
                    <a:pt x="4214" y="1223"/>
                  </a:lnTo>
                  <a:lnTo>
                    <a:pt x="4153" y="1223"/>
                  </a:lnTo>
                  <a:lnTo>
                    <a:pt x="4153" y="1234"/>
                  </a:lnTo>
                  <a:lnTo>
                    <a:pt x="4157" y="1225"/>
                  </a:lnTo>
                  <a:lnTo>
                    <a:pt x="4109" y="1213"/>
                  </a:lnTo>
                  <a:lnTo>
                    <a:pt x="4061" y="1200"/>
                  </a:lnTo>
                  <a:lnTo>
                    <a:pt x="4059" y="1198"/>
                  </a:lnTo>
                  <a:lnTo>
                    <a:pt x="3999" y="1186"/>
                  </a:lnTo>
                  <a:lnTo>
                    <a:pt x="3997" y="1186"/>
                  </a:lnTo>
                  <a:lnTo>
                    <a:pt x="3949" y="1186"/>
                  </a:lnTo>
                  <a:lnTo>
                    <a:pt x="3949" y="1198"/>
                  </a:lnTo>
                  <a:lnTo>
                    <a:pt x="3955" y="1188"/>
                  </a:lnTo>
                  <a:lnTo>
                    <a:pt x="3907" y="1165"/>
                  </a:lnTo>
                  <a:lnTo>
                    <a:pt x="3905" y="1163"/>
                  </a:lnTo>
                  <a:lnTo>
                    <a:pt x="3846" y="1150"/>
                  </a:lnTo>
                  <a:lnTo>
                    <a:pt x="3842" y="1161"/>
                  </a:lnTo>
                  <a:lnTo>
                    <a:pt x="3846" y="1152"/>
                  </a:lnTo>
                  <a:lnTo>
                    <a:pt x="3798" y="1140"/>
                  </a:lnTo>
                  <a:lnTo>
                    <a:pt x="3750" y="1129"/>
                  </a:lnTo>
                  <a:lnTo>
                    <a:pt x="3746" y="1138"/>
                  </a:lnTo>
                  <a:lnTo>
                    <a:pt x="3752" y="1129"/>
                  </a:lnTo>
                  <a:lnTo>
                    <a:pt x="3692" y="1104"/>
                  </a:lnTo>
                  <a:lnTo>
                    <a:pt x="3644" y="1081"/>
                  </a:lnTo>
                  <a:lnTo>
                    <a:pt x="3642" y="1081"/>
                  </a:lnTo>
                  <a:lnTo>
                    <a:pt x="3594" y="1069"/>
                  </a:lnTo>
                  <a:lnTo>
                    <a:pt x="3590" y="1079"/>
                  </a:lnTo>
                  <a:lnTo>
                    <a:pt x="3596" y="1069"/>
                  </a:lnTo>
                  <a:lnTo>
                    <a:pt x="3535" y="1033"/>
                  </a:lnTo>
                  <a:lnTo>
                    <a:pt x="3487" y="1008"/>
                  </a:lnTo>
                  <a:lnTo>
                    <a:pt x="3481" y="1017"/>
                  </a:lnTo>
                  <a:lnTo>
                    <a:pt x="3489" y="1008"/>
                  </a:lnTo>
                  <a:lnTo>
                    <a:pt x="3441" y="973"/>
                  </a:lnTo>
                  <a:lnTo>
                    <a:pt x="3439" y="973"/>
                  </a:lnTo>
                  <a:lnTo>
                    <a:pt x="3379" y="937"/>
                  </a:lnTo>
                  <a:lnTo>
                    <a:pt x="3373" y="946"/>
                  </a:lnTo>
                  <a:lnTo>
                    <a:pt x="3381" y="937"/>
                  </a:lnTo>
                  <a:lnTo>
                    <a:pt x="3333" y="900"/>
                  </a:lnTo>
                  <a:lnTo>
                    <a:pt x="3325" y="910"/>
                  </a:lnTo>
                  <a:lnTo>
                    <a:pt x="3333" y="902"/>
                  </a:lnTo>
                  <a:lnTo>
                    <a:pt x="3285" y="854"/>
                  </a:lnTo>
                  <a:lnTo>
                    <a:pt x="3285" y="852"/>
                  </a:lnTo>
                  <a:lnTo>
                    <a:pt x="3226" y="804"/>
                  </a:lnTo>
                  <a:lnTo>
                    <a:pt x="3218" y="814"/>
                  </a:lnTo>
                  <a:lnTo>
                    <a:pt x="3226" y="806"/>
                  </a:lnTo>
                  <a:lnTo>
                    <a:pt x="3178" y="747"/>
                  </a:lnTo>
                  <a:lnTo>
                    <a:pt x="3130" y="675"/>
                  </a:lnTo>
                  <a:lnTo>
                    <a:pt x="3070" y="603"/>
                  </a:lnTo>
                  <a:lnTo>
                    <a:pt x="3022" y="531"/>
                  </a:lnTo>
                  <a:lnTo>
                    <a:pt x="3014" y="539"/>
                  </a:lnTo>
                  <a:lnTo>
                    <a:pt x="3024" y="533"/>
                  </a:lnTo>
                  <a:lnTo>
                    <a:pt x="2976" y="449"/>
                  </a:lnTo>
                  <a:lnTo>
                    <a:pt x="2974" y="447"/>
                  </a:lnTo>
                  <a:lnTo>
                    <a:pt x="2913" y="363"/>
                  </a:lnTo>
                  <a:lnTo>
                    <a:pt x="2905" y="370"/>
                  </a:lnTo>
                  <a:lnTo>
                    <a:pt x="2915" y="364"/>
                  </a:lnTo>
                  <a:lnTo>
                    <a:pt x="2867" y="268"/>
                  </a:lnTo>
                  <a:lnTo>
                    <a:pt x="2867" y="267"/>
                  </a:lnTo>
                  <a:lnTo>
                    <a:pt x="2819" y="184"/>
                  </a:lnTo>
                  <a:lnTo>
                    <a:pt x="2817" y="184"/>
                  </a:lnTo>
                  <a:lnTo>
                    <a:pt x="2757" y="111"/>
                  </a:lnTo>
                  <a:lnTo>
                    <a:pt x="2709" y="52"/>
                  </a:lnTo>
                  <a:lnTo>
                    <a:pt x="2709" y="50"/>
                  </a:lnTo>
                  <a:lnTo>
                    <a:pt x="2661" y="13"/>
                  </a:lnTo>
                  <a:lnTo>
                    <a:pt x="2657" y="13"/>
                  </a:lnTo>
                  <a:lnTo>
                    <a:pt x="2657" y="13"/>
                  </a:lnTo>
                  <a:lnTo>
                    <a:pt x="2609" y="2"/>
                  </a:lnTo>
                  <a:lnTo>
                    <a:pt x="2605" y="0"/>
                  </a:lnTo>
                  <a:lnTo>
                    <a:pt x="2603" y="0"/>
                  </a:lnTo>
                  <a:lnTo>
                    <a:pt x="2544" y="11"/>
                  </a:lnTo>
                  <a:lnTo>
                    <a:pt x="2542" y="13"/>
                  </a:lnTo>
                  <a:lnTo>
                    <a:pt x="2540" y="13"/>
                  </a:lnTo>
                  <a:lnTo>
                    <a:pt x="2492" y="50"/>
                  </a:lnTo>
                  <a:lnTo>
                    <a:pt x="2490" y="52"/>
                  </a:lnTo>
                  <a:lnTo>
                    <a:pt x="2442" y="111"/>
                  </a:lnTo>
                  <a:lnTo>
                    <a:pt x="2381" y="184"/>
                  </a:lnTo>
                  <a:lnTo>
                    <a:pt x="2381" y="184"/>
                  </a:lnTo>
                  <a:lnTo>
                    <a:pt x="2333" y="267"/>
                  </a:lnTo>
                  <a:lnTo>
                    <a:pt x="2333" y="268"/>
                  </a:lnTo>
                  <a:lnTo>
                    <a:pt x="2285" y="364"/>
                  </a:lnTo>
                  <a:lnTo>
                    <a:pt x="2292" y="370"/>
                  </a:lnTo>
                  <a:lnTo>
                    <a:pt x="2285" y="363"/>
                  </a:lnTo>
                  <a:lnTo>
                    <a:pt x="2225" y="447"/>
                  </a:lnTo>
                  <a:lnTo>
                    <a:pt x="2225" y="449"/>
                  </a:lnTo>
                  <a:lnTo>
                    <a:pt x="2177" y="533"/>
                  </a:lnTo>
                  <a:lnTo>
                    <a:pt x="2185" y="539"/>
                  </a:lnTo>
                  <a:lnTo>
                    <a:pt x="2177" y="531"/>
                  </a:lnTo>
                  <a:lnTo>
                    <a:pt x="2129" y="603"/>
                  </a:lnTo>
                  <a:lnTo>
                    <a:pt x="2070" y="675"/>
                  </a:lnTo>
                  <a:lnTo>
                    <a:pt x="2022" y="747"/>
                  </a:lnTo>
                  <a:lnTo>
                    <a:pt x="1974" y="806"/>
                  </a:lnTo>
                  <a:lnTo>
                    <a:pt x="1981" y="814"/>
                  </a:lnTo>
                  <a:lnTo>
                    <a:pt x="1976" y="804"/>
                  </a:lnTo>
                  <a:lnTo>
                    <a:pt x="1914" y="852"/>
                  </a:lnTo>
                  <a:lnTo>
                    <a:pt x="1914" y="854"/>
                  </a:lnTo>
                  <a:lnTo>
                    <a:pt x="1866" y="902"/>
                  </a:lnTo>
                  <a:lnTo>
                    <a:pt x="1872" y="910"/>
                  </a:lnTo>
                  <a:lnTo>
                    <a:pt x="1866" y="900"/>
                  </a:lnTo>
                  <a:lnTo>
                    <a:pt x="1818" y="937"/>
                  </a:lnTo>
                  <a:lnTo>
                    <a:pt x="1824" y="946"/>
                  </a:lnTo>
                  <a:lnTo>
                    <a:pt x="1818" y="937"/>
                  </a:lnTo>
                  <a:lnTo>
                    <a:pt x="1759" y="973"/>
                  </a:lnTo>
                  <a:lnTo>
                    <a:pt x="1759" y="973"/>
                  </a:lnTo>
                  <a:lnTo>
                    <a:pt x="1711" y="1008"/>
                  </a:lnTo>
                  <a:lnTo>
                    <a:pt x="1716" y="1017"/>
                  </a:lnTo>
                  <a:lnTo>
                    <a:pt x="1711" y="1008"/>
                  </a:lnTo>
                  <a:lnTo>
                    <a:pt x="1663" y="1033"/>
                  </a:lnTo>
                  <a:lnTo>
                    <a:pt x="1603" y="1069"/>
                  </a:lnTo>
                  <a:lnTo>
                    <a:pt x="1609" y="1079"/>
                  </a:lnTo>
                  <a:lnTo>
                    <a:pt x="1607" y="1069"/>
                  </a:lnTo>
                  <a:lnTo>
                    <a:pt x="1559" y="1081"/>
                  </a:lnTo>
                  <a:lnTo>
                    <a:pt x="1557" y="1081"/>
                  </a:lnTo>
                  <a:lnTo>
                    <a:pt x="1509" y="1104"/>
                  </a:lnTo>
                  <a:lnTo>
                    <a:pt x="1450" y="1129"/>
                  </a:lnTo>
                  <a:lnTo>
                    <a:pt x="1453" y="1138"/>
                  </a:lnTo>
                  <a:lnTo>
                    <a:pt x="1452" y="1129"/>
                  </a:lnTo>
                  <a:lnTo>
                    <a:pt x="1404" y="1140"/>
                  </a:lnTo>
                  <a:lnTo>
                    <a:pt x="1356" y="1152"/>
                  </a:lnTo>
                  <a:lnTo>
                    <a:pt x="1357" y="1161"/>
                  </a:lnTo>
                  <a:lnTo>
                    <a:pt x="1356" y="1150"/>
                  </a:lnTo>
                  <a:lnTo>
                    <a:pt x="1294" y="1163"/>
                  </a:lnTo>
                  <a:lnTo>
                    <a:pt x="1292" y="1165"/>
                  </a:lnTo>
                  <a:lnTo>
                    <a:pt x="1244" y="1188"/>
                  </a:lnTo>
                  <a:lnTo>
                    <a:pt x="1248" y="1198"/>
                  </a:lnTo>
                  <a:lnTo>
                    <a:pt x="1248" y="1186"/>
                  </a:lnTo>
                  <a:lnTo>
                    <a:pt x="1200" y="1186"/>
                  </a:lnTo>
                  <a:lnTo>
                    <a:pt x="1198" y="1186"/>
                  </a:lnTo>
                  <a:lnTo>
                    <a:pt x="1139" y="1198"/>
                  </a:lnTo>
                  <a:lnTo>
                    <a:pt x="1139" y="1200"/>
                  </a:lnTo>
                  <a:lnTo>
                    <a:pt x="1091" y="1213"/>
                  </a:lnTo>
                  <a:lnTo>
                    <a:pt x="1043" y="1225"/>
                  </a:lnTo>
                  <a:lnTo>
                    <a:pt x="1044" y="1234"/>
                  </a:lnTo>
                  <a:lnTo>
                    <a:pt x="1044" y="1223"/>
                  </a:lnTo>
                  <a:lnTo>
                    <a:pt x="985" y="1223"/>
                  </a:lnTo>
                  <a:lnTo>
                    <a:pt x="985" y="1223"/>
                  </a:lnTo>
                  <a:lnTo>
                    <a:pt x="983" y="1225"/>
                  </a:lnTo>
                  <a:lnTo>
                    <a:pt x="935" y="1236"/>
                  </a:lnTo>
                  <a:lnTo>
                    <a:pt x="887" y="1248"/>
                  </a:lnTo>
                  <a:lnTo>
                    <a:pt x="889" y="1257"/>
                  </a:lnTo>
                  <a:lnTo>
                    <a:pt x="889" y="1246"/>
                  </a:lnTo>
                  <a:lnTo>
                    <a:pt x="829" y="1246"/>
                  </a:lnTo>
                  <a:lnTo>
                    <a:pt x="829" y="1246"/>
                  </a:lnTo>
                  <a:lnTo>
                    <a:pt x="828" y="1248"/>
                  </a:lnTo>
                  <a:lnTo>
                    <a:pt x="780" y="1261"/>
                  </a:lnTo>
                  <a:lnTo>
                    <a:pt x="781" y="1271"/>
                  </a:lnTo>
                  <a:lnTo>
                    <a:pt x="781" y="1259"/>
                  </a:lnTo>
                  <a:lnTo>
                    <a:pt x="733" y="1259"/>
                  </a:lnTo>
                  <a:lnTo>
                    <a:pt x="672" y="1259"/>
                  </a:lnTo>
                  <a:lnTo>
                    <a:pt x="672" y="1259"/>
                  </a:lnTo>
                  <a:lnTo>
                    <a:pt x="670" y="1261"/>
                  </a:lnTo>
                  <a:lnTo>
                    <a:pt x="622" y="1273"/>
                  </a:lnTo>
                  <a:lnTo>
                    <a:pt x="624" y="1282"/>
                  </a:lnTo>
                  <a:lnTo>
                    <a:pt x="624" y="1271"/>
                  </a:lnTo>
                  <a:lnTo>
                    <a:pt x="576" y="1271"/>
                  </a:lnTo>
                  <a:lnTo>
                    <a:pt x="516" y="1271"/>
                  </a:lnTo>
                  <a:lnTo>
                    <a:pt x="516" y="1271"/>
                  </a:lnTo>
                  <a:lnTo>
                    <a:pt x="515" y="1273"/>
                  </a:lnTo>
                  <a:lnTo>
                    <a:pt x="467" y="1284"/>
                  </a:lnTo>
                  <a:lnTo>
                    <a:pt x="468" y="1294"/>
                  </a:lnTo>
                  <a:lnTo>
                    <a:pt x="468" y="1282"/>
                  </a:lnTo>
                  <a:lnTo>
                    <a:pt x="420" y="1282"/>
                  </a:lnTo>
                  <a:lnTo>
                    <a:pt x="361" y="1282"/>
                  </a:lnTo>
                  <a:lnTo>
                    <a:pt x="361" y="1282"/>
                  </a:lnTo>
                  <a:lnTo>
                    <a:pt x="359" y="1284"/>
                  </a:lnTo>
                  <a:lnTo>
                    <a:pt x="311" y="1296"/>
                  </a:lnTo>
                  <a:lnTo>
                    <a:pt x="313" y="1305"/>
                  </a:lnTo>
                  <a:lnTo>
                    <a:pt x="313" y="1294"/>
                  </a:lnTo>
                  <a:lnTo>
                    <a:pt x="265" y="1294"/>
                  </a:lnTo>
                  <a:lnTo>
                    <a:pt x="205" y="1294"/>
                  </a:lnTo>
                  <a:lnTo>
                    <a:pt x="157" y="1294"/>
                  </a:lnTo>
                  <a:lnTo>
                    <a:pt x="109" y="1294"/>
                  </a:lnTo>
                  <a:lnTo>
                    <a:pt x="109" y="1294"/>
                  </a:lnTo>
                  <a:lnTo>
                    <a:pt x="108" y="1294"/>
                  </a:lnTo>
                  <a:lnTo>
                    <a:pt x="46" y="1307"/>
                  </a:lnTo>
                  <a:lnTo>
                    <a:pt x="48" y="1319"/>
                  </a:lnTo>
                  <a:lnTo>
                    <a:pt x="48" y="1307"/>
                  </a:lnTo>
                  <a:lnTo>
                    <a:pt x="0" y="130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8091" name="Group 747"/>
            <p:cNvGrpSpPr>
              <a:grpSpLocks/>
            </p:cNvGrpSpPr>
            <p:nvPr/>
          </p:nvGrpSpPr>
          <p:grpSpPr bwMode="auto">
            <a:xfrm>
              <a:off x="1452" y="2991"/>
              <a:ext cx="2599" cy="43"/>
              <a:chOff x="1452" y="2991"/>
              <a:chExt cx="2599" cy="43"/>
            </a:xfrm>
          </p:grpSpPr>
          <p:sp>
            <p:nvSpPr>
              <p:cNvPr id="58092" name="Line 748"/>
              <p:cNvSpPr>
                <a:spLocks noChangeShapeType="1"/>
              </p:cNvSpPr>
              <p:nvPr/>
            </p:nvSpPr>
            <p:spPr bwMode="auto">
              <a:xfrm>
                <a:off x="1452" y="3011"/>
                <a:ext cx="2598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93" name="Freeform 749"/>
              <p:cNvSpPr>
                <a:spLocks/>
              </p:cNvSpPr>
              <p:nvPr/>
            </p:nvSpPr>
            <p:spPr bwMode="auto">
              <a:xfrm>
                <a:off x="3983" y="2991"/>
                <a:ext cx="68" cy="43"/>
              </a:xfrm>
              <a:custGeom>
                <a:avLst/>
                <a:gdLst>
                  <a:gd name="T0" fmla="*/ 0 w 136"/>
                  <a:gd name="T1" fmla="*/ 87 h 87"/>
                  <a:gd name="T2" fmla="*/ 136 w 136"/>
                  <a:gd name="T3" fmla="*/ 43 h 87"/>
                  <a:gd name="T4" fmla="*/ 0 w 136"/>
                  <a:gd name="T5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6" h="87">
                    <a:moveTo>
                      <a:pt x="0" y="87"/>
                    </a:moveTo>
                    <a:lnTo>
                      <a:pt x="136" y="43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094" name="Group 750"/>
            <p:cNvGrpSpPr>
              <a:grpSpLocks/>
            </p:cNvGrpSpPr>
            <p:nvPr/>
          </p:nvGrpSpPr>
          <p:grpSpPr bwMode="auto">
            <a:xfrm>
              <a:off x="2734" y="1310"/>
              <a:ext cx="43" cy="2045"/>
              <a:chOff x="2734" y="1310"/>
              <a:chExt cx="43" cy="2045"/>
            </a:xfrm>
          </p:grpSpPr>
          <p:sp>
            <p:nvSpPr>
              <p:cNvPr id="58095" name="Line 751"/>
              <p:cNvSpPr>
                <a:spLocks noChangeShapeType="1"/>
              </p:cNvSpPr>
              <p:nvPr/>
            </p:nvSpPr>
            <p:spPr bwMode="auto">
              <a:xfrm flipV="1">
                <a:off x="2754" y="1310"/>
                <a:ext cx="1" cy="204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96" name="Freeform 752"/>
              <p:cNvSpPr>
                <a:spLocks/>
              </p:cNvSpPr>
              <p:nvPr/>
            </p:nvSpPr>
            <p:spPr bwMode="auto">
              <a:xfrm>
                <a:off x="2734" y="1311"/>
                <a:ext cx="43" cy="68"/>
              </a:xfrm>
              <a:custGeom>
                <a:avLst/>
                <a:gdLst>
                  <a:gd name="T0" fmla="*/ 86 w 86"/>
                  <a:gd name="T1" fmla="*/ 134 h 134"/>
                  <a:gd name="T2" fmla="*/ 42 w 86"/>
                  <a:gd name="T3" fmla="*/ 0 h 134"/>
                  <a:gd name="T4" fmla="*/ 0 w 86"/>
                  <a:gd name="T5" fmla="*/ 134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86" h="134">
                    <a:moveTo>
                      <a:pt x="86" y="134"/>
                    </a:moveTo>
                    <a:lnTo>
                      <a:pt x="42" y="0"/>
                    </a:lnTo>
                    <a:lnTo>
                      <a:pt x="0" y="134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097" name="Freeform 753"/>
            <p:cNvSpPr>
              <a:spLocks/>
            </p:cNvSpPr>
            <p:nvPr/>
          </p:nvSpPr>
          <p:spPr bwMode="auto">
            <a:xfrm>
              <a:off x="1452" y="1310"/>
              <a:ext cx="2598" cy="2045"/>
            </a:xfrm>
            <a:custGeom>
              <a:avLst/>
              <a:gdLst>
                <a:gd name="T0" fmla="*/ 0 w 5197"/>
                <a:gd name="T1" fmla="*/ 4089 h 4089"/>
                <a:gd name="T2" fmla="*/ 5197 w 5197"/>
                <a:gd name="T3" fmla="*/ 4089 h 4089"/>
                <a:gd name="T4" fmla="*/ 5197 w 5197"/>
                <a:gd name="T5" fmla="*/ 0 h 40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197" h="4089">
                  <a:moveTo>
                    <a:pt x="0" y="4089"/>
                  </a:moveTo>
                  <a:lnTo>
                    <a:pt x="5197" y="4089"/>
                  </a:lnTo>
                  <a:lnTo>
                    <a:pt x="5197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098" name="Group 754"/>
          <p:cNvGrpSpPr>
            <a:grpSpLocks/>
          </p:cNvGrpSpPr>
          <p:nvPr/>
        </p:nvGrpSpPr>
        <p:grpSpPr bwMode="auto">
          <a:xfrm>
            <a:off x="1219200" y="1831975"/>
            <a:ext cx="4124325" cy="3246438"/>
            <a:chOff x="2844" y="1646"/>
            <a:chExt cx="2598" cy="2045"/>
          </a:xfrm>
        </p:grpSpPr>
        <p:sp>
          <p:nvSpPr>
            <p:cNvPr id="58099" name="Freeform 755"/>
            <p:cNvSpPr>
              <a:spLocks/>
            </p:cNvSpPr>
            <p:nvPr/>
          </p:nvSpPr>
          <p:spPr bwMode="auto">
            <a:xfrm>
              <a:off x="2844" y="2672"/>
              <a:ext cx="2598" cy="653"/>
            </a:xfrm>
            <a:custGeom>
              <a:avLst/>
              <a:gdLst>
                <a:gd name="T0" fmla="*/ 48 w 5197"/>
                <a:gd name="T1" fmla="*/ 1246 h 1308"/>
                <a:gd name="T2" fmla="*/ 157 w 5197"/>
                <a:gd name="T3" fmla="*/ 1150 h 1308"/>
                <a:gd name="T4" fmla="*/ 265 w 5197"/>
                <a:gd name="T5" fmla="*/ 1054 h 1308"/>
                <a:gd name="T6" fmla="*/ 361 w 5197"/>
                <a:gd name="T7" fmla="*/ 958 h 1308"/>
                <a:gd name="T8" fmla="*/ 468 w 5197"/>
                <a:gd name="T9" fmla="*/ 876 h 1308"/>
                <a:gd name="T10" fmla="*/ 576 w 5197"/>
                <a:gd name="T11" fmla="*/ 791 h 1308"/>
                <a:gd name="T12" fmla="*/ 672 w 5197"/>
                <a:gd name="T13" fmla="*/ 707 h 1308"/>
                <a:gd name="T14" fmla="*/ 781 w 5197"/>
                <a:gd name="T15" fmla="*/ 636 h 1308"/>
                <a:gd name="T16" fmla="*/ 889 w 5197"/>
                <a:gd name="T17" fmla="*/ 565 h 1308"/>
                <a:gd name="T18" fmla="*/ 985 w 5197"/>
                <a:gd name="T19" fmla="*/ 503 h 1308"/>
                <a:gd name="T20" fmla="*/ 1092 w 5197"/>
                <a:gd name="T21" fmla="*/ 432 h 1308"/>
                <a:gd name="T22" fmla="*/ 1200 w 5197"/>
                <a:gd name="T23" fmla="*/ 373 h 1308"/>
                <a:gd name="T24" fmla="*/ 1296 w 5197"/>
                <a:gd name="T25" fmla="*/ 325 h 1308"/>
                <a:gd name="T26" fmla="*/ 1405 w 5197"/>
                <a:gd name="T27" fmla="*/ 277 h 1308"/>
                <a:gd name="T28" fmla="*/ 1513 w 5197"/>
                <a:gd name="T29" fmla="*/ 229 h 1308"/>
                <a:gd name="T30" fmla="*/ 1609 w 5197"/>
                <a:gd name="T31" fmla="*/ 181 h 1308"/>
                <a:gd name="T32" fmla="*/ 1716 w 5197"/>
                <a:gd name="T33" fmla="*/ 144 h 1308"/>
                <a:gd name="T34" fmla="*/ 1824 w 5197"/>
                <a:gd name="T35" fmla="*/ 108 h 1308"/>
                <a:gd name="T36" fmla="*/ 1920 w 5197"/>
                <a:gd name="T37" fmla="*/ 85 h 1308"/>
                <a:gd name="T38" fmla="*/ 2029 w 5197"/>
                <a:gd name="T39" fmla="*/ 60 h 1308"/>
                <a:gd name="T40" fmla="*/ 2137 w 5197"/>
                <a:gd name="T41" fmla="*/ 37 h 1308"/>
                <a:gd name="T42" fmla="*/ 2233 w 5197"/>
                <a:gd name="T43" fmla="*/ 23 h 1308"/>
                <a:gd name="T44" fmla="*/ 2340 w 5197"/>
                <a:gd name="T45" fmla="*/ 12 h 1308"/>
                <a:gd name="T46" fmla="*/ 2450 w 5197"/>
                <a:gd name="T47" fmla="*/ 0 h 1308"/>
                <a:gd name="T48" fmla="*/ 2546 w 5197"/>
                <a:gd name="T49" fmla="*/ 0 h 1308"/>
                <a:gd name="T50" fmla="*/ 2653 w 5197"/>
                <a:gd name="T51" fmla="*/ 0 h 1308"/>
                <a:gd name="T52" fmla="*/ 2749 w 5197"/>
                <a:gd name="T53" fmla="*/ 0 h 1308"/>
                <a:gd name="T54" fmla="*/ 2857 w 5197"/>
                <a:gd name="T55" fmla="*/ 12 h 1308"/>
                <a:gd name="T56" fmla="*/ 2966 w 5197"/>
                <a:gd name="T57" fmla="*/ 23 h 1308"/>
                <a:gd name="T58" fmla="*/ 3062 w 5197"/>
                <a:gd name="T59" fmla="*/ 37 h 1308"/>
                <a:gd name="T60" fmla="*/ 3170 w 5197"/>
                <a:gd name="T61" fmla="*/ 60 h 1308"/>
                <a:gd name="T62" fmla="*/ 3277 w 5197"/>
                <a:gd name="T63" fmla="*/ 85 h 1308"/>
                <a:gd name="T64" fmla="*/ 3373 w 5197"/>
                <a:gd name="T65" fmla="*/ 108 h 1308"/>
                <a:gd name="T66" fmla="*/ 3481 w 5197"/>
                <a:gd name="T67" fmla="*/ 144 h 1308"/>
                <a:gd name="T68" fmla="*/ 3590 w 5197"/>
                <a:gd name="T69" fmla="*/ 181 h 1308"/>
                <a:gd name="T70" fmla="*/ 3686 w 5197"/>
                <a:gd name="T71" fmla="*/ 229 h 1308"/>
                <a:gd name="T72" fmla="*/ 3794 w 5197"/>
                <a:gd name="T73" fmla="*/ 277 h 1308"/>
                <a:gd name="T74" fmla="*/ 3901 w 5197"/>
                <a:gd name="T75" fmla="*/ 325 h 1308"/>
                <a:gd name="T76" fmla="*/ 3997 w 5197"/>
                <a:gd name="T77" fmla="*/ 373 h 1308"/>
                <a:gd name="T78" fmla="*/ 4105 w 5197"/>
                <a:gd name="T79" fmla="*/ 432 h 1308"/>
                <a:gd name="T80" fmla="*/ 4214 w 5197"/>
                <a:gd name="T81" fmla="*/ 503 h 1308"/>
                <a:gd name="T82" fmla="*/ 4310 w 5197"/>
                <a:gd name="T83" fmla="*/ 565 h 1308"/>
                <a:gd name="T84" fmla="*/ 4418 w 5197"/>
                <a:gd name="T85" fmla="*/ 636 h 1308"/>
                <a:gd name="T86" fmla="*/ 4525 w 5197"/>
                <a:gd name="T87" fmla="*/ 707 h 1308"/>
                <a:gd name="T88" fmla="*/ 4621 w 5197"/>
                <a:gd name="T89" fmla="*/ 791 h 1308"/>
                <a:gd name="T90" fmla="*/ 4729 w 5197"/>
                <a:gd name="T91" fmla="*/ 876 h 1308"/>
                <a:gd name="T92" fmla="*/ 4838 w 5197"/>
                <a:gd name="T93" fmla="*/ 958 h 1308"/>
                <a:gd name="T94" fmla="*/ 4934 w 5197"/>
                <a:gd name="T95" fmla="*/ 1054 h 1308"/>
                <a:gd name="T96" fmla="*/ 5042 w 5197"/>
                <a:gd name="T97" fmla="*/ 1150 h 1308"/>
                <a:gd name="T98" fmla="*/ 5149 w 5197"/>
                <a:gd name="T99" fmla="*/ 1246 h 1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97" h="1308">
                  <a:moveTo>
                    <a:pt x="0" y="1308"/>
                  </a:moveTo>
                  <a:lnTo>
                    <a:pt x="48" y="1246"/>
                  </a:lnTo>
                  <a:lnTo>
                    <a:pt x="109" y="1198"/>
                  </a:lnTo>
                  <a:lnTo>
                    <a:pt x="157" y="1150"/>
                  </a:lnTo>
                  <a:lnTo>
                    <a:pt x="205" y="1102"/>
                  </a:lnTo>
                  <a:lnTo>
                    <a:pt x="265" y="1054"/>
                  </a:lnTo>
                  <a:lnTo>
                    <a:pt x="313" y="1006"/>
                  </a:lnTo>
                  <a:lnTo>
                    <a:pt x="361" y="958"/>
                  </a:lnTo>
                  <a:lnTo>
                    <a:pt x="420" y="924"/>
                  </a:lnTo>
                  <a:lnTo>
                    <a:pt x="468" y="876"/>
                  </a:lnTo>
                  <a:lnTo>
                    <a:pt x="516" y="828"/>
                  </a:lnTo>
                  <a:lnTo>
                    <a:pt x="576" y="791"/>
                  </a:lnTo>
                  <a:lnTo>
                    <a:pt x="624" y="755"/>
                  </a:lnTo>
                  <a:lnTo>
                    <a:pt x="672" y="707"/>
                  </a:lnTo>
                  <a:lnTo>
                    <a:pt x="733" y="672"/>
                  </a:lnTo>
                  <a:lnTo>
                    <a:pt x="781" y="636"/>
                  </a:lnTo>
                  <a:lnTo>
                    <a:pt x="829" y="599"/>
                  </a:lnTo>
                  <a:lnTo>
                    <a:pt x="889" y="565"/>
                  </a:lnTo>
                  <a:lnTo>
                    <a:pt x="937" y="528"/>
                  </a:lnTo>
                  <a:lnTo>
                    <a:pt x="985" y="503"/>
                  </a:lnTo>
                  <a:lnTo>
                    <a:pt x="1044" y="469"/>
                  </a:lnTo>
                  <a:lnTo>
                    <a:pt x="1092" y="432"/>
                  </a:lnTo>
                  <a:lnTo>
                    <a:pt x="1140" y="407"/>
                  </a:lnTo>
                  <a:lnTo>
                    <a:pt x="1200" y="373"/>
                  </a:lnTo>
                  <a:lnTo>
                    <a:pt x="1248" y="348"/>
                  </a:lnTo>
                  <a:lnTo>
                    <a:pt x="1296" y="325"/>
                  </a:lnTo>
                  <a:lnTo>
                    <a:pt x="1357" y="300"/>
                  </a:lnTo>
                  <a:lnTo>
                    <a:pt x="1405" y="277"/>
                  </a:lnTo>
                  <a:lnTo>
                    <a:pt x="1453" y="252"/>
                  </a:lnTo>
                  <a:lnTo>
                    <a:pt x="1513" y="229"/>
                  </a:lnTo>
                  <a:lnTo>
                    <a:pt x="1561" y="204"/>
                  </a:lnTo>
                  <a:lnTo>
                    <a:pt x="1609" y="181"/>
                  </a:lnTo>
                  <a:lnTo>
                    <a:pt x="1668" y="167"/>
                  </a:lnTo>
                  <a:lnTo>
                    <a:pt x="1716" y="144"/>
                  </a:lnTo>
                  <a:lnTo>
                    <a:pt x="1764" y="133"/>
                  </a:lnTo>
                  <a:lnTo>
                    <a:pt x="1824" y="108"/>
                  </a:lnTo>
                  <a:lnTo>
                    <a:pt x="1872" y="96"/>
                  </a:lnTo>
                  <a:lnTo>
                    <a:pt x="1920" y="85"/>
                  </a:lnTo>
                  <a:lnTo>
                    <a:pt x="1981" y="71"/>
                  </a:lnTo>
                  <a:lnTo>
                    <a:pt x="2029" y="60"/>
                  </a:lnTo>
                  <a:lnTo>
                    <a:pt x="2077" y="48"/>
                  </a:lnTo>
                  <a:lnTo>
                    <a:pt x="2137" y="37"/>
                  </a:lnTo>
                  <a:lnTo>
                    <a:pt x="2185" y="23"/>
                  </a:lnTo>
                  <a:lnTo>
                    <a:pt x="2233" y="23"/>
                  </a:lnTo>
                  <a:lnTo>
                    <a:pt x="2292" y="12"/>
                  </a:lnTo>
                  <a:lnTo>
                    <a:pt x="2340" y="12"/>
                  </a:lnTo>
                  <a:lnTo>
                    <a:pt x="2388" y="0"/>
                  </a:lnTo>
                  <a:lnTo>
                    <a:pt x="2450" y="0"/>
                  </a:lnTo>
                  <a:lnTo>
                    <a:pt x="2498" y="0"/>
                  </a:lnTo>
                  <a:lnTo>
                    <a:pt x="2546" y="0"/>
                  </a:lnTo>
                  <a:lnTo>
                    <a:pt x="2605" y="0"/>
                  </a:lnTo>
                  <a:lnTo>
                    <a:pt x="2653" y="0"/>
                  </a:lnTo>
                  <a:lnTo>
                    <a:pt x="2701" y="0"/>
                  </a:lnTo>
                  <a:lnTo>
                    <a:pt x="2749" y="0"/>
                  </a:lnTo>
                  <a:lnTo>
                    <a:pt x="2809" y="0"/>
                  </a:lnTo>
                  <a:lnTo>
                    <a:pt x="2857" y="12"/>
                  </a:lnTo>
                  <a:lnTo>
                    <a:pt x="2905" y="12"/>
                  </a:lnTo>
                  <a:lnTo>
                    <a:pt x="2966" y="23"/>
                  </a:lnTo>
                  <a:lnTo>
                    <a:pt x="3014" y="23"/>
                  </a:lnTo>
                  <a:lnTo>
                    <a:pt x="3062" y="37"/>
                  </a:lnTo>
                  <a:lnTo>
                    <a:pt x="3122" y="48"/>
                  </a:lnTo>
                  <a:lnTo>
                    <a:pt x="3170" y="60"/>
                  </a:lnTo>
                  <a:lnTo>
                    <a:pt x="3218" y="71"/>
                  </a:lnTo>
                  <a:lnTo>
                    <a:pt x="3277" y="85"/>
                  </a:lnTo>
                  <a:lnTo>
                    <a:pt x="3325" y="96"/>
                  </a:lnTo>
                  <a:lnTo>
                    <a:pt x="3373" y="108"/>
                  </a:lnTo>
                  <a:lnTo>
                    <a:pt x="3433" y="133"/>
                  </a:lnTo>
                  <a:lnTo>
                    <a:pt x="3481" y="144"/>
                  </a:lnTo>
                  <a:lnTo>
                    <a:pt x="3529" y="167"/>
                  </a:lnTo>
                  <a:lnTo>
                    <a:pt x="3590" y="181"/>
                  </a:lnTo>
                  <a:lnTo>
                    <a:pt x="3638" y="204"/>
                  </a:lnTo>
                  <a:lnTo>
                    <a:pt x="3686" y="229"/>
                  </a:lnTo>
                  <a:lnTo>
                    <a:pt x="3746" y="252"/>
                  </a:lnTo>
                  <a:lnTo>
                    <a:pt x="3794" y="277"/>
                  </a:lnTo>
                  <a:lnTo>
                    <a:pt x="3842" y="300"/>
                  </a:lnTo>
                  <a:lnTo>
                    <a:pt x="3901" y="325"/>
                  </a:lnTo>
                  <a:lnTo>
                    <a:pt x="3949" y="348"/>
                  </a:lnTo>
                  <a:lnTo>
                    <a:pt x="3997" y="373"/>
                  </a:lnTo>
                  <a:lnTo>
                    <a:pt x="4057" y="407"/>
                  </a:lnTo>
                  <a:lnTo>
                    <a:pt x="4105" y="432"/>
                  </a:lnTo>
                  <a:lnTo>
                    <a:pt x="4153" y="469"/>
                  </a:lnTo>
                  <a:lnTo>
                    <a:pt x="4214" y="503"/>
                  </a:lnTo>
                  <a:lnTo>
                    <a:pt x="4262" y="528"/>
                  </a:lnTo>
                  <a:lnTo>
                    <a:pt x="4310" y="565"/>
                  </a:lnTo>
                  <a:lnTo>
                    <a:pt x="4370" y="599"/>
                  </a:lnTo>
                  <a:lnTo>
                    <a:pt x="4418" y="636"/>
                  </a:lnTo>
                  <a:lnTo>
                    <a:pt x="4466" y="672"/>
                  </a:lnTo>
                  <a:lnTo>
                    <a:pt x="4525" y="707"/>
                  </a:lnTo>
                  <a:lnTo>
                    <a:pt x="4573" y="755"/>
                  </a:lnTo>
                  <a:lnTo>
                    <a:pt x="4621" y="791"/>
                  </a:lnTo>
                  <a:lnTo>
                    <a:pt x="4681" y="828"/>
                  </a:lnTo>
                  <a:lnTo>
                    <a:pt x="4729" y="876"/>
                  </a:lnTo>
                  <a:lnTo>
                    <a:pt x="4777" y="924"/>
                  </a:lnTo>
                  <a:lnTo>
                    <a:pt x="4838" y="958"/>
                  </a:lnTo>
                  <a:lnTo>
                    <a:pt x="4886" y="1006"/>
                  </a:lnTo>
                  <a:lnTo>
                    <a:pt x="4934" y="1054"/>
                  </a:lnTo>
                  <a:lnTo>
                    <a:pt x="4994" y="1102"/>
                  </a:lnTo>
                  <a:lnTo>
                    <a:pt x="5042" y="1150"/>
                  </a:lnTo>
                  <a:lnTo>
                    <a:pt x="5090" y="1198"/>
                  </a:lnTo>
                  <a:lnTo>
                    <a:pt x="5149" y="1246"/>
                  </a:lnTo>
                  <a:lnTo>
                    <a:pt x="5197" y="1308"/>
                  </a:lnTo>
                </a:path>
              </a:pathLst>
            </a:custGeom>
            <a:noFill/>
            <a:ln w="9525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100" name="Line 756"/>
            <p:cNvSpPr>
              <a:spLocks noChangeShapeType="1"/>
            </p:cNvSpPr>
            <p:nvPr/>
          </p:nvSpPr>
          <p:spPr bwMode="auto">
            <a:xfrm flipV="1">
              <a:off x="2844" y="1646"/>
              <a:ext cx="1" cy="20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101" name="Freeform 757"/>
            <p:cNvSpPr>
              <a:spLocks/>
            </p:cNvSpPr>
            <p:nvPr/>
          </p:nvSpPr>
          <p:spPr bwMode="auto">
            <a:xfrm>
              <a:off x="2844" y="1646"/>
              <a:ext cx="2598" cy="2045"/>
            </a:xfrm>
            <a:custGeom>
              <a:avLst/>
              <a:gdLst>
                <a:gd name="T0" fmla="*/ 0 w 5197"/>
                <a:gd name="T1" fmla="*/ 4089 h 4089"/>
                <a:gd name="T2" fmla="*/ 5197 w 5197"/>
                <a:gd name="T3" fmla="*/ 4089 h 4089"/>
                <a:gd name="T4" fmla="*/ 5197 w 5197"/>
                <a:gd name="T5" fmla="*/ 0 h 40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197" h="4089">
                  <a:moveTo>
                    <a:pt x="0" y="4089"/>
                  </a:moveTo>
                  <a:lnTo>
                    <a:pt x="5197" y="4089"/>
                  </a:lnTo>
                  <a:lnTo>
                    <a:pt x="5197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102" name="Line 758"/>
            <p:cNvSpPr>
              <a:spLocks noChangeShapeType="1"/>
            </p:cNvSpPr>
            <p:nvPr/>
          </p:nvSpPr>
          <p:spPr bwMode="auto">
            <a:xfrm>
              <a:off x="2844" y="1646"/>
              <a:ext cx="2598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103" name="Group 759"/>
          <p:cNvGrpSpPr>
            <a:grpSpLocks/>
          </p:cNvGrpSpPr>
          <p:nvPr/>
        </p:nvGrpSpPr>
        <p:grpSpPr bwMode="auto">
          <a:xfrm>
            <a:off x="1219200" y="1828800"/>
            <a:ext cx="4124325" cy="3244850"/>
            <a:chOff x="1440" y="1296"/>
            <a:chExt cx="2598" cy="2044"/>
          </a:xfrm>
        </p:grpSpPr>
        <p:sp>
          <p:nvSpPr>
            <p:cNvPr id="58104" name="Freeform 760"/>
            <p:cNvSpPr>
              <a:spLocks/>
            </p:cNvSpPr>
            <p:nvPr/>
          </p:nvSpPr>
          <p:spPr bwMode="auto">
            <a:xfrm>
              <a:off x="1440" y="2615"/>
              <a:ext cx="2598" cy="420"/>
            </a:xfrm>
            <a:custGeom>
              <a:avLst/>
              <a:gdLst>
                <a:gd name="T0" fmla="*/ 48 w 5197"/>
                <a:gd name="T1" fmla="*/ 754 h 839"/>
                <a:gd name="T2" fmla="*/ 157 w 5197"/>
                <a:gd name="T3" fmla="*/ 802 h 839"/>
                <a:gd name="T4" fmla="*/ 265 w 5197"/>
                <a:gd name="T5" fmla="*/ 827 h 839"/>
                <a:gd name="T6" fmla="*/ 361 w 5197"/>
                <a:gd name="T7" fmla="*/ 839 h 839"/>
                <a:gd name="T8" fmla="*/ 468 w 5197"/>
                <a:gd name="T9" fmla="*/ 839 h 839"/>
                <a:gd name="T10" fmla="*/ 576 w 5197"/>
                <a:gd name="T11" fmla="*/ 827 h 839"/>
                <a:gd name="T12" fmla="*/ 672 w 5197"/>
                <a:gd name="T13" fmla="*/ 791 h 839"/>
                <a:gd name="T14" fmla="*/ 781 w 5197"/>
                <a:gd name="T15" fmla="*/ 754 h 839"/>
                <a:gd name="T16" fmla="*/ 889 w 5197"/>
                <a:gd name="T17" fmla="*/ 706 h 839"/>
                <a:gd name="T18" fmla="*/ 985 w 5197"/>
                <a:gd name="T19" fmla="*/ 658 h 839"/>
                <a:gd name="T20" fmla="*/ 1092 w 5197"/>
                <a:gd name="T21" fmla="*/ 599 h 839"/>
                <a:gd name="T22" fmla="*/ 1200 w 5197"/>
                <a:gd name="T23" fmla="*/ 539 h 839"/>
                <a:gd name="T24" fmla="*/ 1296 w 5197"/>
                <a:gd name="T25" fmla="*/ 478 h 839"/>
                <a:gd name="T26" fmla="*/ 1405 w 5197"/>
                <a:gd name="T27" fmla="*/ 418 h 839"/>
                <a:gd name="T28" fmla="*/ 1513 w 5197"/>
                <a:gd name="T29" fmla="*/ 359 h 839"/>
                <a:gd name="T30" fmla="*/ 1609 w 5197"/>
                <a:gd name="T31" fmla="*/ 299 h 839"/>
                <a:gd name="T32" fmla="*/ 1716 w 5197"/>
                <a:gd name="T33" fmla="*/ 251 h 839"/>
                <a:gd name="T34" fmla="*/ 1824 w 5197"/>
                <a:gd name="T35" fmla="*/ 190 h 839"/>
                <a:gd name="T36" fmla="*/ 1920 w 5197"/>
                <a:gd name="T37" fmla="*/ 142 h 839"/>
                <a:gd name="T38" fmla="*/ 2029 w 5197"/>
                <a:gd name="T39" fmla="*/ 107 h 839"/>
                <a:gd name="T40" fmla="*/ 2137 w 5197"/>
                <a:gd name="T41" fmla="*/ 71 h 839"/>
                <a:gd name="T42" fmla="*/ 2233 w 5197"/>
                <a:gd name="T43" fmla="*/ 34 h 839"/>
                <a:gd name="T44" fmla="*/ 2340 w 5197"/>
                <a:gd name="T45" fmla="*/ 23 h 839"/>
                <a:gd name="T46" fmla="*/ 2450 w 5197"/>
                <a:gd name="T47" fmla="*/ 0 h 839"/>
                <a:gd name="T48" fmla="*/ 2546 w 5197"/>
                <a:gd name="T49" fmla="*/ 0 h 839"/>
                <a:gd name="T50" fmla="*/ 2653 w 5197"/>
                <a:gd name="T51" fmla="*/ 0 h 839"/>
                <a:gd name="T52" fmla="*/ 2749 w 5197"/>
                <a:gd name="T53" fmla="*/ 0 h 839"/>
                <a:gd name="T54" fmla="*/ 2857 w 5197"/>
                <a:gd name="T55" fmla="*/ 23 h 839"/>
                <a:gd name="T56" fmla="*/ 2966 w 5197"/>
                <a:gd name="T57" fmla="*/ 34 h 839"/>
                <a:gd name="T58" fmla="*/ 3062 w 5197"/>
                <a:gd name="T59" fmla="*/ 71 h 839"/>
                <a:gd name="T60" fmla="*/ 3170 w 5197"/>
                <a:gd name="T61" fmla="*/ 107 h 839"/>
                <a:gd name="T62" fmla="*/ 3277 w 5197"/>
                <a:gd name="T63" fmla="*/ 142 h 839"/>
                <a:gd name="T64" fmla="*/ 3373 w 5197"/>
                <a:gd name="T65" fmla="*/ 190 h 839"/>
                <a:gd name="T66" fmla="*/ 3481 w 5197"/>
                <a:gd name="T67" fmla="*/ 251 h 839"/>
                <a:gd name="T68" fmla="*/ 3590 w 5197"/>
                <a:gd name="T69" fmla="*/ 299 h 839"/>
                <a:gd name="T70" fmla="*/ 3686 w 5197"/>
                <a:gd name="T71" fmla="*/ 359 h 839"/>
                <a:gd name="T72" fmla="*/ 3794 w 5197"/>
                <a:gd name="T73" fmla="*/ 418 h 839"/>
                <a:gd name="T74" fmla="*/ 3901 w 5197"/>
                <a:gd name="T75" fmla="*/ 478 h 839"/>
                <a:gd name="T76" fmla="*/ 3997 w 5197"/>
                <a:gd name="T77" fmla="*/ 539 h 839"/>
                <a:gd name="T78" fmla="*/ 4105 w 5197"/>
                <a:gd name="T79" fmla="*/ 599 h 839"/>
                <a:gd name="T80" fmla="*/ 4214 w 5197"/>
                <a:gd name="T81" fmla="*/ 658 h 839"/>
                <a:gd name="T82" fmla="*/ 4310 w 5197"/>
                <a:gd name="T83" fmla="*/ 706 h 839"/>
                <a:gd name="T84" fmla="*/ 4418 w 5197"/>
                <a:gd name="T85" fmla="*/ 754 h 839"/>
                <a:gd name="T86" fmla="*/ 4525 w 5197"/>
                <a:gd name="T87" fmla="*/ 791 h 839"/>
                <a:gd name="T88" fmla="*/ 4621 w 5197"/>
                <a:gd name="T89" fmla="*/ 827 h 839"/>
                <a:gd name="T90" fmla="*/ 4729 w 5197"/>
                <a:gd name="T91" fmla="*/ 839 h 839"/>
                <a:gd name="T92" fmla="*/ 4838 w 5197"/>
                <a:gd name="T93" fmla="*/ 839 h 839"/>
                <a:gd name="T94" fmla="*/ 4934 w 5197"/>
                <a:gd name="T95" fmla="*/ 827 h 839"/>
                <a:gd name="T96" fmla="*/ 5042 w 5197"/>
                <a:gd name="T97" fmla="*/ 802 h 839"/>
                <a:gd name="T98" fmla="*/ 5149 w 5197"/>
                <a:gd name="T99" fmla="*/ 754 h 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97" h="839">
                  <a:moveTo>
                    <a:pt x="0" y="718"/>
                  </a:moveTo>
                  <a:lnTo>
                    <a:pt x="48" y="754"/>
                  </a:lnTo>
                  <a:lnTo>
                    <a:pt x="109" y="779"/>
                  </a:lnTo>
                  <a:lnTo>
                    <a:pt x="157" y="802"/>
                  </a:lnTo>
                  <a:lnTo>
                    <a:pt x="205" y="814"/>
                  </a:lnTo>
                  <a:lnTo>
                    <a:pt x="265" y="827"/>
                  </a:lnTo>
                  <a:lnTo>
                    <a:pt x="313" y="839"/>
                  </a:lnTo>
                  <a:lnTo>
                    <a:pt x="361" y="839"/>
                  </a:lnTo>
                  <a:lnTo>
                    <a:pt x="420" y="839"/>
                  </a:lnTo>
                  <a:lnTo>
                    <a:pt x="468" y="839"/>
                  </a:lnTo>
                  <a:lnTo>
                    <a:pt x="516" y="839"/>
                  </a:lnTo>
                  <a:lnTo>
                    <a:pt x="576" y="827"/>
                  </a:lnTo>
                  <a:lnTo>
                    <a:pt x="624" y="814"/>
                  </a:lnTo>
                  <a:lnTo>
                    <a:pt x="672" y="791"/>
                  </a:lnTo>
                  <a:lnTo>
                    <a:pt x="733" y="779"/>
                  </a:lnTo>
                  <a:lnTo>
                    <a:pt x="781" y="754"/>
                  </a:lnTo>
                  <a:lnTo>
                    <a:pt x="829" y="731"/>
                  </a:lnTo>
                  <a:lnTo>
                    <a:pt x="889" y="706"/>
                  </a:lnTo>
                  <a:lnTo>
                    <a:pt x="937" y="683"/>
                  </a:lnTo>
                  <a:lnTo>
                    <a:pt x="985" y="658"/>
                  </a:lnTo>
                  <a:lnTo>
                    <a:pt x="1044" y="635"/>
                  </a:lnTo>
                  <a:lnTo>
                    <a:pt x="1092" y="599"/>
                  </a:lnTo>
                  <a:lnTo>
                    <a:pt x="1140" y="574"/>
                  </a:lnTo>
                  <a:lnTo>
                    <a:pt x="1200" y="539"/>
                  </a:lnTo>
                  <a:lnTo>
                    <a:pt x="1248" y="514"/>
                  </a:lnTo>
                  <a:lnTo>
                    <a:pt x="1296" y="478"/>
                  </a:lnTo>
                  <a:lnTo>
                    <a:pt x="1357" y="455"/>
                  </a:lnTo>
                  <a:lnTo>
                    <a:pt x="1405" y="418"/>
                  </a:lnTo>
                  <a:lnTo>
                    <a:pt x="1453" y="395"/>
                  </a:lnTo>
                  <a:lnTo>
                    <a:pt x="1513" y="359"/>
                  </a:lnTo>
                  <a:lnTo>
                    <a:pt x="1561" y="334"/>
                  </a:lnTo>
                  <a:lnTo>
                    <a:pt x="1609" y="299"/>
                  </a:lnTo>
                  <a:lnTo>
                    <a:pt x="1668" y="274"/>
                  </a:lnTo>
                  <a:lnTo>
                    <a:pt x="1716" y="251"/>
                  </a:lnTo>
                  <a:lnTo>
                    <a:pt x="1764" y="215"/>
                  </a:lnTo>
                  <a:lnTo>
                    <a:pt x="1824" y="190"/>
                  </a:lnTo>
                  <a:lnTo>
                    <a:pt x="1872" y="167"/>
                  </a:lnTo>
                  <a:lnTo>
                    <a:pt x="1920" y="142"/>
                  </a:lnTo>
                  <a:lnTo>
                    <a:pt x="1981" y="130"/>
                  </a:lnTo>
                  <a:lnTo>
                    <a:pt x="2029" y="107"/>
                  </a:lnTo>
                  <a:lnTo>
                    <a:pt x="2077" y="82"/>
                  </a:lnTo>
                  <a:lnTo>
                    <a:pt x="2137" y="71"/>
                  </a:lnTo>
                  <a:lnTo>
                    <a:pt x="2185" y="59"/>
                  </a:lnTo>
                  <a:lnTo>
                    <a:pt x="2233" y="34"/>
                  </a:lnTo>
                  <a:lnTo>
                    <a:pt x="2292" y="23"/>
                  </a:lnTo>
                  <a:lnTo>
                    <a:pt x="2340" y="23"/>
                  </a:lnTo>
                  <a:lnTo>
                    <a:pt x="2388" y="11"/>
                  </a:lnTo>
                  <a:lnTo>
                    <a:pt x="2450" y="0"/>
                  </a:lnTo>
                  <a:lnTo>
                    <a:pt x="2498" y="0"/>
                  </a:lnTo>
                  <a:lnTo>
                    <a:pt x="2546" y="0"/>
                  </a:lnTo>
                  <a:lnTo>
                    <a:pt x="2605" y="0"/>
                  </a:lnTo>
                  <a:lnTo>
                    <a:pt x="2653" y="0"/>
                  </a:lnTo>
                  <a:lnTo>
                    <a:pt x="2701" y="0"/>
                  </a:lnTo>
                  <a:lnTo>
                    <a:pt x="2749" y="0"/>
                  </a:lnTo>
                  <a:lnTo>
                    <a:pt x="2809" y="11"/>
                  </a:lnTo>
                  <a:lnTo>
                    <a:pt x="2857" y="23"/>
                  </a:lnTo>
                  <a:lnTo>
                    <a:pt x="2905" y="23"/>
                  </a:lnTo>
                  <a:lnTo>
                    <a:pt x="2966" y="34"/>
                  </a:lnTo>
                  <a:lnTo>
                    <a:pt x="3014" y="59"/>
                  </a:lnTo>
                  <a:lnTo>
                    <a:pt x="3062" y="71"/>
                  </a:lnTo>
                  <a:lnTo>
                    <a:pt x="3122" y="82"/>
                  </a:lnTo>
                  <a:lnTo>
                    <a:pt x="3170" y="107"/>
                  </a:lnTo>
                  <a:lnTo>
                    <a:pt x="3218" y="130"/>
                  </a:lnTo>
                  <a:lnTo>
                    <a:pt x="3277" y="142"/>
                  </a:lnTo>
                  <a:lnTo>
                    <a:pt x="3325" y="167"/>
                  </a:lnTo>
                  <a:lnTo>
                    <a:pt x="3373" y="190"/>
                  </a:lnTo>
                  <a:lnTo>
                    <a:pt x="3433" y="215"/>
                  </a:lnTo>
                  <a:lnTo>
                    <a:pt x="3481" y="251"/>
                  </a:lnTo>
                  <a:lnTo>
                    <a:pt x="3529" y="274"/>
                  </a:lnTo>
                  <a:lnTo>
                    <a:pt x="3590" y="299"/>
                  </a:lnTo>
                  <a:lnTo>
                    <a:pt x="3638" y="334"/>
                  </a:lnTo>
                  <a:lnTo>
                    <a:pt x="3686" y="359"/>
                  </a:lnTo>
                  <a:lnTo>
                    <a:pt x="3746" y="395"/>
                  </a:lnTo>
                  <a:lnTo>
                    <a:pt x="3794" y="418"/>
                  </a:lnTo>
                  <a:lnTo>
                    <a:pt x="3842" y="455"/>
                  </a:lnTo>
                  <a:lnTo>
                    <a:pt x="3901" y="478"/>
                  </a:lnTo>
                  <a:lnTo>
                    <a:pt x="3949" y="514"/>
                  </a:lnTo>
                  <a:lnTo>
                    <a:pt x="3997" y="539"/>
                  </a:lnTo>
                  <a:lnTo>
                    <a:pt x="4057" y="574"/>
                  </a:lnTo>
                  <a:lnTo>
                    <a:pt x="4105" y="599"/>
                  </a:lnTo>
                  <a:lnTo>
                    <a:pt x="4153" y="635"/>
                  </a:lnTo>
                  <a:lnTo>
                    <a:pt x="4214" y="658"/>
                  </a:lnTo>
                  <a:lnTo>
                    <a:pt x="4262" y="683"/>
                  </a:lnTo>
                  <a:lnTo>
                    <a:pt x="4310" y="706"/>
                  </a:lnTo>
                  <a:lnTo>
                    <a:pt x="4370" y="731"/>
                  </a:lnTo>
                  <a:lnTo>
                    <a:pt x="4418" y="754"/>
                  </a:lnTo>
                  <a:lnTo>
                    <a:pt x="4466" y="779"/>
                  </a:lnTo>
                  <a:lnTo>
                    <a:pt x="4525" y="791"/>
                  </a:lnTo>
                  <a:lnTo>
                    <a:pt x="4573" y="814"/>
                  </a:lnTo>
                  <a:lnTo>
                    <a:pt x="4621" y="827"/>
                  </a:lnTo>
                  <a:lnTo>
                    <a:pt x="4681" y="839"/>
                  </a:lnTo>
                  <a:lnTo>
                    <a:pt x="4729" y="839"/>
                  </a:lnTo>
                  <a:lnTo>
                    <a:pt x="4777" y="839"/>
                  </a:lnTo>
                  <a:lnTo>
                    <a:pt x="4838" y="839"/>
                  </a:lnTo>
                  <a:lnTo>
                    <a:pt x="4886" y="839"/>
                  </a:lnTo>
                  <a:lnTo>
                    <a:pt x="4934" y="827"/>
                  </a:lnTo>
                  <a:lnTo>
                    <a:pt x="4994" y="814"/>
                  </a:lnTo>
                  <a:lnTo>
                    <a:pt x="5042" y="802"/>
                  </a:lnTo>
                  <a:lnTo>
                    <a:pt x="5090" y="779"/>
                  </a:lnTo>
                  <a:lnTo>
                    <a:pt x="5149" y="754"/>
                  </a:lnTo>
                  <a:lnTo>
                    <a:pt x="5197" y="718"/>
                  </a:lnTo>
                </a:path>
              </a:pathLst>
            </a:custGeom>
            <a:noFill/>
            <a:ln w="15875">
              <a:solidFill>
                <a:srgbClr val="33996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105" name="Freeform 761"/>
            <p:cNvSpPr>
              <a:spLocks/>
            </p:cNvSpPr>
            <p:nvPr/>
          </p:nvSpPr>
          <p:spPr bwMode="auto">
            <a:xfrm>
              <a:off x="1440" y="1296"/>
              <a:ext cx="2598" cy="2044"/>
            </a:xfrm>
            <a:custGeom>
              <a:avLst/>
              <a:gdLst>
                <a:gd name="T0" fmla="*/ 0 w 5197"/>
                <a:gd name="T1" fmla="*/ 4087 h 4087"/>
                <a:gd name="T2" fmla="*/ 5197 w 5197"/>
                <a:gd name="T3" fmla="*/ 4087 h 4087"/>
                <a:gd name="T4" fmla="*/ 5197 w 5197"/>
                <a:gd name="T5" fmla="*/ 0 h 40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197" h="4087">
                  <a:moveTo>
                    <a:pt x="0" y="4087"/>
                  </a:moveTo>
                  <a:lnTo>
                    <a:pt x="5197" y="4087"/>
                  </a:lnTo>
                  <a:lnTo>
                    <a:pt x="5197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106" name="Line 762"/>
            <p:cNvSpPr>
              <a:spLocks noChangeShapeType="1"/>
            </p:cNvSpPr>
            <p:nvPr/>
          </p:nvSpPr>
          <p:spPr bwMode="auto">
            <a:xfrm flipV="1">
              <a:off x="1440" y="1296"/>
              <a:ext cx="1" cy="20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107" name="Line 763"/>
            <p:cNvSpPr>
              <a:spLocks noChangeShapeType="1"/>
            </p:cNvSpPr>
            <p:nvPr/>
          </p:nvSpPr>
          <p:spPr bwMode="auto">
            <a:xfrm>
              <a:off x="1440" y="1296"/>
              <a:ext cx="2598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108" name="Group 764"/>
          <p:cNvGrpSpPr>
            <a:grpSpLocks/>
          </p:cNvGrpSpPr>
          <p:nvPr/>
        </p:nvGrpSpPr>
        <p:grpSpPr bwMode="auto">
          <a:xfrm>
            <a:off x="1219200" y="1828800"/>
            <a:ext cx="4129088" cy="3249613"/>
            <a:chOff x="1443" y="1298"/>
            <a:chExt cx="2601" cy="2047"/>
          </a:xfrm>
        </p:grpSpPr>
        <p:grpSp>
          <p:nvGrpSpPr>
            <p:cNvPr id="58109" name="Group 765"/>
            <p:cNvGrpSpPr>
              <a:grpSpLocks/>
            </p:cNvGrpSpPr>
            <p:nvPr/>
          </p:nvGrpSpPr>
          <p:grpSpPr bwMode="auto">
            <a:xfrm>
              <a:off x="4038" y="1300"/>
              <a:ext cx="6" cy="2045"/>
              <a:chOff x="3783" y="1096"/>
              <a:chExt cx="6" cy="2045"/>
            </a:xfrm>
          </p:grpSpPr>
          <p:sp>
            <p:nvSpPr>
              <p:cNvPr id="58110" name="Freeform 766"/>
              <p:cNvSpPr>
                <a:spLocks/>
              </p:cNvSpPr>
              <p:nvPr/>
            </p:nvSpPr>
            <p:spPr bwMode="auto">
              <a:xfrm>
                <a:off x="3783" y="3135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11" name="Freeform 767"/>
              <p:cNvSpPr>
                <a:spLocks/>
              </p:cNvSpPr>
              <p:nvPr/>
            </p:nvSpPr>
            <p:spPr bwMode="auto">
              <a:xfrm>
                <a:off x="3783" y="3124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12" name="Freeform 768"/>
              <p:cNvSpPr>
                <a:spLocks/>
              </p:cNvSpPr>
              <p:nvPr/>
            </p:nvSpPr>
            <p:spPr bwMode="auto">
              <a:xfrm>
                <a:off x="3783" y="3112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13" name="Freeform 769"/>
              <p:cNvSpPr>
                <a:spLocks/>
              </p:cNvSpPr>
              <p:nvPr/>
            </p:nvSpPr>
            <p:spPr bwMode="auto">
              <a:xfrm>
                <a:off x="3783" y="3101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14" name="Freeform 770"/>
              <p:cNvSpPr>
                <a:spLocks/>
              </p:cNvSpPr>
              <p:nvPr/>
            </p:nvSpPr>
            <p:spPr bwMode="auto">
              <a:xfrm>
                <a:off x="3783" y="3089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15" name="Freeform 771"/>
              <p:cNvSpPr>
                <a:spLocks/>
              </p:cNvSpPr>
              <p:nvPr/>
            </p:nvSpPr>
            <p:spPr bwMode="auto">
              <a:xfrm>
                <a:off x="3783" y="3078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16" name="Freeform 772"/>
              <p:cNvSpPr>
                <a:spLocks/>
              </p:cNvSpPr>
              <p:nvPr/>
            </p:nvSpPr>
            <p:spPr bwMode="auto">
              <a:xfrm>
                <a:off x="3783" y="3066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17" name="Freeform 773"/>
              <p:cNvSpPr>
                <a:spLocks/>
              </p:cNvSpPr>
              <p:nvPr/>
            </p:nvSpPr>
            <p:spPr bwMode="auto">
              <a:xfrm>
                <a:off x="3783" y="3055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18" name="Freeform 774"/>
              <p:cNvSpPr>
                <a:spLocks/>
              </p:cNvSpPr>
              <p:nvPr/>
            </p:nvSpPr>
            <p:spPr bwMode="auto">
              <a:xfrm>
                <a:off x="3783" y="3043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19" name="Freeform 775"/>
              <p:cNvSpPr>
                <a:spLocks/>
              </p:cNvSpPr>
              <p:nvPr/>
            </p:nvSpPr>
            <p:spPr bwMode="auto">
              <a:xfrm>
                <a:off x="3783" y="3032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20" name="Freeform 776"/>
              <p:cNvSpPr>
                <a:spLocks/>
              </p:cNvSpPr>
              <p:nvPr/>
            </p:nvSpPr>
            <p:spPr bwMode="auto">
              <a:xfrm>
                <a:off x="3783" y="3020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21" name="Freeform 777"/>
              <p:cNvSpPr>
                <a:spLocks/>
              </p:cNvSpPr>
              <p:nvPr/>
            </p:nvSpPr>
            <p:spPr bwMode="auto">
              <a:xfrm>
                <a:off x="3783" y="3009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22" name="Freeform 778"/>
              <p:cNvSpPr>
                <a:spLocks/>
              </p:cNvSpPr>
              <p:nvPr/>
            </p:nvSpPr>
            <p:spPr bwMode="auto">
              <a:xfrm>
                <a:off x="3783" y="2997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10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10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23" name="Freeform 779"/>
              <p:cNvSpPr>
                <a:spLocks/>
              </p:cNvSpPr>
              <p:nvPr/>
            </p:nvSpPr>
            <p:spPr bwMode="auto">
              <a:xfrm>
                <a:off x="3783" y="2985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10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10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24" name="Freeform 780"/>
              <p:cNvSpPr>
                <a:spLocks/>
              </p:cNvSpPr>
              <p:nvPr/>
            </p:nvSpPr>
            <p:spPr bwMode="auto">
              <a:xfrm>
                <a:off x="3783" y="2974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25" name="Freeform 781"/>
              <p:cNvSpPr>
                <a:spLocks/>
              </p:cNvSpPr>
              <p:nvPr/>
            </p:nvSpPr>
            <p:spPr bwMode="auto">
              <a:xfrm>
                <a:off x="3783" y="2962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26" name="Freeform 782"/>
              <p:cNvSpPr>
                <a:spLocks/>
              </p:cNvSpPr>
              <p:nvPr/>
            </p:nvSpPr>
            <p:spPr bwMode="auto">
              <a:xfrm>
                <a:off x="3783" y="2951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27" name="Freeform 783"/>
              <p:cNvSpPr>
                <a:spLocks/>
              </p:cNvSpPr>
              <p:nvPr/>
            </p:nvSpPr>
            <p:spPr bwMode="auto">
              <a:xfrm>
                <a:off x="3783" y="2939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28" name="Freeform 784"/>
              <p:cNvSpPr>
                <a:spLocks/>
              </p:cNvSpPr>
              <p:nvPr/>
            </p:nvSpPr>
            <p:spPr bwMode="auto">
              <a:xfrm>
                <a:off x="3783" y="2928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29" name="Freeform 785"/>
              <p:cNvSpPr>
                <a:spLocks/>
              </p:cNvSpPr>
              <p:nvPr/>
            </p:nvSpPr>
            <p:spPr bwMode="auto">
              <a:xfrm>
                <a:off x="3783" y="2916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30" name="Freeform 786"/>
              <p:cNvSpPr>
                <a:spLocks/>
              </p:cNvSpPr>
              <p:nvPr/>
            </p:nvSpPr>
            <p:spPr bwMode="auto">
              <a:xfrm>
                <a:off x="3783" y="2905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31" name="Freeform 787"/>
              <p:cNvSpPr>
                <a:spLocks/>
              </p:cNvSpPr>
              <p:nvPr/>
            </p:nvSpPr>
            <p:spPr bwMode="auto">
              <a:xfrm>
                <a:off x="3783" y="2893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32" name="Freeform 788"/>
              <p:cNvSpPr>
                <a:spLocks/>
              </p:cNvSpPr>
              <p:nvPr/>
            </p:nvSpPr>
            <p:spPr bwMode="auto">
              <a:xfrm>
                <a:off x="3783" y="2882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33" name="Freeform 789"/>
              <p:cNvSpPr>
                <a:spLocks/>
              </p:cNvSpPr>
              <p:nvPr/>
            </p:nvSpPr>
            <p:spPr bwMode="auto">
              <a:xfrm>
                <a:off x="3783" y="2870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1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1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1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34" name="Freeform 790"/>
              <p:cNvSpPr>
                <a:spLocks/>
              </p:cNvSpPr>
              <p:nvPr/>
            </p:nvSpPr>
            <p:spPr bwMode="auto">
              <a:xfrm>
                <a:off x="3783" y="2859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1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1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1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35" name="Freeform 791"/>
              <p:cNvSpPr>
                <a:spLocks/>
              </p:cNvSpPr>
              <p:nvPr/>
            </p:nvSpPr>
            <p:spPr bwMode="auto">
              <a:xfrm>
                <a:off x="3783" y="2847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36" name="Freeform 792"/>
              <p:cNvSpPr>
                <a:spLocks/>
              </p:cNvSpPr>
              <p:nvPr/>
            </p:nvSpPr>
            <p:spPr bwMode="auto">
              <a:xfrm>
                <a:off x="3783" y="2836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37" name="Freeform 793"/>
              <p:cNvSpPr>
                <a:spLocks/>
              </p:cNvSpPr>
              <p:nvPr/>
            </p:nvSpPr>
            <p:spPr bwMode="auto">
              <a:xfrm>
                <a:off x="3783" y="2824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38" name="Freeform 794"/>
              <p:cNvSpPr>
                <a:spLocks/>
              </p:cNvSpPr>
              <p:nvPr/>
            </p:nvSpPr>
            <p:spPr bwMode="auto">
              <a:xfrm>
                <a:off x="3783" y="2813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39" name="Freeform 795"/>
              <p:cNvSpPr>
                <a:spLocks/>
              </p:cNvSpPr>
              <p:nvPr/>
            </p:nvSpPr>
            <p:spPr bwMode="auto">
              <a:xfrm>
                <a:off x="3783" y="2801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40" name="Freeform 796"/>
              <p:cNvSpPr>
                <a:spLocks/>
              </p:cNvSpPr>
              <p:nvPr/>
            </p:nvSpPr>
            <p:spPr bwMode="auto">
              <a:xfrm>
                <a:off x="3783" y="2790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41" name="Freeform 797"/>
              <p:cNvSpPr>
                <a:spLocks/>
              </p:cNvSpPr>
              <p:nvPr/>
            </p:nvSpPr>
            <p:spPr bwMode="auto">
              <a:xfrm>
                <a:off x="3783" y="2778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42" name="Freeform 798"/>
              <p:cNvSpPr>
                <a:spLocks/>
              </p:cNvSpPr>
              <p:nvPr/>
            </p:nvSpPr>
            <p:spPr bwMode="auto">
              <a:xfrm>
                <a:off x="3783" y="2767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43" name="Freeform 799"/>
              <p:cNvSpPr>
                <a:spLocks/>
              </p:cNvSpPr>
              <p:nvPr/>
            </p:nvSpPr>
            <p:spPr bwMode="auto">
              <a:xfrm>
                <a:off x="3783" y="2755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44" name="Freeform 800"/>
              <p:cNvSpPr>
                <a:spLocks/>
              </p:cNvSpPr>
              <p:nvPr/>
            </p:nvSpPr>
            <p:spPr bwMode="auto">
              <a:xfrm>
                <a:off x="3783" y="2744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45" name="Freeform 801"/>
              <p:cNvSpPr>
                <a:spLocks/>
              </p:cNvSpPr>
              <p:nvPr/>
            </p:nvSpPr>
            <p:spPr bwMode="auto">
              <a:xfrm>
                <a:off x="3783" y="2732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46" name="Freeform 802"/>
              <p:cNvSpPr>
                <a:spLocks/>
              </p:cNvSpPr>
              <p:nvPr/>
            </p:nvSpPr>
            <p:spPr bwMode="auto">
              <a:xfrm>
                <a:off x="3783" y="2721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47" name="Freeform 803"/>
              <p:cNvSpPr>
                <a:spLocks/>
              </p:cNvSpPr>
              <p:nvPr/>
            </p:nvSpPr>
            <p:spPr bwMode="auto">
              <a:xfrm>
                <a:off x="3783" y="2709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48" name="Freeform 804"/>
              <p:cNvSpPr>
                <a:spLocks/>
              </p:cNvSpPr>
              <p:nvPr/>
            </p:nvSpPr>
            <p:spPr bwMode="auto">
              <a:xfrm>
                <a:off x="3783" y="2697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10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10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49" name="Freeform 805"/>
              <p:cNvSpPr>
                <a:spLocks/>
              </p:cNvSpPr>
              <p:nvPr/>
            </p:nvSpPr>
            <p:spPr bwMode="auto">
              <a:xfrm>
                <a:off x="3783" y="2686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10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10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50" name="Freeform 806"/>
              <p:cNvSpPr>
                <a:spLocks/>
              </p:cNvSpPr>
              <p:nvPr/>
            </p:nvSpPr>
            <p:spPr bwMode="auto">
              <a:xfrm>
                <a:off x="3783" y="2674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51" name="Freeform 807"/>
              <p:cNvSpPr>
                <a:spLocks/>
              </p:cNvSpPr>
              <p:nvPr/>
            </p:nvSpPr>
            <p:spPr bwMode="auto">
              <a:xfrm>
                <a:off x="3783" y="2663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52" name="Freeform 808"/>
              <p:cNvSpPr>
                <a:spLocks/>
              </p:cNvSpPr>
              <p:nvPr/>
            </p:nvSpPr>
            <p:spPr bwMode="auto">
              <a:xfrm>
                <a:off x="3783" y="2651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53" name="Freeform 809"/>
              <p:cNvSpPr>
                <a:spLocks/>
              </p:cNvSpPr>
              <p:nvPr/>
            </p:nvSpPr>
            <p:spPr bwMode="auto">
              <a:xfrm>
                <a:off x="3783" y="2640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54" name="Freeform 810"/>
              <p:cNvSpPr>
                <a:spLocks/>
              </p:cNvSpPr>
              <p:nvPr/>
            </p:nvSpPr>
            <p:spPr bwMode="auto">
              <a:xfrm>
                <a:off x="3783" y="2628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55" name="Freeform 811"/>
              <p:cNvSpPr>
                <a:spLocks/>
              </p:cNvSpPr>
              <p:nvPr/>
            </p:nvSpPr>
            <p:spPr bwMode="auto">
              <a:xfrm>
                <a:off x="3783" y="2617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56" name="Freeform 812"/>
              <p:cNvSpPr>
                <a:spLocks/>
              </p:cNvSpPr>
              <p:nvPr/>
            </p:nvSpPr>
            <p:spPr bwMode="auto">
              <a:xfrm>
                <a:off x="3783" y="2605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57" name="Freeform 813"/>
              <p:cNvSpPr>
                <a:spLocks/>
              </p:cNvSpPr>
              <p:nvPr/>
            </p:nvSpPr>
            <p:spPr bwMode="auto">
              <a:xfrm>
                <a:off x="3783" y="2594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58" name="Freeform 814"/>
              <p:cNvSpPr>
                <a:spLocks/>
              </p:cNvSpPr>
              <p:nvPr/>
            </p:nvSpPr>
            <p:spPr bwMode="auto">
              <a:xfrm>
                <a:off x="3783" y="2582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59" name="Freeform 815"/>
              <p:cNvSpPr>
                <a:spLocks/>
              </p:cNvSpPr>
              <p:nvPr/>
            </p:nvSpPr>
            <p:spPr bwMode="auto">
              <a:xfrm>
                <a:off x="3783" y="2571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1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1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1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60" name="Freeform 816"/>
              <p:cNvSpPr>
                <a:spLocks/>
              </p:cNvSpPr>
              <p:nvPr/>
            </p:nvSpPr>
            <p:spPr bwMode="auto">
              <a:xfrm>
                <a:off x="3783" y="2559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1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1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1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61" name="Freeform 817"/>
              <p:cNvSpPr>
                <a:spLocks/>
              </p:cNvSpPr>
              <p:nvPr/>
            </p:nvSpPr>
            <p:spPr bwMode="auto">
              <a:xfrm>
                <a:off x="3783" y="2548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62" name="Freeform 818"/>
              <p:cNvSpPr>
                <a:spLocks/>
              </p:cNvSpPr>
              <p:nvPr/>
            </p:nvSpPr>
            <p:spPr bwMode="auto">
              <a:xfrm>
                <a:off x="3783" y="2536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63" name="Freeform 819"/>
              <p:cNvSpPr>
                <a:spLocks/>
              </p:cNvSpPr>
              <p:nvPr/>
            </p:nvSpPr>
            <p:spPr bwMode="auto">
              <a:xfrm>
                <a:off x="3783" y="2525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64" name="Freeform 820"/>
              <p:cNvSpPr>
                <a:spLocks/>
              </p:cNvSpPr>
              <p:nvPr/>
            </p:nvSpPr>
            <p:spPr bwMode="auto">
              <a:xfrm>
                <a:off x="3783" y="2513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65" name="Freeform 821"/>
              <p:cNvSpPr>
                <a:spLocks/>
              </p:cNvSpPr>
              <p:nvPr/>
            </p:nvSpPr>
            <p:spPr bwMode="auto">
              <a:xfrm>
                <a:off x="3783" y="2502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66" name="Freeform 822"/>
              <p:cNvSpPr>
                <a:spLocks/>
              </p:cNvSpPr>
              <p:nvPr/>
            </p:nvSpPr>
            <p:spPr bwMode="auto">
              <a:xfrm>
                <a:off x="3783" y="2490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67" name="Freeform 823"/>
              <p:cNvSpPr>
                <a:spLocks/>
              </p:cNvSpPr>
              <p:nvPr/>
            </p:nvSpPr>
            <p:spPr bwMode="auto">
              <a:xfrm>
                <a:off x="3783" y="2479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68" name="Freeform 824"/>
              <p:cNvSpPr>
                <a:spLocks/>
              </p:cNvSpPr>
              <p:nvPr/>
            </p:nvSpPr>
            <p:spPr bwMode="auto">
              <a:xfrm>
                <a:off x="3783" y="2467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69" name="Freeform 825"/>
              <p:cNvSpPr>
                <a:spLocks/>
              </p:cNvSpPr>
              <p:nvPr/>
            </p:nvSpPr>
            <p:spPr bwMode="auto">
              <a:xfrm>
                <a:off x="3783" y="2456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70" name="Freeform 826"/>
              <p:cNvSpPr>
                <a:spLocks/>
              </p:cNvSpPr>
              <p:nvPr/>
            </p:nvSpPr>
            <p:spPr bwMode="auto">
              <a:xfrm>
                <a:off x="3783" y="2444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71" name="Freeform 827"/>
              <p:cNvSpPr>
                <a:spLocks/>
              </p:cNvSpPr>
              <p:nvPr/>
            </p:nvSpPr>
            <p:spPr bwMode="auto">
              <a:xfrm>
                <a:off x="3783" y="2433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72" name="Freeform 828"/>
              <p:cNvSpPr>
                <a:spLocks/>
              </p:cNvSpPr>
              <p:nvPr/>
            </p:nvSpPr>
            <p:spPr bwMode="auto">
              <a:xfrm>
                <a:off x="3783" y="2421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73" name="Freeform 829"/>
              <p:cNvSpPr>
                <a:spLocks/>
              </p:cNvSpPr>
              <p:nvPr/>
            </p:nvSpPr>
            <p:spPr bwMode="auto">
              <a:xfrm>
                <a:off x="3783" y="2410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74" name="Freeform 830"/>
              <p:cNvSpPr>
                <a:spLocks/>
              </p:cNvSpPr>
              <p:nvPr/>
            </p:nvSpPr>
            <p:spPr bwMode="auto">
              <a:xfrm>
                <a:off x="3783" y="2398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10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10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75" name="Freeform 831"/>
              <p:cNvSpPr>
                <a:spLocks/>
              </p:cNvSpPr>
              <p:nvPr/>
            </p:nvSpPr>
            <p:spPr bwMode="auto">
              <a:xfrm>
                <a:off x="3783" y="2386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10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10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76" name="Freeform 832"/>
              <p:cNvSpPr>
                <a:spLocks/>
              </p:cNvSpPr>
              <p:nvPr/>
            </p:nvSpPr>
            <p:spPr bwMode="auto">
              <a:xfrm>
                <a:off x="3783" y="2375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77" name="Freeform 833"/>
              <p:cNvSpPr>
                <a:spLocks/>
              </p:cNvSpPr>
              <p:nvPr/>
            </p:nvSpPr>
            <p:spPr bwMode="auto">
              <a:xfrm>
                <a:off x="3783" y="2363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78" name="Freeform 834"/>
              <p:cNvSpPr>
                <a:spLocks/>
              </p:cNvSpPr>
              <p:nvPr/>
            </p:nvSpPr>
            <p:spPr bwMode="auto">
              <a:xfrm>
                <a:off x="3783" y="2352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79" name="Freeform 835"/>
              <p:cNvSpPr>
                <a:spLocks/>
              </p:cNvSpPr>
              <p:nvPr/>
            </p:nvSpPr>
            <p:spPr bwMode="auto">
              <a:xfrm>
                <a:off x="3783" y="2340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80" name="Freeform 836"/>
              <p:cNvSpPr>
                <a:spLocks/>
              </p:cNvSpPr>
              <p:nvPr/>
            </p:nvSpPr>
            <p:spPr bwMode="auto">
              <a:xfrm>
                <a:off x="3783" y="2329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81" name="Freeform 837"/>
              <p:cNvSpPr>
                <a:spLocks/>
              </p:cNvSpPr>
              <p:nvPr/>
            </p:nvSpPr>
            <p:spPr bwMode="auto">
              <a:xfrm>
                <a:off x="3783" y="2317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82" name="Freeform 838"/>
              <p:cNvSpPr>
                <a:spLocks/>
              </p:cNvSpPr>
              <p:nvPr/>
            </p:nvSpPr>
            <p:spPr bwMode="auto">
              <a:xfrm>
                <a:off x="3783" y="2306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83" name="Freeform 839"/>
              <p:cNvSpPr>
                <a:spLocks/>
              </p:cNvSpPr>
              <p:nvPr/>
            </p:nvSpPr>
            <p:spPr bwMode="auto">
              <a:xfrm>
                <a:off x="3783" y="2294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84" name="Freeform 840"/>
              <p:cNvSpPr>
                <a:spLocks/>
              </p:cNvSpPr>
              <p:nvPr/>
            </p:nvSpPr>
            <p:spPr bwMode="auto">
              <a:xfrm>
                <a:off x="3783" y="2283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85" name="Freeform 841"/>
              <p:cNvSpPr>
                <a:spLocks/>
              </p:cNvSpPr>
              <p:nvPr/>
            </p:nvSpPr>
            <p:spPr bwMode="auto">
              <a:xfrm>
                <a:off x="3783" y="2271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1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1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1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86" name="Freeform 842"/>
              <p:cNvSpPr>
                <a:spLocks/>
              </p:cNvSpPr>
              <p:nvPr/>
            </p:nvSpPr>
            <p:spPr bwMode="auto">
              <a:xfrm>
                <a:off x="3783" y="2260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1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1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1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87" name="Freeform 843"/>
              <p:cNvSpPr>
                <a:spLocks/>
              </p:cNvSpPr>
              <p:nvPr/>
            </p:nvSpPr>
            <p:spPr bwMode="auto">
              <a:xfrm>
                <a:off x="3783" y="2248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88" name="Freeform 844"/>
              <p:cNvSpPr>
                <a:spLocks/>
              </p:cNvSpPr>
              <p:nvPr/>
            </p:nvSpPr>
            <p:spPr bwMode="auto">
              <a:xfrm>
                <a:off x="3783" y="2237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89" name="Freeform 845"/>
              <p:cNvSpPr>
                <a:spLocks/>
              </p:cNvSpPr>
              <p:nvPr/>
            </p:nvSpPr>
            <p:spPr bwMode="auto">
              <a:xfrm>
                <a:off x="3783" y="2225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90" name="Freeform 846"/>
              <p:cNvSpPr>
                <a:spLocks/>
              </p:cNvSpPr>
              <p:nvPr/>
            </p:nvSpPr>
            <p:spPr bwMode="auto">
              <a:xfrm>
                <a:off x="3783" y="2214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91" name="Freeform 847"/>
              <p:cNvSpPr>
                <a:spLocks/>
              </p:cNvSpPr>
              <p:nvPr/>
            </p:nvSpPr>
            <p:spPr bwMode="auto">
              <a:xfrm>
                <a:off x="3783" y="2202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92" name="Freeform 848"/>
              <p:cNvSpPr>
                <a:spLocks/>
              </p:cNvSpPr>
              <p:nvPr/>
            </p:nvSpPr>
            <p:spPr bwMode="auto">
              <a:xfrm>
                <a:off x="3783" y="2191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93" name="Freeform 849"/>
              <p:cNvSpPr>
                <a:spLocks/>
              </p:cNvSpPr>
              <p:nvPr/>
            </p:nvSpPr>
            <p:spPr bwMode="auto">
              <a:xfrm>
                <a:off x="3783" y="2179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94" name="Freeform 850"/>
              <p:cNvSpPr>
                <a:spLocks/>
              </p:cNvSpPr>
              <p:nvPr/>
            </p:nvSpPr>
            <p:spPr bwMode="auto">
              <a:xfrm>
                <a:off x="3783" y="2168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95" name="Freeform 851"/>
              <p:cNvSpPr>
                <a:spLocks/>
              </p:cNvSpPr>
              <p:nvPr/>
            </p:nvSpPr>
            <p:spPr bwMode="auto">
              <a:xfrm>
                <a:off x="3783" y="2156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96" name="Freeform 852"/>
              <p:cNvSpPr>
                <a:spLocks/>
              </p:cNvSpPr>
              <p:nvPr/>
            </p:nvSpPr>
            <p:spPr bwMode="auto">
              <a:xfrm>
                <a:off x="3783" y="2145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97" name="Freeform 853"/>
              <p:cNvSpPr>
                <a:spLocks/>
              </p:cNvSpPr>
              <p:nvPr/>
            </p:nvSpPr>
            <p:spPr bwMode="auto">
              <a:xfrm>
                <a:off x="3783" y="2133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98" name="Freeform 854"/>
              <p:cNvSpPr>
                <a:spLocks/>
              </p:cNvSpPr>
              <p:nvPr/>
            </p:nvSpPr>
            <p:spPr bwMode="auto">
              <a:xfrm>
                <a:off x="3783" y="2122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99" name="Freeform 855"/>
              <p:cNvSpPr>
                <a:spLocks/>
              </p:cNvSpPr>
              <p:nvPr/>
            </p:nvSpPr>
            <p:spPr bwMode="auto">
              <a:xfrm>
                <a:off x="3783" y="2110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00" name="Freeform 856"/>
              <p:cNvSpPr>
                <a:spLocks/>
              </p:cNvSpPr>
              <p:nvPr/>
            </p:nvSpPr>
            <p:spPr bwMode="auto">
              <a:xfrm>
                <a:off x="3783" y="2098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10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10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01" name="Freeform 857"/>
              <p:cNvSpPr>
                <a:spLocks/>
              </p:cNvSpPr>
              <p:nvPr/>
            </p:nvSpPr>
            <p:spPr bwMode="auto">
              <a:xfrm>
                <a:off x="3783" y="2087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10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10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02" name="Freeform 858"/>
              <p:cNvSpPr>
                <a:spLocks/>
              </p:cNvSpPr>
              <p:nvPr/>
            </p:nvSpPr>
            <p:spPr bwMode="auto">
              <a:xfrm>
                <a:off x="3783" y="2075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03" name="Freeform 859"/>
              <p:cNvSpPr>
                <a:spLocks/>
              </p:cNvSpPr>
              <p:nvPr/>
            </p:nvSpPr>
            <p:spPr bwMode="auto">
              <a:xfrm>
                <a:off x="3783" y="2064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04" name="Freeform 860"/>
              <p:cNvSpPr>
                <a:spLocks/>
              </p:cNvSpPr>
              <p:nvPr/>
            </p:nvSpPr>
            <p:spPr bwMode="auto">
              <a:xfrm>
                <a:off x="3783" y="2052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05" name="Freeform 861"/>
              <p:cNvSpPr>
                <a:spLocks/>
              </p:cNvSpPr>
              <p:nvPr/>
            </p:nvSpPr>
            <p:spPr bwMode="auto">
              <a:xfrm>
                <a:off x="3783" y="2041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06" name="Freeform 862"/>
              <p:cNvSpPr>
                <a:spLocks/>
              </p:cNvSpPr>
              <p:nvPr/>
            </p:nvSpPr>
            <p:spPr bwMode="auto">
              <a:xfrm>
                <a:off x="3783" y="2029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07" name="Freeform 863"/>
              <p:cNvSpPr>
                <a:spLocks/>
              </p:cNvSpPr>
              <p:nvPr/>
            </p:nvSpPr>
            <p:spPr bwMode="auto">
              <a:xfrm>
                <a:off x="3783" y="2018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08" name="Freeform 864"/>
              <p:cNvSpPr>
                <a:spLocks/>
              </p:cNvSpPr>
              <p:nvPr/>
            </p:nvSpPr>
            <p:spPr bwMode="auto">
              <a:xfrm>
                <a:off x="3783" y="2006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09" name="Freeform 865"/>
              <p:cNvSpPr>
                <a:spLocks/>
              </p:cNvSpPr>
              <p:nvPr/>
            </p:nvSpPr>
            <p:spPr bwMode="auto">
              <a:xfrm>
                <a:off x="3783" y="1995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10" name="Freeform 866"/>
              <p:cNvSpPr>
                <a:spLocks/>
              </p:cNvSpPr>
              <p:nvPr/>
            </p:nvSpPr>
            <p:spPr bwMode="auto">
              <a:xfrm>
                <a:off x="3783" y="1983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11" name="Freeform 867"/>
              <p:cNvSpPr>
                <a:spLocks/>
              </p:cNvSpPr>
              <p:nvPr/>
            </p:nvSpPr>
            <p:spPr bwMode="auto">
              <a:xfrm>
                <a:off x="3783" y="1972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1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1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1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12" name="Freeform 868"/>
              <p:cNvSpPr>
                <a:spLocks/>
              </p:cNvSpPr>
              <p:nvPr/>
            </p:nvSpPr>
            <p:spPr bwMode="auto">
              <a:xfrm>
                <a:off x="3783" y="1960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1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1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1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13" name="Freeform 869"/>
              <p:cNvSpPr>
                <a:spLocks/>
              </p:cNvSpPr>
              <p:nvPr/>
            </p:nvSpPr>
            <p:spPr bwMode="auto">
              <a:xfrm>
                <a:off x="3783" y="1949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14" name="Freeform 870"/>
              <p:cNvSpPr>
                <a:spLocks/>
              </p:cNvSpPr>
              <p:nvPr/>
            </p:nvSpPr>
            <p:spPr bwMode="auto">
              <a:xfrm>
                <a:off x="3783" y="1937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15" name="Freeform 871"/>
              <p:cNvSpPr>
                <a:spLocks/>
              </p:cNvSpPr>
              <p:nvPr/>
            </p:nvSpPr>
            <p:spPr bwMode="auto">
              <a:xfrm>
                <a:off x="3783" y="1926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16" name="Freeform 872"/>
              <p:cNvSpPr>
                <a:spLocks/>
              </p:cNvSpPr>
              <p:nvPr/>
            </p:nvSpPr>
            <p:spPr bwMode="auto">
              <a:xfrm>
                <a:off x="3783" y="1914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17" name="Freeform 873"/>
              <p:cNvSpPr>
                <a:spLocks/>
              </p:cNvSpPr>
              <p:nvPr/>
            </p:nvSpPr>
            <p:spPr bwMode="auto">
              <a:xfrm>
                <a:off x="3783" y="1903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18" name="Freeform 874"/>
              <p:cNvSpPr>
                <a:spLocks/>
              </p:cNvSpPr>
              <p:nvPr/>
            </p:nvSpPr>
            <p:spPr bwMode="auto">
              <a:xfrm>
                <a:off x="3783" y="1891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19" name="Freeform 875"/>
              <p:cNvSpPr>
                <a:spLocks/>
              </p:cNvSpPr>
              <p:nvPr/>
            </p:nvSpPr>
            <p:spPr bwMode="auto">
              <a:xfrm>
                <a:off x="3783" y="1880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20" name="Freeform 876"/>
              <p:cNvSpPr>
                <a:spLocks/>
              </p:cNvSpPr>
              <p:nvPr/>
            </p:nvSpPr>
            <p:spPr bwMode="auto">
              <a:xfrm>
                <a:off x="3783" y="1868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21" name="Freeform 877"/>
              <p:cNvSpPr>
                <a:spLocks/>
              </p:cNvSpPr>
              <p:nvPr/>
            </p:nvSpPr>
            <p:spPr bwMode="auto">
              <a:xfrm>
                <a:off x="3783" y="1857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22" name="Freeform 878"/>
              <p:cNvSpPr>
                <a:spLocks/>
              </p:cNvSpPr>
              <p:nvPr/>
            </p:nvSpPr>
            <p:spPr bwMode="auto">
              <a:xfrm>
                <a:off x="3783" y="1845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23" name="Freeform 879"/>
              <p:cNvSpPr>
                <a:spLocks/>
              </p:cNvSpPr>
              <p:nvPr/>
            </p:nvSpPr>
            <p:spPr bwMode="auto">
              <a:xfrm>
                <a:off x="3783" y="1834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24" name="Freeform 880"/>
              <p:cNvSpPr>
                <a:spLocks/>
              </p:cNvSpPr>
              <p:nvPr/>
            </p:nvSpPr>
            <p:spPr bwMode="auto">
              <a:xfrm>
                <a:off x="3783" y="1822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25" name="Freeform 881"/>
              <p:cNvSpPr>
                <a:spLocks/>
              </p:cNvSpPr>
              <p:nvPr/>
            </p:nvSpPr>
            <p:spPr bwMode="auto">
              <a:xfrm>
                <a:off x="3783" y="1811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26" name="Freeform 882"/>
              <p:cNvSpPr>
                <a:spLocks/>
              </p:cNvSpPr>
              <p:nvPr/>
            </p:nvSpPr>
            <p:spPr bwMode="auto">
              <a:xfrm>
                <a:off x="3783" y="1799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10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10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27" name="Freeform 883"/>
              <p:cNvSpPr>
                <a:spLocks/>
              </p:cNvSpPr>
              <p:nvPr/>
            </p:nvSpPr>
            <p:spPr bwMode="auto">
              <a:xfrm>
                <a:off x="3783" y="1787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10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10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28" name="Freeform 884"/>
              <p:cNvSpPr>
                <a:spLocks/>
              </p:cNvSpPr>
              <p:nvPr/>
            </p:nvSpPr>
            <p:spPr bwMode="auto">
              <a:xfrm>
                <a:off x="3783" y="1776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29" name="Freeform 885"/>
              <p:cNvSpPr>
                <a:spLocks/>
              </p:cNvSpPr>
              <p:nvPr/>
            </p:nvSpPr>
            <p:spPr bwMode="auto">
              <a:xfrm>
                <a:off x="3783" y="1764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30" name="Freeform 886"/>
              <p:cNvSpPr>
                <a:spLocks/>
              </p:cNvSpPr>
              <p:nvPr/>
            </p:nvSpPr>
            <p:spPr bwMode="auto">
              <a:xfrm>
                <a:off x="3783" y="1753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31" name="Freeform 887"/>
              <p:cNvSpPr>
                <a:spLocks/>
              </p:cNvSpPr>
              <p:nvPr/>
            </p:nvSpPr>
            <p:spPr bwMode="auto">
              <a:xfrm>
                <a:off x="3783" y="1741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32" name="Freeform 888"/>
              <p:cNvSpPr>
                <a:spLocks/>
              </p:cNvSpPr>
              <p:nvPr/>
            </p:nvSpPr>
            <p:spPr bwMode="auto">
              <a:xfrm>
                <a:off x="3783" y="1730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33" name="Freeform 889"/>
              <p:cNvSpPr>
                <a:spLocks/>
              </p:cNvSpPr>
              <p:nvPr/>
            </p:nvSpPr>
            <p:spPr bwMode="auto">
              <a:xfrm>
                <a:off x="3783" y="1718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34" name="Freeform 890"/>
              <p:cNvSpPr>
                <a:spLocks/>
              </p:cNvSpPr>
              <p:nvPr/>
            </p:nvSpPr>
            <p:spPr bwMode="auto">
              <a:xfrm>
                <a:off x="3783" y="1707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35" name="Freeform 891"/>
              <p:cNvSpPr>
                <a:spLocks/>
              </p:cNvSpPr>
              <p:nvPr/>
            </p:nvSpPr>
            <p:spPr bwMode="auto">
              <a:xfrm>
                <a:off x="3783" y="1695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36" name="Freeform 892"/>
              <p:cNvSpPr>
                <a:spLocks/>
              </p:cNvSpPr>
              <p:nvPr/>
            </p:nvSpPr>
            <p:spPr bwMode="auto">
              <a:xfrm>
                <a:off x="3783" y="1684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37" name="Freeform 893"/>
              <p:cNvSpPr>
                <a:spLocks/>
              </p:cNvSpPr>
              <p:nvPr/>
            </p:nvSpPr>
            <p:spPr bwMode="auto">
              <a:xfrm>
                <a:off x="3783" y="1672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1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1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1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38" name="Freeform 894"/>
              <p:cNvSpPr>
                <a:spLocks/>
              </p:cNvSpPr>
              <p:nvPr/>
            </p:nvSpPr>
            <p:spPr bwMode="auto">
              <a:xfrm>
                <a:off x="3783" y="1661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1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1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1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39" name="Freeform 895"/>
              <p:cNvSpPr>
                <a:spLocks/>
              </p:cNvSpPr>
              <p:nvPr/>
            </p:nvSpPr>
            <p:spPr bwMode="auto">
              <a:xfrm>
                <a:off x="3783" y="1649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40" name="Freeform 896"/>
              <p:cNvSpPr>
                <a:spLocks/>
              </p:cNvSpPr>
              <p:nvPr/>
            </p:nvSpPr>
            <p:spPr bwMode="auto">
              <a:xfrm>
                <a:off x="3783" y="1638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41" name="Freeform 897"/>
              <p:cNvSpPr>
                <a:spLocks/>
              </p:cNvSpPr>
              <p:nvPr/>
            </p:nvSpPr>
            <p:spPr bwMode="auto">
              <a:xfrm>
                <a:off x="3783" y="1626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42" name="Freeform 898"/>
              <p:cNvSpPr>
                <a:spLocks/>
              </p:cNvSpPr>
              <p:nvPr/>
            </p:nvSpPr>
            <p:spPr bwMode="auto">
              <a:xfrm>
                <a:off x="3783" y="1615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43" name="Freeform 899"/>
              <p:cNvSpPr>
                <a:spLocks/>
              </p:cNvSpPr>
              <p:nvPr/>
            </p:nvSpPr>
            <p:spPr bwMode="auto">
              <a:xfrm>
                <a:off x="3783" y="1603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44" name="Freeform 900"/>
              <p:cNvSpPr>
                <a:spLocks/>
              </p:cNvSpPr>
              <p:nvPr/>
            </p:nvSpPr>
            <p:spPr bwMode="auto">
              <a:xfrm>
                <a:off x="3783" y="1592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45" name="Freeform 901"/>
              <p:cNvSpPr>
                <a:spLocks/>
              </p:cNvSpPr>
              <p:nvPr/>
            </p:nvSpPr>
            <p:spPr bwMode="auto">
              <a:xfrm>
                <a:off x="3783" y="1580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46" name="Freeform 902"/>
              <p:cNvSpPr>
                <a:spLocks/>
              </p:cNvSpPr>
              <p:nvPr/>
            </p:nvSpPr>
            <p:spPr bwMode="auto">
              <a:xfrm>
                <a:off x="3783" y="1569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47" name="Freeform 903"/>
              <p:cNvSpPr>
                <a:spLocks/>
              </p:cNvSpPr>
              <p:nvPr/>
            </p:nvSpPr>
            <p:spPr bwMode="auto">
              <a:xfrm>
                <a:off x="3783" y="1557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48" name="Freeform 904"/>
              <p:cNvSpPr>
                <a:spLocks/>
              </p:cNvSpPr>
              <p:nvPr/>
            </p:nvSpPr>
            <p:spPr bwMode="auto">
              <a:xfrm>
                <a:off x="3783" y="1546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49" name="Freeform 905"/>
              <p:cNvSpPr>
                <a:spLocks/>
              </p:cNvSpPr>
              <p:nvPr/>
            </p:nvSpPr>
            <p:spPr bwMode="auto">
              <a:xfrm>
                <a:off x="3783" y="1534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50" name="Freeform 906"/>
              <p:cNvSpPr>
                <a:spLocks/>
              </p:cNvSpPr>
              <p:nvPr/>
            </p:nvSpPr>
            <p:spPr bwMode="auto">
              <a:xfrm>
                <a:off x="3783" y="1523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51" name="Freeform 907"/>
              <p:cNvSpPr>
                <a:spLocks/>
              </p:cNvSpPr>
              <p:nvPr/>
            </p:nvSpPr>
            <p:spPr bwMode="auto">
              <a:xfrm>
                <a:off x="3783" y="1511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52" name="Freeform 908"/>
              <p:cNvSpPr>
                <a:spLocks/>
              </p:cNvSpPr>
              <p:nvPr/>
            </p:nvSpPr>
            <p:spPr bwMode="auto">
              <a:xfrm>
                <a:off x="3783" y="1499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10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10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53" name="Freeform 909"/>
              <p:cNvSpPr>
                <a:spLocks/>
              </p:cNvSpPr>
              <p:nvPr/>
            </p:nvSpPr>
            <p:spPr bwMode="auto">
              <a:xfrm>
                <a:off x="3783" y="1488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10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10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54" name="Freeform 910"/>
              <p:cNvSpPr>
                <a:spLocks/>
              </p:cNvSpPr>
              <p:nvPr/>
            </p:nvSpPr>
            <p:spPr bwMode="auto">
              <a:xfrm>
                <a:off x="3783" y="1476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55" name="Freeform 911"/>
              <p:cNvSpPr>
                <a:spLocks/>
              </p:cNvSpPr>
              <p:nvPr/>
            </p:nvSpPr>
            <p:spPr bwMode="auto">
              <a:xfrm>
                <a:off x="3783" y="1465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56" name="Freeform 912"/>
              <p:cNvSpPr>
                <a:spLocks/>
              </p:cNvSpPr>
              <p:nvPr/>
            </p:nvSpPr>
            <p:spPr bwMode="auto">
              <a:xfrm>
                <a:off x="3783" y="1453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57" name="Freeform 913"/>
              <p:cNvSpPr>
                <a:spLocks/>
              </p:cNvSpPr>
              <p:nvPr/>
            </p:nvSpPr>
            <p:spPr bwMode="auto">
              <a:xfrm>
                <a:off x="3783" y="1442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58" name="Freeform 914"/>
              <p:cNvSpPr>
                <a:spLocks/>
              </p:cNvSpPr>
              <p:nvPr/>
            </p:nvSpPr>
            <p:spPr bwMode="auto">
              <a:xfrm>
                <a:off x="3783" y="1430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59" name="Freeform 915"/>
              <p:cNvSpPr>
                <a:spLocks/>
              </p:cNvSpPr>
              <p:nvPr/>
            </p:nvSpPr>
            <p:spPr bwMode="auto">
              <a:xfrm>
                <a:off x="3783" y="1419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60" name="Freeform 916"/>
              <p:cNvSpPr>
                <a:spLocks/>
              </p:cNvSpPr>
              <p:nvPr/>
            </p:nvSpPr>
            <p:spPr bwMode="auto">
              <a:xfrm>
                <a:off x="3783" y="1407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61" name="Freeform 917"/>
              <p:cNvSpPr>
                <a:spLocks/>
              </p:cNvSpPr>
              <p:nvPr/>
            </p:nvSpPr>
            <p:spPr bwMode="auto">
              <a:xfrm>
                <a:off x="3783" y="1396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62" name="Freeform 918"/>
              <p:cNvSpPr>
                <a:spLocks/>
              </p:cNvSpPr>
              <p:nvPr/>
            </p:nvSpPr>
            <p:spPr bwMode="auto">
              <a:xfrm>
                <a:off x="3783" y="1384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63" name="Freeform 919"/>
              <p:cNvSpPr>
                <a:spLocks/>
              </p:cNvSpPr>
              <p:nvPr/>
            </p:nvSpPr>
            <p:spPr bwMode="auto">
              <a:xfrm>
                <a:off x="3783" y="1373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1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1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1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64" name="Freeform 920"/>
              <p:cNvSpPr>
                <a:spLocks/>
              </p:cNvSpPr>
              <p:nvPr/>
            </p:nvSpPr>
            <p:spPr bwMode="auto">
              <a:xfrm>
                <a:off x="3783" y="1361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1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1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1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65" name="Freeform 921"/>
              <p:cNvSpPr>
                <a:spLocks/>
              </p:cNvSpPr>
              <p:nvPr/>
            </p:nvSpPr>
            <p:spPr bwMode="auto">
              <a:xfrm>
                <a:off x="3783" y="1350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66" name="Freeform 922"/>
              <p:cNvSpPr>
                <a:spLocks/>
              </p:cNvSpPr>
              <p:nvPr/>
            </p:nvSpPr>
            <p:spPr bwMode="auto">
              <a:xfrm>
                <a:off x="3783" y="1338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67" name="Freeform 923"/>
              <p:cNvSpPr>
                <a:spLocks/>
              </p:cNvSpPr>
              <p:nvPr/>
            </p:nvSpPr>
            <p:spPr bwMode="auto">
              <a:xfrm>
                <a:off x="3783" y="1327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68" name="Freeform 924"/>
              <p:cNvSpPr>
                <a:spLocks/>
              </p:cNvSpPr>
              <p:nvPr/>
            </p:nvSpPr>
            <p:spPr bwMode="auto">
              <a:xfrm>
                <a:off x="3783" y="1315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69" name="Freeform 925"/>
              <p:cNvSpPr>
                <a:spLocks/>
              </p:cNvSpPr>
              <p:nvPr/>
            </p:nvSpPr>
            <p:spPr bwMode="auto">
              <a:xfrm>
                <a:off x="3783" y="1304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70" name="Freeform 926"/>
              <p:cNvSpPr>
                <a:spLocks/>
              </p:cNvSpPr>
              <p:nvPr/>
            </p:nvSpPr>
            <p:spPr bwMode="auto">
              <a:xfrm>
                <a:off x="3783" y="1292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71" name="Freeform 927"/>
              <p:cNvSpPr>
                <a:spLocks/>
              </p:cNvSpPr>
              <p:nvPr/>
            </p:nvSpPr>
            <p:spPr bwMode="auto">
              <a:xfrm>
                <a:off x="3783" y="1281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72" name="Freeform 928"/>
              <p:cNvSpPr>
                <a:spLocks/>
              </p:cNvSpPr>
              <p:nvPr/>
            </p:nvSpPr>
            <p:spPr bwMode="auto">
              <a:xfrm>
                <a:off x="3783" y="1269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73" name="Freeform 929"/>
              <p:cNvSpPr>
                <a:spLocks/>
              </p:cNvSpPr>
              <p:nvPr/>
            </p:nvSpPr>
            <p:spPr bwMode="auto">
              <a:xfrm>
                <a:off x="3783" y="1258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74" name="Freeform 930"/>
              <p:cNvSpPr>
                <a:spLocks/>
              </p:cNvSpPr>
              <p:nvPr/>
            </p:nvSpPr>
            <p:spPr bwMode="auto">
              <a:xfrm>
                <a:off x="3783" y="1246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75" name="Freeform 931"/>
              <p:cNvSpPr>
                <a:spLocks/>
              </p:cNvSpPr>
              <p:nvPr/>
            </p:nvSpPr>
            <p:spPr bwMode="auto">
              <a:xfrm>
                <a:off x="3783" y="1235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76" name="Freeform 932"/>
              <p:cNvSpPr>
                <a:spLocks/>
              </p:cNvSpPr>
              <p:nvPr/>
            </p:nvSpPr>
            <p:spPr bwMode="auto">
              <a:xfrm>
                <a:off x="3783" y="1223"/>
                <a:ext cx="6" cy="6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77" name="Freeform 933"/>
              <p:cNvSpPr>
                <a:spLocks/>
              </p:cNvSpPr>
              <p:nvPr/>
            </p:nvSpPr>
            <p:spPr bwMode="auto">
              <a:xfrm>
                <a:off x="3783" y="1212"/>
                <a:ext cx="6" cy="5"/>
              </a:xfrm>
              <a:custGeom>
                <a:avLst/>
                <a:gdLst>
                  <a:gd name="T0" fmla="*/ 0 w 11"/>
                  <a:gd name="T1" fmla="*/ 8 h 12"/>
                  <a:gd name="T2" fmla="*/ 1 w 11"/>
                  <a:gd name="T3" fmla="*/ 8 h 12"/>
                  <a:gd name="T4" fmla="*/ 3 w 11"/>
                  <a:gd name="T5" fmla="*/ 10 h 12"/>
                  <a:gd name="T6" fmla="*/ 5 w 11"/>
                  <a:gd name="T7" fmla="*/ 12 h 12"/>
                  <a:gd name="T8" fmla="*/ 5 w 11"/>
                  <a:gd name="T9" fmla="*/ 12 h 12"/>
                  <a:gd name="T10" fmla="*/ 7 w 11"/>
                  <a:gd name="T11" fmla="*/ 10 h 12"/>
                  <a:gd name="T12" fmla="*/ 9 w 11"/>
                  <a:gd name="T13" fmla="*/ 8 h 12"/>
                  <a:gd name="T14" fmla="*/ 11 w 11"/>
                  <a:gd name="T15" fmla="*/ 6 h 12"/>
                  <a:gd name="T16" fmla="*/ 11 w 11"/>
                  <a:gd name="T17" fmla="*/ 6 h 12"/>
                  <a:gd name="T18" fmla="*/ 11 w 11"/>
                  <a:gd name="T19" fmla="*/ 4 h 12"/>
                  <a:gd name="T20" fmla="*/ 11 w 11"/>
                  <a:gd name="T21" fmla="*/ 2 h 12"/>
                  <a:gd name="T22" fmla="*/ 9 w 11"/>
                  <a:gd name="T23" fmla="*/ 0 h 12"/>
                  <a:gd name="T24" fmla="*/ 7 w 11"/>
                  <a:gd name="T25" fmla="*/ 0 h 12"/>
                  <a:gd name="T26" fmla="*/ 5 w 11"/>
                  <a:gd name="T27" fmla="*/ 0 h 12"/>
                  <a:gd name="T28" fmla="*/ 3 w 11"/>
                  <a:gd name="T29" fmla="*/ 0 h 12"/>
                  <a:gd name="T30" fmla="*/ 1 w 11"/>
                  <a:gd name="T31" fmla="*/ 2 h 12"/>
                  <a:gd name="T32" fmla="*/ 0 w 11"/>
                  <a:gd name="T33" fmla="*/ 4 h 12"/>
                  <a:gd name="T34" fmla="*/ 0 w 11"/>
                  <a:gd name="T35" fmla="*/ 6 h 12"/>
                  <a:gd name="T36" fmla="*/ 0 w 11"/>
                  <a:gd name="T37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2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78" name="Freeform 934"/>
              <p:cNvSpPr>
                <a:spLocks/>
              </p:cNvSpPr>
              <p:nvPr/>
            </p:nvSpPr>
            <p:spPr bwMode="auto">
              <a:xfrm>
                <a:off x="3783" y="1200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10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10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79" name="Freeform 935"/>
              <p:cNvSpPr>
                <a:spLocks/>
              </p:cNvSpPr>
              <p:nvPr/>
            </p:nvSpPr>
            <p:spPr bwMode="auto">
              <a:xfrm>
                <a:off x="3783" y="1188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10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10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10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10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80" name="Freeform 936"/>
              <p:cNvSpPr>
                <a:spLocks/>
              </p:cNvSpPr>
              <p:nvPr/>
            </p:nvSpPr>
            <p:spPr bwMode="auto">
              <a:xfrm>
                <a:off x="3783" y="1177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81" name="Freeform 937"/>
              <p:cNvSpPr>
                <a:spLocks/>
              </p:cNvSpPr>
              <p:nvPr/>
            </p:nvSpPr>
            <p:spPr bwMode="auto">
              <a:xfrm>
                <a:off x="3783" y="1165"/>
                <a:ext cx="6" cy="6"/>
              </a:xfrm>
              <a:custGeom>
                <a:avLst/>
                <a:gdLst>
                  <a:gd name="T0" fmla="*/ 0 w 11"/>
                  <a:gd name="T1" fmla="*/ 8 h 11"/>
                  <a:gd name="T2" fmla="*/ 1 w 11"/>
                  <a:gd name="T3" fmla="*/ 8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8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8"/>
                    </a:moveTo>
                    <a:lnTo>
                      <a:pt x="1" y="8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82" name="Freeform 938"/>
              <p:cNvSpPr>
                <a:spLocks/>
              </p:cNvSpPr>
              <p:nvPr/>
            </p:nvSpPr>
            <p:spPr bwMode="auto">
              <a:xfrm>
                <a:off x="3783" y="1154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83" name="Freeform 939"/>
              <p:cNvSpPr>
                <a:spLocks/>
              </p:cNvSpPr>
              <p:nvPr/>
            </p:nvSpPr>
            <p:spPr bwMode="auto">
              <a:xfrm>
                <a:off x="3783" y="1142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6 h 11"/>
                  <a:gd name="T16" fmla="*/ 11 w 11"/>
                  <a:gd name="T17" fmla="*/ 6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6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84" name="Freeform 940"/>
              <p:cNvSpPr>
                <a:spLocks/>
              </p:cNvSpPr>
              <p:nvPr/>
            </p:nvSpPr>
            <p:spPr bwMode="auto">
              <a:xfrm>
                <a:off x="3783" y="1131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85" name="Freeform 941"/>
              <p:cNvSpPr>
                <a:spLocks/>
              </p:cNvSpPr>
              <p:nvPr/>
            </p:nvSpPr>
            <p:spPr bwMode="auto">
              <a:xfrm>
                <a:off x="3783" y="1119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86" name="Freeform 942"/>
              <p:cNvSpPr>
                <a:spLocks/>
              </p:cNvSpPr>
              <p:nvPr/>
            </p:nvSpPr>
            <p:spPr bwMode="auto">
              <a:xfrm>
                <a:off x="3783" y="1108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4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4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4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87" name="Freeform 943"/>
              <p:cNvSpPr>
                <a:spLocks/>
              </p:cNvSpPr>
              <p:nvPr/>
            </p:nvSpPr>
            <p:spPr bwMode="auto">
              <a:xfrm>
                <a:off x="3783" y="1096"/>
                <a:ext cx="6" cy="6"/>
              </a:xfrm>
              <a:custGeom>
                <a:avLst/>
                <a:gdLst>
                  <a:gd name="T0" fmla="*/ 0 w 11"/>
                  <a:gd name="T1" fmla="*/ 7 h 11"/>
                  <a:gd name="T2" fmla="*/ 1 w 11"/>
                  <a:gd name="T3" fmla="*/ 7 h 11"/>
                  <a:gd name="T4" fmla="*/ 3 w 11"/>
                  <a:gd name="T5" fmla="*/ 9 h 11"/>
                  <a:gd name="T6" fmla="*/ 5 w 11"/>
                  <a:gd name="T7" fmla="*/ 11 h 11"/>
                  <a:gd name="T8" fmla="*/ 5 w 11"/>
                  <a:gd name="T9" fmla="*/ 11 h 11"/>
                  <a:gd name="T10" fmla="*/ 7 w 11"/>
                  <a:gd name="T11" fmla="*/ 9 h 11"/>
                  <a:gd name="T12" fmla="*/ 9 w 11"/>
                  <a:gd name="T13" fmla="*/ 7 h 11"/>
                  <a:gd name="T14" fmla="*/ 11 w 11"/>
                  <a:gd name="T15" fmla="*/ 5 h 11"/>
                  <a:gd name="T16" fmla="*/ 11 w 11"/>
                  <a:gd name="T17" fmla="*/ 5 h 11"/>
                  <a:gd name="T18" fmla="*/ 11 w 11"/>
                  <a:gd name="T19" fmla="*/ 3 h 11"/>
                  <a:gd name="T20" fmla="*/ 11 w 11"/>
                  <a:gd name="T21" fmla="*/ 2 h 11"/>
                  <a:gd name="T22" fmla="*/ 9 w 11"/>
                  <a:gd name="T23" fmla="*/ 0 h 11"/>
                  <a:gd name="T24" fmla="*/ 7 w 11"/>
                  <a:gd name="T25" fmla="*/ 0 h 11"/>
                  <a:gd name="T26" fmla="*/ 5 w 11"/>
                  <a:gd name="T27" fmla="*/ 0 h 11"/>
                  <a:gd name="T28" fmla="*/ 3 w 11"/>
                  <a:gd name="T29" fmla="*/ 0 h 11"/>
                  <a:gd name="T30" fmla="*/ 1 w 11"/>
                  <a:gd name="T31" fmla="*/ 2 h 11"/>
                  <a:gd name="T32" fmla="*/ 0 w 11"/>
                  <a:gd name="T33" fmla="*/ 3 h 11"/>
                  <a:gd name="T34" fmla="*/ 0 w 11"/>
                  <a:gd name="T35" fmla="*/ 5 h 11"/>
                  <a:gd name="T36" fmla="*/ 0 w 11"/>
                  <a:gd name="T37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lnTo>
                      <a:pt x="1" y="7"/>
                    </a:lnTo>
                    <a:lnTo>
                      <a:pt x="3" y="9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1" y="3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5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288" name="Freeform 944"/>
            <p:cNvSpPr>
              <a:spLocks/>
            </p:cNvSpPr>
            <p:nvPr/>
          </p:nvSpPr>
          <p:spPr bwMode="auto">
            <a:xfrm>
              <a:off x="1443" y="1532"/>
              <a:ext cx="2598" cy="1708"/>
            </a:xfrm>
            <a:custGeom>
              <a:avLst/>
              <a:gdLst>
                <a:gd name="T0" fmla="*/ 48 w 5197"/>
                <a:gd name="T1" fmla="*/ 1102 h 3418"/>
                <a:gd name="T2" fmla="*/ 157 w 5197"/>
                <a:gd name="T3" fmla="*/ 0 h 3418"/>
                <a:gd name="T4" fmla="*/ 265 w 5197"/>
                <a:gd name="T5" fmla="*/ 576 h 3418"/>
                <a:gd name="T6" fmla="*/ 361 w 5197"/>
                <a:gd name="T7" fmla="*/ 1619 h 3418"/>
                <a:gd name="T8" fmla="*/ 468 w 5197"/>
                <a:gd name="T9" fmla="*/ 2554 h 3418"/>
                <a:gd name="T10" fmla="*/ 576 w 5197"/>
                <a:gd name="T11" fmla="*/ 3155 h 3418"/>
                <a:gd name="T12" fmla="*/ 672 w 5197"/>
                <a:gd name="T13" fmla="*/ 3395 h 3418"/>
                <a:gd name="T14" fmla="*/ 781 w 5197"/>
                <a:gd name="T15" fmla="*/ 3383 h 3418"/>
                <a:gd name="T16" fmla="*/ 889 w 5197"/>
                <a:gd name="T17" fmla="*/ 3214 h 3418"/>
                <a:gd name="T18" fmla="*/ 985 w 5197"/>
                <a:gd name="T19" fmla="*/ 2999 h 3418"/>
                <a:gd name="T20" fmla="*/ 1092 w 5197"/>
                <a:gd name="T21" fmla="*/ 2807 h 3418"/>
                <a:gd name="T22" fmla="*/ 1200 w 5197"/>
                <a:gd name="T23" fmla="*/ 2675 h 3418"/>
                <a:gd name="T24" fmla="*/ 1296 w 5197"/>
                <a:gd name="T25" fmla="*/ 2627 h 3418"/>
                <a:gd name="T26" fmla="*/ 1405 w 5197"/>
                <a:gd name="T27" fmla="*/ 2627 h 3418"/>
                <a:gd name="T28" fmla="*/ 1513 w 5197"/>
                <a:gd name="T29" fmla="*/ 2650 h 3418"/>
                <a:gd name="T30" fmla="*/ 1609 w 5197"/>
                <a:gd name="T31" fmla="*/ 2675 h 3418"/>
                <a:gd name="T32" fmla="*/ 1716 w 5197"/>
                <a:gd name="T33" fmla="*/ 2675 h 3418"/>
                <a:gd name="T34" fmla="*/ 1824 w 5197"/>
                <a:gd name="T35" fmla="*/ 2615 h 3418"/>
                <a:gd name="T36" fmla="*/ 1920 w 5197"/>
                <a:gd name="T37" fmla="*/ 2506 h 3418"/>
                <a:gd name="T38" fmla="*/ 2029 w 5197"/>
                <a:gd name="T39" fmla="*/ 2350 h 3418"/>
                <a:gd name="T40" fmla="*/ 2137 w 5197"/>
                <a:gd name="T41" fmla="*/ 2158 h 3418"/>
                <a:gd name="T42" fmla="*/ 2233 w 5197"/>
                <a:gd name="T43" fmla="*/ 1966 h 3418"/>
                <a:gd name="T44" fmla="*/ 2340 w 5197"/>
                <a:gd name="T45" fmla="*/ 1788 h 3418"/>
                <a:gd name="T46" fmla="*/ 2450 w 5197"/>
                <a:gd name="T47" fmla="*/ 1655 h 3418"/>
                <a:gd name="T48" fmla="*/ 2546 w 5197"/>
                <a:gd name="T49" fmla="*/ 1582 h 3418"/>
                <a:gd name="T50" fmla="*/ 2653 w 5197"/>
                <a:gd name="T51" fmla="*/ 1582 h 3418"/>
                <a:gd name="T52" fmla="*/ 2749 w 5197"/>
                <a:gd name="T53" fmla="*/ 1655 h 3418"/>
                <a:gd name="T54" fmla="*/ 2857 w 5197"/>
                <a:gd name="T55" fmla="*/ 1788 h 3418"/>
                <a:gd name="T56" fmla="*/ 2966 w 5197"/>
                <a:gd name="T57" fmla="*/ 1966 h 3418"/>
                <a:gd name="T58" fmla="*/ 3062 w 5197"/>
                <a:gd name="T59" fmla="*/ 2158 h 3418"/>
                <a:gd name="T60" fmla="*/ 3170 w 5197"/>
                <a:gd name="T61" fmla="*/ 2350 h 3418"/>
                <a:gd name="T62" fmla="*/ 3277 w 5197"/>
                <a:gd name="T63" fmla="*/ 2506 h 3418"/>
                <a:gd name="T64" fmla="*/ 3373 w 5197"/>
                <a:gd name="T65" fmla="*/ 2615 h 3418"/>
                <a:gd name="T66" fmla="*/ 3481 w 5197"/>
                <a:gd name="T67" fmla="*/ 2675 h 3418"/>
                <a:gd name="T68" fmla="*/ 3590 w 5197"/>
                <a:gd name="T69" fmla="*/ 2675 h 3418"/>
                <a:gd name="T70" fmla="*/ 3686 w 5197"/>
                <a:gd name="T71" fmla="*/ 2650 h 3418"/>
                <a:gd name="T72" fmla="*/ 3794 w 5197"/>
                <a:gd name="T73" fmla="*/ 2627 h 3418"/>
                <a:gd name="T74" fmla="*/ 3901 w 5197"/>
                <a:gd name="T75" fmla="*/ 2627 h 3418"/>
                <a:gd name="T76" fmla="*/ 3997 w 5197"/>
                <a:gd name="T77" fmla="*/ 2675 h 3418"/>
                <a:gd name="T78" fmla="*/ 4105 w 5197"/>
                <a:gd name="T79" fmla="*/ 2807 h 3418"/>
                <a:gd name="T80" fmla="*/ 4214 w 5197"/>
                <a:gd name="T81" fmla="*/ 2999 h 3418"/>
                <a:gd name="T82" fmla="*/ 4310 w 5197"/>
                <a:gd name="T83" fmla="*/ 3214 h 3418"/>
                <a:gd name="T84" fmla="*/ 4418 w 5197"/>
                <a:gd name="T85" fmla="*/ 3383 h 3418"/>
                <a:gd name="T86" fmla="*/ 4525 w 5197"/>
                <a:gd name="T87" fmla="*/ 3395 h 3418"/>
                <a:gd name="T88" fmla="*/ 4621 w 5197"/>
                <a:gd name="T89" fmla="*/ 3155 h 3418"/>
                <a:gd name="T90" fmla="*/ 4729 w 5197"/>
                <a:gd name="T91" fmla="*/ 2554 h 3418"/>
                <a:gd name="T92" fmla="*/ 4838 w 5197"/>
                <a:gd name="T93" fmla="*/ 1619 h 3418"/>
                <a:gd name="T94" fmla="*/ 4934 w 5197"/>
                <a:gd name="T95" fmla="*/ 576 h 3418"/>
                <a:gd name="T96" fmla="*/ 5042 w 5197"/>
                <a:gd name="T97" fmla="*/ 0 h 3418"/>
                <a:gd name="T98" fmla="*/ 5149 w 5197"/>
                <a:gd name="T99" fmla="*/ 1102 h 3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97" h="3418">
                  <a:moveTo>
                    <a:pt x="0" y="2890"/>
                  </a:moveTo>
                  <a:lnTo>
                    <a:pt x="48" y="1102"/>
                  </a:lnTo>
                  <a:lnTo>
                    <a:pt x="109" y="240"/>
                  </a:lnTo>
                  <a:lnTo>
                    <a:pt x="157" y="0"/>
                  </a:lnTo>
                  <a:lnTo>
                    <a:pt x="205" y="167"/>
                  </a:lnTo>
                  <a:lnTo>
                    <a:pt x="265" y="576"/>
                  </a:lnTo>
                  <a:lnTo>
                    <a:pt x="313" y="1091"/>
                  </a:lnTo>
                  <a:lnTo>
                    <a:pt x="361" y="1619"/>
                  </a:lnTo>
                  <a:lnTo>
                    <a:pt x="420" y="2124"/>
                  </a:lnTo>
                  <a:lnTo>
                    <a:pt x="468" y="2554"/>
                  </a:lnTo>
                  <a:lnTo>
                    <a:pt x="516" y="2903"/>
                  </a:lnTo>
                  <a:lnTo>
                    <a:pt x="576" y="3155"/>
                  </a:lnTo>
                  <a:lnTo>
                    <a:pt x="624" y="3310"/>
                  </a:lnTo>
                  <a:lnTo>
                    <a:pt x="672" y="3395"/>
                  </a:lnTo>
                  <a:lnTo>
                    <a:pt x="733" y="3418"/>
                  </a:lnTo>
                  <a:lnTo>
                    <a:pt x="781" y="3383"/>
                  </a:lnTo>
                  <a:lnTo>
                    <a:pt x="829" y="3310"/>
                  </a:lnTo>
                  <a:lnTo>
                    <a:pt x="889" y="3214"/>
                  </a:lnTo>
                  <a:lnTo>
                    <a:pt x="937" y="3107"/>
                  </a:lnTo>
                  <a:lnTo>
                    <a:pt x="985" y="2999"/>
                  </a:lnTo>
                  <a:lnTo>
                    <a:pt x="1044" y="2890"/>
                  </a:lnTo>
                  <a:lnTo>
                    <a:pt x="1092" y="2807"/>
                  </a:lnTo>
                  <a:lnTo>
                    <a:pt x="1140" y="2734"/>
                  </a:lnTo>
                  <a:lnTo>
                    <a:pt x="1200" y="2675"/>
                  </a:lnTo>
                  <a:lnTo>
                    <a:pt x="1248" y="2638"/>
                  </a:lnTo>
                  <a:lnTo>
                    <a:pt x="1296" y="2627"/>
                  </a:lnTo>
                  <a:lnTo>
                    <a:pt x="1357" y="2615"/>
                  </a:lnTo>
                  <a:lnTo>
                    <a:pt x="1405" y="2627"/>
                  </a:lnTo>
                  <a:lnTo>
                    <a:pt x="1453" y="2638"/>
                  </a:lnTo>
                  <a:lnTo>
                    <a:pt x="1513" y="2650"/>
                  </a:lnTo>
                  <a:lnTo>
                    <a:pt x="1561" y="2663"/>
                  </a:lnTo>
                  <a:lnTo>
                    <a:pt x="1609" y="2675"/>
                  </a:lnTo>
                  <a:lnTo>
                    <a:pt x="1668" y="2675"/>
                  </a:lnTo>
                  <a:lnTo>
                    <a:pt x="1716" y="2675"/>
                  </a:lnTo>
                  <a:lnTo>
                    <a:pt x="1764" y="2650"/>
                  </a:lnTo>
                  <a:lnTo>
                    <a:pt x="1824" y="2615"/>
                  </a:lnTo>
                  <a:lnTo>
                    <a:pt x="1872" y="2567"/>
                  </a:lnTo>
                  <a:lnTo>
                    <a:pt x="1920" y="2506"/>
                  </a:lnTo>
                  <a:lnTo>
                    <a:pt x="1981" y="2435"/>
                  </a:lnTo>
                  <a:lnTo>
                    <a:pt x="2029" y="2350"/>
                  </a:lnTo>
                  <a:lnTo>
                    <a:pt x="2077" y="2254"/>
                  </a:lnTo>
                  <a:lnTo>
                    <a:pt x="2137" y="2158"/>
                  </a:lnTo>
                  <a:lnTo>
                    <a:pt x="2185" y="2062"/>
                  </a:lnTo>
                  <a:lnTo>
                    <a:pt x="2233" y="1966"/>
                  </a:lnTo>
                  <a:lnTo>
                    <a:pt x="2292" y="1870"/>
                  </a:lnTo>
                  <a:lnTo>
                    <a:pt x="2340" y="1788"/>
                  </a:lnTo>
                  <a:lnTo>
                    <a:pt x="2388" y="1715"/>
                  </a:lnTo>
                  <a:lnTo>
                    <a:pt x="2450" y="1655"/>
                  </a:lnTo>
                  <a:lnTo>
                    <a:pt x="2498" y="1619"/>
                  </a:lnTo>
                  <a:lnTo>
                    <a:pt x="2546" y="1582"/>
                  </a:lnTo>
                  <a:lnTo>
                    <a:pt x="2605" y="1582"/>
                  </a:lnTo>
                  <a:lnTo>
                    <a:pt x="2653" y="1582"/>
                  </a:lnTo>
                  <a:lnTo>
                    <a:pt x="2701" y="1619"/>
                  </a:lnTo>
                  <a:lnTo>
                    <a:pt x="2749" y="1655"/>
                  </a:lnTo>
                  <a:lnTo>
                    <a:pt x="2809" y="1715"/>
                  </a:lnTo>
                  <a:lnTo>
                    <a:pt x="2857" y="1788"/>
                  </a:lnTo>
                  <a:lnTo>
                    <a:pt x="2905" y="1870"/>
                  </a:lnTo>
                  <a:lnTo>
                    <a:pt x="2966" y="1966"/>
                  </a:lnTo>
                  <a:lnTo>
                    <a:pt x="3014" y="2062"/>
                  </a:lnTo>
                  <a:lnTo>
                    <a:pt x="3062" y="2158"/>
                  </a:lnTo>
                  <a:lnTo>
                    <a:pt x="3122" y="2254"/>
                  </a:lnTo>
                  <a:lnTo>
                    <a:pt x="3170" y="2350"/>
                  </a:lnTo>
                  <a:lnTo>
                    <a:pt x="3218" y="2435"/>
                  </a:lnTo>
                  <a:lnTo>
                    <a:pt x="3277" y="2506"/>
                  </a:lnTo>
                  <a:lnTo>
                    <a:pt x="3325" y="2567"/>
                  </a:lnTo>
                  <a:lnTo>
                    <a:pt x="3373" y="2615"/>
                  </a:lnTo>
                  <a:lnTo>
                    <a:pt x="3433" y="2650"/>
                  </a:lnTo>
                  <a:lnTo>
                    <a:pt x="3481" y="2675"/>
                  </a:lnTo>
                  <a:lnTo>
                    <a:pt x="3529" y="2675"/>
                  </a:lnTo>
                  <a:lnTo>
                    <a:pt x="3590" y="2675"/>
                  </a:lnTo>
                  <a:lnTo>
                    <a:pt x="3638" y="2663"/>
                  </a:lnTo>
                  <a:lnTo>
                    <a:pt x="3686" y="2650"/>
                  </a:lnTo>
                  <a:lnTo>
                    <a:pt x="3746" y="2638"/>
                  </a:lnTo>
                  <a:lnTo>
                    <a:pt x="3794" y="2627"/>
                  </a:lnTo>
                  <a:lnTo>
                    <a:pt x="3842" y="2615"/>
                  </a:lnTo>
                  <a:lnTo>
                    <a:pt x="3901" y="2627"/>
                  </a:lnTo>
                  <a:lnTo>
                    <a:pt x="3949" y="2638"/>
                  </a:lnTo>
                  <a:lnTo>
                    <a:pt x="3997" y="2675"/>
                  </a:lnTo>
                  <a:lnTo>
                    <a:pt x="4057" y="2734"/>
                  </a:lnTo>
                  <a:lnTo>
                    <a:pt x="4105" y="2807"/>
                  </a:lnTo>
                  <a:lnTo>
                    <a:pt x="4153" y="2890"/>
                  </a:lnTo>
                  <a:lnTo>
                    <a:pt x="4214" y="2999"/>
                  </a:lnTo>
                  <a:lnTo>
                    <a:pt x="4262" y="3107"/>
                  </a:lnTo>
                  <a:lnTo>
                    <a:pt x="4310" y="3214"/>
                  </a:lnTo>
                  <a:lnTo>
                    <a:pt x="4370" y="3310"/>
                  </a:lnTo>
                  <a:lnTo>
                    <a:pt x="4418" y="3383"/>
                  </a:lnTo>
                  <a:lnTo>
                    <a:pt x="4466" y="3418"/>
                  </a:lnTo>
                  <a:lnTo>
                    <a:pt x="4525" y="3395"/>
                  </a:lnTo>
                  <a:lnTo>
                    <a:pt x="4573" y="3310"/>
                  </a:lnTo>
                  <a:lnTo>
                    <a:pt x="4621" y="3155"/>
                  </a:lnTo>
                  <a:lnTo>
                    <a:pt x="4681" y="2903"/>
                  </a:lnTo>
                  <a:lnTo>
                    <a:pt x="4729" y="2554"/>
                  </a:lnTo>
                  <a:lnTo>
                    <a:pt x="4777" y="2124"/>
                  </a:lnTo>
                  <a:lnTo>
                    <a:pt x="4838" y="1619"/>
                  </a:lnTo>
                  <a:lnTo>
                    <a:pt x="4886" y="1091"/>
                  </a:lnTo>
                  <a:lnTo>
                    <a:pt x="4934" y="576"/>
                  </a:lnTo>
                  <a:lnTo>
                    <a:pt x="4994" y="167"/>
                  </a:lnTo>
                  <a:lnTo>
                    <a:pt x="5042" y="0"/>
                  </a:lnTo>
                  <a:lnTo>
                    <a:pt x="5090" y="240"/>
                  </a:lnTo>
                  <a:lnTo>
                    <a:pt x="5149" y="1102"/>
                  </a:lnTo>
                  <a:lnTo>
                    <a:pt x="5197" y="2890"/>
                  </a:lnTo>
                </a:path>
              </a:pathLst>
            </a:custGeom>
            <a:noFill/>
            <a:ln w="2222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289" name="Line 945"/>
            <p:cNvSpPr>
              <a:spLocks noChangeShapeType="1"/>
            </p:cNvSpPr>
            <p:nvPr/>
          </p:nvSpPr>
          <p:spPr bwMode="auto">
            <a:xfrm flipV="1">
              <a:off x="1443" y="1298"/>
              <a:ext cx="1" cy="20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290" name="Freeform 946"/>
            <p:cNvSpPr>
              <a:spLocks/>
            </p:cNvSpPr>
            <p:nvPr/>
          </p:nvSpPr>
          <p:spPr bwMode="auto">
            <a:xfrm>
              <a:off x="1443" y="1298"/>
              <a:ext cx="2598" cy="2044"/>
            </a:xfrm>
            <a:custGeom>
              <a:avLst/>
              <a:gdLst>
                <a:gd name="T0" fmla="*/ 0 w 5197"/>
                <a:gd name="T1" fmla="*/ 4087 h 4087"/>
                <a:gd name="T2" fmla="*/ 5197 w 5197"/>
                <a:gd name="T3" fmla="*/ 4087 h 4087"/>
                <a:gd name="T4" fmla="*/ 5197 w 5197"/>
                <a:gd name="T5" fmla="*/ 0 h 40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197" h="4087">
                  <a:moveTo>
                    <a:pt x="0" y="4087"/>
                  </a:moveTo>
                  <a:lnTo>
                    <a:pt x="5197" y="4087"/>
                  </a:lnTo>
                  <a:lnTo>
                    <a:pt x="5197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291" name="Line 947"/>
            <p:cNvSpPr>
              <a:spLocks noChangeShapeType="1"/>
            </p:cNvSpPr>
            <p:nvPr/>
          </p:nvSpPr>
          <p:spPr bwMode="auto">
            <a:xfrm>
              <a:off x="1443" y="1298"/>
              <a:ext cx="2598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292" name="AutoShape 948"/>
          <p:cNvSpPr>
            <a:spLocks noChangeArrowheads="1"/>
          </p:cNvSpPr>
          <p:nvPr/>
        </p:nvSpPr>
        <p:spPr bwMode="auto">
          <a:xfrm>
            <a:off x="5791200" y="3200400"/>
            <a:ext cx="2971800" cy="2057400"/>
          </a:xfrm>
          <a:prstGeom prst="wedgeEllipseCallout">
            <a:avLst>
              <a:gd name="adj1" fmla="val -69606"/>
              <a:gd name="adj2" fmla="val -98921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tIns="0"/>
          <a:lstStyle/>
          <a:p>
            <a:pPr algn="ctr"/>
            <a:r>
              <a:rPr lang="en-US" altLang="zh-CN" sz="2400" b="1" i="1"/>
              <a:t>n</a:t>
            </a:r>
            <a:r>
              <a:rPr lang="en-US" altLang="zh-CN" sz="2400" b="1"/>
              <a:t> </a:t>
            </a:r>
            <a:r>
              <a:rPr lang="zh-CN" altLang="en-US" sz="2400" b="1"/>
              <a:t>越大，</a:t>
            </a:r>
            <a:endParaRPr lang="en-US" altLang="zh-CN" sz="2400" b="1"/>
          </a:p>
          <a:p>
            <a:pPr algn="ctr"/>
            <a:r>
              <a:rPr lang="zh-CN" altLang="en-US" sz="2400" b="1"/>
              <a:t>端点附近抖动</a:t>
            </a:r>
            <a:endParaRPr lang="en-US" altLang="zh-CN" sz="2400" b="1"/>
          </a:p>
          <a:p>
            <a:pPr algn="ctr"/>
            <a:r>
              <a:rPr lang="zh-CN" altLang="en-US" sz="2400" b="1"/>
              <a:t>越大，称为</a:t>
            </a:r>
            <a:endParaRPr lang="en-US" altLang="zh-CN" sz="2400" b="1"/>
          </a:p>
          <a:p>
            <a:pPr algn="ctr"/>
            <a:r>
              <a:rPr lang="en-US" altLang="zh-CN" sz="2400" b="1">
                <a:solidFill>
                  <a:schemeClr val="accent2"/>
                </a:solidFill>
              </a:rPr>
              <a:t>Runge </a:t>
            </a:r>
            <a:r>
              <a:rPr lang="zh-CN" altLang="en-US" sz="2400" b="1">
                <a:solidFill>
                  <a:schemeClr val="accent2"/>
                </a:solidFill>
              </a:rPr>
              <a:t>现象</a:t>
            </a:r>
            <a:endParaRPr lang="en-US" altLang="zh-CN" sz="2400" b="1" i="1">
              <a:solidFill>
                <a:schemeClr val="accent2"/>
              </a:solidFill>
            </a:endParaRPr>
          </a:p>
        </p:txBody>
      </p:sp>
      <p:grpSp>
        <p:nvGrpSpPr>
          <p:cNvPr id="58295" name="Group 951"/>
          <p:cNvGrpSpPr>
            <a:grpSpLocks/>
          </p:cNvGrpSpPr>
          <p:nvPr/>
        </p:nvGrpSpPr>
        <p:grpSpPr bwMode="auto">
          <a:xfrm>
            <a:off x="5867400" y="1905000"/>
            <a:ext cx="2438400" cy="579438"/>
            <a:chOff x="3696" y="1200"/>
            <a:chExt cx="1536" cy="365"/>
          </a:xfrm>
        </p:grpSpPr>
        <p:sp>
          <p:nvSpPr>
            <p:cNvPr id="58293" name="Text Box 949"/>
            <p:cNvSpPr txBox="1">
              <a:spLocks noChangeArrowheads="1"/>
            </p:cNvSpPr>
            <p:nvPr/>
          </p:nvSpPr>
          <p:spPr bwMode="auto">
            <a:xfrm>
              <a:off x="3696" y="1248"/>
              <a:ext cx="15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i="1"/>
                <a:t>L</a:t>
              </a:r>
              <a:r>
                <a:rPr lang="en-US" altLang="zh-CN" sz="2400" b="1" i="1" baseline="-25000"/>
                <a:t>n</a:t>
              </a:r>
              <a:r>
                <a:rPr lang="en-US" altLang="zh-CN" sz="2400" b="1"/>
                <a:t>(</a:t>
              </a:r>
              <a:r>
                <a:rPr lang="en-US" altLang="zh-CN" sz="2400" b="1" i="1"/>
                <a:t>x</a:t>
              </a:r>
              <a:r>
                <a:rPr lang="en-US" altLang="zh-CN" sz="2400" b="1"/>
                <a:t>) </a:t>
              </a:r>
              <a:r>
                <a:rPr lang="en-US" altLang="zh-CN" sz="2400" b="1">
                  <a:sym typeface="Symbol" charset="0"/>
                </a:rPr>
                <a:t> </a:t>
              </a:r>
              <a:r>
                <a:rPr lang="en-US" altLang="zh-CN" sz="2400" b="1" i="1">
                  <a:sym typeface="Symbol" charset="0"/>
                </a:rPr>
                <a:t>f</a:t>
              </a:r>
              <a:r>
                <a:rPr lang="en-US" altLang="zh-CN" sz="2400" b="1">
                  <a:sym typeface="Symbol" charset="0"/>
                </a:rPr>
                <a:t> (</a:t>
              </a:r>
              <a:r>
                <a:rPr lang="en-US" altLang="zh-CN" sz="2400" b="1" i="1">
                  <a:sym typeface="Symbol" charset="0"/>
                </a:rPr>
                <a:t>x</a:t>
              </a:r>
              <a:r>
                <a:rPr lang="en-US" altLang="zh-CN" sz="2400" b="1">
                  <a:sym typeface="Symbol" charset="0"/>
                </a:rPr>
                <a:t>)</a:t>
              </a:r>
              <a:endParaRPr lang="en-US" altLang="zh-CN" sz="2400" b="1" i="1"/>
            </a:p>
          </p:txBody>
        </p:sp>
        <p:sp>
          <p:nvSpPr>
            <p:cNvPr id="58294" name="Text Box 950"/>
            <p:cNvSpPr txBox="1">
              <a:spLocks noChangeArrowheads="1"/>
            </p:cNvSpPr>
            <p:nvPr/>
          </p:nvSpPr>
          <p:spPr bwMode="auto">
            <a:xfrm>
              <a:off x="4320" y="1200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3300"/>
                  </a:solidFill>
                  <a:sym typeface="Symbol" charset="0"/>
                </a:rPr>
                <a:t></a:t>
              </a:r>
              <a:endParaRPr lang="en-US" altLang="zh-CN" sz="3200" b="1">
                <a:solidFill>
                  <a:srgbClr val="FF3300"/>
                </a:solidFill>
              </a:endParaRPr>
            </a:p>
          </p:txBody>
        </p:sp>
      </p:grpSp>
      <p:grpSp>
        <p:nvGrpSpPr>
          <p:cNvPr id="58313" name="Group 969"/>
          <p:cNvGrpSpPr>
            <a:grpSpLocks/>
          </p:cNvGrpSpPr>
          <p:nvPr/>
        </p:nvGrpSpPr>
        <p:grpSpPr bwMode="auto">
          <a:xfrm rot="16200000">
            <a:off x="4590132" y="5991274"/>
            <a:ext cx="515938" cy="984250"/>
            <a:chOff x="479" y="3455"/>
            <a:chExt cx="325" cy="620"/>
          </a:xfrm>
        </p:grpSpPr>
        <p:sp>
          <p:nvSpPr>
            <p:cNvPr id="58297" name="Freeform 953"/>
            <p:cNvSpPr>
              <a:spLocks/>
            </p:cNvSpPr>
            <p:nvPr/>
          </p:nvSpPr>
          <p:spPr bwMode="auto">
            <a:xfrm>
              <a:off x="479" y="3455"/>
              <a:ext cx="317" cy="616"/>
            </a:xfrm>
            <a:custGeom>
              <a:avLst/>
              <a:gdLst>
                <a:gd name="T0" fmla="*/ 341 w 951"/>
                <a:gd name="T1" fmla="*/ 0 h 1848"/>
                <a:gd name="T2" fmla="*/ 629 w 951"/>
                <a:gd name="T3" fmla="*/ 0 h 1848"/>
                <a:gd name="T4" fmla="*/ 574 w 951"/>
                <a:gd name="T5" fmla="*/ 71 h 1848"/>
                <a:gd name="T6" fmla="*/ 407 w 951"/>
                <a:gd name="T7" fmla="*/ 71 h 1848"/>
                <a:gd name="T8" fmla="*/ 344 w 951"/>
                <a:gd name="T9" fmla="*/ 184 h 1848"/>
                <a:gd name="T10" fmla="*/ 632 w 951"/>
                <a:gd name="T11" fmla="*/ 184 h 1848"/>
                <a:gd name="T12" fmla="*/ 573 w 951"/>
                <a:gd name="T13" fmla="*/ 72 h 1848"/>
                <a:gd name="T14" fmla="*/ 629 w 951"/>
                <a:gd name="T15" fmla="*/ 1 h 1848"/>
                <a:gd name="T16" fmla="*/ 730 w 951"/>
                <a:gd name="T17" fmla="*/ 176 h 1848"/>
                <a:gd name="T18" fmla="*/ 784 w 951"/>
                <a:gd name="T19" fmla="*/ 177 h 1848"/>
                <a:gd name="T20" fmla="*/ 803 w 951"/>
                <a:gd name="T21" fmla="*/ 237 h 1848"/>
                <a:gd name="T22" fmla="*/ 888 w 951"/>
                <a:gd name="T23" fmla="*/ 237 h 1848"/>
                <a:gd name="T24" fmla="*/ 889 w 951"/>
                <a:gd name="T25" fmla="*/ 279 h 1848"/>
                <a:gd name="T26" fmla="*/ 921 w 951"/>
                <a:gd name="T27" fmla="*/ 280 h 1848"/>
                <a:gd name="T28" fmla="*/ 951 w 951"/>
                <a:gd name="T29" fmla="*/ 280 h 1848"/>
                <a:gd name="T30" fmla="*/ 951 w 951"/>
                <a:gd name="T31" fmla="*/ 538 h 1848"/>
                <a:gd name="T32" fmla="*/ 888 w 951"/>
                <a:gd name="T33" fmla="*/ 540 h 1848"/>
                <a:gd name="T34" fmla="*/ 887 w 951"/>
                <a:gd name="T35" fmla="*/ 594 h 1848"/>
                <a:gd name="T36" fmla="*/ 806 w 951"/>
                <a:gd name="T37" fmla="*/ 594 h 1848"/>
                <a:gd name="T38" fmla="*/ 783 w 951"/>
                <a:gd name="T39" fmla="*/ 658 h 1848"/>
                <a:gd name="T40" fmla="*/ 738 w 951"/>
                <a:gd name="T41" fmla="*/ 659 h 1848"/>
                <a:gd name="T42" fmla="*/ 735 w 951"/>
                <a:gd name="T43" fmla="*/ 790 h 1848"/>
                <a:gd name="T44" fmla="*/ 705 w 951"/>
                <a:gd name="T45" fmla="*/ 790 h 1848"/>
                <a:gd name="T46" fmla="*/ 695 w 951"/>
                <a:gd name="T47" fmla="*/ 810 h 1848"/>
                <a:gd name="T48" fmla="*/ 695 w 951"/>
                <a:gd name="T49" fmla="*/ 941 h 1848"/>
                <a:gd name="T50" fmla="*/ 642 w 951"/>
                <a:gd name="T51" fmla="*/ 942 h 1848"/>
                <a:gd name="T52" fmla="*/ 645 w 951"/>
                <a:gd name="T53" fmla="*/ 1729 h 1848"/>
                <a:gd name="T54" fmla="*/ 519 w 951"/>
                <a:gd name="T55" fmla="*/ 1848 h 1848"/>
                <a:gd name="T56" fmla="*/ 357 w 951"/>
                <a:gd name="T57" fmla="*/ 1711 h 1848"/>
                <a:gd name="T58" fmla="*/ 415 w 951"/>
                <a:gd name="T59" fmla="*/ 1673 h 1848"/>
                <a:gd name="T60" fmla="*/ 415 w 951"/>
                <a:gd name="T61" fmla="*/ 1627 h 1848"/>
                <a:gd name="T62" fmla="*/ 357 w 951"/>
                <a:gd name="T63" fmla="*/ 1586 h 1848"/>
                <a:gd name="T64" fmla="*/ 415 w 951"/>
                <a:gd name="T65" fmla="*/ 1551 h 1848"/>
                <a:gd name="T66" fmla="*/ 406 w 951"/>
                <a:gd name="T67" fmla="*/ 1536 h 1848"/>
                <a:gd name="T68" fmla="*/ 356 w 951"/>
                <a:gd name="T69" fmla="*/ 1504 h 1848"/>
                <a:gd name="T70" fmla="*/ 347 w 951"/>
                <a:gd name="T71" fmla="*/ 1402 h 1848"/>
                <a:gd name="T72" fmla="*/ 340 w 951"/>
                <a:gd name="T73" fmla="*/ 1392 h 1848"/>
                <a:gd name="T74" fmla="*/ 416 w 951"/>
                <a:gd name="T75" fmla="*/ 1333 h 1848"/>
                <a:gd name="T76" fmla="*/ 416 w 951"/>
                <a:gd name="T77" fmla="*/ 1282 h 1848"/>
                <a:gd name="T78" fmla="*/ 356 w 951"/>
                <a:gd name="T79" fmla="*/ 1223 h 1848"/>
                <a:gd name="T80" fmla="*/ 415 w 951"/>
                <a:gd name="T81" fmla="*/ 1169 h 1848"/>
                <a:gd name="T82" fmla="*/ 415 w 951"/>
                <a:gd name="T83" fmla="*/ 1116 h 1848"/>
                <a:gd name="T84" fmla="*/ 357 w 951"/>
                <a:gd name="T85" fmla="*/ 1047 h 1848"/>
                <a:gd name="T86" fmla="*/ 346 w 951"/>
                <a:gd name="T87" fmla="*/ 935 h 1848"/>
                <a:gd name="T88" fmla="*/ 276 w 951"/>
                <a:gd name="T89" fmla="*/ 935 h 1848"/>
                <a:gd name="T90" fmla="*/ 276 w 951"/>
                <a:gd name="T91" fmla="*/ 785 h 1848"/>
                <a:gd name="T92" fmla="*/ 234 w 951"/>
                <a:gd name="T93" fmla="*/ 785 h 1848"/>
                <a:gd name="T94" fmla="*/ 234 w 951"/>
                <a:gd name="T95" fmla="*/ 653 h 1848"/>
                <a:gd name="T96" fmla="*/ 187 w 951"/>
                <a:gd name="T97" fmla="*/ 653 h 1848"/>
                <a:gd name="T98" fmla="*/ 166 w 951"/>
                <a:gd name="T99" fmla="*/ 589 h 1848"/>
                <a:gd name="T100" fmla="*/ 72 w 951"/>
                <a:gd name="T101" fmla="*/ 589 h 1848"/>
                <a:gd name="T102" fmla="*/ 72 w 951"/>
                <a:gd name="T103" fmla="*/ 534 h 1848"/>
                <a:gd name="T104" fmla="*/ 0 w 951"/>
                <a:gd name="T105" fmla="*/ 534 h 1848"/>
                <a:gd name="T106" fmla="*/ 0 w 951"/>
                <a:gd name="T107" fmla="*/ 274 h 1848"/>
                <a:gd name="T108" fmla="*/ 71 w 951"/>
                <a:gd name="T109" fmla="*/ 274 h 1848"/>
                <a:gd name="T110" fmla="*/ 71 w 951"/>
                <a:gd name="T111" fmla="*/ 236 h 1848"/>
                <a:gd name="T112" fmla="*/ 151 w 951"/>
                <a:gd name="T113" fmla="*/ 236 h 1848"/>
                <a:gd name="T114" fmla="*/ 169 w 951"/>
                <a:gd name="T115" fmla="*/ 219 h 1848"/>
                <a:gd name="T116" fmla="*/ 188 w 951"/>
                <a:gd name="T117" fmla="*/ 177 h 1848"/>
                <a:gd name="T118" fmla="*/ 234 w 951"/>
                <a:gd name="T119" fmla="*/ 177 h 1848"/>
                <a:gd name="T120" fmla="*/ 341 w 951"/>
                <a:gd name="T121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1" h="1848">
                  <a:moveTo>
                    <a:pt x="341" y="0"/>
                  </a:moveTo>
                  <a:lnTo>
                    <a:pt x="629" y="0"/>
                  </a:lnTo>
                  <a:lnTo>
                    <a:pt x="574" y="71"/>
                  </a:lnTo>
                  <a:lnTo>
                    <a:pt x="407" y="71"/>
                  </a:lnTo>
                  <a:lnTo>
                    <a:pt x="344" y="184"/>
                  </a:lnTo>
                  <a:lnTo>
                    <a:pt x="632" y="184"/>
                  </a:lnTo>
                  <a:lnTo>
                    <a:pt x="573" y="72"/>
                  </a:lnTo>
                  <a:lnTo>
                    <a:pt x="629" y="1"/>
                  </a:lnTo>
                  <a:lnTo>
                    <a:pt x="730" y="176"/>
                  </a:lnTo>
                  <a:lnTo>
                    <a:pt x="784" y="177"/>
                  </a:lnTo>
                  <a:lnTo>
                    <a:pt x="803" y="237"/>
                  </a:lnTo>
                  <a:lnTo>
                    <a:pt x="888" y="237"/>
                  </a:lnTo>
                  <a:lnTo>
                    <a:pt x="889" y="279"/>
                  </a:lnTo>
                  <a:lnTo>
                    <a:pt x="921" y="280"/>
                  </a:lnTo>
                  <a:lnTo>
                    <a:pt x="951" y="280"/>
                  </a:lnTo>
                  <a:lnTo>
                    <a:pt x="951" y="538"/>
                  </a:lnTo>
                  <a:lnTo>
                    <a:pt x="888" y="540"/>
                  </a:lnTo>
                  <a:lnTo>
                    <a:pt x="887" y="594"/>
                  </a:lnTo>
                  <a:lnTo>
                    <a:pt x="806" y="594"/>
                  </a:lnTo>
                  <a:lnTo>
                    <a:pt x="783" y="658"/>
                  </a:lnTo>
                  <a:lnTo>
                    <a:pt x="738" y="659"/>
                  </a:lnTo>
                  <a:lnTo>
                    <a:pt x="735" y="790"/>
                  </a:lnTo>
                  <a:lnTo>
                    <a:pt x="705" y="790"/>
                  </a:lnTo>
                  <a:lnTo>
                    <a:pt x="695" y="810"/>
                  </a:lnTo>
                  <a:lnTo>
                    <a:pt x="695" y="941"/>
                  </a:lnTo>
                  <a:lnTo>
                    <a:pt x="642" y="942"/>
                  </a:lnTo>
                  <a:lnTo>
                    <a:pt x="645" y="1729"/>
                  </a:lnTo>
                  <a:lnTo>
                    <a:pt x="519" y="1848"/>
                  </a:lnTo>
                  <a:lnTo>
                    <a:pt x="357" y="1711"/>
                  </a:lnTo>
                  <a:lnTo>
                    <a:pt x="415" y="1673"/>
                  </a:lnTo>
                  <a:lnTo>
                    <a:pt x="415" y="1627"/>
                  </a:lnTo>
                  <a:lnTo>
                    <a:pt x="357" y="1586"/>
                  </a:lnTo>
                  <a:lnTo>
                    <a:pt x="415" y="1551"/>
                  </a:lnTo>
                  <a:lnTo>
                    <a:pt x="406" y="1536"/>
                  </a:lnTo>
                  <a:lnTo>
                    <a:pt x="356" y="1504"/>
                  </a:lnTo>
                  <a:lnTo>
                    <a:pt x="347" y="1402"/>
                  </a:lnTo>
                  <a:lnTo>
                    <a:pt x="340" y="1392"/>
                  </a:lnTo>
                  <a:lnTo>
                    <a:pt x="416" y="1333"/>
                  </a:lnTo>
                  <a:lnTo>
                    <a:pt x="416" y="1282"/>
                  </a:lnTo>
                  <a:lnTo>
                    <a:pt x="356" y="1223"/>
                  </a:lnTo>
                  <a:lnTo>
                    <a:pt x="415" y="1169"/>
                  </a:lnTo>
                  <a:lnTo>
                    <a:pt x="415" y="1116"/>
                  </a:lnTo>
                  <a:lnTo>
                    <a:pt x="357" y="1047"/>
                  </a:lnTo>
                  <a:lnTo>
                    <a:pt x="346" y="935"/>
                  </a:lnTo>
                  <a:lnTo>
                    <a:pt x="276" y="935"/>
                  </a:lnTo>
                  <a:lnTo>
                    <a:pt x="276" y="785"/>
                  </a:lnTo>
                  <a:lnTo>
                    <a:pt x="234" y="785"/>
                  </a:lnTo>
                  <a:lnTo>
                    <a:pt x="234" y="653"/>
                  </a:lnTo>
                  <a:lnTo>
                    <a:pt x="187" y="653"/>
                  </a:lnTo>
                  <a:lnTo>
                    <a:pt x="166" y="589"/>
                  </a:lnTo>
                  <a:lnTo>
                    <a:pt x="72" y="589"/>
                  </a:lnTo>
                  <a:lnTo>
                    <a:pt x="72" y="534"/>
                  </a:lnTo>
                  <a:lnTo>
                    <a:pt x="0" y="534"/>
                  </a:lnTo>
                  <a:lnTo>
                    <a:pt x="0" y="274"/>
                  </a:lnTo>
                  <a:lnTo>
                    <a:pt x="71" y="274"/>
                  </a:lnTo>
                  <a:lnTo>
                    <a:pt x="71" y="236"/>
                  </a:lnTo>
                  <a:lnTo>
                    <a:pt x="151" y="236"/>
                  </a:lnTo>
                  <a:lnTo>
                    <a:pt x="169" y="219"/>
                  </a:lnTo>
                  <a:lnTo>
                    <a:pt x="188" y="177"/>
                  </a:lnTo>
                  <a:lnTo>
                    <a:pt x="234" y="177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rgbClr val="FF9F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298" name="Freeform 954"/>
            <p:cNvSpPr>
              <a:spLocks/>
            </p:cNvSpPr>
            <p:nvPr/>
          </p:nvSpPr>
          <p:spPr bwMode="auto">
            <a:xfrm>
              <a:off x="487" y="3458"/>
              <a:ext cx="317" cy="617"/>
            </a:xfrm>
            <a:custGeom>
              <a:avLst/>
              <a:gdLst>
                <a:gd name="T0" fmla="*/ 342 w 953"/>
                <a:gd name="T1" fmla="*/ 0 h 1849"/>
                <a:gd name="T2" fmla="*/ 629 w 953"/>
                <a:gd name="T3" fmla="*/ 0 h 1849"/>
                <a:gd name="T4" fmla="*/ 575 w 953"/>
                <a:gd name="T5" fmla="*/ 71 h 1849"/>
                <a:gd name="T6" fmla="*/ 407 w 953"/>
                <a:gd name="T7" fmla="*/ 71 h 1849"/>
                <a:gd name="T8" fmla="*/ 344 w 953"/>
                <a:gd name="T9" fmla="*/ 184 h 1849"/>
                <a:gd name="T10" fmla="*/ 632 w 953"/>
                <a:gd name="T11" fmla="*/ 184 h 1849"/>
                <a:gd name="T12" fmla="*/ 573 w 953"/>
                <a:gd name="T13" fmla="*/ 72 h 1849"/>
                <a:gd name="T14" fmla="*/ 629 w 953"/>
                <a:gd name="T15" fmla="*/ 1 h 1849"/>
                <a:gd name="T16" fmla="*/ 731 w 953"/>
                <a:gd name="T17" fmla="*/ 176 h 1849"/>
                <a:gd name="T18" fmla="*/ 784 w 953"/>
                <a:gd name="T19" fmla="*/ 177 h 1849"/>
                <a:gd name="T20" fmla="*/ 803 w 953"/>
                <a:gd name="T21" fmla="*/ 237 h 1849"/>
                <a:gd name="T22" fmla="*/ 888 w 953"/>
                <a:gd name="T23" fmla="*/ 237 h 1849"/>
                <a:gd name="T24" fmla="*/ 890 w 953"/>
                <a:gd name="T25" fmla="*/ 279 h 1849"/>
                <a:gd name="T26" fmla="*/ 922 w 953"/>
                <a:gd name="T27" fmla="*/ 280 h 1849"/>
                <a:gd name="T28" fmla="*/ 953 w 953"/>
                <a:gd name="T29" fmla="*/ 280 h 1849"/>
                <a:gd name="T30" fmla="*/ 953 w 953"/>
                <a:gd name="T31" fmla="*/ 538 h 1849"/>
                <a:gd name="T32" fmla="*/ 888 w 953"/>
                <a:gd name="T33" fmla="*/ 540 h 1849"/>
                <a:gd name="T34" fmla="*/ 887 w 953"/>
                <a:gd name="T35" fmla="*/ 594 h 1849"/>
                <a:gd name="T36" fmla="*/ 806 w 953"/>
                <a:gd name="T37" fmla="*/ 594 h 1849"/>
                <a:gd name="T38" fmla="*/ 783 w 953"/>
                <a:gd name="T39" fmla="*/ 658 h 1849"/>
                <a:gd name="T40" fmla="*/ 739 w 953"/>
                <a:gd name="T41" fmla="*/ 659 h 1849"/>
                <a:gd name="T42" fmla="*/ 735 w 953"/>
                <a:gd name="T43" fmla="*/ 790 h 1849"/>
                <a:gd name="T44" fmla="*/ 705 w 953"/>
                <a:gd name="T45" fmla="*/ 790 h 1849"/>
                <a:gd name="T46" fmla="*/ 698 w 953"/>
                <a:gd name="T47" fmla="*/ 801 h 1849"/>
                <a:gd name="T48" fmla="*/ 698 w 953"/>
                <a:gd name="T49" fmla="*/ 942 h 1849"/>
                <a:gd name="T50" fmla="*/ 642 w 953"/>
                <a:gd name="T51" fmla="*/ 942 h 1849"/>
                <a:gd name="T52" fmla="*/ 646 w 953"/>
                <a:gd name="T53" fmla="*/ 1729 h 1849"/>
                <a:gd name="T54" fmla="*/ 519 w 953"/>
                <a:gd name="T55" fmla="*/ 1849 h 1849"/>
                <a:gd name="T56" fmla="*/ 357 w 953"/>
                <a:gd name="T57" fmla="*/ 1711 h 1849"/>
                <a:gd name="T58" fmla="*/ 415 w 953"/>
                <a:gd name="T59" fmla="*/ 1673 h 1849"/>
                <a:gd name="T60" fmla="*/ 415 w 953"/>
                <a:gd name="T61" fmla="*/ 1627 h 1849"/>
                <a:gd name="T62" fmla="*/ 357 w 953"/>
                <a:gd name="T63" fmla="*/ 1586 h 1849"/>
                <a:gd name="T64" fmla="*/ 415 w 953"/>
                <a:gd name="T65" fmla="*/ 1551 h 1849"/>
                <a:gd name="T66" fmla="*/ 406 w 953"/>
                <a:gd name="T67" fmla="*/ 1536 h 1849"/>
                <a:gd name="T68" fmla="*/ 356 w 953"/>
                <a:gd name="T69" fmla="*/ 1504 h 1849"/>
                <a:gd name="T70" fmla="*/ 347 w 953"/>
                <a:gd name="T71" fmla="*/ 1402 h 1849"/>
                <a:gd name="T72" fmla="*/ 340 w 953"/>
                <a:gd name="T73" fmla="*/ 1393 h 1849"/>
                <a:gd name="T74" fmla="*/ 416 w 953"/>
                <a:gd name="T75" fmla="*/ 1333 h 1849"/>
                <a:gd name="T76" fmla="*/ 416 w 953"/>
                <a:gd name="T77" fmla="*/ 1282 h 1849"/>
                <a:gd name="T78" fmla="*/ 356 w 953"/>
                <a:gd name="T79" fmla="*/ 1223 h 1849"/>
                <a:gd name="T80" fmla="*/ 415 w 953"/>
                <a:gd name="T81" fmla="*/ 1169 h 1849"/>
                <a:gd name="T82" fmla="*/ 415 w 953"/>
                <a:gd name="T83" fmla="*/ 1116 h 1849"/>
                <a:gd name="T84" fmla="*/ 357 w 953"/>
                <a:gd name="T85" fmla="*/ 1047 h 1849"/>
                <a:gd name="T86" fmla="*/ 346 w 953"/>
                <a:gd name="T87" fmla="*/ 935 h 1849"/>
                <a:gd name="T88" fmla="*/ 276 w 953"/>
                <a:gd name="T89" fmla="*/ 935 h 1849"/>
                <a:gd name="T90" fmla="*/ 276 w 953"/>
                <a:gd name="T91" fmla="*/ 785 h 1849"/>
                <a:gd name="T92" fmla="*/ 235 w 953"/>
                <a:gd name="T93" fmla="*/ 785 h 1849"/>
                <a:gd name="T94" fmla="*/ 235 w 953"/>
                <a:gd name="T95" fmla="*/ 653 h 1849"/>
                <a:gd name="T96" fmla="*/ 187 w 953"/>
                <a:gd name="T97" fmla="*/ 653 h 1849"/>
                <a:gd name="T98" fmla="*/ 166 w 953"/>
                <a:gd name="T99" fmla="*/ 589 h 1849"/>
                <a:gd name="T100" fmla="*/ 72 w 953"/>
                <a:gd name="T101" fmla="*/ 589 h 1849"/>
                <a:gd name="T102" fmla="*/ 72 w 953"/>
                <a:gd name="T103" fmla="*/ 534 h 1849"/>
                <a:gd name="T104" fmla="*/ 0 w 953"/>
                <a:gd name="T105" fmla="*/ 534 h 1849"/>
                <a:gd name="T106" fmla="*/ 0 w 953"/>
                <a:gd name="T107" fmla="*/ 273 h 1849"/>
                <a:gd name="T108" fmla="*/ 71 w 953"/>
                <a:gd name="T109" fmla="*/ 273 h 1849"/>
                <a:gd name="T110" fmla="*/ 71 w 953"/>
                <a:gd name="T111" fmla="*/ 236 h 1849"/>
                <a:gd name="T112" fmla="*/ 151 w 953"/>
                <a:gd name="T113" fmla="*/ 236 h 1849"/>
                <a:gd name="T114" fmla="*/ 170 w 953"/>
                <a:gd name="T115" fmla="*/ 219 h 1849"/>
                <a:gd name="T116" fmla="*/ 189 w 953"/>
                <a:gd name="T117" fmla="*/ 177 h 1849"/>
                <a:gd name="T118" fmla="*/ 235 w 953"/>
                <a:gd name="T119" fmla="*/ 177 h 1849"/>
                <a:gd name="T120" fmla="*/ 342 w 953"/>
                <a:gd name="T121" fmla="*/ 0 h 1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3" h="1849">
                  <a:moveTo>
                    <a:pt x="342" y="0"/>
                  </a:moveTo>
                  <a:lnTo>
                    <a:pt x="629" y="0"/>
                  </a:lnTo>
                  <a:lnTo>
                    <a:pt x="575" y="71"/>
                  </a:lnTo>
                  <a:lnTo>
                    <a:pt x="407" y="71"/>
                  </a:lnTo>
                  <a:lnTo>
                    <a:pt x="344" y="184"/>
                  </a:lnTo>
                  <a:lnTo>
                    <a:pt x="632" y="184"/>
                  </a:lnTo>
                  <a:lnTo>
                    <a:pt x="573" y="72"/>
                  </a:lnTo>
                  <a:lnTo>
                    <a:pt x="629" y="1"/>
                  </a:lnTo>
                  <a:lnTo>
                    <a:pt x="731" y="176"/>
                  </a:lnTo>
                  <a:lnTo>
                    <a:pt x="784" y="177"/>
                  </a:lnTo>
                  <a:lnTo>
                    <a:pt x="803" y="237"/>
                  </a:lnTo>
                  <a:lnTo>
                    <a:pt x="888" y="237"/>
                  </a:lnTo>
                  <a:lnTo>
                    <a:pt x="890" y="279"/>
                  </a:lnTo>
                  <a:lnTo>
                    <a:pt x="922" y="280"/>
                  </a:lnTo>
                  <a:lnTo>
                    <a:pt x="953" y="280"/>
                  </a:lnTo>
                  <a:lnTo>
                    <a:pt x="953" y="538"/>
                  </a:lnTo>
                  <a:lnTo>
                    <a:pt x="888" y="540"/>
                  </a:lnTo>
                  <a:lnTo>
                    <a:pt x="887" y="594"/>
                  </a:lnTo>
                  <a:lnTo>
                    <a:pt x="806" y="594"/>
                  </a:lnTo>
                  <a:lnTo>
                    <a:pt x="783" y="658"/>
                  </a:lnTo>
                  <a:lnTo>
                    <a:pt x="739" y="659"/>
                  </a:lnTo>
                  <a:lnTo>
                    <a:pt x="735" y="790"/>
                  </a:lnTo>
                  <a:lnTo>
                    <a:pt x="705" y="790"/>
                  </a:lnTo>
                  <a:lnTo>
                    <a:pt x="698" y="801"/>
                  </a:lnTo>
                  <a:lnTo>
                    <a:pt x="698" y="942"/>
                  </a:lnTo>
                  <a:lnTo>
                    <a:pt x="642" y="942"/>
                  </a:lnTo>
                  <a:lnTo>
                    <a:pt x="646" y="1729"/>
                  </a:lnTo>
                  <a:lnTo>
                    <a:pt x="519" y="1849"/>
                  </a:lnTo>
                  <a:lnTo>
                    <a:pt x="357" y="1711"/>
                  </a:lnTo>
                  <a:lnTo>
                    <a:pt x="415" y="1673"/>
                  </a:lnTo>
                  <a:lnTo>
                    <a:pt x="415" y="1627"/>
                  </a:lnTo>
                  <a:lnTo>
                    <a:pt x="357" y="1586"/>
                  </a:lnTo>
                  <a:lnTo>
                    <a:pt x="415" y="1551"/>
                  </a:lnTo>
                  <a:lnTo>
                    <a:pt x="406" y="1536"/>
                  </a:lnTo>
                  <a:lnTo>
                    <a:pt x="356" y="1504"/>
                  </a:lnTo>
                  <a:lnTo>
                    <a:pt x="347" y="1402"/>
                  </a:lnTo>
                  <a:lnTo>
                    <a:pt x="340" y="1393"/>
                  </a:lnTo>
                  <a:lnTo>
                    <a:pt x="416" y="1333"/>
                  </a:lnTo>
                  <a:lnTo>
                    <a:pt x="416" y="1282"/>
                  </a:lnTo>
                  <a:lnTo>
                    <a:pt x="356" y="1223"/>
                  </a:lnTo>
                  <a:lnTo>
                    <a:pt x="415" y="1169"/>
                  </a:lnTo>
                  <a:lnTo>
                    <a:pt x="415" y="1116"/>
                  </a:lnTo>
                  <a:lnTo>
                    <a:pt x="357" y="1047"/>
                  </a:lnTo>
                  <a:lnTo>
                    <a:pt x="346" y="935"/>
                  </a:lnTo>
                  <a:lnTo>
                    <a:pt x="276" y="935"/>
                  </a:lnTo>
                  <a:lnTo>
                    <a:pt x="276" y="785"/>
                  </a:lnTo>
                  <a:lnTo>
                    <a:pt x="235" y="785"/>
                  </a:lnTo>
                  <a:lnTo>
                    <a:pt x="235" y="653"/>
                  </a:lnTo>
                  <a:lnTo>
                    <a:pt x="187" y="653"/>
                  </a:lnTo>
                  <a:lnTo>
                    <a:pt x="166" y="589"/>
                  </a:lnTo>
                  <a:lnTo>
                    <a:pt x="72" y="589"/>
                  </a:lnTo>
                  <a:lnTo>
                    <a:pt x="72" y="534"/>
                  </a:lnTo>
                  <a:lnTo>
                    <a:pt x="0" y="534"/>
                  </a:lnTo>
                  <a:lnTo>
                    <a:pt x="0" y="273"/>
                  </a:lnTo>
                  <a:lnTo>
                    <a:pt x="71" y="273"/>
                  </a:lnTo>
                  <a:lnTo>
                    <a:pt x="71" y="236"/>
                  </a:lnTo>
                  <a:lnTo>
                    <a:pt x="151" y="236"/>
                  </a:lnTo>
                  <a:lnTo>
                    <a:pt x="170" y="219"/>
                  </a:lnTo>
                  <a:lnTo>
                    <a:pt x="189" y="177"/>
                  </a:lnTo>
                  <a:lnTo>
                    <a:pt x="235" y="177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rgbClr val="BF7F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8301" name="Group 957"/>
            <p:cNvGrpSpPr>
              <a:grpSpLocks/>
            </p:cNvGrpSpPr>
            <p:nvPr/>
          </p:nvGrpSpPr>
          <p:grpSpPr bwMode="auto">
            <a:xfrm>
              <a:off x="531" y="3557"/>
              <a:ext cx="242" cy="71"/>
              <a:chOff x="531" y="3557"/>
              <a:chExt cx="242" cy="71"/>
            </a:xfrm>
          </p:grpSpPr>
          <p:sp>
            <p:nvSpPr>
              <p:cNvPr id="58299" name="Freeform 955"/>
              <p:cNvSpPr>
                <a:spLocks/>
              </p:cNvSpPr>
              <p:nvPr/>
            </p:nvSpPr>
            <p:spPr bwMode="auto">
              <a:xfrm>
                <a:off x="531" y="3557"/>
                <a:ext cx="224" cy="71"/>
              </a:xfrm>
              <a:custGeom>
                <a:avLst/>
                <a:gdLst>
                  <a:gd name="T0" fmla="*/ 0 w 673"/>
                  <a:gd name="T1" fmla="*/ 110 h 212"/>
                  <a:gd name="T2" fmla="*/ 59 w 673"/>
                  <a:gd name="T3" fmla="*/ 0 h 212"/>
                  <a:gd name="T4" fmla="*/ 673 w 673"/>
                  <a:gd name="T5" fmla="*/ 0 h 212"/>
                  <a:gd name="T6" fmla="*/ 668 w 673"/>
                  <a:gd name="T7" fmla="*/ 8 h 212"/>
                  <a:gd name="T8" fmla="*/ 66 w 673"/>
                  <a:gd name="T9" fmla="*/ 8 h 212"/>
                  <a:gd name="T10" fmla="*/ 11 w 673"/>
                  <a:gd name="T11" fmla="*/ 110 h 212"/>
                  <a:gd name="T12" fmla="*/ 64 w 673"/>
                  <a:gd name="T13" fmla="*/ 205 h 212"/>
                  <a:gd name="T14" fmla="*/ 54 w 673"/>
                  <a:gd name="T15" fmla="*/ 212 h 212"/>
                  <a:gd name="T16" fmla="*/ 0 w 673"/>
                  <a:gd name="T17" fmla="*/ 110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73" h="212">
                    <a:moveTo>
                      <a:pt x="0" y="110"/>
                    </a:moveTo>
                    <a:lnTo>
                      <a:pt x="59" y="0"/>
                    </a:lnTo>
                    <a:lnTo>
                      <a:pt x="673" y="0"/>
                    </a:lnTo>
                    <a:lnTo>
                      <a:pt x="668" y="8"/>
                    </a:lnTo>
                    <a:lnTo>
                      <a:pt x="66" y="8"/>
                    </a:lnTo>
                    <a:lnTo>
                      <a:pt x="11" y="110"/>
                    </a:lnTo>
                    <a:lnTo>
                      <a:pt x="64" y="205"/>
                    </a:lnTo>
                    <a:lnTo>
                      <a:pt x="54" y="212"/>
                    </a:lnTo>
                    <a:lnTo>
                      <a:pt x="0" y="110"/>
                    </a:lnTo>
                    <a:close/>
                  </a:path>
                </a:pathLst>
              </a:custGeom>
              <a:solidFill>
                <a:srgbClr val="BF7F3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300" name="Freeform 956"/>
              <p:cNvSpPr>
                <a:spLocks/>
              </p:cNvSpPr>
              <p:nvPr/>
            </p:nvSpPr>
            <p:spPr bwMode="auto">
              <a:xfrm>
                <a:off x="549" y="3557"/>
                <a:ext cx="224" cy="70"/>
              </a:xfrm>
              <a:custGeom>
                <a:avLst/>
                <a:gdLst>
                  <a:gd name="T0" fmla="*/ 674 w 674"/>
                  <a:gd name="T1" fmla="*/ 101 h 211"/>
                  <a:gd name="T2" fmla="*/ 615 w 674"/>
                  <a:gd name="T3" fmla="*/ 211 h 211"/>
                  <a:gd name="T4" fmla="*/ 0 w 674"/>
                  <a:gd name="T5" fmla="*/ 211 h 211"/>
                  <a:gd name="T6" fmla="*/ 6 w 674"/>
                  <a:gd name="T7" fmla="*/ 204 h 211"/>
                  <a:gd name="T8" fmla="*/ 608 w 674"/>
                  <a:gd name="T9" fmla="*/ 204 h 211"/>
                  <a:gd name="T10" fmla="*/ 663 w 674"/>
                  <a:gd name="T11" fmla="*/ 101 h 211"/>
                  <a:gd name="T12" fmla="*/ 609 w 674"/>
                  <a:gd name="T13" fmla="*/ 6 h 211"/>
                  <a:gd name="T14" fmla="*/ 619 w 674"/>
                  <a:gd name="T15" fmla="*/ 0 h 211"/>
                  <a:gd name="T16" fmla="*/ 674 w 674"/>
                  <a:gd name="T17" fmla="*/ 101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74" h="211">
                    <a:moveTo>
                      <a:pt x="674" y="101"/>
                    </a:moveTo>
                    <a:lnTo>
                      <a:pt x="615" y="211"/>
                    </a:lnTo>
                    <a:lnTo>
                      <a:pt x="0" y="211"/>
                    </a:lnTo>
                    <a:lnTo>
                      <a:pt x="6" y="204"/>
                    </a:lnTo>
                    <a:lnTo>
                      <a:pt x="608" y="204"/>
                    </a:lnTo>
                    <a:lnTo>
                      <a:pt x="663" y="101"/>
                    </a:lnTo>
                    <a:lnTo>
                      <a:pt x="609" y="6"/>
                    </a:lnTo>
                    <a:lnTo>
                      <a:pt x="619" y="0"/>
                    </a:lnTo>
                    <a:lnTo>
                      <a:pt x="674" y="101"/>
                    </a:lnTo>
                    <a:close/>
                  </a:path>
                </a:pathLst>
              </a:custGeom>
              <a:solidFill>
                <a:srgbClr val="FF9F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8303" name="Rectangle 959"/>
            <p:cNvSpPr>
              <a:spLocks noChangeArrowheads="1"/>
            </p:cNvSpPr>
            <p:nvPr/>
          </p:nvSpPr>
          <p:spPr bwMode="auto">
            <a:xfrm>
              <a:off x="538" y="3532"/>
              <a:ext cx="211" cy="4"/>
            </a:xfrm>
            <a:prstGeom prst="rect">
              <a:avLst/>
            </a:prstGeom>
            <a:solidFill>
              <a:srgbClr val="FF9F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8312" name="Group 968"/>
            <p:cNvGrpSpPr>
              <a:grpSpLocks/>
            </p:cNvGrpSpPr>
            <p:nvPr/>
          </p:nvGrpSpPr>
          <p:grpSpPr bwMode="auto">
            <a:xfrm>
              <a:off x="511" y="3637"/>
              <a:ext cx="271" cy="437"/>
              <a:chOff x="511" y="3637"/>
              <a:chExt cx="271" cy="437"/>
            </a:xfrm>
          </p:grpSpPr>
          <p:sp>
            <p:nvSpPr>
              <p:cNvPr id="58304" name="Freeform 960"/>
              <p:cNvSpPr>
                <a:spLocks/>
              </p:cNvSpPr>
              <p:nvPr/>
            </p:nvSpPr>
            <p:spPr bwMode="auto">
              <a:xfrm>
                <a:off x="635" y="3722"/>
                <a:ext cx="7" cy="337"/>
              </a:xfrm>
              <a:custGeom>
                <a:avLst/>
                <a:gdLst>
                  <a:gd name="T0" fmla="*/ 21 w 21"/>
                  <a:gd name="T1" fmla="*/ 0 h 1010"/>
                  <a:gd name="T2" fmla="*/ 20 w 21"/>
                  <a:gd name="T3" fmla="*/ 1010 h 1010"/>
                  <a:gd name="T4" fmla="*/ 2 w 21"/>
                  <a:gd name="T5" fmla="*/ 995 h 1010"/>
                  <a:gd name="T6" fmla="*/ 0 w 21"/>
                  <a:gd name="T7" fmla="*/ 31 h 1010"/>
                  <a:gd name="T8" fmla="*/ 21 w 21"/>
                  <a:gd name="T9" fmla="*/ 0 h 10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1010">
                    <a:moveTo>
                      <a:pt x="21" y="0"/>
                    </a:moveTo>
                    <a:lnTo>
                      <a:pt x="20" y="1010"/>
                    </a:lnTo>
                    <a:lnTo>
                      <a:pt x="2" y="995"/>
                    </a:lnTo>
                    <a:lnTo>
                      <a:pt x="0" y="3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9F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305" name="Freeform 961"/>
              <p:cNvSpPr>
                <a:spLocks/>
              </p:cNvSpPr>
              <p:nvPr/>
            </p:nvSpPr>
            <p:spPr bwMode="auto">
              <a:xfrm>
                <a:off x="674" y="3731"/>
                <a:ext cx="6" cy="329"/>
              </a:xfrm>
              <a:custGeom>
                <a:avLst/>
                <a:gdLst>
                  <a:gd name="T0" fmla="*/ 16 w 19"/>
                  <a:gd name="T1" fmla="*/ 0 h 986"/>
                  <a:gd name="T2" fmla="*/ 19 w 19"/>
                  <a:gd name="T3" fmla="*/ 969 h 986"/>
                  <a:gd name="T4" fmla="*/ 2 w 19"/>
                  <a:gd name="T5" fmla="*/ 986 h 986"/>
                  <a:gd name="T6" fmla="*/ 0 w 19"/>
                  <a:gd name="T7" fmla="*/ 80 h 986"/>
                  <a:gd name="T8" fmla="*/ 16 w 19"/>
                  <a:gd name="T9" fmla="*/ 0 h 9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986">
                    <a:moveTo>
                      <a:pt x="16" y="0"/>
                    </a:moveTo>
                    <a:lnTo>
                      <a:pt x="19" y="969"/>
                    </a:lnTo>
                    <a:lnTo>
                      <a:pt x="2" y="986"/>
                    </a:lnTo>
                    <a:lnTo>
                      <a:pt x="0" y="8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FF9F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8311" name="Group 967"/>
              <p:cNvGrpSpPr>
                <a:grpSpLocks/>
              </p:cNvGrpSpPr>
              <p:nvPr/>
            </p:nvGrpSpPr>
            <p:grpSpPr bwMode="auto">
              <a:xfrm>
                <a:off x="511" y="3637"/>
                <a:ext cx="271" cy="437"/>
                <a:chOff x="511" y="3637"/>
                <a:chExt cx="271" cy="437"/>
              </a:xfrm>
            </p:grpSpPr>
            <p:sp>
              <p:nvSpPr>
                <p:cNvPr id="58306" name="Rectangle 962"/>
                <p:cNvSpPr>
                  <a:spLocks noChangeArrowheads="1"/>
                </p:cNvSpPr>
                <p:nvPr/>
              </p:nvSpPr>
              <p:spPr bwMode="auto">
                <a:xfrm>
                  <a:off x="511" y="3637"/>
                  <a:ext cx="271" cy="8"/>
                </a:xfrm>
                <a:prstGeom prst="rect">
                  <a:avLst/>
                </a:prstGeom>
                <a:solidFill>
                  <a:srgbClr val="BF7F3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307" name="Rectangle 963"/>
                <p:cNvSpPr>
                  <a:spLocks noChangeArrowheads="1"/>
                </p:cNvSpPr>
                <p:nvPr/>
              </p:nvSpPr>
              <p:spPr bwMode="auto">
                <a:xfrm>
                  <a:off x="567" y="3678"/>
                  <a:ext cx="166" cy="7"/>
                </a:xfrm>
                <a:prstGeom prst="rect">
                  <a:avLst/>
                </a:prstGeom>
                <a:solidFill>
                  <a:srgbClr val="BF7F3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308" name="Freeform 964"/>
                <p:cNvSpPr>
                  <a:spLocks/>
                </p:cNvSpPr>
                <p:nvPr/>
              </p:nvSpPr>
              <p:spPr bwMode="auto">
                <a:xfrm>
                  <a:off x="658" y="3732"/>
                  <a:ext cx="21" cy="342"/>
                </a:xfrm>
                <a:custGeom>
                  <a:avLst/>
                  <a:gdLst>
                    <a:gd name="T0" fmla="*/ 62 w 62"/>
                    <a:gd name="T1" fmla="*/ 0 h 1026"/>
                    <a:gd name="T2" fmla="*/ 47 w 62"/>
                    <a:gd name="T3" fmla="*/ 67 h 1026"/>
                    <a:gd name="T4" fmla="*/ 23 w 62"/>
                    <a:gd name="T5" fmla="*/ 124 h 1026"/>
                    <a:gd name="T6" fmla="*/ 23 w 62"/>
                    <a:gd name="T7" fmla="*/ 1007 h 1026"/>
                    <a:gd name="T8" fmla="*/ 4 w 62"/>
                    <a:gd name="T9" fmla="*/ 1026 h 1026"/>
                    <a:gd name="T10" fmla="*/ 0 w 62"/>
                    <a:gd name="T11" fmla="*/ 108 h 1026"/>
                    <a:gd name="T12" fmla="*/ 62 w 62"/>
                    <a:gd name="T13" fmla="*/ 0 h 10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2" h="1026">
                      <a:moveTo>
                        <a:pt x="62" y="0"/>
                      </a:moveTo>
                      <a:lnTo>
                        <a:pt x="47" y="67"/>
                      </a:lnTo>
                      <a:lnTo>
                        <a:pt x="23" y="124"/>
                      </a:lnTo>
                      <a:lnTo>
                        <a:pt x="23" y="1007"/>
                      </a:lnTo>
                      <a:lnTo>
                        <a:pt x="4" y="1026"/>
                      </a:lnTo>
                      <a:lnTo>
                        <a:pt x="0" y="108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solidFill>
                  <a:srgbClr val="BF7F3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309" name="Freeform 965"/>
                <p:cNvSpPr>
                  <a:spLocks/>
                </p:cNvSpPr>
                <p:nvPr/>
              </p:nvSpPr>
              <p:spPr bwMode="auto">
                <a:xfrm>
                  <a:off x="579" y="3719"/>
                  <a:ext cx="144" cy="52"/>
                </a:xfrm>
                <a:custGeom>
                  <a:avLst/>
                  <a:gdLst>
                    <a:gd name="T0" fmla="*/ 73 w 434"/>
                    <a:gd name="T1" fmla="*/ 155 h 155"/>
                    <a:gd name="T2" fmla="*/ 45 w 434"/>
                    <a:gd name="T3" fmla="*/ 120 h 155"/>
                    <a:gd name="T4" fmla="*/ 45 w 434"/>
                    <a:gd name="T5" fmla="*/ 18 h 155"/>
                    <a:gd name="T6" fmla="*/ 0 w 434"/>
                    <a:gd name="T7" fmla="*/ 18 h 155"/>
                    <a:gd name="T8" fmla="*/ 0 w 434"/>
                    <a:gd name="T9" fmla="*/ 0 h 155"/>
                    <a:gd name="T10" fmla="*/ 434 w 434"/>
                    <a:gd name="T11" fmla="*/ 0 h 155"/>
                    <a:gd name="T12" fmla="*/ 423 w 434"/>
                    <a:gd name="T13" fmla="*/ 18 h 155"/>
                    <a:gd name="T14" fmla="*/ 189 w 434"/>
                    <a:gd name="T15" fmla="*/ 18 h 155"/>
                    <a:gd name="T16" fmla="*/ 169 w 434"/>
                    <a:gd name="T17" fmla="*/ 47 h 155"/>
                    <a:gd name="T18" fmla="*/ 82 w 434"/>
                    <a:gd name="T19" fmla="*/ 47 h 155"/>
                    <a:gd name="T20" fmla="*/ 73 w 434"/>
                    <a:gd name="T21" fmla="*/ 155 h 1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34" h="155">
                      <a:moveTo>
                        <a:pt x="73" y="155"/>
                      </a:moveTo>
                      <a:lnTo>
                        <a:pt x="45" y="120"/>
                      </a:lnTo>
                      <a:lnTo>
                        <a:pt x="45" y="18"/>
                      </a:lnTo>
                      <a:lnTo>
                        <a:pt x="0" y="18"/>
                      </a:lnTo>
                      <a:lnTo>
                        <a:pt x="0" y="0"/>
                      </a:lnTo>
                      <a:lnTo>
                        <a:pt x="434" y="0"/>
                      </a:lnTo>
                      <a:lnTo>
                        <a:pt x="423" y="18"/>
                      </a:lnTo>
                      <a:lnTo>
                        <a:pt x="189" y="18"/>
                      </a:lnTo>
                      <a:lnTo>
                        <a:pt x="169" y="47"/>
                      </a:lnTo>
                      <a:lnTo>
                        <a:pt x="82" y="47"/>
                      </a:lnTo>
                      <a:lnTo>
                        <a:pt x="73" y="155"/>
                      </a:lnTo>
                      <a:close/>
                    </a:path>
                  </a:pathLst>
                </a:custGeom>
                <a:solidFill>
                  <a:srgbClr val="BF7F3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310" name="Freeform 966"/>
                <p:cNvSpPr>
                  <a:spLocks/>
                </p:cNvSpPr>
                <p:nvPr/>
              </p:nvSpPr>
              <p:spPr bwMode="auto">
                <a:xfrm>
                  <a:off x="542" y="3654"/>
                  <a:ext cx="214" cy="7"/>
                </a:xfrm>
                <a:custGeom>
                  <a:avLst/>
                  <a:gdLst>
                    <a:gd name="T0" fmla="*/ 0 w 642"/>
                    <a:gd name="T1" fmla="*/ 1 h 21"/>
                    <a:gd name="T2" fmla="*/ 642 w 642"/>
                    <a:gd name="T3" fmla="*/ 0 h 21"/>
                    <a:gd name="T4" fmla="*/ 635 w 642"/>
                    <a:gd name="T5" fmla="*/ 20 h 21"/>
                    <a:gd name="T6" fmla="*/ 6 w 642"/>
                    <a:gd name="T7" fmla="*/ 21 h 21"/>
                    <a:gd name="T8" fmla="*/ 0 w 642"/>
                    <a:gd name="T9" fmla="*/ 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42" h="21">
                      <a:moveTo>
                        <a:pt x="0" y="1"/>
                      </a:moveTo>
                      <a:lnTo>
                        <a:pt x="642" y="0"/>
                      </a:lnTo>
                      <a:lnTo>
                        <a:pt x="635" y="20"/>
                      </a:lnTo>
                      <a:lnTo>
                        <a:pt x="6" y="2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BF7F3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58314" name="Text Box 970"/>
          <p:cNvSpPr txBox="1">
            <a:spLocks noChangeArrowheads="1"/>
          </p:cNvSpPr>
          <p:nvPr/>
        </p:nvSpPr>
        <p:spPr bwMode="auto">
          <a:xfrm>
            <a:off x="683568" y="5445224"/>
            <a:ext cx="58326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/>
              <a:t>产生原因：</a:t>
            </a:r>
            <a:r>
              <a:rPr lang="zh-CN" altLang="en-US" b="1" dirty="0">
                <a:solidFill>
                  <a:srgbClr val="0000FF"/>
                </a:solidFill>
              </a:rPr>
              <a:t>误差传播</a:t>
            </a:r>
            <a:r>
              <a:rPr lang="zh-CN" altLang="en-US" b="1" dirty="0"/>
              <a:t>，（书）表</a:t>
            </a:r>
            <a:r>
              <a:rPr lang="en-US" altLang="zh-CN" b="1" dirty="0"/>
              <a:t>2-8</a:t>
            </a:r>
          </a:p>
        </p:txBody>
      </p:sp>
      <p:sp>
        <p:nvSpPr>
          <p:cNvPr id="970" name="Text Box 970"/>
          <p:cNvSpPr txBox="1">
            <a:spLocks noChangeArrowheads="1"/>
          </p:cNvSpPr>
          <p:nvPr/>
        </p:nvSpPr>
        <p:spPr bwMode="auto">
          <a:xfrm>
            <a:off x="5577408" y="6210373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/>
              <a:t>分段</a:t>
            </a:r>
            <a:r>
              <a:rPr lang="zh-CN" altLang="en-US" b="1" dirty="0">
                <a:solidFill>
                  <a:schemeClr val="accent2"/>
                </a:solidFill>
              </a:rPr>
              <a:t>低次</a:t>
            </a:r>
            <a:r>
              <a:rPr lang="zh-CN" altLang="en-US" b="1" dirty="0"/>
              <a:t>插值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2220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80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81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81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582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82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8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8" grpId="0" animBg="1" autoUpdateAnimBg="0"/>
      <p:bldP spid="57349" grpId="0" animBg="1"/>
      <p:bldP spid="58292" grpId="0" animBg="1" autoUpdateAnimBg="0"/>
      <p:bldP spid="58314" grpId="0"/>
      <p:bldP spid="97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412776"/>
            <a:ext cx="8854385" cy="417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68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39" name="Text Box 4299"/>
          <p:cNvSpPr txBox="1">
            <a:spLocks noChangeArrowheads="1"/>
          </p:cNvSpPr>
          <p:nvPr/>
        </p:nvSpPr>
        <p:spPr bwMode="auto">
          <a:xfrm>
            <a:off x="403224" y="247650"/>
            <a:ext cx="6781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b="1" dirty="0">
                <a:solidFill>
                  <a:srgbClr val="002060"/>
                </a:solidFill>
              </a:rPr>
              <a:t>分段线性插值</a:t>
            </a:r>
            <a:endParaRPr lang="en-US" altLang="zh-CN" sz="4000" b="1" dirty="0">
              <a:solidFill>
                <a:srgbClr val="002060"/>
              </a:solidFill>
              <a:latin typeface="Arial" charset="0"/>
            </a:endParaRPr>
          </a:p>
        </p:txBody>
      </p:sp>
      <p:grpSp>
        <p:nvGrpSpPr>
          <p:cNvPr id="65742" name="Group 4302"/>
          <p:cNvGrpSpPr>
            <a:grpSpLocks/>
          </p:cNvGrpSpPr>
          <p:nvPr/>
        </p:nvGrpSpPr>
        <p:grpSpPr bwMode="auto">
          <a:xfrm>
            <a:off x="457200" y="1143000"/>
            <a:ext cx="7620000" cy="457200"/>
            <a:chOff x="288" y="576"/>
            <a:chExt cx="4800" cy="288"/>
          </a:xfrm>
        </p:grpSpPr>
        <p:sp>
          <p:nvSpPr>
            <p:cNvPr id="65740" name="Text Box 4300"/>
            <p:cNvSpPr txBox="1">
              <a:spLocks noChangeArrowheads="1"/>
            </p:cNvSpPr>
            <p:nvPr/>
          </p:nvSpPr>
          <p:spPr bwMode="auto">
            <a:xfrm>
              <a:off x="288" y="576"/>
              <a:ext cx="48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在每个区间</a:t>
              </a:r>
              <a:r>
                <a:rPr lang="en-US" altLang="zh-CN" sz="2400" b="1"/>
                <a:t>             </a:t>
              </a:r>
              <a:r>
                <a:rPr lang="zh-CN" altLang="en-US" sz="2400" b="1"/>
                <a:t>上，用</a:t>
              </a:r>
              <a:r>
                <a:rPr lang="en-US" altLang="zh-CN" sz="2400" b="1">
                  <a:solidFill>
                    <a:schemeClr val="accent2"/>
                  </a:solidFill>
                </a:rPr>
                <a:t>1</a:t>
              </a:r>
              <a:r>
                <a:rPr lang="zh-CN" altLang="en-US" sz="2400" b="1">
                  <a:solidFill>
                    <a:schemeClr val="accent2"/>
                  </a:solidFill>
                </a:rPr>
                <a:t>阶多项式</a:t>
              </a:r>
              <a:r>
                <a:rPr lang="en-US" altLang="zh-CN" sz="2400" b="1"/>
                <a:t> (</a:t>
              </a:r>
              <a:r>
                <a:rPr lang="zh-CN" altLang="en-US" sz="2400" b="1"/>
                <a:t>直线</a:t>
              </a:r>
              <a:r>
                <a:rPr lang="en-US" altLang="zh-CN" sz="2400" b="1"/>
                <a:t>) </a:t>
              </a:r>
              <a:r>
                <a:rPr lang="zh-CN" altLang="en-US" sz="2400" b="1"/>
                <a:t>逼近</a:t>
              </a:r>
              <a:r>
                <a:rPr lang="en-US" altLang="zh-CN" sz="2400" b="1"/>
                <a:t> </a:t>
              </a:r>
              <a:r>
                <a:rPr lang="en-US" altLang="zh-CN" sz="2000" b="1" i="1"/>
                <a:t>f </a:t>
              </a:r>
              <a:r>
                <a:rPr lang="en-US" altLang="zh-CN" sz="2000" b="1"/>
                <a:t>(</a:t>
              </a:r>
              <a:r>
                <a:rPr lang="en-US" altLang="zh-CN" sz="2000" b="1" i="1"/>
                <a:t>x</a:t>
              </a:r>
              <a:r>
                <a:rPr lang="en-US" altLang="zh-CN" sz="2000" b="1"/>
                <a:t>)</a:t>
              </a:r>
              <a:r>
                <a:rPr lang="en-US" altLang="zh-CN" sz="2400" b="1"/>
                <a:t>:</a:t>
              </a:r>
            </a:p>
          </p:txBody>
        </p:sp>
        <p:graphicFrame>
          <p:nvGraphicFramePr>
            <p:cNvPr id="65741" name="Object 4301"/>
            <p:cNvGraphicFramePr>
              <a:graphicFrameLocks noChangeAspect="1"/>
            </p:cNvGraphicFramePr>
            <p:nvPr/>
          </p:nvGraphicFramePr>
          <p:xfrm>
            <a:off x="1296" y="590"/>
            <a:ext cx="624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71320" imgH="228600" progId="Equation.3">
                    <p:embed/>
                  </p:oleObj>
                </mc:Choice>
                <mc:Fallback>
                  <p:oleObj name="Equation" r:id="rId6" imgW="571320" imgH="228600" progId="Equation.3">
                    <p:embed/>
                    <p:pic>
                      <p:nvPicPr>
                        <p:cNvPr id="65741" name="Object 43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590"/>
                          <a:ext cx="624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5745" name="Group 4305"/>
          <p:cNvGrpSpPr>
            <a:grpSpLocks/>
          </p:cNvGrpSpPr>
          <p:nvPr/>
        </p:nvGrpSpPr>
        <p:grpSpPr bwMode="auto">
          <a:xfrm>
            <a:off x="685800" y="1600200"/>
            <a:ext cx="5105400" cy="914400"/>
            <a:chOff x="336" y="864"/>
            <a:chExt cx="3216" cy="576"/>
          </a:xfrm>
        </p:grpSpPr>
        <p:sp>
          <p:nvSpPr>
            <p:cNvPr id="65744" name="AutoShape 4304" descr="再生纸"/>
            <p:cNvSpPr>
              <a:spLocks noChangeArrowheads="1"/>
            </p:cNvSpPr>
            <p:nvPr/>
          </p:nvSpPr>
          <p:spPr bwMode="auto">
            <a:xfrm>
              <a:off x="336" y="864"/>
              <a:ext cx="3216" cy="576"/>
            </a:xfrm>
            <a:prstGeom prst="bevel">
              <a:avLst>
                <a:gd name="adj" fmla="val 6250"/>
              </a:avLst>
            </a:prstGeom>
            <a:blipFill dpi="0" rotWithShape="0">
              <a:blip r:embed="rId8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65743" name="Object 4303"/>
            <p:cNvGraphicFramePr>
              <a:graphicFrameLocks noChangeAspect="1"/>
            </p:cNvGraphicFramePr>
            <p:nvPr/>
          </p:nvGraphicFramePr>
          <p:xfrm>
            <a:off x="432" y="912"/>
            <a:ext cx="3039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628720" imgH="406080" progId="Equation.3">
                    <p:embed/>
                  </p:oleObj>
                </mc:Choice>
                <mc:Fallback>
                  <p:oleObj name="Equation" r:id="rId9" imgW="2628720" imgH="406080" progId="Equation.3">
                    <p:embed/>
                    <p:pic>
                      <p:nvPicPr>
                        <p:cNvPr id="65743" name="Object 43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912"/>
                          <a:ext cx="3039" cy="4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746" name="Object 43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463253"/>
              </p:ext>
            </p:extLst>
          </p:nvPr>
        </p:nvGraphicFramePr>
        <p:xfrm>
          <a:off x="6096000" y="1905000"/>
          <a:ext cx="22256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79280" imgH="228600" progId="Equation.3">
                  <p:embed/>
                </p:oleObj>
              </mc:Choice>
              <mc:Fallback>
                <p:oleObj name="Equation" r:id="rId11" imgW="1079280" imgH="228600" progId="Equation.3">
                  <p:embed/>
                  <p:pic>
                    <p:nvPicPr>
                      <p:cNvPr id="65746" name="Object 43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905000"/>
                        <a:ext cx="22256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5753" name="Group 4313"/>
          <p:cNvGrpSpPr>
            <a:grpSpLocks/>
          </p:cNvGrpSpPr>
          <p:nvPr/>
        </p:nvGrpSpPr>
        <p:grpSpPr bwMode="auto">
          <a:xfrm>
            <a:off x="533400" y="2590800"/>
            <a:ext cx="7391400" cy="573088"/>
            <a:chOff x="336" y="1440"/>
            <a:chExt cx="4656" cy="361"/>
          </a:xfrm>
        </p:grpSpPr>
        <p:sp>
          <p:nvSpPr>
            <p:cNvPr id="65748" name="Text Box 4308"/>
            <p:cNvSpPr txBox="1">
              <a:spLocks noChangeArrowheads="1"/>
            </p:cNvSpPr>
            <p:nvPr/>
          </p:nvSpPr>
          <p:spPr bwMode="auto">
            <a:xfrm>
              <a:off x="336" y="1509"/>
              <a:ext cx="38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记</a:t>
              </a:r>
              <a:r>
                <a:rPr lang="en-US" altLang="zh-CN" sz="2400" b="1"/>
                <a:t>                              </a:t>
              </a:r>
              <a:r>
                <a:rPr lang="zh-CN" altLang="en-US" sz="2400" b="1"/>
                <a:t>，易证：当</a:t>
              </a:r>
              <a:r>
                <a:rPr lang="en-US" altLang="zh-CN" sz="2400" b="1"/>
                <a:t>          </a:t>
              </a:r>
              <a:r>
                <a:rPr lang="zh-CN" altLang="en-US" sz="2400" b="1"/>
                <a:t>时，</a:t>
              </a:r>
              <a:endParaRPr lang="en-US" altLang="zh-CN" sz="2400" b="1"/>
            </a:p>
          </p:txBody>
        </p:sp>
        <p:graphicFrame>
          <p:nvGraphicFramePr>
            <p:cNvPr id="65749" name="Object 4309"/>
            <p:cNvGraphicFramePr>
              <a:graphicFrameLocks noChangeAspect="1"/>
            </p:cNvGraphicFramePr>
            <p:nvPr/>
          </p:nvGraphicFramePr>
          <p:xfrm>
            <a:off x="624" y="1536"/>
            <a:ext cx="1409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218960" imgH="228600" progId="Equation.3">
                    <p:embed/>
                  </p:oleObj>
                </mc:Choice>
                <mc:Fallback>
                  <p:oleObj name="Equation" r:id="rId13" imgW="1218960" imgH="228600" progId="Equation.3">
                    <p:embed/>
                    <p:pic>
                      <p:nvPicPr>
                        <p:cNvPr id="65749" name="Object 43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1536"/>
                          <a:ext cx="1409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750" name="Object 4310"/>
            <p:cNvGraphicFramePr>
              <a:graphicFrameLocks noChangeAspect="1"/>
            </p:cNvGraphicFramePr>
            <p:nvPr/>
          </p:nvGraphicFramePr>
          <p:xfrm>
            <a:off x="3024" y="1536"/>
            <a:ext cx="43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419040" imgH="177480" progId="Equation.3">
                    <p:embed/>
                  </p:oleObj>
                </mc:Choice>
                <mc:Fallback>
                  <p:oleObj name="Equation" r:id="rId15" imgW="419040" imgH="177480" progId="Equation.3">
                    <p:embed/>
                    <p:pic>
                      <p:nvPicPr>
                        <p:cNvPr id="65750" name="Object 43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1536"/>
                          <a:ext cx="432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751" name="Object 4311"/>
            <p:cNvGraphicFramePr>
              <a:graphicFrameLocks noChangeAspect="1"/>
            </p:cNvGraphicFramePr>
            <p:nvPr/>
          </p:nvGraphicFramePr>
          <p:xfrm>
            <a:off x="3792" y="1536"/>
            <a:ext cx="1200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965160" imgH="228600" progId="Equation.3">
                    <p:embed/>
                  </p:oleObj>
                </mc:Choice>
                <mc:Fallback>
                  <p:oleObj name="Equation" r:id="rId17" imgW="965160" imgH="228600" progId="Equation.3">
                    <p:embed/>
                    <p:pic>
                      <p:nvPicPr>
                        <p:cNvPr id="65751" name="Object 43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536"/>
                          <a:ext cx="1200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752" name="Text Box 4312"/>
            <p:cNvSpPr txBox="1">
              <a:spLocks noChangeArrowheads="1"/>
            </p:cNvSpPr>
            <p:nvPr/>
          </p:nvSpPr>
          <p:spPr bwMode="auto">
            <a:xfrm>
              <a:off x="4272" y="1440"/>
              <a:ext cx="38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/>
                <a:t>一致</a:t>
              </a:r>
              <a:endParaRPr lang="en-US" altLang="zh-CN" sz="1600" b="1"/>
            </a:p>
          </p:txBody>
        </p:sp>
      </p:grpSp>
      <p:grpSp>
        <p:nvGrpSpPr>
          <p:cNvPr id="65778" name="Group 4338"/>
          <p:cNvGrpSpPr>
            <a:grpSpLocks/>
          </p:cNvGrpSpPr>
          <p:nvPr/>
        </p:nvGrpSpPr>
        <p:grpSpPr bwMode="auto">
          <a:xfrm>
            <a:off x="685800" y="3200400"/>
            <a:ext cx="4267200" cy="596900"/>
            <a:chOff x="432" y="1872"/>
            <a:chExt cx="2688" cy="376"/>
          </a:xfrm>
        </p:grpSpPr>
        <p:grpSp>
          <p:nvGrpSpPr>
            <p:cNvPr id="65769" name="Group 4329"/>
            <p:cNvGrpSpPr>
              <a:grpSpLocks/>
            </p:cNvGrpSpPr>
            <p:nvPr/>
          </p:nvGrpSpPr>
          <p:grpSpPr bwMode="auto">
            <a:xfrm>
              <a:off x="432" y="1872"/>
              <a:ext cx="333" cy="376"/>
              <a:chOff x="2787" y="2607"/>
              <a:chExt cx="649" cy="841"/>
            </a:xfrm>
          </p:grpSpPr>
          <p:sp>
            <p:nvSpPr>
              <p:cNvPr id="65755" name="Freeform 4315"/>
              <p:cNvSpPr>
                <a:spLocks/>
              </p:cNvSpPr>
              <p:nvPr/>
            </p:nvSpPr>
            <p:spPr bwMode="auto">
              <a:xfrm>
                <a:off x="2787" y="2607"/>
                <a:ext cx="649" cy="841"/>
              </a:xfrm>
              <a:custGeom>
                <a:avLst/>
                <a:gdLst>
                  <a:gd name="T0" fmla="*/ 150 w 649"/>
                  <a:gd name="T1" fmla="*/ 6 h 841"/>
                  <a:gd name="T2" fmla="*/ 204 w 649"/>
                  <a:gd name="T3" fmla="*/ 6 h 841"/>
                  <a:gd name="T4" fmla="*/ 282 w 649"/>
                  <a:gd name="T5" fmla="*/ 18 h 841"/>
                  <a:gd name="T6" fmla="*/ 385 w 649"/>
                  <a:gd name="T7" fmla="*/ 54 h 841"/>
                  <a:gd name="T8" fmla="*/ 529 w 649"/>
                  <a:gd name="T9" fmla="*/ 114 h 841"/>
                  <a:gd name="T10" fmla="*/ 565 w 649"/>
                  <a:gd name="T11" fmla="*/ 144 h 841"/>
                  <a:gd name="T12" fmla="*/ 619 w 649"/>
                  <a:gd name="T13" fmla="*/ 240 h 841"/>
                  <a:gd name="T14" fmla="*/ 649 w 649"/>
                  <a:gd name="T15" fmla="*/ 300 h 841"/>
                  <a:gd name="T16" fmla="*/ 619 w 649"/>
                  <a:gd name="T17" fmla="*/ 342 h 841"/>
                  <a:gd name="T18" fmla="*/ 619 w 649"/>
                  <a:gd name="T19" fmla="*/ 372 h 841"/>
                  <a:gd name="T20" fmla="*/ 643 w 649"/>
                  <a:gd name="T21" fmla="*/ 420 h 841"/>
                  <a:gd name="T22" fmla="*/ 637 w 649"/>
                  <a:gd name="T23" fmla="*/ 462 h 841"/>
                  <a:gd name="T24" fmla="*/ 595 w 649"/>
                  <a:gd name="T25" fmla="*/ 492 h 841"/>
                  <a:gd name="T26" fmla="*/ 607 w 649"/>
                  <a:gd name="T27" fmla="*/ 528 h 841"/>
                  <a:gd name="T28" fmla="*/ 589 w 649"/>
                  <a:gd name="T29" fmla="*/ 577 h 841"/>
                  <a:gd name="T30" fmla="*/ 529 w 649"/>
                  <a:gd name="T31" fmla="*/ 595 h 841"/>
                  <a:gd name="T32" fmla="*/ 505 w 649"/>
                  <a:gd name="T33" fmla="*/ 631 h 841"/>
                  <a:gd name="T34" fmla="*/ 457 w 649"/>
                  <a:gd name="T35" fmla="*/ 649 h 841"/>
                  <a:gd name="T36" fmla="*/ 360 w 649"/>
                  <a:gd name="T37" fmla="*/ 655 h 841"/>
                  <a:gd name="T38" fmla="*/ 300 w 649"/>
                  <a:gd name="T39" fmla="*/ 637 h 841"/>
                  <a:gd name="T40" fmla="*/ 258 w 649"/>
                  <a:gd name="T41" fmla="*/ 589 h 841"/>
                  <a:gd name="T42" fmla="*/ 222 w 649"/>
                  <a:gd name="T43" fmla="*/ 528 h 841"/>
                  <a:gd name="T44" fmla="*/ 240 w 649"/>
                  <a:gd name="T45" fmla="*/ 504 h 841"/>
                  <a:gd name="T46" fmla="*/ 276 w 649"/>
                  <a:gd name="T47" fmla="*/ 498 h 841"/>
                  <a:gd name="T48" fmla="*/ 306 w 649"/>
                  <a:gd name="T49" fmla="*/ 522 h 841"/>
                  <a:gd name="T50" fmla="*/ 282 w 649"/>
                  <a:gd name="T51" fmla="*/ 498 h 841"/>
                  <a:gd name="T52" fmla="*/ 270 w 649"/>
                  <a:gd name="T53" fmla="*/ 492 h 841"/>
                  <a:gd name="T54" fmla="*/ 246 w 649"/>
                  <a:gd name="T55" fmla="*/ 474 h 841"/>
                  <a:gd name="T56" fmla="*/ 204 w 649"/>
                  <a:gd name="T57" fmla="*/ 486 h 841"/>
                  <a:gd name="T58" fmla="*/ 198 w 649"/>
                  <a:gd name="T59" fmla="*/ 516 h 841"/>
                  <a:gd name="T60" fmla="*/ 204 w 649"/>
                  <a:gd name="T61" fmla="*/ 607 h 841"/>
                  <a:gd name="T62" fmla="*/ 228 w 649"/>
                  <a:gd name="T63" fmla="*/ 703 h 841"/>
                  <a:gd name="T64" fmla="*/ 228 w 649"/>
                  <a:gd name="T65" fmla="*/ 793 h 841"/>
                  <a:gd name="T66" fmla="*/ 204 w 649"/>
                  <a:gd name="T67" fmla="*/ 829 h 841"/>
                  <a:gd name="T68" fmla="*/ 150 w 649"/>
                  <a:gd name="T69" fmla="*/ 835 h 841"/>
                  <a:gd name="T70" fmla="*/ 132 w 649"/>
                  <a:gd name="T71" fmla="*/ 775 h 841"/>
                  <a:gd name="T72" fmla="*/ 108 w 649"/>
                  <a:gd name="T73" fmla="*/ 709 h 841"/>
                  <a:gd name="T74" fmla="*/ 96 w 649"/>
                  <a:gd name="T75" fmla="*/ 685 h 841"/>
                  <a:gd name="T76" fmla="*/ 84 w 649"/>
                  <a:gd name="T77" fmla="*/ 655 h 841"/>
                  <a:gd name="T78" fmla="*/ 48 w 649"/>
                  <a:gd name="T79" fmla="*/ 522 h 841"/>
                  <a:gd name="T80" fmla="*/ 18 w 649"/>
                  <a:gd name="T81" fmla="*/ 366 h 841"/>
                  <a:gd name="T82" fmla="*/ 0 w 649"/>
                  <a:gd name="T83" fmla="*/ 270 h 8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649" h="841">
                    <a:moveTo>
                      <a:pt x="108" y="0"/>
                    </a:moveTo>
                    <a:lnTo>
                      <a:pt x="132" y="6"/>
                    </a:lnTo>
                    <a:lnTo>
                      <a:pt x="150" y="6"/>
                    </a:lnTo>
                    <a:lnTo>
                      <a:pt x="168" y="12"/>
                    </a:lnTo>
                    <a:lnTo>
                      <a:pt x="180" y="12"/>
                    </a:lnTo>
                    <a:lnTo>
                      <a:pt x="204" y="6"/>
                    </a:lnTo>
                    <a:lnTo>
                      <a:pt x="228" y="6"/>
                    </a:lnTo>
                    <a:lnTo>
                      <a:pt x="252" y="12"/>
                    </a:lnTo>
                    <a:lnTo>
                      <a:pt x="282" y="18"/>
                    </a:lnTo>
                    <a:lnTo>
                      <a:pt x="312" y="24"/>
                    </a:lnTo>
                    <a:lnTo>
                      <a:pt x="342" y="36"/>
                    </a:lnTo>
                    <a:lnTo>
                      <a:pt x="385" y="54"/>
                    </a:lnTo>
                    <a:lnTo>
                      <a:pt x="427" y="72"/>
                    </a:lnTo>
                    <a:lnTo>
                      <a:pt x="481" y="96"/>
                    </a:lnTo>
                    <a:lnTo>
                      <a:pt x="529" y="114"/>
                    </a:lnTo>
                    <a:lnTo>
                      <a:pt x="547" y="120"/>
                    </a:lnTo>
                    <a:lnTo>
                      <a:pt x="559" y="132"/>
                    </a:lnTo>
                    <a:lnTo>
                      <a:pt x="565" y="144"/>
                    </a:lnTo>
                    <a:lnTo>
                      <a:pt x="577" y="162"/>
                    </a:lnTo>
                    <a:lnTo>
                      <a:pt x="595" y="192"/>
                    </a:lnTo>
                    <a:lnTo>
                      <a:pt x="619" y="240"/>
                    </a:lnTo>
                    <a:lnTo>
                      <a:pt x="637" y="264"/>
                    </a:lnTo>
                    <a:lnTo>
                      <a:pt x="643" y="288"/>
                    </a:lnTo>
                    <a:lnTo>
                      <a:pt x="649" y="300"/>
                    </a:lnTo>
                    <a:lnTo>
                      <a:pt x="643" y="318"/>
                    </a:lnTo>
                    <a:lnTo>
                      <a:pt x="631" y="336"/>
                    </a:lnTo>
                    <a:lnTo>
                      <a:pt x="619" y="342"/>
                    </a:lnTo>
                    <a:lnTo>
                      <a:pt x="613" y="348"/>
                    </a:lnTo>
                    <a:lnTo>
                      <a:pt x="613" y="360"/>
                    </a:lnTo>
                    <a:lnTo>
                      <a:pt x="619" y="372"/>
                    </a:lnTo>
                    <a:lnTo>
                      <a:pt x="625" y="384"/>
                    </a:lnTo>
                    <a:lnTo>
                      <a:pt x="637" y="402"/>
                    </a:lnTo>
                    <a:lnTo>
                      <a:pt x="643" y="420"/>
                    </a:lnTo>
                    <a:lnTo>
                      <a:pt x="643" y="432"/>
                    </a:lnTo>
                    <a:lnTo>
                      <a:pt x="643" y="450"/>
                    </a:lnTo>
                    <a:lnTo>
                      <a:pt x="637" y="462"/>
                    </a:lnTo>
                    <a:lnTo>
                      <a:pt x="625" y="474"/>
                    </a:lnTo>
                    <a:lnTo>
                      <a:pt x="607" y="486"/>
                    </a:lnTo>
                    <a:lnTo>
                      <a:pt x="595" y="492"/>
                    </a:lnTo>
                    <a:lnTo>
                      <a:pt x="595" y="504"/>
                    </a:lnTo>
                    <a:lnTo>
                      <a:pt x="601" y="516"/>
                    </a:lnTo>
                    <a:lnTo>
                      <a:pt x="607" y="528"/>
                    </a:lnTo>
                    <a:lnTo>
                      <a:pt x="601" y="546"/>
                    </a:lnTo>
                    <a:lnTo>
                      <a:pt x="601" y="565"/>
                    </a:lnTo>
                    <a:lnTo>
                      <a:pt x="589" y="577"/>
                    </a:lnTo>
                    <a:lnTo>
                      <a:pt x="577" y="583"/>
                    </a:lnTo>
                    <a:lnTo>
                      <a:pt x="553" y="589"/>
                    </a:lnTo>
                    <a:lnTo>
                      <a:pt x="529" y="595"/>
                    </a:lnTo>
                    <a:lnTo>
                      <a:pt x="517" y="595"/>
                    </a:lnTo>
                    <a:lnTo>
                      <a:pt x="511" y="619"/>
                    </a:lnTo>
                    <a:lnTo>
                      <a:pt x="505" y="631"/>
                    </a:lnTo>
                    <a:lnTo>
                      <a:pt x="493" y="643"/>
                    </a:lnTo>
                    <a:lnTo>
                      <a:pt x="475" y="649"/>
                    </a:lnTo>
                    <a:lnTo>
                      <a:pt x="457" y="649"/>
                    </a:lnTo>
                    <a:lnTo>
                      <a:pt x="433" y="649"/>
                    </a:lnTo>
                    <a:lnTo>
                      <a:pt x="403" y="655"/>
                    </a:lnTo>
                    <a:lnTo>
                      <a:pt x="360" y="655"/>
                    </a:lnTo>
                    <a:lnTo>
                      <a:pt x="342" y="655"/>
                    </a:lnTo>
                    <a:lnTo>
                      <a:pt x="324" y="649"/>
                    </a:lnTo>
                    <a:lnTo>
                      <a:pt x="300" y="637"/>
                    </a:lnTo>
                    <a:lnTo>
                      <a:pt x="282" y="625"/>
                    </a:lnTo>
                    <a:lnTo>
                      <a:pt x="270" y="607"/>
                    </a:lnTo>
                    <a:lnTo>
                      <a:pt x="258" y="589"/>
                    </a:lnTo>
                    <a:lnTo>
                      <a:pt x="240" y="565"/>
                    </a:lnTo>
                    <a:lnTo>
                      <a:pt x="228" y="540"/>
                    </a:lnTo>
                    <a:lnTo>
                      <a:pt x="222" y="528"/>
                    </a:lnTo>
                    <a:lnTo>
                      <a:pt x="228" y="522"/>
                    </a:lnTo>
                    <a:lnTo>
                      <a:pt x="234" y="510"/>
                    </a:lnTo>
                    <a:lnTo>
                      <a:pt x="240" y="504"/>
                    </a:lnTo>
                    <a:lnTo>
                      <a:pt x="252" y="498"/>
                    </a:lnTo>
                    <a:lnTo>
                      <a:pt x="264" y="498"/>
                    </a:lnTo>
                    <a:lnTo>
                      <a:pt x="276" y="498"/>
                    </a:lnTo>
                    <a:lnTo>
                      <a:pt x="288" y="510"/>
                    </a:lnTo>
                    <a:lnTo>
                      <a:pt x="300" y="516"/>
                    </a:lnTo>
                    <a:lnTo>
                      <a:pt x="306" y="522"/>
                    </a:lnTo>
                    <a:lnTo>
                      <a:pt x="318" y="528"/>
                    </a:lnTo>
                    <a:lnTo>
                      <a:pt x="306" y="516"/>
                    </a:lnTo>
                    <a:lnTo>
                      <a:pt x="282" y="498"/>
                    </a:lnTo>
                    <a:lnTo>
                      <a:pt x="288" y="492"/>
                    </a:lnTo>
                    <a:lnTo>
                      <a:pt x="282" y="492"/>
                    </a:lnTo>
                    <a:lnTo>
                      <a:pt x="270" y="492"/>
                    </a:lnTo>
                    <a:lnTo>
                      <a:pt x="264" y="486"/>
                    </a:lnTo>
                    <a:lnTo>
                      <a:pt x="252" y="480"/>
                    </a:lnTo>
                    <a:lnTo>
                      <a:pt x="246" y="474"/>
                    </a:lnTo>
                    <a:lnTo>
                      <a:pt x="228" y="474"/>
                    </a:lnTo>
                    <a:lnTo>
                      <a:pt x="216" y="474"/>
                    </a:lnTo>
                    <a:lnTo>
                      <a:pt x="204" y="486"/>
                    </a:lnTo>
                    <a:lnTo>
                      <a:pt x="198" y="492"/>
                    </a:lnTo>
                    <a:lnTo>
                      <a:pt x="198" y="504"/>
                    </a:lnTo>
                    <a:lnTo>
                      <a:pt x="198" y="516"/>
                    </a:lnTo>
                    <a:lnTo>
                      <a:pt x="198" y="546"/>
                    </a:lnTo>
                    <a:lnTo>
                      <a:pt x="198" y="577"/>
                    </a:lnTo>
                    <a:lnTo>
                      <a:pt x="204" y="607"/>
                    </a:lnTo>
                    <a:lnTo>
                      <a:pt x="204" y="637"/>
                    </a:lnTo>
                    <a:lnTo>
                      <a:pt x="216" y="679"/>
                    </a:lnTo>
                    <a:lnTo>
                      <a:pt x="228" y="703"/>
                    </a:lnTo>
                    <a:lnTo>
                      <a:pt x="234" y="721"/>
                    </a:lnTo>
                    <a:lnTo>
                      <a:pt x="234" y="763"/>
                    </a:lnTo>
                    <a:lnTo>
                      <a:pt x="228" y="793"/>
                    </a:lnTo>
                    <a:lnTo>
                      <a:pt x="222" y="811"/>
                    </a:lnTo>
                    <a:lnTo>
                      <a:pt x="216" y="823"/>
                    </a:lnTo>
                    <a:lnTo>
                      <a:pt x="204" y="829"/>
                    </a:lnTo>
                    <a:lnTo>
                      <a:pt x="186" y="835"/>
                    </a:lnTo>
                    <a:lnTo>
                      <a:pt x="168" y="841"/>
                    </a:lnTo>
                    <a:lnTo>
                      <a:pt x="150" y="835"/>
                    </a:lnTo>
                    <a:lnTo>
                      <a:pt x="144" y="829"/>
                    </a:lnTo>
                    <a:lnTo>
                      <a:pt x="138" y="787"/>
                    </a:lnTo>
                    <a:lnTo>
                      <a:pt x="132" y="775"/>
                    </a:lnTo>
                    <a:lnTo>
                      <a:pt x="132" y="769"/>
                    </a:lnTo>
                    <a:lnTo>
                      <a:pt x="126" y="745"/>
                    </a:lnTo>
                    <a:lnTo>
                      <a:pt x="108" y="709"/>
                    </a:lnTo>
                    <a:lnTo>
                      <a:pt x="102" y="697"/>
                    </a:lnTo>
                    <a:lnTo>
                      <a:pt x="102" y="685"/>
                    </a:lnTo>
                    <a:lnTo>
                      <a:pt x="96" y="685"/>
                    </a:lnTo>
                    <a:lnTo>
                      <a:pt x="96" y="679"/>
                    </a:lnTo>
                    <a:lnTo>
                      <a:pt x="96" y="673"/>
                    </a:lnTo>
                    <a:lnTo>
                      <a:pt x="84" y="655"/>
                    </a:lnTo>
                    <a:lnTo>
                      <a:pt x="78" y="613"/>
                    </a:lnTo>
                    <a:lnTo>
                      <a:pt x="60" y="571"/>
                    </a:lnTo>
                    <a:lnTo>
                      <a:pt x="48" y="522"/>
                    </a:lnTo>
                    <a:lnTo>
                      <a:pt x="30" y="468"/>
                    </a:lnTo>
                    <a:lnTo>
                      <a:pt x="24" y="426"/>
                    </a:lnTo>
                    <a:lnTo>
                      <a:pt x="18" y="366"/>
                    </a:lnTo>
                    <a:lnTo>
                      <a:pt x="18" y="306"/>
                    </a:lnTo>
                    <a:lnTo>
                      <a:pt x="18" y="300"/>
                    </a:lnTo>
                    <a:lnTo>
                      <a:pt x="0" y="270"/>
                    </a:lnTo>
                    <a:lnTo>
                      <a:pt x="72" y="204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rgbClr val="FFBD7B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56" name="Freeform 4316"/>
              <p:cNvSpPr>
                <a:spLocks/>
              </p:cNvSpPr>
              <p:nvPr/>
            </p:nvSpPr>
            <p:spPr bwMode="auto">
              <a:xfrm>
                <a:off x="2889" y="2607"/>
                <a:ext cx="445" cy="132"/>
              </a:xfrm>
              <a:custGeom>
                <a:avLst/>
                <a:gdLst>
                  <a:gd name="T0" fmla="*/ 24 w 445"/>
                  <a:gd name="T1" fmla="*/ 0 h 132"/>
                  <a:gd name="T2" fmla="*/ 42 w 445"/>
                  <a:gd name="T3" fmla="*/ 6 h 132"/>
                  <a:gd name="T4" fmla="*/ 60 w 445"/>
                  <a:gd name="T5" fmla="*/ 6 h 132"/>
                  <a:gd name="T6" fmla="*/ 72 w 445"/>
                  <a:gd name="T7" fmla="*/ 12 h 132"/>
                  <a:gd name="T8" fmla="*/ 90 w 445"/>
                  <a:gd name="T9" fmla="*/ 6 h 132"/>
                  <a:gd name="T10" fmla="*/ 102 w 445"/>
                  <a:gd name="T11" fmla="*/ 6 h 132"/>
                  <a:gd name="T12" fmla="*/ 120 w 445"/>
                  <a:gd name="T13" fmla="*/ 6 h 132"/>
                  <a:gd name="T14" fmla="*/ 144 w 445"/>
                  <a:gd name="T15" fmla="*/ 6 h 132"/>
                  <a:gd name="T16" fmla="*/ 174 w 445"/>
                  <a:gd name="T17" fmla="*/ 18 h 132"/>
                  <a:gd name="T18" fmla="*/ 210 w 445"/>
                  <a:gd name="T19" fmla="*/ 24 h 132"/>
                  <a:gd name="T20" fmla="*/ 246 w 445"/>
                  <a:gd name="T21" fmla="*/ 36 h 132"/>
                  <a:gd name="T22" fmla="*/ 289 w 445"/>
                  <a:gd name="T23" fmla="*/ 54 h 132"/>
                  <a:gd name="T24" fmla="*/ 337 w 445"/>
                  <a:gd name="T25" fmla="*/ 72 h 132"/>
                  <a:gd name="T26" fmla="*/ 379 w 445"/>
                  <a:gd name="T27" fmla="*/ 96 h 132"/>
                  <a:gd name="T28" fmla="*/ 409 w 445"/>
                  <a:gd name="T29" fmla="*/ 108 h 132"/>
                  <a:gd name="T30" fmla="*/ 427 w 445"/>
                  <a:gd name="T31" fmla="*/ 114 h 132"/>
                  <a:gd name="T32" fmla="*/ 445 w 445"/>
                  <a:gd name="T33" fmla="*/ 126 h 132"/>
                  <a:gd name="T34" fmla="*/ 433 w 445"/>
                  <a:gd name="T35" fmla="*/ 120 h 132"/>
                  <a:gd name="T36" fmla="*/ 421 w 445"/>
                  <a:gd name="T37" fmla="*/ 120 h 132"/>
                  <a:gd name="T38" fmla="*/ 409 w 445"/>
                  <a:gd name="T39" fmla="*/ 126 h 132"/>
                  <a:gd name="T40" fmla="*/ 403 w 445"/>
                  <a:gd name="T41" fmla="*/ 126 h 132"/>
                  <a:gd name="T42" fmla="*/ 385 w 445"/>
                  <a:gd name="T43" fmla="*/ 120 h 132"/>
                  <a:gd name="T44" fmla="*/ 367 w 445"/>
                  <a:gd name="T45" fmla="*/ 108 h 132"/>
                  <a:gd name="T46" fmla="*/ 349 w 445"/>
                  <a:gd name="T47" fmla="*/ 96 h 132"/>
                  <a:gd name="T48" fmla="*/ 325 w 445"/>
                  <a:gd name="T49" fmla="*/ 84 h 132"/>
                  <a:gd name="T50" fmla="*/ 301 w 445"/>
                  <a:gd name="T51" fmla="*/ 72 h 132"/>
                  <a:gd name="T52" fmla="*/ 271 w 445"/>
                  <a:gd name="T53" fmla="*/ 60 h 132"/>
                  <a:gd name="T54" fmla="*/ 246 w 445"/>
                  <a:gd name="T55" fmla="*/ 54 h 132"/>
                  <a:gd name="T56" fmla="*/ 222 w 445"/>
                  <a:gd name="T57" fmla="*/ 42 h 132"/>
                  <a:gd name="T58" fmla="*/ 204 w 445"/>
                  <a:gd name="T59" fmla="*/ 36 h 132"/>
                  <a:gd name="T60" fmla="*/ 186 w 445"/>
                  <a:gd name="T61" fmla="*/ 36 h 132"/>
                  <a:gd name="T62" fmla="*/ 174 w 445"/>
                  <a:gd name="T63" fmla="*/ 30 h 132"/>
                  <a:gd name="T64" fmla="*/ 150 w 445"/>
                  <a:gd name="T65" fmla="*/ 30 h 132"/>
                  <a:gd name="T66" fmla="*/ 126 w 445"/>
                  <a:gd name="T67" fmla="*/ 30 h 132"/>
                  <a:gd name="T68" fmla="*/ 102 w 445"/>
                  <a:gd name="T69" fmla="*/ 30 h 132"/>
                  <a:gd name="T70" fmla="*/ 84 w 445"/>
                  <a:gd name="T71" fmla="*/ 36 h 132"/>
                  <a:gd name="T72" fmla="*/ 66 w 445"/>
                  <a:gd name="T73" fmla="*/ 42 h 132"/>
                  <a:gd name="T74" fmla="*/ 54 w 445"/>
                  <a:gd name="T75" fmla="*/ 60 h 132"/>
                  <a:gd name="T76" fmla="*/ 42 w 445"/>
                  <a:gd name="T77" fmla="*/ 72 h 132"/>
                  <a:gd name="T78" fmla="*/ 30 w 445"/>
                  <a:gd name="T79" fmla="*/ 90 h 132"/>
                  <a:gd name="T80" fmla="*/ 18 w 445"/>
                  <a:gd name="T81" fmla="*/ 108 h 132"/>
                  <a:gd name="T82" fmla="*/ 12 w 445"/>
                  <a:gd name="T83" fmla="*/ 120 h 132"/>
                  <a:gd name="T84" fmla="*/ 0 w 445"/>
                  <a:gd name="T85" fmla="*/ 132 h 132"/>
                  <a:gd name="T86" fmla="*/ 24 w 445"/>
                  <a:gd name="T8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45" h="132">
                    <a:moveTo>
                      <a:pt x="24" y="0"/>
                    </a:moveTo>
                    <a:lnTo>
                      <a:pt x="42" y="6"/>
                    </a:lnTo>
                    <a:lnTo>
                      <a:pt x="60" y="6"/>
                    </a:lnTo>
                    <a:lnTo>
                      <a:pt x="72" y="12"/>
                    </a:lnTo>
                    <a:lnTo>
                      <a:pt x="90" y="6"/>
                    </a:lnTo>
                    <a:lnTo>
                      <a:pt x="102" y="6"/>
                    </a:lnTo>
                    <a:lnTo>
                      <a:pt x="120" y="6"/>
                    </a:lnTo>
                    <a:lnTo>
                      <a:pt x="144" y="6"/>
                    </a:lnTo>
                    <a:lnTo>
                      <a:pt x="174" y="18"/>
                    </a:lnTo>
                    <a:lnTo>
                      <a:pt x="210" y="24"/>
                    </a:lnTo>
                    <a:lnTo>
                      <a:pt x="246" y="36"/>
                    </a:lnTo>
                    <a:lnTo>
                      <a:pt x="289" y="54"/>
                    </a:lnTo>
                    <a:lnTo>
                      <a:pt x="337" y="72"/>
                    </a:lnTo>
                    <a:lnTo>
                      <a:pt x="379" y="96"/>
                    </a:lnTo>
                    <a:lnTo>
                      <a:pt x="409" y="108"/>
                    </a:lnTo>
                    <a:lnTo>
                      <a:pt x="427" y="114"/>
                    </a:lnTo>
                    <a:lnTo>
                      <a:pt x="445" y="126"/>
                    </a:lnTo>
                    <a:lnTo>
                      <a:pt x="433" y="120"/>
                    </a:lnTo>
                    <a:lnTo>
                      <a:pt x="421" y="120"/>
                    </a:lnTo>
                    <a:lnTo>
                      <a:pt x="409" y="126"/>
                    </a:lnTo>
                    <a:lnTo>
                      <a:pt x="403" y="126"/>
                    </a:lnTo>
                    <a:lnTo>
                      <a:pt x="385" y="120"/>
                    </a:lnTo>
                    <a:lnTo>
                      <a:pt x="367" y="108"/>
                    </a:lnTo>
                    <a:lnTo>
                      <a:pt x="349" y="96"/>
                    </a:lnTo>
                    <a:lnTo>
                      <a:pt x="325" y="84"/>
                    </a:lnTo>
                    <a:lnTo>
                      <a:pt x="301" y="72"/>
                    </a:lnTo>
                    <a:lnTo>
                      <a:pt x="271" y="60"/>
                    </a:lnTo>
                    <a:lnTo>
                      <a:pt x="246" y="54"/>
                    </a:lnTo>
                    <a:lnTo>
                      <a:pt x="222" y="42"/>
                    </a:lnTo>
                    <a:lnTo>
                      <a:pt x="204" y="36"/>
                    </a:lnTo>
                    <a:lnTo>
                      <a:pt x="186" y="36"/>
                    </a:lnTo>
                    <a:lnTo>
                      <a:pt x="174" y="30"/>
                    </a:lnTo>
                    <a:lnTo>
                      <a:pt x="150" y="30"/>
                    </a:lnTo>
                    <a:lnTo>
                      <a:pt x="126" y="30"/>
                    </a:lnTo>
                    <a:lnTo>
                      <a:pt x="102" y="30"/>
                    </a:lnTo>
                    <a:lnTo>
                      <a:pt x="84" y="36"/>
                    </a:lnTo>
                    <a:lnTo>
                      <a:pt x="66" y="42"/>
                    </a:lnTo>
                    <a:lnTo>
                      <a:pt x="54" y="60"/>
                    </a:lnTo>
                    <a:lnTo>
                      <a:pt x="42" y="72"/>
                    </a:lnTo>
                    <a:lnTo>
                      <a:pt x="30" y="90"/>
                    </a:lnTo>
                    <a:lnTo>
                      <a:pt x="18" y="108"/>
                    </a:lnTo>
                    <a:lnTo>
                      <a:pt x="12" y="120"/>
                    </a:lnTo>
                    <a:lnTo>
                      <a:pt x="0" y="132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CA4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57" name="Freeform 4317"/>
              <p:cNvSpPr>
                <a:spLocks/>
              </p:cNvSpPr>
              <p:nvPr/>
            </p:nvSpPr>
            <p:spPr bwMode="auto">
              <a:xfrm>
                <a:off x="3316" y="2841"/>
                <a:ext cx="96" cy="114"/>
              </a:xfrm>
              <a:custGeom>
                <a:avLst/>
                <a:gdLst>
                  <a:gd name="T0" fmla="*/ 90 w 96"/>
                  <a:gd name="T1" fmla="*/ 108 h 114"/>
                  <a:gd name="T2" fmla="*/ 96 w 96"/>
                  <a:gd name="T3" fmla="*/ 96 h 114"/>
                  <a:gd name="T4" fmla="*/ 96 w 96"/>
                  <a:gd name="T5" fmla="*/ 84 h 114"/>
                  <a:gd name="T6" fmla="*/ 90 w 96"/>
                  <a:gd name="T7" fmla="*/ 66 h 114"/>
                  <a:gd name="T8" fmla="*/ 78 w 96"/>
                  <a:gd name="T9" fmla="*/ 54 h 114"/>
                  <a:gd name="T10" fmla="*/ 66 w 96"/>
                  <a:gd name="T11" fmla="*/ 36 h 114"/>
                  <a:gd name="T12" fmla="*/ 42 w 96"/>
                  <a:gd name="T13" fmla="*/ 24 h 114"/>
                  <a:gd name="T14" fmla="*/ 24 w 96"/>
                  <a:gd name="T15" fmla="*/ 12 h 114"/>
                  <a:gd name="T16" fmla="*/ 0 w 96"/>
                  <a:gd name="T17" fmla="*/ 0 h 114"/>
                  <a:gd name="T18" fmla="*/ 24 w 96"/>
                  <a:gd name="T19" fmla="*/ 18 h 114"/>
                  <a:gd name="T20" fmla="*/ 30 w 96"/>
                  <a:gd name="T21" fmla="*/ 24 h 114"/>
                  <a:gd name="T22" fmla="*/ 42 w 96"/>
                  <a:gd name="T23" fmla="*/ 30 h 114"/>
                  <a:gd name="T24" fmla="*/ 54 w 96"/>
                  <a:gd name="T25" fmla="*/ 42 h 114"/>
                  <a:gd name="T26" fmla="*/ 60 w 96"/>
                  <a:gd name="T27" fmla="*/ 48 h 114"/>
                  <a:gd name="T28" fmla="*/ 72 w 96"/>
                  <a:gd name="T29" fmla="*/ 60 h 114"/>
                  <a:gd name="T30" fmla="*/ 78 w 96"/>
                  <a:gd name="T31" fmla="*/ 72 h 114"/>
                  <a:gd name="T32" fmla="*/ 84 w 96"/>
                  <a:gd name="T33" fmla="*/ 90 h 114"/>
                  <a:gd name="T34" fmla="*/ 84 w 96"/>
                  <a:gd name="T35" fmla="*/ 102 h 114"/>
                  <a:gd name="T36" fmla="*/ 84 w 96"/>
                  <a:gd name="T37" fmla="*/ 114 h 114"/>
                  <a:gd name="T38" fmla="*/ 90 w 96"/>
                  <a:gd name="T39" fmla="*/ 108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96" h="114">
                    <a:moveTo>
                      <a:pt x="90" y="108"/>
                    </a:moveTo>
                    <a:lnTo>
                      <a:pt x="96" y="96"/>
                    </a:lnTo>
                    <a:lnTo>
                      <a:pt x="96" y="84"/>
                    </a:lnTo>
                    <a:lnTo>
                      <a:pt x="90" y="66"/>
                    </a:lnTo>
                    <a:lnTo>
                      <a:pt x="78" y="54"/>
                    </a:lnTo>
                    <a:lnTo>
                      <a:pt x="66" y="36"/>
                    </a:lnTo>
                    <a:lnTo>
                      <a:pt x="42" y="24"/>
                    </a:lnTo>
                    <a:lnTo>
                      <a:pt x="24" y="12"/>
                    </a:lnTo>
                    <a:lnTo>
                      <a:pt x="0" y="0"/>
                    </a:lnTo>
                    <a:lnTo>
                      <a:pt x="24" y="18"/>
                    </a:lnTo>
                    <a:lnTo>
                      <a:pt x="30" y="24"/>
                    </a:lnTo>
                    <a:lnTo>
                      <a:pt x="42" y="30"/>
                    </a:lnTo>
                    <a:lnTo>
                      <a:pt x="54" y="42"/>
                    </a:lnTo>
                    <a:lnTo>
                      <a:pt x="60" y="48"/>
                    </a:lnTo>
                    <a:lnTo>
                      <a:pt x="72" y="60"/>
                    </a:lnTo>
                    <a:lnTo>
                      <a:pt x="78" y="72"/>
                    </a:lnTo>
                    <a:lnTo>
                      <a:pt x="84" y="90"/>
                    </a:lnTo>
                    <a:lnTo>
                      <a:pt x="84" y="102"/>
                    </a:lnTo>
                    <a:lnTo>
                      <a:pt x="84" y="114"/>
                    </a:lnTo>
                    <a:lnTo>
                      <a:pt x="90" y="108"/>
                    </a:lnTo>
                    <a:close/>
                  </a:path>
                </a:pathLst>
              </a:custGeom>
              <a:solidFill>
                <a:srgbClr val="FCA43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58" name="Freeform 4318"/>
              <p:cNvSpPr>
                <a:spLocks/>
              </p:cNvSpPr>
              <p:nvPr/>
            </p:nvSpPr>
            <p:spPr bwMode="auto">
              <a:xfrm>
                <a:off x="3280" y="2961"/>
                <a:ext cx="114" cy="138"/>
              </a:xfrm>
              <a:custGeom>
                <a:avLst/>
                <a:gdLst>
                  <a:gd name="T0" fmla="*/ 108 w 114"/>
                  <a:gd name="T1" fmla="*/ 132 h 138"/>
                  <a:gd name="T2" fmla="*/ 114 w 114"/>
                  <a:gd name="T3" fmla="*/ 114 h 138"/>
                  <a:gd name="T4" fmla="*/ 108 w 114"/>
                  <a:gd name="T5" fmla="*/ 96 h 138"/>
                  <a:gd name="T6" fmla="*/ 108 w 114"/>
                  <a:gd name="T7" fmla="*/ 84 h 138"/>
                  <a:gd name="T8" fmla="*/ 96 w 114"/>
                  <a:gd name="T9" fmla="*/ 66 h 138"/>
                  <a:gd name="T10" fmla="*/ 90 w 114"/>
                  <a:gd name="T11" fmla="*/ 54 h 138"/>
                  <a:gd name="T12" fmla="*/ 72 w 114"/>
                  <a:gd name="T13" fmla="*/ 42 h 138"/>
                  <a:gd name="T14" fmla="*/ 54 w 114"/>
                  <a:gd name="T15" fmla="*/ 30 h 138"/>
                  <a:gd name="T16" fmla="*/ 30 w 114"/>
                  <a:gd name="T17" fmla="*/ 18 h 138"/>
                  <a:gd name="T18" fmla="*/ 0 w 114"/>
                  <a:gd name="T19" fmla="*/ 0 h 138"/>
                  <a:gd name="T20" fmla="*/ 18 w 114"/>
                  <a:gd name="T21" fmla="*/ 12 h 138"/>
                  <a:gd name="T22" fmla="*/ 30 w 114"/>
                  <a:gd name="T23" fmla="*/ 24 h 138"/>
                  <a:gd name="T24" fmla="*/ 48 w 114"/>
                  <a:gd name="T25" fmla="*/ 36 h 138"/>
                  <a:gd name="T26" fmla="*/ 60 w 114"/>
                  <a:gd name="T27" fmla="*/ 48 h 138"/>
                  <a:gd name="T28" fmla="*/ 72 w 114"/>
                  <a:gd name="T29" fmla="*/ 60 h 138"/>
                  <a:gd name="T30" fmla="*/ 84 w 114"/>
                  <a:gd name="T31" fmla="*/ 78 h 138"/>
                  <a:gd name="T32" fmla="*/ 90 w 114"/>
                  <a:gd name="T33" fmla="*/ 96 h 138"/>
                  <a:gd name="T34" fmla="*/ 96 w 114"/>
                  <a:gd name="T35" fmla="*/ 120 h 138"/>
                  <a:gd name="T36" fmla="*/ 102 w 114"/>
                  <a:gd name="T37" fmla="*/ 138 h 138"/>
                  <a:gd name="T38" fmla="*/ 108 w 114"/>
                  <a:gd name="T39" fmla="*/ 132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14" h="138">
                    <a:moveTo>
                      <a:pt x="108" y="132"/>
                    </a:moveTo>
                    <a:lnTo>
                      <a:pt x="114" y="114"/>
                    </a:lnTo>
                    <a:lnTo>
                      <a:pt x="108" y="96"/>
                    </a:lnTo>
                    <a:lnTo>
                      <a:pt x="108" y="84"/>
                    </a:lnTo>
                    <a:lnTo>
                      <a:pt x="96" y="66"/>
                    </a:lnTo>
                    <a:lnTo>
                      <a:pt x="90" y="54"/>
                    </a:lnTo>
                    <a:lnTo>
                      <a:pt x="72" y="42"/>
                    </a:lnTo>
                    <a:lnTo>
                      <a:pt x="54" y="30"/>
                    </a:lnTo>
                    <a:lnTo>
                      <a:pt x="30" y="18"/>
                    </a:lnTo>
                    <a:lnTo>
                      <a:pt x="0" y="0"/>
                    </a:lnTo>
                    <a:lnTo>
                      <a:pt x="18" y="12"/>
                    </a:lnTo>
                    <a:lnTo>
                      <a:pt x="30" y="24"/>
                    </a:lnTo>
                    <a:lnTo>
                      <a:pt x="48" y="36"/>
                    </a:lnTo>
                    <a:lnTo>
                      <a:pt x="60" y="48"/>
                    </a:lnTo>
                    <a:lnTo>
                      <a:pt x="72" y="60"/>
                    </a:lnTo>
                    <a:lnTo>
                      <a:pt x="84" y="78"/>
                    </a:lnTo>
                    <a:lnTo>
                      <a:pt x="90" y="96"/>
                    </a:lnTo>
                    <a:lnTo>
                      <a:pt x="96" y="120"/>
                    </a:lnTo>
                    <a:lnTo>
                      <a:pt x="102" y="138"/>
                    </a:lnTo>
                    <a:lnTo>
                      <a:pt x="108" y="132"/>
                    </a:lnTo>
                    <a:close/>
                  </a:path>
                </a:pathLst>
              </a:custGeom>
              <a:solidFill>
                <a:srgbClr val="FCA437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59" name="Freeform 4319"/>
              <p:cNvSpPr>
                <a:spLocks/>
              </p:cNvSpPr>
              <p:nvPr/>
            </p:nvSpPr>
            <p:spPr bwMode="auto">
              <a:xfrm>
                <a:off x="3226" y="3099"/>
                <a:ext cx="90" cy="103"/>
              </a:xfrm>
              <a:custGeom>
                <a:avLst/>
                <a:gdLst>
                  <a:gd name="T0" fmla="*/ 0 w 90"/>
                  <a:gd name="T1" fmla="*/ 0 h 103"/>
                  <a:gd name="T2" fmla="*/ 24 w 90"/>
                  <a:gd name="T3" fmla="*/ 12 h 103"/>
                  <a:gd name="T4" fmla="*/ 48 w 90"/>
                  <a:gd name="T5" fmla="*/ 24 h 103"/>
                  <a:gd name="T6" fmla="*/ 66 w 90"/>
                  <a:gd name="T7" fmla="*/ 36 h 103"/>
                  <a:gd name="T8" fmla="*/ 78 w 90"/>
                  <a:gd name="T9" fmla="*/ 48 h 103"/>
                  <a:gd name="T10" fmla="*/ 84 w 90"/>
                  <a:gd name="T11" fmla="*/ 67 h 103"/>
                  <a:gd name="T12" fmla="*/ 90 w 90"/>
                  <a:gd name="T13" fmla="*/ 85 h 103"/>
                  <a:gd name="T14" fmla="*/ 90 w 90"/>
                  <a:gd name="T15" fmla="*/ 103 h 103"/>
                  <a:gd name="T16" fmla="*/ 84 w 90"/>
                  <a:gd name="T17" fmla="*/ 103 h 103"/>
                  <a:gd name="T18" fmla="*/ 72 w 90"/>
                  <a:gd name="T19" fmla="*/ 103 h 103"/>
                  <a:gd name="T20" fmla="*/ 72 w 90"/>
                  <a:gd name="T21" fmla="*/ 91 h 103"/>
                  <a:gd name="T22" fmla="*/ 66 w 90"/>
                  <a:gd name="T23" fmla="*/ 73 h 103"/>
                  <a:gd name="T24" fmla="*/ 60 w 90"/>
                  <a:gd name="T25" fmla="*/ 54 h 103"/>
                  <a:gd name="T26" fmla="*/ 48 w 90"/>
                  <a:gd name="T27" fmla="*/ 36 h 103"/>
                  <a:gd name="T28" fmla="*/ 30 w 90"/>
                  <a:gd name="T29" fmla="*/ 24 h 103"/>
                  <a:gd name="T30" fmla="*/ 18 w 90"/>
                  <a:gd name="T31" fmla="*/ 12 h 103"/>
                  <a:gd name="T32" fmla="*/ 0 w 90"/>
                  <a:gd name="T33" fmla="*/ 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0" h="103">
                    <a:moveTo>
                      <a:pt x="0" y="0"/>
                    </a:moveTo>
                    <a:lnTo>
                      <a:pt x="24" y="12"/>
                    </a:lnTo>
                    <a:lnTo>
                      <a:pt x="48" y="24"/>
                    </a:lnTo>
                    <a:lnTo>
                      <a:pt x="66" y="36"/>
                    </a:lnTo>
                    <a:lnTo>
                      <a:pt x="78" y="48"/>
                    </a:lnTo>
                    <a:lnTo>
                      <a:pt x="84" y="67"/>
                    </a:lnTo>
                    <a:lnTo>
                      <a:pt x="90" y="85"/>
                    </a:lnTo>
                    <a:lnTo>
                      <a:pt x="90" y="103"/>
                    </a:lnTo>
                    <a:lnTo>
                      <a:pt x="84" y="103"/>
                    </a:lnTo>
                    <a:lnTo>
                      <a:pt x="72" y="103"/>
                    </a:lnTo>
                    <a:lnTo>
                      <a:pt x="72" y="91"/>
                    </a:lnTo>
                    <a:lnTo>
                      <a:pt x="66" y="73"/>
                    </a:lnTo>
                    <a:lnTo>
                      <a:pt x="60" y="54"/>
                    </a:lnTo>
                    <a:lnTo>
                      <a:pt x="48" y="36"/>
                    </a:lnTo>
                    <a:lnTo>
                      <a:pt x="30" y="24"/>
                    </a:lnTo>
                    <a:lnTo>
                      <a:pt x="18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A43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60" name="Freeform 4320"/>
              <p:cNvSpPr>
                <a:spLocks/>
              </p:cNvSpPr>
              <p:nvPr/>
            </p:nvSpPr>
            <p:spPr bwMode="auto">
              <a:xfrm>
                <a:off x="3009" y="3105"/>
                <a:ext cx="235" cy="151"/>
              </a:xfrm>
              <a:custGeom>
                <a:avLst/>
                <a:gdLst>
                  <a:gd name="T0" fmla="*/ 84 w 235"/>
                  <a:gd name="T1" fmla="*/ 24 h 151"/>
                  <a:gd name="T2" fmla="*/ 120 w 235"/>
                  <a:gd name="T3" fmla="*/ 30 h 151"/>
                  <a:gd name="T4" fmla="*/ 157 w 235"/>
                  <a:gd name="T5" fmla="*/ 42 h 151"/>
                  <a:gd name="T6" fmla="*/ 175 w 235"/>
                  <a:gd name="T7" fmla="*/ 54 h 151"/>
                  <a:gd name="T8" fmla="*/ 199 w 235"/>
                  <a:gd name="T9" fmla="*/ 73 h 151"/>
                  <a:gd name="T10" fmla="*/ 217 w 235"/>
                  <a:gd name="T11" fmla="*/ 91 h 151"/>
                  <a:gd name="T12" fmla="*/ 235 w 235"/>
                  <a:gd name="T13" fmla="*/ 109 h 151"/>
                  <a:gd name="T14" fmla="*/ 205 w 235"/>
                  <a:gd name="T15" fmla="*/ 85 h 151"/>
                  <a:gd name="T16" fmla="*/ 175 w 235"/>
                  <a:gd name="T17" fmla="*/ 67 h 151"/>
                  <a:gd name="T18" fmla="*/ 157 w 235"/>
                  <a:gd name="T19" fmla="*/ 48 h 151"/>
                  <a:gd name="T20" fmla="*/ 132 w 235"/>
                  <a:gd name="T21" fmla="*/ 48 h 151"/>
                  <a:gd name="T22" fmla="*/ 114 w 235"/>
                  <a:gd name="T23" fmla="*/ 42 h 151"/>
                  <a:gd name="T24" fmla="*/ 102 w 235"/>
                  <a:gd name="T25" fmla="*/ 36 h 151"/>
                  <a:gd name="T26" fmla="*/ 108 w 235"/>
                  <a:gd name="T27" fmla="*/ 54 h 151"/>
                  <a:gd name="T28" fmla="*/ 108 w 235"/>
                  <a:gd name="T29" fmla="*/ 73 h 151"/>
                  <a:gd name="T30" fmla="*/ 114 w 235"/>
                  <a:gd name="T31" fmla="*/ 91 h 151"/>
                  <a:gd name="T32" fmla="*/ 120 w 235"/>
                  <a:gd name="T33" fmla="*/ 109 h 151"/>
                  <a:gd name="T34" fmla="*/ 126 w 235"/>
                  <a:gd name="T35" fmla="*/ 127 h 151"/>
                  <a:gd name="T36" fmla="*/ 132 w 235"/>
                  <a:gd name="T37" fmla="*/ 133 h 151"/>
                  <a:gd name="T38" fmla="*/ 138 w 235"/>
                  <a:gd name="T39" fmla="*/ 151 h 151"/>
                  <a:gd name="T40" fmla="*/ 126 w 235"/>
                  <a:gd name="T41" fmla="*/ 133 h 151"/>
                  <a:gd name="T42" fmla="*/ 120 w 235"/>
                  <a:gd name="T43" fmla="*/ 115 h 151"/>
                  <a:gd name="T44" fmla="*/ 108 w 235"/>
                  <a:gd name="T45" fmla="*/ 97 h 151"/>
                  <a:gd name="T46" fmla="*/ 102 w 235"/>
                  <a:gd name="T47" fmla="*/ 85 h 151"/>
                  <a:gd name="T48" fmla="*/ 96 w 235"/>
                  <a:gd name="T49" fmla="*/ 67 h 151"/>
                  <a:gd name="T50" fmla="*/ 96 w 235"/>
                  <a:gd name="T51" fmla="*/ 54 h 151"/>
                  <a:gd name="T52" fmla="*/ 84 w 235"/>
                  <a:gd name="T53" fmla="*/ 42 h 151"/>
                  <a:gd name="T54" fmla="*/ 78 w 235"/>
                  <a:gd name="T55" fmla="*/ 30 h 151"/>
                  <a:gd name="T56" fmla="*/ 66 w 235"/>
                  <a:gd name="T57" fmla="*/ 18 h 151"/>
                  <a:gd name="T58" fmla="*/ 54 w 235"/>
                  <a:gd name="T59" fmla="*/ 12 h 151"/>
                  <a:gd name="T60" fmla="*/ 36 w 235"/>
                  <a:gd name="T61" fmla="*/ 12 h 151"/>
                  <a:gd name="T62" fmla="*/ 18 w 235"/>
                  <a:gd name="T63" fmla="*/ 18 h 151"/>
                  <a:gd name="T64" fmla="*/ 12 w 235"/>
                  <a:gd name="T65" fmla="*/ 30 h 151"/>
                  <a:gd name="T66" fmla="*/ 30 w 235"/>
                  <a:gd name="T67" fmla="*/ 42 h 151"/>
                  <a:gd name="T68" fmla="*/ 36 w 235"/>
                  <a:gd name="T69" fmla="*/ 54 h 151"/>
                  <a:gd name="T70" fmla="*/ 42 w 235"/>
                  <a:gd name="T71" fmla="*/ 79 h 151"/>
                  <a:gd name="T72" fmla="*/ 42 w 235"/>
                  <a:gd name="T73" fmla="*/ 91 h 151"/>
                  <a:gd name="T74" fmla="*/ 42 w 235"/>
                  <a:gd name="T75" fmla="*/ 79 h 151"/>
                  <a:gd name="T76" fmla="*/ 36 w 235"/>
                  <a:gd name="T77" fmla="*/ 67 h 151"/>
                  <a:gd name="T78" fmla="*/ 30 w 235"/>
                  <a:gd name="T79" fmla="*/ 54 h 151"/>
                  <a:gd name="T80" fmla="*/ 24 w 235"/>
                  <a:gd name="T81" fmla="*/ 42 h 151"/>
                  <a:gd name="T82" fmla="*/ 12 w 235"/>
                  <a:gd name="T83" fmla="*/ 36 h 151"/>
                  <a:gd name="T84" fmla="*/ 0 w 235"/>
                  <a:gd name="T85" fmla="*/ 36 h 151"/>
                  <a:gd name="T86" fmla="*/ 6 w 235"/>
                  <a:gd name="T87" fmla="*/ 24 h 151"/>
                  <a:gd name="T88" fmla="*/ 6 w 235"/>
                  <a:gd name="T89" fmla="*/ 18 h 151"/>
                  <a:gd name="T90" fmla="*/ 12 w 235"/>
                  <a:gd name="T91" fmla="*/ 6 h 151"/>
                  <a:gd name="T92" fmla="*/ 24 w 235"/>
                  <a:gd name="T93" fmla="*/ 6 h 151"/>
                  <a:gd name="T94" fmla="*/ 36 w 235"/>
                  <a:gd name="T95" fmla="*/ 0 h 151"/>
                  <a:gd name="T96" fmla="*/ 54 w 235"/>
                  <a:gd name="T97" fmla="*/ 0 h 151"/>
                  <a:gd name="T98" fmla="*/ 72 w 235"/>
                  <a:gd name="T99" fmla="*/ 12 h 151"/>
                  <a:gd name="T100" fmla="*/ 84 w 235"/>
                  <a:gd name="T101" fmla="*/ 24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35" h="151">
                    <a:moveTo>
                      <a:pt x="84" y="24"/>
                    </a:moveTo>
                    <a:lnTo>
                      <a:pt x="120" y="30"/>
                    </a:lnTo>
                    <a:lnTo>
                      <a:pt x="157" y="42"/>
                    </a:lnTo>
                    <a:lnTo>
                      <a:pt x="175" y="54"/>
                    </a:lnTo>
                    <a:lnTo>
                      <a:pt x="199" y="73"/>
                    </a:lnTo>
                    <a:lnTo>
                      <a:pt x="217" y="91"/>
                    </a:lnTo>
                    <a:lnTo>
                      <a:pt x="235" y="109"/>
                    </a:lnTo>
                    <a:lnTo>
                      <a:pt x="205" y="85"/>
                    </a:lnTo>
                    <a:lnTo>
                      <a:pt x="175" y="67"/>
                    </a:lnTo>
                    <a:lnTo>
                      <a:pt x="157" y="48"/>
                    </a:lnTo>
                    <a:lnTo>
                      <a:pt x="132" y="48"/>
                    </a:lnTo>
                    <a:lnTo>
                      <a:pt x="114" y="42"/>
                    </a:lnTo>
                    <a:lnTo>
                      <a:pt x="102" y="36"/>
                    </a:lnTo>
                    <a:lnTo>
                      <a:pt x="108" y="54"/>
                    </a:lnTo>
                    <a:lnTo>
                      <a:pt x="108" y="73"/>
                    </a:lnTo>
                    <a:lnTo>
                      <a:pt x="114" y="91"/>
                    </a:lnTo>
                    <a:lnTo>
                      <a:pt x="120" y="109"/>
                    </a:lnTo>
                    <a:lnTo>
                      <a:pt x="126" y="127"/>
                    </a:lnTo>
                    <a:lnTo>
                      <a:pt x="132" y="133"/>
                    </a:lnTo>
                    <a:lnTo>
                      <a:pt x="138" y="151"/>
                    </a:lnTo>
                    <a:lnTo>
                      <a:pt x="126" y="133"/>
                    </a:lnTo>
                    <a:lnTo>
                      <a:pt x="120" y="115"/>
                    </a:lnTo>
                    <a:lnTo>
                      <a:pt x="108" y="97"/>
                    </a:lnTo>
                    <a:lnTo>
                      <a:pt x="102" y="85"/>
                    </a:lnTo>
                    <a:lnTo>
                      <a:pt x="96" y="67"/>
                    </a:lnTo>
                    <a:lnTo>
                      <a:pt x="96" y="54"/>
                    </a:lnTo>
                    <a:lnTo>
                      <a:pt x="84" y="42"/>
                    </a:lnTo>
                    <a:lnTo>
                      <a:pt x="78" y="30"/>
                    </a:lnTo>
                    <a:lnTo>
                      <a:pt x="66" y="18"/>
                    </a:lnTo>
                    <a:lnTo>
                      <a:pt x="54" y="12"/>
                    </a:lnTo>
                    <a:lnTo>
                      <a:pt x="36" y="12"/>
                    </a:lnTo>
                    <a:lnTo>
                      <a:pt x="18" y="18"/>
                    </a:lnTo>
                    <a:lnTo>
                      <a:pt x="12" y="30"/>
                    </a:lnTo>
                    <a:lnTo>
                      <a:pt x="30" y="42"/>
                    </a:lnTo>
                    <a:lnTo>
                      <a:pt x="36" y="54"/>
                    </a:lnTo>
                    <a:lnTo>
                      <a:pt x="42" y="79"/>
                    </a:lnTo>
                    <a:lnTo>
                      <a:pt x="42" y="91"/>
                    </a:lnTo>
                    <a:lnTo>
                      <a:pt x="42" y="79"/>
                    </a:lnTo>
                    <a:lnTo>
                      <a:pt x="36" y="67"/>
                    </a:lnTo>
                    <a:lnTo>
                      <a:pt x="30" y="54"/>
                    </a:lnTo>
                    <a:lnTo>
                      <a:pt x="24" y="42"/>
                    </a:lnTo>
                    <a:lnTo>
                      <a:pt x="12" y="36"/>
                    </a:lnTo>
                    <a:lnTo>
                      <a:pt x="0" y="36"/>
                    </a:lnTo>
                    <a:lnTo>
                      <a:pt x="6" y="24"/>
                    </a:lnTo>
                    <a:lnTo>
                      <a:pt x="6" y="18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0"/>
                    </a:lnTo>
                    <a:lnTo>
                      <a:pt x="54" y="0"/>
                    </a:lnTo>
                    <a:lnTo>
                      <a:pt x="72" y="12"/>
                    </a:lnTo>
                    <a:lnTo>
                      <a:pt x="84" y="24"/>
                    </a:lnTo>
                    <a:close/>
                  </a:path>
                </a:pathLst>
              </a:custGeom>
              <a:solidFill>
                <a:srgbClr val="FCA4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61" name="Freeform 4321"/>
              <p:cNvSpPr>
                <a:spLocks/>
              </p:cNvSpPr>
              <p:nvPr/>
            </p:nvSpPr>
            <p:spPr bwMode="auto">
              <a:xfrm>
                <a:off x="3075" y="3075"/>
                <a:ext cx="48" cy="42"/>
              </a:xfrm>
              <a:custGeom>
                <a:avLst/>
                <a:gdLst>
                  <a:gd name="T0" fmla="*/ 6 w 48"/>
                  <a:gd name="T1" fmla="*/ 42 h 42"/>
                  <a:gd name="T2" fmla="*/ 12 w 48"/>
                  <a:gd name="T3" fmla="*/ 30 h 42"/>
                  <a:gd name="T4" fmla="*/ 12 w 48"/>
                  <a:gd name="T5" fmla="*/ 18 h 42"/>
                  <a:gd name="T6" fmla="*/ 24 w 48"/>
                  <a:gd name="T7" fmla="*/ 12 h 42"/>
                  <a:gd name="T8" fmla="*/ 30 w 48"/>
                  <a:gd name="T9" fmla="*/ 6 h 42"/>
                  <a:gd name="T10" fmla="*/ 48 w 48"/>
                  <a:gd name="T11" fmla="*/ 0 h 42"/>
                  <a:gd name="T12" fmla="*/ 36 w 48"/>
                  <a:gd name="T13" fmla="*/ 0 h 42"/>
                  <a:gd name="T14" fmla="*/ 18 w 48"/>
                  <a:gd name="T15" fmla="*/ 6 h 42"/>
                  <a:gd name="T16" fmla="*/ 6 w 48"/>
                  <a:gd name="T17" fmla="*/ 18 h 42"/>
                  <a:gd name="T18" fmla="*/ 0 w 48"/>
                  <a:gd name="T19" fmla="*/ 30 h 42"/>
                  <a:gd name="T20" fmla="*/ 6 w 48"/>
                  <a:gd name="T21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8" h="42">
                    <a:moveTo>
                      <a:pt x="6" y="42"/>
                    </a:moveTo>
                    <a:lnTo>
                      <a:pt x="12" y="30"/>
                    </a:lnTo>
                    <a:lnTo>
                      <a:pt x="12" y="18"/>
                    </a:lnTo>
                    <a:lnTo>
                      <a:pt x="24" y="12"/>
                    </a:lnTo>
                    <a:lnTo>
                      <a:pt x="30" y="6"/>
                    </a:lnTo>
                    <a:lnTo>
                      <a:pt x="48" y="0"/>
                    </a:lnTo>
                    <a:lnTo>
                      <a:pt x="36" y="0"/>
                    </a:lnTo>
                    <a:lnTo>
                      <a:pt x="18" y="6"/>
                    </a:lnTo>
                    <a:lnTo>
                      <a:pt x="6" y="18"/>
                    </a:lnTo>
                    <a:lnTo>
                      <a:pt x="0" y="30"/>
                    </a:lnTo>
                    <a:lnTo>
                      <a:pt x="6" y="42"/>
                    </a:lnTo>
                    <a:close/>
                  </a:path>
                </a:pathLst>
              </a:custGeom>
              <a:solidFill>
                <a:srgbClr val="FCA4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62" name="Freeform 4322"/>
              <p:cNvSpPr>
                <a:spLocks/>
              </p:cNvSpPr>
              <p:nvPr/>
            </p:nvSpPr>
            <p:spPr bwMode="auto">
              <a:xfrm>
                <a:off x="3051" y="3045"/>
                <a:ext cx="18" cy="48"/>
              </a:xfrm>
              <a:custGeom>
                <a:avLst/>
                <a:gdLst>
                  <a:gd name="T0" fmla="*/ 0 w 18"/>
                  <a:gd name="T1" fmla="*/ 48 h 48"/>
                  <a:gd name="T2" fmla="*/ 0 w 18"/>
                  <a:gd name="T3" fmla="*/ 36 h 48"/>
                  <a:gd name="T4" fmla="*/ 0 w 18"/>
                  <a:gd name="T5" fmla="*/ 24 h 48"/>
                  <a:gd name="T6" fmla="*/ 12 w 18"/>
                  <a:gd name="T7" fmla="*/ 18 h 48"/>
                  <a:gd name="T8" fmla="*/ 18 w 18"/>
                  <a:gd name="T9" fmla="*/ 6 h 48"/>
                  <a:gd name="T10" fmla="*/ 12 w 18"/>
                  <a:gd name="T11" fmla="*/ 0 h 48"/>
                  <a:gd name="T12" fmla="*/ 0 w 18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" h="48">
                    <a:moveTo>
                      <a:pt x="0" y="48"/>
                    </a:moveTo>
                    <a:lnTo>
                      <a:pt x="0" y="36"/>
                    </a:lnTo>
                    <a:lnTo>
                      <a:pt x="0" y="24"/>
                    </a:lnTo>
                    <a:lnTo>
                      <a:pt x="12" y="18"/>
                    </a:lnTo>
                    <a:lnTo>
                      <a:pt x="18" y="6"/>
                    </a:lnTo>
                    <a:lnTo>
                      <a:pt x="12" y="0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FCA4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63" name="Freeform 4323"/>
              <p:cNvSpPr>
                <a:spLocks/>
              </p:cNvSpPr>
              <p:nvPr/>
            </p:nvSpPr>
            <p:spPr bwMode="auto">
              <a:xfrm>
                <a:off x="2955" y="3051"/>
                <a:ext cx="72" cy="193"/>
              </a:xfrm>
              <a:custGeom>
                <a:avLst/>
                <a:gdLst>
                  <a:gd name="T0" fmla="*/ 30 w 72"/>
                  <a:gd name="T1" fmla="*/ 193 h 193"/>
                  <a:gd name="T2" fmla="*/ 36 w 72"/>
                  <a:gd name="T3" fmla="*/ 169 h 193"/>
                  <a:gd name="T4" fmla="*/ 30 w 72"/>
                  <a:gd name="T5" fmla="*/ 139 h 193"/>
                  <a:gd name="T6" fmla="*/ 30 w 72"/>
                  <a:gd name="T7" fmla="*/ 102 h 193"/>
                  <a:gd name="T8" fmla="*/ 30 w 72"/>
                  <a:gd name="T9" fmla="*/ 66 h 193"/>
                  <a:gd name="T10" fmla="*/ 30 w 72"/>
                  <a:gd name="T11" fmla="*/ 54 h 193"/>
                  <a:gd name="T12" fmla="*/ 36 w 72"/>
                  <a:gd name="T13" fmla="*/ 42 h 193"/>
                  <a:gd name="T14" fmla="*/ 48 w 72"/>
                  <a:gd name="T15" fmla="*/ 36 h 193"/>
                  <a:gd name="T16" fmla="*/ 60 w 72"/>
                  <a:gd name="T17" fmla="*/ 30 h 193"/>
                  <a:gd name="T18" fmla="*/ 66 w 72"/>
                  <a:gd name="T19" fmla="*/ 24 h 193"/>
                  <a:gd name="T20" fmla="*/ 66 w 72"/>
                  <a:gd name="T21" fmla="*/ 12 h 193"/>
                  <a:gd name="T22" fmla="*/ 72 w 72"/>
                  <a:gd name="T23" fmla="*/ 0 h 193"/>
                  <a:gd name="T24" fmla="*/ 60 w 72"/>
                  <a:gd name="T25" fmla="*/ 12 h 193"/>
                  <a:gd name="T26" fmla="*/ 60 w 72"/>
                  <a:gd name="T27" fmla="*/ 24 h 193"/>
                  <a:gd name="T28" fmla="*/ 48 w 72"/>
                  <a:gd name="T29" fmla="*/ 24 h 193"/>
                  <a:gd name="T30" fmla="*/ 36 w 72"/>
                  <a:gd name="T31" fmla="*/ 30 h 193"/>
                  <a:gd name="T32" fmla="*/ 30 w 72"/>
                  <a:gd name="T33" fmla="*/ 36 h 193"/>
                  <a:gd name="T34" fmla="*/ 24 w 72"/>
                  <a:gd name="T35" fmla="*/ 42 h 193"/>
                  <a:gd name="T36" fmla="*/ 12 w 72"/>
                  <a:gd name="T37" fmla="*/ 36 h 193"/>
                  <a:gd name="T38" fmla="*/ 6 w 72"/>
                  <a:gd name="T39" fmla="*/ 24 h 193"/>
                  <a:gd name="T40" fmla="*/ 6 w 72"/>
                  <a:gd name="T41" fmla="*/ 12 h 193"/>
                  <a:gd name="T42" fmla="*/ 0 w 72"/>
                  <a:gd name="T43" fmla="*/ 6 h 193"/>
                  <a:gd name="T44" fmla="*/ 0 w 72"/>
                  <a:gd name="T45" fmla="*/ 18 h 193"/>
                  <a:gd name="T46" fmla="*/ 0 w 72"/>
                  <a:gd name="T47" fmla="*/ 36 h 193"/>
                  <a:gd name="T48" fmla="*/ 0 w 72"/>
                  <a:gd name="T49" fmla="*/ 48 h 193"/>
                  <a:gd name="T50" fmla="*/ 6 w 72"/>
                  <a:gd name="T51" fmla="*/ 60 h 193"/>
                  <a:gd name="T52" fmla="*/ 0 w 72"/>
                  <a:gd name="T53" fmla="*/ 72 h 193"/>
                  <a:gd name="T54" fmla="*/ 6 w 72"/>
                  <a:gd name="T55" fmla="*/ 90 h 193"/>
                  <a:gd name="T56" fmla="*/ 12 w 72"/>
                  <a:gd name="T57" fmla="*/ 102 h 193"/>
                  <a:gd name="T58" fmla="*/ 12 w 72"/>
                  <a:gd name="T59" fmla="*/ 115 h 193"/>
                  <a:gd name="T60" fmla="*/ 18 w 72"/>
                  <a:gd name="T61" fmla="*/ 127 h 193"/>
                  <a:gd name="T62" fmla="*/ 18 w 72"/>
                  <a:gd name="T63" fmla="*/ 139 h 193"/>
                  <a:gd name="T64" fmla="*/ 12 w 72"/>
                  <a:gd name="T65" fmla="*/ 145 h 193"/>
                  <a:gd name="T66" fmla="*/ 0 w 72"/>
                  <a:gd name="T67" fmla="*/ 139 h 193"/>
                  <a:gd name="T68" fmla="*/ 6 w 72"/>
                  <a:gd name="T69" fmla="*/ 151 h 193"/>
                  <a:gd name="T70" fmla="*/ 12 w 72"/>
                  <a:gd name="T71" fmla="*/ 163 h 193"/>
                  <a:gd name="T72" fmla="*/ 12 w 72"/>
                  <a:gd name="T73" fmla="*/ 175 h 193"/>
                  <a:gd name="T74" fmla="*/ 18 w 72"/>
                  <a:gd name="T75" fmla="*/ 187 h 193"/>
                  <a:gd name="T76" fmla="*/ 30 w 72"/>
                  <a:gd name="T77" fmla="*/ 193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2" h="193">
                    <a:moveTo>
                      <a:pt x="30" y="193"/>
                    </a:moveTo>
                    <a:lnTo>
                      <a:pt x="36" y="169"/>
                    </a:lnTo>
                    <a:lnTo>
                      <a:pt x="30" y="139"/>
                    </a:lnTo>
                    <a:lnTo>
                      <a:pt x="30" y="102"/>
                    </a:lnTo>
                    <a:lnTo>
                      <a:pt x="30" y="66"/>
                    </a:lnTo>
                    <a:lnTo>
                      <a:pt x="30" y="54"/>
                    </a:lnTo>
                    <a:lnTo>
                      <a:pt x="36" y="42"/>
                    </a:lnTo>
                    <a:lnTo>
                      <a:pt x="48" y="36"/>
                    </a:lnTo>
                    <a:lnTo>
                      <a:pt x="60" y="30"/>
                    </a:lnTo>
                    <a:lnTo>
                      <a:pt x="66" y="24"/>
                    </a:lnTo>
                    <a:lnTo>
                      <a:pt x="66" y="12"/>
                    </a:lnTo>
                    <a:lnTo>
                      <a:pt x="72" y="0"/>
                    </a:lnTo>
                    <a:lnTo>
                      <a:pt x="60" y="12"/>
                    </a:lnTo>
                    <a:lnTo>
                      <a:pt x="60" y="24"/>
                    </a:lnTo>
                    <a:lnTo>
                      <a:pt x="48" y="24"/>
                    </a:lnTo>
                    <a:lnTo>
                      <a:pt x="36" y="30"/>
                    </a:lnTo>
                    <a:lnTo>
                      <a:pt x="30" y="36"/>
                    </a:lnTo>
                    <a:lnTo>
                      <a:pt x="24" y="42"/>
                    </a:lnTo>
                    <a:lnTo>
                      <a:pt x="12" y="36"/>
                    </a:lnTo>
                    <a:lnTo>
                      <a:pt x="6" y="24"/>
                    </a:lnTo>
                    <a:lnTo>
                      <a:pt x="6" y="12"/>
                    </a:lnTo>
                    <a:lnTo>
                      <a:pt x="0" y="6"/>
                    </a:lnTo>
                    <a:lnTo>
                      <a:pt x="0" y="18"/>
                    </a:lnTo>
                    <a:lnTo>
                      <a:pt x="0" y="36"/>
                    </a:lnTo>
                    <a:lnTo>
                      <a:pt x="0" y="48"/>
                    </a:lnTo>
                    <a:lnTo>
                      <a:pt x="6" y="60"/>
                    </a:lnTo>
                    <a:lnTo>
                      <a:pt x="0" y="72"/>
                    </a:lnTo>
                    <a:lnTo>
                      <a:pt x="6" y="90"/>
                    </a:lnTo>
                    <a:lnTo>
                      <a:pt x="12" y="102"/>
                    </a:lnTo>
                    <a:lnTo>
                      <a:pt x="12" y="115"/>
                    </a:lnTo>
                    <a:lnTo>
                      <a:pt x="18" y="127"/>
                    </a:lnTo>
                    <a:lnTo>
                      <a:pt x="18" y="139"/>
                    </a:lnTo>
                    <a:lnTo>
                      <a:pt x="12" y="145"/>
                    </a:lnTo>
                    <a:lnTo>
                      <a:pt x="0" y="139"/>
                    </a:lnTo>
                    <a:lnTo>
                      <a:pt x="6" y="151"/>
                    </a:lnTo>
                    <a:lnTo>
                      <a:pt x="12" y="163"/>
                    </a:lnTo>
                    <a:lnTo>
                      <a:pt x="12" y="175"/>
                    </a:lnTo>
                    <a:lnTo>
                      <a:pt x="18" y="187"/>
                    </a:lnTo>
                    <a:lnTo>
                      <a:pt x="30" y="193"/>
                    </a:lnTo>
                    <a:close/>
                  </a:path>
                </a:pathLst>
              </a:custGeom>
              <a:solidFill>
                <a:srgbClr val="FCA438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64" name="Freeform 4324"/>
              <p:cNvSpPr>
                <a:spLocks/>
              </p:cNvSpPr>
              <p:nvPr/>
            </p:nvSpPr>
            <p:spPr bwMode="auto">
              <a:xfrm>
                <a:off x="2853" y="3202"/>
                <a:ext cx="36" cy="36"/>
              </a:xfrm>
              <a:custGeom>
                <a:avLst/>
                <a:gdLst>
                  <a:gd name="T0" fmla="*/ 6 w 36"/>
                  <a:gd name="T1" fmla="*/ 12 h 36"/>
                  <a:gd name="T2" fmla="*/ 12 w 36"/>
                  <a:gd name="T3" fmla="*/ 12 h 36"/>
                  <a:gd name="T4" fmla="*/ 24 w 36"/>
                  <a:gd name="T5" fmla="*/ 12 h 36"/>
                  <a:gd name="T6" fmla="*/ 30 w 36"/>
                  <a:gd name="T7" fmla="*/ 18 h 36"/>
                  <a:gd name="T8" fmla="*/ 36 w 36"/>
                  <a:gd name="T9" fmla="*/ 36 h 36"/>
                  <a:gd name="T10" fmla="*/ 36 w 36"/>
                  <a:gd name="T11" fmla="*/ 24 h 36"/>
                  <a:gd name="T12" fmla="*/ 30 w 36"/>
                  <a:gd name="T13" fmla="*/ 12 h 36"/>
                  <a:gd name="T14" fmla="*/ 24 w 36"/>
                  <a:gd name="T15" fmla="*/ 6 h 36"/>
                  <a:gd name="T16" fmla="*/ 12 w 36"/>
                  <a:gd name="T17" fmla="*/ 0 h 36"/>
                  <a:gd name="T18" fmla="*/ 0 w 36"/>
                  <a:gd name="T19" fmla="*/ 0 h 36"/>
                  <a:gd name="T20" fmla="*/ 6 w 36"/>
                  <a:gd name="T21" fmla="*/ 1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36">
                    <a:moveTo>
                      <a:pt x="6" y="12"/>
                    </a:moveTo>
                    <a:lnTo>
                      <a:pt x="12" y="12"/>
                    </a:lnTo>
                    <a:lnTo>
                      <a:pt x="24" y="12"/>
                    </a:lnTo>
                    <a:lnTo>
                      <a:pt x="30" y="18"/>
                    </a:lnTo>
                    <a:lnTo>
                      <a:pt x="36" y="36"/>
                    </a:lnTo>
                    <a:lnTo>
                      <a:pt x="36" y="24"/>
                    </a:lnTo>
                    <a:lnTo>
                      <a:pt x="30" y="12"/>
                    </a:lnTo>
                    <a:lnTo>
                      <a:pt x="24" y="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" y="12"/>
                    </a:lnTo>
                    <a:close/>
                  </a:path>
                </a:pathLst>
              </a:custGeom>
              <a:solidFill>
                <a:srgbClr val="FCA4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65" name="Freeform 4325"/>
              <p:cNvSpPr>
                <a:spLocks/>
              </p:cNvSpPr>
              <p:nvPr/>
            </p:nvSpPr>
            <p:spPr bwMode="auto">
              <a:xfrm>
                <a:off x="2787" y="2829"/>
                <a:ext cx="60" cy="108"/>
              </a:xfrm>
              <a:custGeom>
                <a:avLst/>
                <a:gdLst>
                  <a:gd name="T0" fmla="*/ 0 w 60"/>
                  <a:gd name="T1" fmla="*/ 42 h 108"/>
                  <a:gd name="T2" fmla="*/ 6 w 60"/>
                  <a:gd name="T3" fmla="*/ 54 h 108"/>
                  <a:gd name="T4" fmla="*/ 12 w 60"/>
                  <a:gd name="T5" fmla="*/ 66 h 108"/>
                  <a:gd name="T6" fmla="*/ 18 w 60"/>
                  <a:gd name="T7" fmla="*/ 72 h 108"/>
                  <a:gd name="T8" fmla="*/ 24 w 60"/>
                  <a:gd name="T9" fmla="*/ 78 h 108"/>
                  <a:gd name="T10" fmla="*/ 30 w 60"/>
                  <a:gd name="T11" fmla="*/ 96 h 108"/>
                  <a:gd name="T12" fmla="*/ 36 w 60"/>
                  <a:gd name="T13" fmla="*/ 108 h 108"/>
                  <a:gd name="T14" fmla="*/ 36 w 60"/>
                  <a:gd name="T15" fmla="*/ 90 h 108"/>
                  <a:gd name="T16" fmla="*/ 30 w 60"/>
                  <a:gd name="T17" fmla="*/ 78 h 108"/>
                  <a:gd name="T18" fmla="*/ 24 w 60"/>
                  <a:gd name="T19" fmla="*/ 66 h 108"/>
                  <a:gd name="T20" fmla="*/ 18 w 60"/>
                  <a:gd name="T21" fmla="*/ 54 h 108"/>
                  <a:gd name="T22" fmla="*/ 30 w 60"/>
                  <a:gd name="T23" fmla="*/ 48 h 108"/>
                  <a:gd name="T24" fmla="*/ 36 w 60"/>
                  <a:gd name="T25" fmla="*/ 42 h 108"/>
                  <a:gd name="T26" fmla="*/ 42 w 60"/>
                  <a:gd name="T27" fmla="*/ 36 h 108"/>
                  <a:gd name="T28" fmla="*/ 54 w 60"/>
                  <a:gd name="T29" fmla="*/ 18 h 108"/>
                  <a:gd name="T30" fmla="*/ 60 w 60"/>
                  <a:gd name="T31" fmla="*/ 0 h 108"/>
                  <a:gd name="T32" fmla="*/ 0 w 60"/>
                  <a:gd name="T33" fmla="*/ 42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0" h="108">
                    <a:moveTo>
                      <a:pt x="0" y="42"/>
                    </a:moveTo>
                    <a:lnTo>
                      <a:pt x="6" y="54"/>
                    </a:lnTo>
                    <a:lnTo>
                      <a:pt x="12" y="66"/>
                    </a:lnTo>
                    <a:lnTo>
                      <a:pt x="18" y="72"/>
                    </a:lnTo>
                    <a:lnTo>
                      <a:pt x="24" y="78"/>
                    </a:lnTo>
                    <a:lnTo>
                      <a:pt x="30" y="96"/>
                    </a:lnTo>
                    <a:lnTo>
                      <a:pt x="36" y="108"/>
                    </a:lnTo>
                    <a:lnTo>
                      <a:pt x="36" y="90"/>
                    </a:lnTo>
                    <a:lnTo>
                      <a:pt x="30" y="78"/>
                    </a:lnTo>
                    <a:lnTo>
                      <a:pt x="24" y="66"/>
                    </a:lnTo>
                    <a:lnTo>
                      <a:pt x="18" y="54"/>
                    </a:lnTo>
                    <a:lnTo>
                      <a:pt x="30" y="48"/>
                    </a:lnTo>
                    <a:lnTo>
                      <a:pt x="36" y="42"/>
                    </a:lnTo>
                    <a:lnTo>
                      <a:pt x="42" y="36"/>
                    </a:lnTo>
                    <a:lnTo>
                      <a:pt x="54" y="18"/>
                    </a:lnTo>
                    <a:lnTo>
                      <a:pt x="60" y="0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FCA4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66" name="Freeform 4326"/>
              <p:cNvSpPr>
                <a:spLocks/>
              </p:cNvSpPr>
              <p:nvPr/>
            </p:nvSpPr>
            <p:spPr bwMode="auto">
              <a:xfrm>
                <a:off x="2919" y="3376"/>
                <a:ext cx="42" cy="72"/>
              </a:xfrm>
              <a:custGeom>
                <a:avLst/>
                <a:gdLst>
                  <a:gd name="T0" fmla="*/ 0 w 42"/>
                  <a:gd name="T1" fmla="*/ 6 h 72"/>
                  <a:gd name="T2" fmla="*/ 12 w 42"/>
                  <a:gd name="T3" fmla="*/ 0 h 72"/>
                  <a:gd name="T4" fmla="*/ 18 w 42"/>
                  <a:gd name="T5" fmla="*/ 0 h 72"/>
                  <a:gd name="T6" fmla="*/ 30 w 42"/>
                  <a:gd name="T7" fmla="*/ 0 h 72"/>
                  <a:gd name="T8" fmla="*/ 36 w 42"/>
                  <a:gd name="T9" fmla="*/ 6 h 72"/>
                  <a:gd name="T10" fmla="*/ 42 w 42"/>
                  <a:gd name="T11" fmla="*/ 12 h 72"/>
                  <a:gd name="T12" fmla="*/ 42 w 42"/>
                  <a:gd name="T13" fmla="*/ 24 h 72"/>
                  <a:gd name="T14" fmla="*/ 42 w 42"/>
                  <a:gd name="T15" fmla="*/ 42 h 72"/>
                  <a:gd name="T16" fmla="*/ 42 w 42"/>
                  <a:gd name="T17" fmla="*/ 54 h 72"/>
                  <a:gd name="T18" fmla="*/ 42 w 42"/>
                  <a:gd name="T19" fmla="*/ 60 h 72"/>
                  <a:gd name="T20" fmla="*/ 36 w 42"/>
                  <a:gd name="T21" fmla="*/ 72 h 72"/>
                  <a:gd name="T22" fmla="*/ 30 w 42"/>
                  <a:gd name="T23" fmla="*/ 72 h 72"/>
                  <a:gd name="T24" fmla="*/ 18 w 42"/>
                  <a:gd name="T25" fmla="*/ 72 h 72"/>
                  <a:gd name="T26" fmla="*/ 12 w 42"/>
                  <a:gd name="T27" fmla="*/ 66 h 72"/>
                  <a:gd name="T28" fmla="*/ 12 w 42"/>
                  <a:gd name="T29" fmla="*/ 60 h 72"/>
                  <a:gd name="T30" fmla="*/ 6 w 42"/>
                  <a:gd name="T31" fmla="*/ 42 h 72"/>
                  <a:gd name="T32" fmla="*/ 6 w 42"/>
                  <a:gd name="T33" fmla="*/ 36 h 72"/>
                  <a:gd name="T34" fmla="*/ 6 w 42"/>
                  <a:gd name="T35" fmla="*/ 18 h 72"/>
                  <a:gd name="T36" fmla="*/ 0 w 42"/>
                  <a:gd name="T37" fmla="*/ 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72">
                    <a:moveTo>
                      <a:pt x="0" y="6"/>
                    </a:moveTo>
                    <a:lnTo>
                      <a:pt x="12" y="0"/>
                    </a:lnTo>
                    <a:lnTo>
                      <a:pt x="18" y="0"/>
                    </a:lnTo>
                    <a:lnTo>
                      <a:pt x="30" y="0"/>
                    </a:lnTo>
                    <a:lnTo>
                      <a:pt x="36" y="6"/>
                    </a:lnTo>
                    <a:lnTo>
                      <a:pt x="42" y="12"/>
                    </a:lnTo>
                    <a:lnTo>
                      <a:pt x="42" y="24"/>
                    </a:lnTo>
                    <a:lnTo>
                      <a:pt x="42" y="42"/>
                    </a:lnTo>
                    <a:lnTo>
                      <a:pt x="42" y="54"/>
                    </a:lnTo>
                    <a:lnTo>
                      <a:pt x="42" y="60"/>
                    </a:lnTo>
                    <a:lnTo>
                      <a:pt x="36" y="72"/>
                    </a:lnTo>
                    <a:lnTo>
                      <a:pt x="30" y="72"/>
                    </a:lnTo>
                    <a:lnTo>
                      <a:pt x="18" y="72"/>
                    </a:lnTo>
                    <a:lnTo>
                      <a:pt x="12" y="66"/>
                    </a:lnTo>
                    <a:lnTo>
                      <a:pt x="12" y="60"/>
                    </a:lnTo>
                    <a:lnTo>
                      <a:pt x="6" y="42"/>
                    </a:lnTo>
                    <a:lnTo>
                      <a:pt x="6" y="36"/>
                    </a:lnTo>
                    <a:lnTo>
                      <a:pt x="6" y="18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CA43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67" name="Freeform 4327"/>
              <p:cNvSpPr>
                <a:spLocks/>
              </p:cNvSpPr>
              <p:nvPr/>
            </p:nvSpPr>
            <p:spPr bwMode="auto">
              <a:xfrm>
                <a:off x="2871" y="3256"/>
                <a:ext cx="84" cy="60"/>
              </a:xfrm>
              <a:custGeom>
                <a:avLst/>
                <a:gdLst>
                  <a:gd name="T0" fmla="*/ 0 w 84"/>
                  <a:gd name="T1" fmla="*/ 0 h 60"/>
                  <a:gd name="T2" fmla="*/ 0 w 84"/>
                  <a:gd name="T3" fmla="*/ 12 h 60"/>
                  <a:gd name="T4" fmla="*/ 6 w 84"/>
                  <a:gd name="T5" fmla="*/ 18 h 60"/>
                  <a:gd name="T6" fmla="*/ 6 w 84"/>
                  <a:gd name="T7" fmla="*/ 24 h 60"/>
                  <a:gd name="T8" fmla="*/ 12 w 84"/>
                  <a:gd name="T9" fmla="*/ 24 h 60"/>
                  <a:gd name="T10" fmla="*/ 18 w 84"/>
                  <a:gd name="T11" fmla="*/ 30 h 60"/>
                  <a:gd name="T12" fmla="*/ 12 w 84"/>
                  <a:gd name="T13" fmla="*/ 30 h 60"/>
                  <a:gd name="T14" fmla="*/ 12 w 84"/>
                  <a:gd name="T15" fmla="*/ 36 h 60"/>
                  <a:gd name="T16" fmla="*/ 18 w 84"/>
                  <a:gd name="T17" fmla="*/ 42 h 60"/>
                  <a:gd name="T18" fmla="*/ 18 w 84"/>
                  <a:gd name="T19" fmla="*/ 48 h 60"/>
                  <a:gd name="T20" fmla="*/ 18 w 84"/>
                  <a:gd name="T21" fmla="*/ 54 h 60"/>
                  <a:gd name="T22" fmla="*/ 24 w 84"/>
                  <a:gd name="T23" fmla="*/ 60 h 60"/>
                  <a:gd name="T24" fmla="*/ 30 w 84"/>
                  <a:gd name="T25" fmla="*/ 54 h 60"/>
                  <a:gd name="T26" fmla="*/ 36 w 84"/>
                  <a:gd name="T27" fmla="*/ 48 h 60"/>
                  <a:gd name="T28" fmla="*/ 42 w 84"/>
                  <a:gd name="T29" fmla="*/ 42 h 60"/>
                  <a:gd name="T30" fmla="*/ 54 w 84"/>
                  <a:gd name="T31" fmla="*/ 42 h 60"/>
                  <a:gd name="T32" fmla="*/ 60 w 84"/>
                  <a:gd name="T33" fmla="*/ 42 h 60"/>
                  <a:gd name="T34" fmla="*/ 72 w 84"/>
                  <a:gd name="T35" fmla="*/ 48 h 60"/>
                  <a:gd name="T36" fmla="*/ 60 w 84"/>
                  <a:gd name="T37" fmla="*/ 42 h 60"/>
                  <a:gd name="T38" fmla="*/ 48 w 84"/>
                  <a:gd name="T39" fmla="*/ 36 h 60"/>
                  <a:gd name="T40" fmla="*/ 36 w 84"/>
                  <a:gd name="T41" fmla="*/ 36 h 60"/>
                  <a:gd name="T42" fmla="*/ 30 w 84"/>
                  <a:gd name="T43" fmla="*/ 42 h 60"/>
                  <a:gd name="T44" fmla="*/ 24 w 84"/>
                  <a:gd name="T45" fmla="*/ 48 h 60"/>
                  <a:gd name="T46" fmla="*/ 18 w 84"/>
                  <a:gd name="T47" fmla="*/ 42 h 60"/>
                  <a:gd name="T48" fmla="*/ 24 w 84"/>
                  <a:gd name="T49" fmla="*/ 36 h 60"/>
                  <a:gd name="T50" fmla="*/ 30 w 84"/>
                  <a:gd name="T51" fmla="*/ 30 h 60"/>
                  <a:gd name="T52" fmla="*/ 36 w 84"/>
                  <a:gd name="T53" fmla="*/ 30 h 60"/>
                  <a:gd name="T54" fmla="*/ 42 w 84"/>
                  <a:gd name="T55" fmla="*/ 30 h 60"/>
                  <a:gd name="T56" fmla="*/ 36 w 84"/>
                  <a:gd name="T57" fmla="*/ 24 h 60"/>
                  <a:gd name="T58" fmla="*/ 24 w 84"/>
                  <a:gd name="T59" fmla="*/ 24 h 60"/>
                  <a:gd name="T60" fmla="*/ 18 w 84"/>
                  <a:gd name="T61" fmla="*/ 30 h 60"/>
                  <a:gd name="T62" fmla="*/ 18 w 84"/>
                  <a:gd name="T63" fmla="*/ 24 h 60"/>
                  <a:gd name="T64" fmla="*/ 30 w 84"/>
                  <a:gd name="T65" fmla="*/ 18 h 60"/>
                  <a:gd name="T66" fmla="*/ 42 w 84"/>
                  <a:gd name="T67" fmla="*/ 18 h 60"/>
                  <a:gd name="T68" fmla="*/ 54 w 84"/>
                  <a:gd name="T69" fmla="*/ 18 h 60"/>
                  <a:gd name="T70" fmla="*/ 72 w 84"/>
                  <a:gd name="T71" fmla="*/ 18 h 60"/>
                  <a:gd name="T72" fmla="*/ 84 w 84"/>
                  <a:gd name="T73" fmla="*/ 24 h 60"/>
                  <a:gd name="T74" fmla="*/ 72 w 84"/>
                  <a:gd name="T75" fmla="*/ 18 h 60"/>
                  <a:gd name="T76" fmla="*/ 54 w 84"/>
                  <a:gd name="T77" fmla="*/ 12 h 60"/>
                  <a:gd name="T78" fmla="*/ 48 w 84"/>
                  <a:gd name="T79" fmla="*/ 12 h 60"/>
                  <a:gd name="T80" fmla="*/ 36 w 84"/>
                  <a:gd name="T81" fmla="*/ 12 h 60"/>
                  <a:gd name="T82" fmla="*/ 24 w 84"/>
                  <a:gd name="T83" fmla="*/ 12 h 60"/>
                  <a:gd name="T84" fmla="*/ 12 w 84"/>
                  <a:gd name="T85" fmla="*/ 12 h 60"/>
                  <a:gd name="T86" fmla="*/ 6 w 84"/>
                  <a:gd name="T87" fmla="*/ 6 h 60"/>
                  <a:gd name="T88" fmla="*/ 0 w 84"/>
                  <a:gd name="T89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84" h="60">
                    <a:moveTo>
                      <a:pt x="0" y="0"/>
                    </a:moveTo>
                    <a:lnTo>
                      <a:pt x="0" y="12"/>
                    </a:lnTo>
                    <a:lnTo>
                      <a:pt x="6" y="18"/>
                    </a:lnTo>
                    <a:lnTo>
                      <a:pt x="6" y="24"/>
                    </a:lnTo>
                    <a:lnTo>
                      <a:pt x="12" y="24"/>
                    </a:lnTo>
                    <a:lnTo>
                      <a:pt x="18" y="30"/>
                    </a:lnTo>
                    <a:lnTo>
                      <a:pt x="12" y="30"/>
                    </a:lnTo>
                    <a:lnTo>
                      <a:pt x="12" y="36"/>
                    </a:lnTo>
                    <a:lnTo>
                      <a:pt x="18" y="42"/>
                    </a:lnTo>
                    <a:lnTo>
                      <a:pt x="18" y="48"/>
                    </a:lnTo>
                    <a:lnTo>
                      <a:pt x="18" y="54"/>
                    </a:lnTo>
                    <a:lnTo>
                      <a:pt x="24" y="60"/>
                    </a:lnTo>
                    <a:lnTo>
                      <a:pt x="30" y="54"/>
                    </a:lnTo>
                    <a:lnTo>
                      <a:pt x="36" y="48"/>
                    </a:lnTo>
                    <a:lnTo>
                      <a:pt x="42" y="42"/>
                    </a:lnTo>
                    <a:lnTo>
                      <a:pt x="54" y="42"/>
                    </a:lnTo>
                    <a:lnTo>
                      <a:pt x="60" y="42"/>
                    </a:lnTo>
                    <a:lnTo>
                      <a:pt x="72" y="48"/>
                    </a:lnTo>
                    <a:lnTo>
                      <a:pt x="60" y="42"/>
                    </a:lnTo>
                    <a:lnTo>
                      <a:pt x="48" y="36"/>
                    </a:lnTo>
                    <a:lnTo>
                      <a:pt x="36" y="36"/>
                    </a:lnTo>
                    <a:lnTo>
                      <a:pt x="30" y="42"/>
                    </a:lnTo>
                    <a:lnTo>
                      <a:pt x="24" y="48"/>
                    </a:lnTo>
                    <a:lnTo>
                      <a:pt x="18" y="42"/>
                    </a:lnTo>
                    <a:lnTo>
                      <a:pt x="24" y="36"/>
                    </a:lnTo>
                    <a:lnTo>
                      <a:pt x="30" y="30"/>
                    </a:lnTo>
                    <a:lnTo>
                      <a:pt x="36" y="30"/>
                    </a:lnTo>
                    <a:lnTo>
                      <a:pt x="42" y="30"/>
                    </a:lnTo>
                    <a:lnTo>
                      <a:pt x="36" y="24"/>
                    </a:lnTo>
                    <a:lnTo>
                      <a:pt x="24" y="24"/>
                    </a:lnTo>
                    <a:lnTo>
                      <a:pt x="18" y="30"/>
                    </a:lnTo>
                    <a:lnTo>
                      <a:pt x="18" y="24"/>
                    </a:lnTo>
                    <a:lnTo>
                      <a:pt x="30" y="18"/>
                    </a:lnTo>
                    <a:lnTo>
                      <a:pt x="42" y="18"/>
                    </a:lnTo>
                    <a:lnTo>
                      <a:pt x="54" y="18"/>
                    </a:lnTo>
                    <a:lnTo>
                      <a:pt x="72" y="18"/>
                    </a:lnTo>
                    <a:lnTo>
                      <a:pt x="84" y="24"/>
                    </a:lnTo>
                    <a:lnTo>
                      <a:pt x="72" y="18"/>
                    </a:lnTo>
                    <a:lnTo>
                      <a:pt x="54" y="12"/>
                    </a:lnTo>
                    <a:lnTo>
                      <a:pt x="48" y="12"/>
                    </a:lnTo>
                    <a:lnTo>
                      <a:pt x="36" y="12"/>
                    </a:lnTo>
                    <a:lnTo>
                      <a:pt x="24" y="12"/>
                    </a:lnTo>
                    <a:lnTo>
                      <a:pt x="12" y="12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A4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68" name="Freeform 4328"/>
              <p:cNvSpPr>
                <a:spLocks/>
              </p:cNvSpPr>
              <p:nvPr/>
            </p:nvSpPr>
            <p:spPr bwMode="auto">
              <a:xfrm>
                <a:off x="2907" y="3340"/>
                <a:ext cx="24" cy="18"/>
              </a:xfrm>
              <a:custGeom>
                <a:avLst/>
                <a:gdLst>
                  <a:gd name="T0" fmla="*/ 0 w 24"/>
                  <a:gd name="T1" fmla="*/ 0 h 18"/>
                  <a:gd name="T2" fmla="*/ 0 w 24"/>
                  <a:gd name="T3" fmla="*/ 6 h 18"/>
                  <a:gd name="T4" fmla="*/ 6 w 24"/>
                  <a:gd name="T5" fmla="*/ 12 h 18"/>
                  <a:gd name="T6" fmla="*/ 6 w 24"/>
                  <a:gd name="T7" fmla="*/ 18 h 18"/>
                  <a:gd name="T8" fmla="*/ 12 w 24"/>
                  <a:gd name="T9" fmla="*/ 18 h 18"/>
                  <a:gd name="T10" fmla="*/ 18 w 24"/>
                  <a:gd name="T11" fmla="*/ 12 h 18"/>
                  <a:gd name="T12" fmla="*/ 24 w 24"/>
                  <a:gd name="T13" fmla="*/ 12 h 18"/>
                  <a:gd name="T14" fmla="*/ 18 w 24"/>
                  <a:gd name="T15" fmla="*/ 12 h 18"/>
                  <a:gd name="T16" fmla="*/ 12 w 24"/>
                  <a:gd name="T17" fmla="*/ 12 h 18"/>
                  <a:gd name="T18" fmla="*/ 0 w 24"/>
                  <a:gd name="T1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18">
                    <a:moveTo>
                      <a:pt x="0" y="0"/>
                    </a:moveTo>
                    <a:lnTo>
                      <a:pt x="0" y="6"/>
                    </a:lnTo>
                    <a:lnTo>
                      <a:pt x="6" y="12"/>
                    </a:lnTo>
                    <a:lnTo>
                      <a:pt x="6" y="18"/>
                    </a:lnTo>
                    <a:lnTo>
                      <a:pt x="12" y="18"/>
                    </a:lnTo>
                    <a:lnTo>
                      <a:pt x="18" y="12"/>
                    </a:lnTo>
                    <a:lnTo>
                      <a:pt x="24" y="12"/>
                    </a:lnTo>
                    <a:lnTo>
                      <a:pt x="18" y="12"/>
                    </a:lnTo>
                    <a:lnTo>
                      <a:pt x="12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A4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5777" name="Text Box 4337"/>
            <p:cNvSpPr txBox="1">
              <a:spLocks noChangeArrowheads="1"/>
            </p:cNvSpPr>
            <p:nvPr/>
          </p:nvSpPr>
          <p:spPr bwMode="auto">
            <a:xfrm>
              <a:off x="816" y="1920"/>
              <a:ext cx="23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失去了原函数的光滑性。</a:t>
              </a:r>
              <a:endParaRPr lang="en-US" altLang="zh-CN" sz="2400" b="1"/>
            </a:p>
          </p:txBody>
        </p:sp>
      </p:grpSp>
      <p:sp>
        <p:nvSpPr>
          <p:cNvPr id="65779" name="Text Box 4339"/>
          <p:cNvSpPr txBox="1">
            <a:spLocks noChangeArrowheads="1"/>
          </p:cNvSpPr>
          <p:nvPr/>
        </p:nvSpPr>
        <p:spPr bwMode="auto">
          <a:xfrm>
            <a:off x="457200" y="4114800"/>
            <a:ext cx="815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chemeClr val="accent2"/>
                </a:solidFill>
                <a:sym typeface="Wingdings" charset="0"/>
              </a:rPr>
              <a:t></a:t>
            </a:r>
            <a:r>
              <a:rPr lang="en-US" altLang="zh-CN" sz="2400" b="1">
                <a:sym typeface="Wingdings" charset="0"/>
              </a:rPr>
              <a:t> </a:t>
            </a:r>
            <a:r>
              <a:rPr lang="zh-CN" altLang="en-US" sz="2400" b="1"/>
              <a:t>分段</a:t>
            </a:r>
            <a:r>
              <a:rPr lang="en-US" altLang="zh-CN" sz="2400" b="1"/>
              <a:t>Hermite</a:t>
            </a:r>
            <a:r>
              <a:rPr lang="zh-CN" altLang="en-US" sz="2400" b="1"/>
              <a:t>插值</a:t>
            </a:r>
            <a:r>
              <a:rPr lang="en-US" altLang="zh-CN"/>
              <a:t>  </a:t>
            </a:r>
            <a:r>
              <a:rPr lang="en-US" altLang="zh-CN" sz="2000" b="1">
                <a:solidFill>
                  <a:srgbClr val="008000"/>
                </a:solidFill>
                <a:latin typeface="Arial" charset="0"/>
              </a:rPr>
              <a:t>/* Hermite piecewise polynomials */</a:t>
            </a:r>
          </a:p>
        </p:txBody>
      </p:sp>
      <p:grpSp>
        <p:nvGrpSpPr>
          <p:cNvPr id="65789" name="Group 4349"/>
          <p:cNvGrpSpPr>
            <a:grpSpLocks/>
          </p:cNvGrpSpPr>
          <p:nvPr/>
        </p:nvGrpSpPr>
        <p:grpSpPr bwMode="auto">
          <a:xfrm>
            <a:off x="762000" y="4648200"/>
            <a:ext cx="7543800" cy="990600"/>
            <a:chOff x="480" y="2688"/>
            <a:chExt cx="4752" cy="624"/>
          </a:xfrm>
        </p:grpSpPr>
        <p:grpSp>
          <p:nvGrpSpPr>
            <p:cNvPr id="65783" name="Group 4343"/>
            <p:cNvGrpSpPr>
              <a:grpSpLocks/>
            </p:cNvGrpSpPr>
            <p:nvPr/>
          </p:nvGrpSpPr>
          <p:grpSpPr bwMode="auto">
            <a:xfrm>
              <a:off x="480" y="2688"/>
              <a:ext cx="3451" cy="341"/>
              <a:chOff x="912" y="2784"/>
              <a:chExt cx="3451" cy="341"/>
            </a:xfrm>
          </p:grpSpPr>
          <p:sp>
            <p:nvSpPr>
              <p:cNvPr id="65781" name="Text Box 4341"/>
              <p:cNvSpPr txBox="1">
                <a:spLocks noChangeArrowheads="1"/>
              </p:cNvSpPr>
              <p:nvPr/>
            </p:nvSpPr>
            <p:spPr bwMode="auto">
              <a:xfrm>
                <a:off x="912" y="2784"/>
                <a:ext cx="57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/>
                  <a:t>给定</a:t>
                </a:r>
                <a:endParaRPr lang="en-US" altLang="zh-CN" sz="2400" b="1"/>
              </a:p>
            </p:txBody>
          </p:sp>
          <p:graphicFrame>
            <p:nvGraphicFramePr>
              <p:cNvPr id="65782" name="Object 4342"/>
              <p:cNvGraphicFramePr>
                <a:graphicFrameLocks noChangeAspect="1"/>
              </p:cNvGraphicFramePr>
              <p:nvPr/>
            </p:nvGraphicFramePr>
            <p:xfrm>
              <a:off x="1392" y="2832"/>
              <a:ext cx="2971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2057400" imgH="228600" progId="Equation.3">
                      <p:embed/>
                    </p:oleObj>
                  </mc:Choice>
                  <mc:Fallback>
                    <p:oleObj name="Equation" r:id="rId19" imgW="2057400" imgH="228600" progId="Equation.3">
                      <p:embed/>
                      <p:pic>
                        <p:nvPicPr>
                          <p:cNvPr id="65782" name="Object 43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92" y="2832"/>
                            <a:ext cx="2971" cy="29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="" xmlns:a14="http://schemas.microsoft.com/office/drawing/2010/main">
                                <a:effectLst>
                                  <a:outerShdw blurRad="63500" dist="38099" dir="2700000" algn="ctr" rotWithShape="0">
                                    <a:srgbClr val="000000">
                                      <a:alpha val="74998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5785" name="Text Box 4345"/>
            <p:cNvSpPr txBox="1">
              <a:spLocks noChangeArrowheads="1"/>
            </p:cNvSpPr>
            <p:nvPr/>
          </p:nvSpPr>
          <p:spPr bwMode="auto">
            <a:xfrm>
              <a:off x="480" y="3024"/>
              <a:ext cx="47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在</a:t>
              </a:r>
              <a:r>
                <a:rPr lang="en-US" altLang="zh-CN" sz="2400" b="1"/>
                <a:t>             </a:t>
              </a:r>
              <a:r>
                <a:rPr lang="zh-CN" altLang="en-US" sz="2400" b="1"/>
                <a:t>上利用两点的</a:t>
              </a:r>
              <a:r>
                <a:rPr lang="en-US" altLang="zh-CN" sz="2400" b="1"/>
                <a:t> </a:t>
              </a:r>
              <a:r>
                <a:rPr lang="en-US" altLang="zh-CN" sz="2400" b="1" i="1"/>
                <a:t>y </a:t>
              </a:r>
              <a:r>
                <a:rPr lang="zh-CN" altLang="en-US" sz="2400" b="1"/>
                <a:t>及</a:t>
              </a:r>
              <a:r>
                <a:rPr lang="en-US" altLang="zh-CN" sz="2400" b="1"/>
                <a:t> </a:t>
              </a:r>
              <a:r>
                <a:rPr lang="en-US" altLang="zh-CN" sz="2400" b="1" i="1"/>
                <a:t>y</a:t>
              </a:r>
              <a:r>
                <a:rPr lang="zh-CN" altLang="en-US" sz="2400" b="1" i="1"/>
                <a:t>’</a:t>
              </a:r>
              <a:r>
                <a:rPr lang="en-US" altLang="zh-CN" sz="2400" b="1" i="1"/>
                <a:t> </a:t>
              </a:r>
              <a:r>
                <a:rPr lang="zh-CN" altLang="en-US" sz="2400" b="1"/>
                <a:t>构造</a:t>
              </a:r>
              <a:r>
                <a:rPr lang="en-US" altLang="zh-CN" sz="2400" b="1">
                  <a:solidFill>
                    <a:schemeClr val="accent2"/>
                  </a:solidFill>
                </a:rPr>
                <a:t>3</a:t>
              </a:r>
              <a:r>
                <a:rPr lang="zh-CN" altLang="en-US" sz="2400" b="1">
                  <a:solidFill>
                    <a:schemeClr val="accent2"/>
                  </a:solidFill>
                </a:rPr>
                <a:t>次</a:t>
              </a:r>
              <a:r>
                <a:rPr lang="en-US" altLang="zh-CN" sz="2400" b="1">
                  <a:solidFill>
                    <a:schemeClr val="accent2"/>
                  </a:solidFill>
                </a:rPr>
                <a:t>Hermite</a:t>
              </a:r>
              <a:r>
                <a:rPr lang="zh-CN" altLang="en-US" sz="2400" b="1">
                  <a:solidFill>
                    <a:schemeClr val="accent2"/>
                  </a:solidFill>
                </a:rPr>
                <a:t>函数</a:t>
              </a:r>
              <a:endParaRPr lang="en-US" altLang="zh-CN" sz="2400" b="1">
                <a:solidFill>
                  <a:schemeClr val="accent2"/>
                </a:solidFill>
              </a:endParaRPr>
            </a:p>
          </p:txBody>
        </p:sp>
        <p:graphicFrame>
          <p:nvGraphicFramePr>
            <p:cNvPr id="65786" name="Object 4346"/>
            <p:cNvGraphicFramePr>
              <a:graphicFrameLocks noChangeAspect="1"/>
            </p:cNvGraphicFramePr>
            <p:nvPr/>
          </p:nvGraphicFramePr>
          <p:xfrm>
            <a:off x="720" y="3024"/>
            <a:ext cx="624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571320" imgH="228600" progId="Equation.3">
                    <p:embed/>
                  </p:oleObj>
                </mc:Choice>
                <mc:Fallback>
                  <p:oleObj name="Equation" r:id="rId21" imgW="571320" imgH="228600" progId="Equation.3">
                    <p:embed/>
                    <p:pic>
                      <p:nvPicPr>
                        <p:cNvPr id="65786" name="Object 43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3024"/>
                          <a:ext cx="624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5807" name="Group 4367"/>
          <p:cNvGrpSpPr>
            <a:grpSpLocks/>
          </p:cNvGrpSpPr>
          <p:nvPr/>
        </p:nvGrpSpPr>
        <p:grpSpPr bwMode="auto">
          <a:xfrm>
            <a:off x="762000" y="5715000"/>
            <a:ext cx="3657600" cy="596900"/>
            <a:chOff x="480" y="3456"/>
            <a:chExt cx="2304" cy="376"/>
          </a:xfrm>
        </p:grpSpPr>
        <p:grpSp>
          <p:nvGrpSpPr>
            <p:cNvPr id="65791" name="Group 4351"/>
            <p:cNvGrpSpPr>
              <a:grpSpLocks/>
            </p:cNvGrpSpPr>
            <p:nvPr/>
          </p:nvGrpSpPr>
          <p:grpSpPr bwMode="auto">
            <a:xfrm>
              <a:off x="480" y="3456"/>
              <a:ext cx="333" cy="376"/>
              <a:chOff x="2787" y="2607"/>
              <a:chExt cx="649" cy="841"/>
            </a:xfrm>
          </p:grpSpPr>
          <p:sp>
            <p:nvSpPr>
              <p:cNvPr id="65792" name="Freeform 4352"/>
              <p:cNvSpPr>
                <a:spLocks/>
              </p:cNvSpPr>
              <p:nvPr/>
            </p:nvSpPr>
            <p:spPr bwMode="auto">
              <a:xfrm>
                <a:off x="2787" y="2607"/>
                <a:ext cx="649" cy="841"/>
              </a:xfrm>
              <a:custGeom>
                <a:avLst/>
                <a:gdLst>
                  <a:gd name="T0" fmla="*/ 150 w 649"/>
                  <a:gd name="T1" fmla="*/ 6 h 841"/>
                  <a:gd name="T2" fmla="*/ 204 w 649"/>
                  <a:gd name="T3" fmla="*/ 6 h 841"/>
                  <a:gd name="T4" fmla="*/ 282 w 649"/>
                  <a:gd name="T5" fmla="*/ 18 h 841"/>
                  <a:gd name="T6" fmla="*/ 385 w 649"/>
                  <a:gd name="T7" fmla="*/ 54 h 841"/>
                  <a:gd name="T8" fmla="*/ 529 w 649"/>
                  <a:gd name="T9" fmla="*/ 114 h 841"/>
                  <a:gd name="T10" fmla="*/ 565 w 649"/>
                  <a:gd name="T11" fmla="*/ 144 h 841"/>
                  <a:gd name="T12" fmla="*/ 619 w 649"/>
                  <a:gd name="T13" fmla="*/ 240 h 841"/>
                  <a:gd name="T14" fmla="*/ 649 w 649"/>
                  <a:gd name="T15" fmla="*/ 300 h 841"/>
                  <a:gd name="T16" fmla="*/ 619 w 649"/>
                  <a:gd name="T17" fmla="*/ 342 h 841"/>
                  <a:gd name="T18" fmla="*/ 619 w 649"/>
                  <a:gd name="T19" fmla="*/ 372 h 841"/>
                  <a:gd name="T20" fmla="*/ 643 w 649"/>
                  <a:gd name="T21" fmla="*/ 420 h 841"/>
                  <a:gd name="T22" fmla="*/ 637 w 649"/>
                  <a:gd name="T23" fmla="*/ 462 h 841"/>
                  <a:gd name="T24" fmla="*/ 595 w 649"/>
                  <a:gd name="T25" fmla="*/ 492 h 841"/>
                  <a:gd name="T26" fmla="*/ 607 w 649"/>
                  <a:gd name="T27" fmla="*/ 528 h 841"/>
                  <a:gd name="T28" fmla="*/ 589 w 649"/>
                  <a:gd name="T29" fmla="*/ 577 h 841"/>
                  <a:gd name="T30" fmla="*/ 529 w 649"/>
                  <a:gd name="T31" fmla="*/ 595 h 841"/>
                  <a:gd name="T32" fmla="*/ 505 w 649"/>
                  <a:gd name="T33" fmla="*/ 631 h 841"/>
                  <a:gd name="T34" fmla="*/ 457 w 649"/>
                  <a:gd name="T35" fmla="*/ 649 h 841"/>
                  <a:gd name="T36" fmla="*/ 360 w 649"/>
                  <a:gd name="T37" fmla="*/ 655 h 841"/>
                  <a:gd name="T38" fmla="*/ 300 w 649"/>
                  <a:gd name="T39" fmla="*/ 637 h 841"/>
                  <a:gd name="T40" fmla="*/ 258 w 649"/>
                  <a:gd name="T41" fmla="*/ 589 h 841"/>
                  <a:gd name="T42" fmla="*/ 222 w 649"/>
                  <a:gd name="T43" fmla="*/ 528 h 841"/>
                  <a:gd name="T44" fmla="*/ 240 w 649"/>
                  <a:gd name="T45" fmla="*/ 504 h 841"/>
                  <a:gd name="T46" fmla="*/ 276 w 649"/>
                  <a:gd name="T47" fmla="*/ 498 h 841"/>
                  <a:gd name="T48" fmla="*/ 306 w 649"/>
                  <a:gd name="T49" fmla="*/ 522 h 841"/>
                  <a:gd name="T50" fmla="*/ 282 w 649"/>
                  <a:gd name="T51" fmla="*/ 498 h 841"/>
                  <a:gd name="T52" fmla="*/ 270 w 649"/>
                  <a:gd name="T53" fmla="*/ 492 h 841"/>
                  <a:gd name="T54" fmla="*/ 246 w 649"/>
                  <a:gd name="T55" fmla="*/ 474 h 841"/>
                  <a:gd name="T56" fmla="*/ 204 w 649"/>
                  <a:gd name="T57" fmla="*/ 486 h 841"/>
                  <a:gd name="T58" fmla="*/ 198 w 649"/>
                  <a:gd name="T59" fmla="*/ 516 h 841"/>
                  <a:gd name="T60" fmla="*/ 204 w 649"/>
                  <a:gd name="T61" fmla="*/ 607 h 841"/>
                  <a:gd name="T62" fmla="*/ 228 w 649"/>
                  <a:gd name="T63" fmla="*/ 703 h 841"/>
                  <a:gd name="T64" fmla="*/ 228 w 649"/>
                  <a:gd name="T65" fmla="*/ 793 h 841"/>
                  <a:gd name="T66" fmla="*/ 204 w 649"/>
                  <a:gd name="T67" fmla="*/ 829 h 841"/>
                  <a:gd name="T68" fmla="*/ 150 w 649"/>
                  <a:gd name="T69" fmla="*/ 835 h 841"/>
                  <a:gd name="T70" fmla="*/ 132 w 649"/>
                  <a:gd name="T71" fmla="*/ 775 h 841"/>
                  <a:gd name="T72" fmla="*/ 108 w 649"/>
                  <a:gd name="T73" fmla="*/ 709 h 841"/>
                  <a:gd name="T74" fmla="*/ 96 w 649"/>
                  <a:gd name="T75" fmla="*/ 685 h 841"/>
                  <a:gd name="T76" fmla="*/ 84 w 649"/>
                  <a:gd name="T77" fmla="*/ 655 h 841"/>
                  <a:gd name="T78" fmla="*/ 48 w 649"/>
                  <a:gd name="T79" fmla="*/ 522 h 841"/>
                  <a:gd name="T80" fmla="*/ 18 w 649"/>
                  <a:gd name="T81" fmla="*/ 366 h 841"/>
                  <a:gd name="T82" fmla="*/ 0 w 649"/>
                  <a:gd name="T83" fmla="*/ 270 h 8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649" h="841">
                    <a:moveTo>
                      <a:pt x="108" y="0"/>
                    </a:moveTo>
                    <a:lnTo>
                      <a:pt x="132" y="6"/>
                    </a:lnTo>
                    <a:lnTo>
                      <a:pt x="150" y="6"/>
                    </a:lnTo>
                    <a:lnTo>
                      <a:pt x="168" y="12"/>
                    </a:lnTo>
                    <a:lnTo>
                      <a:pt x="180" y="12"/>
                    </a:lnTo>
                    <a:lnTo>
                      <a:pt x="204" y="6"/>
                    </a:lnTo>
                    <a:lnTo>
                      <a:pt x="228" y="6"/>
                    </a:lnTo>
                    <a:lnTo>
                      <a:pt x="252" y="12"/>
                    </a:lnTo>
                    <a:lnTo>
                      <a:pt x="282" y="18"/>
                    </a:lnTo>
                    <a:lnTo>
                      <a:pt x="312" y="24"/>
                    </a:lnTo>
                    <a:lnTo>
                      <a:pt x="342" y="36"/>
                    </a:lnTo>
                    <a:lnTo>
                      <a:pt x="385" y="54"/>
                    </a:lnTo>
                    <a:lnTo>
                      <a:pt x="427" y="72"/>
                    </a:lnTo>
                    <a:lnTo>
                      <a:pt x="481" y="96"/>
                    </a:lnTo>
                    <a:lnTo>
                      <a:pt x="529" y="114"/>
                    </a:lnTo>
                    <a:lnTo>
                      <a:pt x="547" y="120"/>
                    </a:lnTo>
                    <a:lnTo>
                      <a:pt x="559" y="132"/>
                    </a:lnTo>
                    <a:lnTo>
                      <a:pt x="565" y="144"/>
                    </a:lnTo>
                    <a:lnTo>
                      <a:pt x="577" y="162"/>
                    </a:lnTo>
                    <a:lnTo>
                      <a:pt x="595" y="192"/>
                    </a:lnTo>
                    <a:lnTo>
                      <a:pt x="619" y="240"/>
                    </a:lnTo>
                    <a:lnTo>
                      <a:pt x="637" y="264"/>
                    </a:lnTo>
                    <a:lnTo>
                      <a:pt x="643" y="288"/>
                    </a:lnTo>
                    <a:lnTo>
                      <a:pt x="649" y="300"/>
                    </a:lnTo>
                    <a:lnTo>
                      <a:pt x="643" y="318"/>
                    </a:lnTo>
                    <a:lnTo>
                      <a:pt x="631" y="336"/>
                    </a:lnTo>
                    <a:lnTo>
                      <a:pt x="619" y="342"/>
                    </a:lnTo>
                    <a:lnTo>
                      <a:pt x="613" y="348"/>
                    </a:lnTo>
                    <a:lnTo>
                      <a:pt x="613" y="360"/>
                    </a:lnTo>
                    <a:lnTo>
                      <a:pt x="619" y="372"/>
                    </a:lnTo>
                    <a:lnTo>
                      <a:pt x="625" y="384"/>
                    </a:lnTo>
                    <a:lnTo>
                      <a:pt x="637" y="402"/>
                    </a:lnTo>
                    <a:lnTo>
                      <a:pt x="643" y="420"/>
                    </a:lnTo>
                    <a:lnTo>
                      <a:pt x="643" y="432"/>
                    </a:lnTo>
                    <a:lnTo>
                      <a:pt x="643" y="450"/>
                    </a:lnTo>
                    <a:lnTo>
                      <a:pt x="637" y="462"/>
                    </a:lnTo>
                    <a:lnTo>
                      <a:pt x="625" y="474"/>
                    </a:lnTo>
                    <a:lnTo>
                      <a:pt x="607" y="486"/>
                    </a:lnTo>
                    <a:lnTo>
                      <a:pt x="595" y="492"/>
                    </a:lnTo>
                    <a:lnTo>
                      <a:pt x="595" y="504"/>
                    </a:lnTo>
                    <a:lnTo>
                      <a:pt x="601" y="516"/>
                    </a:lnTo>
                    <a:lnTo>
                      <a:pt x="607" y="528"/>
                    </a:lnTo>
                    <a:lnTo>
                      <a:pt x="601" y="546"/>
                    </a:lnTo>
                    <a:lnTo>
                      <a:pt x="601" y="565"/>
                    </a:lnTo>
                    <a:lnTo>
                      <a:pt x="589" y="577"/>
                    </a:lnTo>
                    <a:lnTo>
                      <a:pt x="577" y="583"/>
                    </a:lnTo>
                    <a:lnTo>
                      <a:pt x="553" y="589"/>
                    </a:lnTo>
                    <a:lnTo>
                      <a:pt x="529" y="595"/>
                    </a:lnTo>
                    <a:lnTo>
                      <a:pt x="517" y="595"/>
                    </a:lnTo>
                    <a:lnTo>
                      <a:pt x="511" y="619"/>
                    </a:lnTo>
                    <a:lnTo>
                      <a:pt x="505" y="631"/>
                    </a:lnTo>
                    <a:lnTo>
                      <a:pt x="493" y="643"/>
                    </a:lnTo>
                    <a:lnTo>
                      <a:pt x="475" y="649"/>
                    </a:lnTo>
                    <a:lnTo>
                      <a:pt x="457" y="649"/>
                    </a:lnTo>
                    <a:lnTo>
                      <a:pt x="433" y="649"/>
                    </a:lnTo>
                    <a:lnTo>
                      <a:pt x="403" y="655"/>
                    </a:lnTo>
                    <a:lnTo>
                      <a:pt x="360" y="655"/>
                    </a:lnTo>
                    <a:lnTo>
                      <a:pt x="342" y="655"/>
                    </a:lnTo>
                    <a:lnTo>
                      <a:pt x="324" y="649"/>
                    </a:lnTo>
                    <a:lnTo>
                      <a:pt x="300" y="637"/>
                    </a:lnTo>
                    <a:lnTo>
                      <a:pt x="282" y="625"/>
                    </a:lnTo>
                    <a:lnTo>
                      <a:pt x="270" y="607"/>
                    </a:lnTo>
                    <a:lnTo>
                      <a:pt x="258" y="589"/>
                    </a:lnTo>
                    <a:lnTo>
                      <a:pt x="240" y="565"/>
                    </a:lnTo>
                    <a:lnTo>
                      <a:pt x="228" y="540"/>
                    </a:lnTo>
                    <a:lnTo>
                      <a:pt x="222" y="528"/>
                    </a:lnTo>
                    <a:lnTo>
                      <a:pt x="228" y="522"/>
                    </a:lnTo>
                    <a:lnTo>
                      <a:pt x="234" y="510"/>
                    </a:lnTo>
                    <a:lnTo>
                      <a:pt x="240" y="504"/>
                    </a:lnTo>
                    <a:lnTo>
                      <a:pt x="252" y="498"/>
                    </a:lnTo>
                    <a:lnTo>
                      <a:pt x="264" y="498"/>
                    </a:lnTo>
                    <a:lnTo>
                      <a:pt x="276" y="498"/>
                    </a:lnTo>
                    <a:lnTo>
                      <a:pt x="288" y="510"/>
                    </a:lnTo>
                    <a:lnTo>
                      <a:pt x="300" y="516"/>
                    </a:lnTo>
                    <a:lnTo>
                      <a:pt x="306" y="522"/>
                    </a:lnTo>
                    <a:lnTo>
                      <a:pt x="318" y="528"/>
                    </a:lnTo>
                    <a:lnTo>
                      <a:pt x="306" y="516"/>
                    </a:lnTo>
                    <a:lnTo>
                      <a:pt x="282" y="498"/>
                    </a:lnTo>
                    <a:lnTo>
                      <a:pt x="288" y="492"/>
                    </a:lnTo>
                    <a:lnTo>
                      <a:pt x="282" y="492"/>
                    </a:lnTo>
                    <a:lnTo>
                      <a:pt x="270" y="492"/>
                    </a:lnTo>
                    <a:lnTo>
                      <a:pt x="264" y="486"/>
                    </a:lnTo>
                    <a:lnTo>
                      <a:pt x="252" y="480"/>
                    </a:lnTo>
                    <a:lnTo>
                      <a:pt x="246" y="474"/>
                    </a:lnTo>
                    <a:lnTo>
                      <a:pt x="228" y="474"/>
                    </a:lnTo>
                    <a:lnTo>
                      <a:pt x="216" y="474"/>
                    </a:lnTo>
                    <a:lnTo>
                      <a:pt x="204" y="486"/>
                    </a:lnTo>
                    <a:lnTo>
                      <a:pt x="198" y="492"/>
                    </a:lnTo>
                    <a:lnTo>
                      <a:pt x="198" y="504"/>
                    </a:lnTo>
                    <a:lnTo>
                      <a:pt x="198" y="516"/>
                    </a:lnTo>
                    <a:lnTo>
                      <a:pt x="198" y="546"/>
                    </a:lnTo>
                    <a:lnTo>
                      <a:pt x="198" y="577"/>
                    </a:lnTo>
                    <a:lnTo>
                      <a:pt x="204" y="607"/>
                    </a:lnTo>
                    <a:lnTo>
                      <a:pt x="204" y="637"/>
                    </a:lnTo>
                    <a:lnTo>
                      <a:pt x="216" y="679"/>
                    </a:lnTo>
                    <a:lnTo>
                      <a:pt x="228" y="703"/>
                    </a:lnTo>
                    <a:lnTo>
                      <a:pt x="234" y="721"/>
                    </a:lnTo>
                    <a:lnTo>
                      <a:pt x="234" y="763"/>
                    </a:lnTo>
                    <a:lnTo>
                      <a:pt x="228" y="793"/>
                    </a:lnTo>
                    <a:lnTo>
                      <a:pt x="222" y="811"/>
                    </a:lnTo>
                    <a:lnTo>
                      <a:pt x="216" y="823"/>
                    </a:lnTo>
                    <a:lnTo>
                      <a:pt x="204" y="829"/>
                    </a:lnTo>
                    <a:lnTo>
                      <a:pt x="186" y="835"/>
                    </a:lnTo>
                    <a:lnTo>
                      <a:pt x="168" y="841"/>
                    </a:lnTo>
                    <a:lnTo>
                      <a:pt x="150" y="835"/>
                    </a:lnTo>
                    <a:lnTo>
                      <a:pt x="144" y="829"/>
                    </a:lnTo>
                    <a:lnTo>
                      <a:pt x="138" y="787"/>
                    </a:lnTo>
                    <a:lnTo>
                      <a:pt x="132" y="775"/>
                    </a:lnTo>
                    <a:lnTo>
                      <a:pt x="132" y="769"/>
                    </a:lnTo>
                    <a:lnTo>
                      <a:pt x="126" y="745"/>
                    </a:lnTo>
                    <a:lnTo>
                      <a:pt x="108" y="709"/>
                    </a:lnTo>
                    <a:lnTo>
                      <a:pt x="102" y="697"/>
                    </a:lnTo>
                    <a:lnTo>
                      <a:pt x="102" y="685"/>
                    </a:lnTo>
                    <a:lnTo>
                      <a:pt x="96" y="685"/>
                    </a:lnTo>
                    <a:lnTo>
                      <a:pt x="96" y="679"/>
                    </a:lnTo>
                    <a:lnTo>
                      <a:pt x="96" y="673"/>
                    </a:lnTo>
                    <a:lnTo>
                      <a:pt x="84" y="655"/>
                    </a:lnTo>
                    <a:lnTo>
                      <a:pt x="78" y="613"/>
                    </a:lnTo>
                    <a:lnTo>
                      <a:pt x="60" y="571"/>
                    </a:lnTo>
                    <a:lnTo>
                      <a:pt x="48" y="522"/>
                    </a:lnTo>
                    <a:lnTo>
                      <a:pt x="30" y="468"/>
                    </a:lnTo>
                    <a:lnTo>
                      <a:pt x="24" y="426"/>
                    </a:lnTo>
                    <a:lnTo>
                      <a:pt x="18" y="366"/>
                    </a:lnTo>
                    <a:lnTo>
                      <a:pt x="18" y="306"/>
                    </a:lnTo>
                    <a:lnTo>
                      <a:pt x="18" y="300"/>
                    </a:lnTo>
                    <a:lnTo>
                      <a:pt x="0" y="270"/>
                    </a:lnTo>
                    <a:lnTo>
                      <a:pt x="72" y="204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rgbClr val="FFBD7B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93" name="Freeform 4353"/>
              <p:cNvSpPr>
                <a:spLocks/>
              </p:cNvSpPr>
              <p:nvPr/>
            </p:nvSpPr>
            <p:spPr bwMode="auto">
              <a:xfrm>
                <a:off x="2889" y="2607"/>
                <a:ext cx="445" cy="132"/>
              </a:xfrm>
              <a:custGeom>
                <a:avLst/>
                <a:gdLst>
                  <a:gd name="T0" fmla="*/ 24 w 445"/>
                  <a:gd name="T1" fmla="*/ 0 h 132"/>
                  <a:gd name="T2" fmla="*/ 42 w 445"/>
                  <a:gd name="T3" fmla="*/ 6 h 132"/>
                  <a:gd name="T4" fmla="*/ 60 w 445"/>
                  <a:gd name="T5" fmla="*/ 6 h 132"/>
                  <a:gd name="T6" fmla="*/ 72 w 445"/>
                  <a:gd name="T7" fmla="*/ 12 h 132"/>
                  <a:gd name="T8" fmla="*/ 90 w 445"/>
                  <a:gd name="T9" fmla="*/ 6 h 132"/>
                  <a:gd name="T10" fmla="*/ 102 w 445"/>
                  <a:gd name="T11" fmla="*/ 6 h 132"/>
                  <a:gd name="T12" fmla="*/ 120 w 445"/>
                  <a:gd name="T13" fmla="*/ 6 h 132"/>
                  <a:gd name="T14" fmla="*/ 144 w 445"/>
                  <a:gd name="T15" fmla="*/ 6 h 132"/>
                  <a:gd name="T16" fmla="*/ 174 w 445"/>
                  <a:gd name="T17" fmla="*/ 18 h 132"/>
                  <a:gd name="T18" fmla="*/ 210 w 445"/>
                  <a:gd name="T19" fmla="*/ 24 h 132"/>
                  <a:gd name="T20" fmla="*/ 246 w 445"/>
                  <a:gd name="T21" fmla="*/ 36 h 132"/>
                  <a:gd name="T22" fmla="*/ 289 w 445"/>
                  <a:gd name="T23" fmla="*/ 54 h 132"/>
                  <a:gd name="T24" fmla="*/ 337 w 445"/>
                  <a:gd name="T25" fmla="*/ 72 h 132"/>
                  <a:gd name="T26" fmla="*/ 379 w 445"/>
                  <a:gd name="T27" fmla="*/ 96 h 132"/>
                  <a:gd name="T28" fmla="*/ 409 w 445"/>
                  <a:gd name="T29" fmla="*/ 108 h 132"/>
                  <a:gd name="T30" fmla="*/ 427 w 445"/>
                  <a:gd name="T31" fmla="*/ 114 h 132"/>
                  <a:gd name="T32" fmla="*/ 445 w 445"/>
                  <a:gd name="T33" fmla="*/ 126 h 132"/>
                  <a:gd name="T34" fmla="*/ 433 w 445"/>
                  <a:gd name="T35" fmla="*/ 120 h 132"/>
                  <a:gd name="T36" fmla="*/ 421 w 445"/>
                  <a:gd name="T37" fmla="*/ 120 h 132"/>
                  <a:gd name="T38" fmla="*/ 409 w 445"/>
                  <a:gd name="T39" fmla="*/ 126 h 132"/>
                  <a:gd name="T40" fmla="*/ 403 w 445"/>
                  <a:gd name="T41" fmla="*/ 126 h 132"/>
                  <a:gd name="T42" fmla="*/ 385 w 445"/>
                  <a:gd name="T43" fmla="*/ 120 h 132"/>
                  <a:gd name="T44" fmla="*/ 367 w 445"/>
                  <a:gd name="T45" fmla="*/ 108 h 132"/>
                  <a:gd name="T46" fmla="*/ 349 w 445"/>
                  <a:gd name="T47" fmla="*/ 96 h 132"/>
                  <a:gd name="T48" fmla="*/ 325 w 445"/>
                  <a:gd name="T49" fmla="*/ 84 h 132"/>
                  <a:gd name="T50" fmla="*/ 301 w 445"/>
                  <a:gd name="T51" fmla="*/ 72 h 132"/>
                  <a:gd name="T52" fmla="*/ 271 w 445"/>
                  <a:gd name="T53" fmla="*/ 60 h 132"/>
                  <a:gd name="T54" fmla="*/ 246 w 445"/>
                  <a:gd name="T55" fmla="*/ 54 h 132"/>
                  <a:gd name="T56" fmla="*/ 222 w 445"/>
                  <a:gd name="T57" fmla="*/ 42 h 132"/>
                  <a:gd name="T58" fmla="*/ 204 w 445"/>
                  <a:gd name="T59" fmla="*/ 36 h 132"/>
                  <a:gd name="T60" fmla="*/ 186 w 445"/>
                  <a:gd name="T61" fmla="*/ 36 h 132"/>
                  <a:gd name="T62" fmla="*/ 174 w 445"/>
                  <a:gd name="T63" fmla="*/ 30 h 132"/>
                  <a:gd name="T64" fmla="*/ 150 w 445"/>
                  <a:gd name="T65" fmla="*/ 30 h 132"/>
                  <a:gd name="T66" fmla="*/ 126 w 445"/>
                  <a:gd name="T67" fmla="*/ 30 h 132"/>
                  <a:gd name="T68" fmla="*/ 102 w 445"/>
                  <a:gd name="T69" fmla="*/ 30 h 132"/>
                  <a:gd name="T70" fmla="*/ 84 w 445"/>
                  <a:gd name="T71" fmla="*/ 36 h 132"/>
                  <a:gd name="T72" fmla="*/ 66 w 445"/>
                  <a:gd name="T73" fmla="*/ 42 h 132"/>
                  <a:gd name="T74" fmla="*/ 54 w 445"/>
                  <a:gd name="T75" fmla="*/ 60 h 132"/>
                  <a:gd name="T76" fmla="*/ 42 w 445"/>
                  <a:gd name="T77" fmla="*/ 72 h 132"/>
                  <a:gd name="T78" fmla="*/ 30 w 445"/>
                  <a:gd name="T79" fmla="*/ 90 h 132"/>
                  <a:gd name="T80" fmla="*/ 18 w 445"/>
                  <a:gd name="T81" fmla="*/ 108 h 132"/>
                  <a:gd name="T82" fmla="*/ 12 w 445"/>
                  <a:gd name="T83" fmla="*/ 120 h 132"/>
                  <a:gd name="T84" fmla="*/ 0 w 445"/>
                  <a:gd name="T85" fmla="*/ 132 h 132"/>
                  <a:gd name="T86" fmla="*/ 24 w 445"/>
                  <a:gd name="T87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45" h="132">
                    <a:moveTo>
                      <a:pt x="24" y="0"/>
                    </a:moveTo>
                    <a:lnTo>
                      <a:pt x="42" y="6"/>
                    </a:lnTo>
                    <a:lnTo>
                      <a:pt x="60" y="6"/>
                    </a:lnTo>
                    <a:lnTo>
                      <a:pt x="72" y="12"/>
                    </a:lnTo>
                    <a:lnTo>
                      <a:pt x="90" y="6"/>
                    </a:lnTo>
                    <a:lnTo>
                      <a:pt x="102" y="6"/>
                    </a:lnTo>
                    <a:lnTo>
                      <a:pt x="120" y="6"/>
                    </a:lnTo>
                    <a:lnTo>
                      <a:pt x="144" y="6"/>
                    </a:lnTo>
                    <a:lnTo>
                      <a:pt x="174" y="18"/>
                    </a:lnTo>
                    <a:lnTo>
                      <a:pt x="210" y="24"/>
                    </a:lnTo>
                    <a:lnTo>
                      <a:pt x="246" y="36"/>
                    </a:lnTo>
                    <a:lnTo>
                      <a:pt x="289" y="54"/>
                    </a:lnTo>
                    <a:lnTo>
                      <a:pt x="337" y="72"/>
                    </a:lnTo>
                    <a:lnTo>
                      <a:pt x="379" y="96"/>
                    </a:lnTo>
                    <a:lnTo>
                      <a:pt x="409" y="108"/>
                    </a:lnTo>
                    <a:lnTo>
                      <a:pt x="427" y="114"/>
                    </a:lnTo>
                    <a:lnTo>
                      <a:pt x="445" y="126"/>
                    </a:lnTo>
                    <a:lnTo>
                      <a:pt x="433" y="120"/>
                    </a:lnTo>
                    <a:lnTo>
                      <a:pt x="421" y="120"/>
                    </a:lnTo>
                    <a:lnTo>
                      <a:pt x="409" y="126"/>
                    </a:lnTo>
                    <a:lnTo>
                      <a:pt x="403" y="126"/>
                    </a:lnTo>
                    <a:lnTo>
                      <a:pt x="385" y="120"/>
                    </a:lnTo>
                    <a:lnTo>
                      <a:pt x="367" y="108"/>
                    </a:lnTo>
                    <a:lnTo>
                      <a:pt x="349" y="96"/>
                    </a:lnTo>
                    <a:lnTo>
                      <a:pt x="325" y="84"/>
                    </a:lnTo>
                    <a:lnTo>
                      <a:pt x="301" y="72"/>
                    </a:lnTo>
                    <a:lnTo>
                      <a:pt x="271" y="60"/>
                    </a:lnTo>
                    <a:lnTo>
                      <a:pt x="246" y="54"/>
                    </a:lnTo>
                    <a:lnTo>
                      <a:pt x="222" y="42"/>
                    </a:lnTo>
                    <a:lnTo>
                      <a:pt x="204" y="36"/>
                    </a:lnTo>
                    <a:lnTo>
                      <a:pt x="186" y="36"/>
                    </a:lnTo>
                    <a:lnTo>
                      <a:pt x="174" y="30"/>
                    </a:lnTo>
                    <a:lnTo>
                      <a:pt x="150" y="30"/>
                    </a:lnTo>
                    <a:lnTo>
                      <a:pt x="126" y="30"/>
                    </a:lnTo>
                    <a:lnTo>
                      <a:pt x="102" y="30"/>
                    </a:lnTo>
                    <a:lnTo>
                      <a:pt x="84" y="36"/>
                    </a:lnTo>
                    <a:lnTo>
                      <a:pt x="66" y="42"/>
                    </a:lnTo>
                    <a:lnTo>
                      <a:pt x="54" y="60"/>
                    </a:lnTo>
                    <a:lnTo>
                      <a:pt x="42" y="72"/>
                    </a:lnTo>
                    <a:lnTo>
                      <a:pt x="30" y="90"/>
                    </a:lnTo>
                    <a:lnTo>
                      <a:pt x="18" y="108"/>
                    </a:lnTo>
                    <a:lnTo>
                      <a:pt x="12" y="120"/>
                    </a:lnTo>
                    <a:lnTo>
                      <a:pt x="0" y="132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FCA4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94" name="Freeform 4354"/>
              <p:cNvSpPr>
                <a:spLocks/>
              </p:cNvSpPr>
              <p:nvPr/>
            </p:nvSpPr>
            <p:spPr bwMode="auto">
              <a:xfrm>
                <a:off x="3316" y="2841"/>
                <a:ext cx="96" cy="114"/>
              </a:xfrm>
              <a:custGeom>
                <a:avLst/>
                <a:gdLst>
                  <a:gd name="T0" fmla="*/ 90 w 96"/>
                  <a:gd name="T1" fmla="*/ 108 h 114"/>
                  <a:gd name="T2" fmla="*/ 96 w 96"/>
                  <a:gd name="T3" fmla="*/ 96 h 114"/>
                  <a:gd name="T4" fmla="*/ 96 w 96"/>
                  <a:gd name="T5" fmla="*/ 84 h 114"/>
                  <a:gd name="T6" fmla="*/ 90 w 96"/>
                  <a:gd name="T7" fmla="*/ 66 h 114"/>
                  <a:gd name="T8" fmla="*/ 78 w 96"/>
                  <a:gd name="T9" fmla="*/ 54 h 114"/>
                  <a:gd name="T10" fmla="*/ 66 w 96"/>
                  <a:gd name="T11" fmla="*/ 36 h 114"/>
                  <a:gd name="T12" fmla="*/ 42 w 96"/>
                  <a:gd name="T13" fmla="*/ 24 h 114"/>
                  <a:gd name="T14" fmla="*/ 24 w 96"/>
                  <a:gd name="T15" fmla="*/ 12 h 114"/>
                  <a:gd name="T16" fmla="*/ 0 w 96"/>
                  <a:gd name="T17" fmla="*/ 0 h 114"/>
                  <a:gd name="T18" fmla="*/ 24 w 96"/>
                  <a:gd name="T19" fmla="*/ 18 h 114"/>
                  <a:gd name="T20" fmla="*/ 30 w 96"/>
                  <a:gd name="T21" fmla="*/ 24 h 114"/>
                  <a:gd name="T22" fmla="*/ 42 w 96"/>
                  <a:gd name="T23" fmla="*/ 30 h 114"/>
                  <a:gd name="T24" fmla="*/ 54 w 96"/>
                  <a:gd name="T25" fmla="*/ 42 h 114"/>
                  <a:gd name="T26" fmla="*/ 60 w 96"/>
                  <a:gd name="T27" fmla="*/ 48 h 114"/>
                  <a:gd name="T28" fmla="*/ 72 w 96"/>
                  <a:gd name="T29" fmla="*/ 60 h 114"/>
                  <a:gd name="T30" fmla="*/ 78 w 96"/>
                  <a:gd name="T31" fmla="*/ 72 h 114"/>
                  <a:gd name="T32" fmla="*/ 84 w 96"/>
                  <a:gd name="T33" fmla="*/ 90 h 114"/>
                  <a:gd name="T34" fmla="*/ 84 w 96"/>
                  <a:gd name="T35" fmla="*/ 102 h 114"/>
                  <a:gd name="T36" fmla="*/ 84 w 96"/>
                  <a:gd name="T37" fmla="*/ 114 h 114"/>
                  <a:gd name="T38" fmla="*/ 90 w 96"/>
                  <a:gd name="T39" fmla="*/ 108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96" h="114">
                    <a:moveTo>
                      <a:pt x="90" y="108"/>
                    </a:moveTo>
                    <a:lnTo>
                      <a:pt x="96" y="96"/>
                    </a:lnTo>
                    <a:lnTo>
                      <a:pt x="96" y="84"/>
                    </a:lnTo>
                    <a:lnTo>
                      <a:pt x="90" y="66"/>
                    </a:lnTo>
                    <a:lnTo>
                      <a:pt x="78" y="54"/>
                    </a:lnTo>
                    <a:lnTo>
                      <a:pt x="66" y="36"/>
                    </a:lnTo>
                    <a:lnTo>
                      <a:pt x="42" y="24"/>
                    </a:lnTo>
                    <a:lnTo>
                      <a:pt x="24" y="12"/>
                    </a:lnTo>
                    <a:lnTo>
                      <a:pt x="0" y="0"/>
                    </a:lnTo>
                    <a:lnTo>
                      <a:pt x="24" y="18"/>
                    </a:lnTo>
                    <a:lnTo>
                      <a:pt x="30" y="24"/>
                    </a:lnTo>
                    <a:lnTo>
                      <a:pt x="42" y="30"/>
                    </a:lnTo>
                    <a:lnTo>
                      <a:pt x="54" y="42"/>
                    </a:lnTo>
                    <a:lnTo>
                      <a:pt x="60" y="48"/>
                    </a:lnTo>
                    <a:lnTo>
                      <a:pt x="72" y="60"/>
                    </a:lnTo>
                    <a:lnTo>
                      <a:pt x="78" y="72"/>
                    </a:lnTo>
                    <a:lnTo>
                      <a:pt x="84" y="90"/>
                    </a:lnTo>
                    <a:lnTo>
                      <a:pt x="84" y="102"/>
                    </a:lnTo>
                    <a:lnTo>
                      <a:pt x="84" y="114"/>
                    </a:lnTo>
                    <a:lnTo>
                      <a:pt x="90" y="108"/>
                    </a:lnTo>
                    <a:close/>
                  </a:path>
                </a:pathLst>
              </a:custGeom>
              <a:solidFill>
                <a:srgbClr val="FCA435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95" name="Freeform 4355"/>
              <p:cNvSpPr>
                <a:spLocks/>
              </p:cNvSpPr>
              <p:nvPr/>
            </p:nvSpPr>
            <p:spPr bwMode="auto">
              <a:xfrm>
                <a:off x="3280" y="2961"/>
                <a:ext cx="114" cy="138"/>
              </a:xfrm>
              <a:custGeom>
                <a:avLst/>
                <a:gdLst>
                  <a:gd name="T0" fmla="*/ 108 w 114"/>
                  <a:gd name="T1" fmla="*/ 132 h 138"/>
                  <a:gd name="T2" fmla="*/ 114 w 114"/>
                  <a:gd name="T3" fmla="*/ 114 h 138"/>
                  <a:gd name="T4" fmla="*/ 108 w 114"/>
                  <a:gd name="T5" fmla="*/ 96 h 138"/>
                  <a:gd name="T6" fmla="*/ 108 w 114"/>
                  <a:gd name="T7" fmla="*/ 84 h 138"/>
                  <a:gd name="T8" fmla="*/ 96 w 114"/>
                  <a:gd name="T9" fmla="*/ 66 h 138"/>
                  <a:gd name="T10" fmla="*/ 90 w 114"/>
                  <a:gd name="T11" fmla="*/ 54 h 138"/>
                  <a:gd name="T12" fmla="*/ 72 w 114"/>
                  <a:gd name="T13" fmla="*/ 42 h 138"/>
                  <a:gd name="T14" fmla="*/ 54 w 114"/>
                  <a:gd name="T15" fmla="*/ 30 h 138"/>
                  <a:gd name="T16" fmla="*/ 30 w 114"/>
                  <a:gd name="T17" fmla="*/ 18 h 138"/>
                  <a:gd name="T18" fmla="*/ 0 w 114"/>
                  <a:gd name="T19" fmla="*/ 0 h 138"/>
                  <a:gd name="T20" fmla="*/ 18 w 114"/>
                  <a:gd name="T21" fmla="*/ 12 h 138"/>
                  <a:gd name="T22" fmla="*/ 30 w 114"/>
                  <a:gd name="T23" fmla="*/ 24 h 138"/>
                  <a:gd name="T24" fmla="*/ 48 w 114"/>
                  <a:gd name="T25" fmla="*/ 36 h 138"/>
                  <a:gd name="T26" fmla="*/ 60 w 114"/>
                  <a:gd name="T27" fmla="*/ 48 h 138"/>
                  <a:gd name="T28" fmla="*/ 72 w 114"/>
                  <a:gd name="T29" fmla="*/ 60 h 138"/>
                  <a:gd name="T30" fmla="*/ 84 w 114"/>
                  <a:gd name="T31" fmla="*/ 78 h 138"/>
                  <a:gd name="T32" fmla="*/ 90 w 114"/>
                  <a:gd name="T33" fmla="*/ 96 h 138"/>
                  <a:gd name="T34" fmla="*/ 96 w 114"/>
                  <a:gd name="T35" fmla="*/ 120 h 138"/>
                  <a:gd name="T36" fmla="*/ 102 w 114"/>
                  <a:gd name="T37" fmla="*/ 138 h 138"/>
                  <a:gd name="T38" fmla="*/ 108 w 114"/>
                  <a:gd name="T39" fmla="*/ 132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14" h="138">
                    <a:moveTo>
                      <a:pt x="108" y="132"/>
                    </a:moveTo>
                    <a:lnTo>
                      <a:pt x="114" y="114"/>
                    </a:lnTo>
                    <a:lnTo>
                      <a:pt x="108" y="96"/>
                    </a:lnTo>
                    <a:lnTo>
                      <a:pt x="108" y="84"/>
                    </a:lnTo>
                    <a:lnTo>
                      <a:pt x="96" y="66"/>
                    </a:lnTo>
                    <a:lnTo>
                      <a:pt x="90" y="54"/>
                    </a:lnTo>
                    <a:lnTo>
                      <a:pt x="72" y="42"/>
                    </a:lnTo>
                    <a:lnTo>
                      <a:pt x="54" y="30"/>
                    </a:lnTo>
                    <a:lnTo>
                      <a:pt x="30" y="18"/>
                    </a:lnTo>
                    <a:lnTo>
                      <a:pt x="0" y="0"/>
                    </a:lnTo>
                    <a:lnTo>
                      <a:pt x="18" y="12"/>
                    </a:lnTo>
                    <a:lnTo>
                      <a:pt x="30" y="24"/>
                    </a:lnTo>
                    <a:lnTo>
                      <a:pt x="48" y="36"/>
                    </a:lnTo>
                    <a:lnTo>
                      <a:pt x="60" y="48"/>
                    </a:lnTo>
                    <a:lnTo>
                      <a:pt x="72" y="60"/>
                    </a:lnTo>
                    <a:lnTo>
                      <a:pt x="84" y="78"/>
                    </a:lnTo>
                    <a:lnTo>
                      <a:pt x="90" y="96"/>
                    </a:lnTo>
                    <a:lnTo>
                      <a:pt x="96" y="120"/>
                    </a:lnTo>
                    <a:lnTo>
                      <a:pt x="102" y="138"/>
                    </a:lnTo>
                    <a:lnTo>
                      <a:pt x="108" y="132"/>
                    </a:lnTo>
                    <a:close/>
                  </a:path>
                </a:pathLst>
              </a:custGeom>
              <a:solidFill>
                <a:srgbClr val="FCA437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96" name="Freeform 4356"/>
              <p:cNvSpPr>
                <a:spLocks/>
              </p:cNvSpPr>
              <p:nvPr/>
            </p:nvSpPr>
            <p:spPr bwMode="auto">
              <a:xfrm>
                <a:off x="3226" y="3099"/>
                <a:ext cx="90" cy="103"/>
              </a:xfrm>
              <a:custGeom>
                <a:avLst/>
                <a:gdLst>
                  <a:gd name="T0" fmla="*/ 0 w 90"/>
                  <a:gd name="T1" fmla="*/ 0 h 103"/>
                  <a:gd name="T2" fmla="*/ 24 w 90"/>
                  <a:gd name="T3" fmla="*/ 12 h 103"/>
                  <a:gd name="T4" fmla="*/ 48 w 90"/>
                  <a:gd name="T5" fmla="*/ 24 h 103"/>
                  <a:gd name="T6" fmla="*/ 66 w 90"/>
                  <a:gd name="T7" fmla="*/ 36 h 103"/>
                  <a:gd name="T8" fmla="*/ 78 w 90"/>
                  <a:gd name="T9" fmla="*/ 48 h 103"/>
                  <a:gd name="T10" fmla="*/ 84 w 90"/>
                  <a:gd name="T11" fmla="*/ 67 h 103"/>
                  <a:gd name="T12" fmla="*/ 90 w 90"/>
                  <a:gd name="T13" fmla="*/ 85 h 103"/>
                  <a:gd name="T14" fmla="*/ 90 w 90"/>
                  <a:gd name="T15" fmla="*/ 103 h 103"/>
                  <a:gd name="T16" fmla="*/ 84 w 90"/>
                  <a:gd name="T17" fmla="*/ 103 h 103"/>
                  <a:gd name="T18" fmla="*/ 72 w 90"/>
                  <a:gd name="T19" fmla="*/ 103 h 103"/>
                  <a:gd name="T20" fmla="*/ 72 w 90"/>
                  <a:gd name="T21" fmla="*/ 91 h 103"/>
                  <a:gd name="T22" fmla="*/ 66 w 90"/>
                  <a:gd name="T23" fmla="*/ 73 h 103"/>
                  <a:gd name="T24" fmla="*/ 60 w 90"/>
                  <a:gd name="T25" fmla="*/ 54 h 103"/>
                  <a:gd name="T26" fmla="*/ 48 w 90"/>
                  <a:gd name="T27" fmla="*/ 36 h 103"/>
                  <a:gd name="T28" fmla="*/ 30 w 90"/>
                  <a:gd name="T29" fmla="*/ 24 h 103"/>
                  <a:gd name="T30" fmla="*/ 18 w 90"/>
                  <a:gd name="T31" fmla="*/ 12 h 103"/>
                  <a:gd name="T32" fmla="*/ 0 w 90"/>
                  <a:gd name="T33" fmla="*/ 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0" h="103">
                    <a:moveTo>
                      <a:pt x="0" y="0"/>
                    </a:moveTo>
                    <a:lnTo>
                      <a:pt x="24" y="12"/>
                    </a:lnTo>
                    <a:lnTo>
                      <a:pt x="48" y="24"/>
                    </a:lnTo>
                    <a:lnTo>
                      <a:pt x="66" y="36"/>
                    </a:lnTo>
                    <a:lnTo>
                      <a:pt x="78" y="48"/>
                    </a:lnTo>
                    <a:lnTo>
                      <a:pt x="84" y="67"/>
                    </a:lnTo>
                    <a:lnTo>
                      <a:pt x="90" y="85"/>
                    </a:lnTo>
                    <a:lnTo>
                      <a:pt x="90" y="103"/>
                    </a:lnTo>
                    <a:lnTo>
                      <a:pt x="84" y="103"/>
                    </a:lnTo>
                    <a:lnTo>
                      <a:pt x="72" y="103"/>
                    </a:lnTo>
                    <a:lnTo>
                      <a:pt x="72" y="91"/>
                    </a:lnTo>
                    <a:lnTo>
                      <a:pt x="66" y="73"/>
                    </a:lnTo>
                    <a:lnTo>
                      <a:pt x="60" y="54"/>
                    </a:lnTo>
                    <a:lnTo>
                      <a:pt x="48" y="36"/>
                    </a:lnTo>
                    <a:lnTo>
                      <a:pt x="30" y="24"/>
                    </a:lnTo>
                    <a:lnTo>
                      <a:pt x="18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A43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97" name="Freeform 4357"/>
              <p:cNvSpPr>
                <a:spLocks/>
              </p:cNvSpPr>
              <p:nvPr/>
            </p:nvSpPr>
            <p:spPr bwMode="auto">
              <a:xfrm>
                <a:off x="3009" y="3105"/>
                <a:ext cx="235" cy="151"/>
              </a:xfrm>
              <a:custGeom>
                <a:avLst/>
                <a:gdLst>
                  <a:gd name="T0" fmla="*/ 84 w 235"/>
                  <a:gd name="T1" fmla="*/ 24 h 151"/>
                  <a:gd name="T2" fmla="*/ 120 w 235"/>
                  <a:gd name="T3" fmla="*/ 30 h 151"/>
                  <a:gd name="T4" fmla="*/ 157 w 235"/>
                  <a:gd name="T5" fmla="*/ 42 h 151"/>
                  <a:gd name="T6" fmla="*/ 175 w 235"/>
                  <a:gd name="T7" fmla="*/ 54 h 151"/>
                  <a:gd name="T8" fmla="*/ 199 w 235"/>
                  <a:gd name="T9" fmla="*/ 73 h 151"/>
                  <a:gd name="T10" fmla="*/ 217 w 235"/>
                  <a:gd name="T11" fmla="*/ 91 h 151"/>
                  <a:gd name="T12" fmla="*/ 235 w 235"/>
                  <a:gd name="T13" fmla="*/ 109 h 151"/>
                  <a:gd name="T14" fmla="*/ 205 w 235"/>
                  <a:gd name="T15" fmla="*/ 85 h 151"/>
                  <a:gd name="T16" fmla="*/ 175 w 235"/>
                  <a:gd name="T17" fmla="*/ 67 h 151"/>
                  <a:gd name="T18" fmla="*/ 157 w 235"/>
                  <a:gd name="T19" fmla="*/ 48 h 151"/>
                  <a:gd name="T20" fmla="*/ 132 w 235"/>
                  <a:gd name="T21" fmla="*/ 48 h 151"/>
                  <a:gd name="T22" fmla="*/ 114 w 235"/>
                  <a:gd name="T23" fmla="*/ 42 h 151"/>
                  <a:gd name="T24" fmla="*/ 102 w 235"/>
                  <a:gd name="T25" fmla="*/ 36 h 151"/>
                  <a:gd name="T26" fmla="*/ 108 w 235"/>
                  <a:gd name="T27" fmla="*/ 54 h 151"/>
                  <a:gd name="T28" fmla="*/ 108 w 235"/>
                  <a:gd name="T29" fmla="*/ 73 h 151"/>
                  <a:gd name="T30" fmla="*/ 114 w 235"/>
                  <a:gd name="T31" fmla="*/ 91 h 151"/>
                  <a:gd name="T32" fmla="*/ 120 w 235"/>
                  <a:gd name="T33" fmla="*/ 109 h 151"/>
                  <a:gd name="T34" fmla="*/ 126 w 235"/>
                  <a:gd name="T35" fmla="*/ 127 h 151"/>
                  <a:gd name="T36" fmla="*/ 132 w 235"/>
                  <a:gd name="T37" fmla="*/ 133 h 151"/>
                  <a:gd name="T38" fmla="*/ 138 w 235"/>
                  <a:gd name="T39" fmla="*/ 151 h 151"/>
                  <a:gd name="T40" fmla="*/ 126 w 235"/>
                  <a:gd name="T41" fmla="*/ 133 h 151"/>
                  <a:gd name="T42" fmla="*/ 120 w 235"/>
                  <a:gd name="T43" fmla="*/ 115 h 151"/>
                  <a:gd name="T44" fmla="*/ 108 w 235"/>
                  <a:gd name="T45" fmla="*/ 97 h 151"/>
                  <a:gd name="T46" fmla="*/ 102 w 235"/>
                  <a:gd name="T47" fmla="*/ 85 h 151"/>
                  <a:gd name="T48" fmla="*/ 96 w 235"/>
                  <a:gd name="T49" fmla="*/ 67 h 151"/>
                  <a:gd name="T50" fmla="*/ 96 w 235"/>
                  <a:gd name="T51" fmla="*/ 54 h 151"/>
                  <a:gd name="T52" fmla="*/ 84 w 235"/>
                  <a:gd name="T53" fmla="*/ 42 h 151"/>
                  <a:gd name="T54" fmla="*/ 78 w 235"/>
                  <a:gd name="T55" fmla="*/ 30 h 151"/>
                  <a:gd name="T56" fmla="*/ 66 w 235"/>
                  <a:gd name="T57" fmla="*/ 18 h 151"/>
                  <a:gd name="T58" fmla="*/ 54 w 235"/>
                  <a:gd name="T59" fmla="*/ 12 h 151"/>
                  <a:gd name="T60" fmla="*/ 36 w 235"/>
                  <a:gd name="T61" fmla="*/ 12 h 151"/>
                  <a:gd name="T62" fmla="*/ 18 w 235"/>
                  <a:gd name="T63" fmla="*/ 18 h 151"/>
                  <a:gd name="T64" fmla="*/ 12 w 235"/>
                  <a:gd name="T65" fmla="*/ 30 h 151"/>
                  <a:gd name="T66" fmla="*/ 30 w 235"/>
                  <a:gd name="T67" fmla="*/ 42 h 151"/>
                  <a:gd name="T68" fmla="*/ 36 w 235"/>
                  <a:gd name="T69" fmla="*/ 54 h 151"/>
                  <a:gd name="T70" fmla="*/ 42 w 235"/>
                  <a:gd name="T71" fmla="*/ 79 h 151"/>
                  <a:gd name="T72" fmla="*/ 42 w 235"/>
                  <a:gd name="T73" fmla="*/ 91 h 151"/>
                  <a:gd name="T74" fmla="*/ 42 w 235"/>
                  <a:gd name="T75" fmla="*/ 79 h 151"/>
                  <a:gd name="T76" fmla="*/ 36 w 235"/>
                  <a:gd name="T77" fmla="*/ 67 h 151"/>
                  <a:gd name="T78" fmla="*/ 30 w 235"/>
                  <a:gd name="T79" fmla="*/ 54 h 151"/>
                  <a:gd name="T80" fmla="*/ 24 w 235"/>
                  <a:gd name="T81" fmla="*/ 42 h 151"/>
                  <a:gd name="T82" fmla="*/ 12 w 235"/>
                  <a:gd name="T83" fmla="*/ 36 h 151"/>
                  <a:gd name="T84" fmla="*/ 0 w 235"/>
                  <a:gd name="T85" fmla="*/ 36 h 151"/>
                  <a:gd name="T86" fmla="*/ 6 w 235"/>
                  <a:gd name="T87" fmla="*/ 24 h 151"/>
                  <a:gd name="T88" fmla="*/ 6 w 235"/>
                  <a:gd name="T89" fmla="*/ 18 h 151"/>
                  <a:gd name="T90" fmla="*/ 12 w 235"/>
                  <a:gd name="T91" fmla="*/ 6 h 151"/>
                  <a:gd name="T92" fmla="*/ 24 w 235"/>
                  <a:gd name="T93" fmla="*/ 6 h 151"/>
                  <a:gd name="T94" fmla="*/ 36 w 235"/>
                  <a:gd name="T95" fmla="*/ 0 h 151"/>
                  <a:gd name="T96" fmla="*/ 54 w 235"/>
                  <a:gd name="T97" fmla="*/ 0 h 151"/>
                  <a:gd name="T98" fmla="*/ 72 w 235"/>
                  <a:gd name="T99" fmla="*/ 12 h 151"/>
                  <a:gd name="T100" fmla="*/ 84 w 235"/>
                  <a:gd name="T101" fmla="*/ 24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35" h="151">
                    <a:moveTo>
                      <a:pt x="84" y="24"/>
                    </a:moveTo>
                    <a:lnTo>
                      <a:pt x="120" y="30"/>
                    </a:lnTo>
                    <a:lnTo>
                      <a:pt x="157" y="42"/>
                    </a:lnTo>
                    <a:lnTo>
                      <a:pt x="175" y="54"/>
                    </a:lnTo>
                    <a:lnTo>
                      <a:pt x="199" y="73"/>
                    </a:lnTo>
                    <a:lnTo>
                      <a:pt x="217" y="91"/>
                    </a:lnTo>
                    <a:lnTo>
                      <a:pt x="235" y="109"/>
                    </a:lnTo>
                    <a:lnTo>
                      <a:pt x="205" y="85"/>
                    </a:lnTo>
                    <a:lnTo>
                      <a:pt x="175" y="67"/>
                    </a:lnTo>
                    <a:lnTo>
                      <a:pt x="157" y="48"/>
                    </a:lnTo>
                    <a:lnTo>
                      <a:pt x="132" y="48"/>
                    </a:lnTo>
                    <a:lnTo>
                      <a:pt x="114" y="42"/>
                    </a:lnTo>
                    <a:lnTo>
                      <a:pt x="102" y="36"/>
                    </a:lnTo>
                    <a:lnTo>
                      <a:pt x="108" y="54"/>
                    </a:lnTo>
                    <a:lnTo>
                      <a:pt x="108" y="73"/>
                    </a:lnTo>
                    <a:lnTo>
                      <a:pt x="114" y="91"/>
                    </a:lnTo>
                    <a:lnTo>
                      <a:pt x="120" y="109"/>
                    </a:lnTo>
                    <a:lnTo>
                      <a:pt x="126" y="127"/>
                    </a:lnTo>
                    <a:lnTo>
                      <a:pt x="132" y="133"/>
                    </a:lnTo>
                    <a:lnTo>
                      <a:pt x="138" y="151"/>
                    </a:lnTo>
                    <a:lnTo>
                      <a:pt x="126" y="133"/>
                    </a:lnTo>
                    <a:lnTo>
                      <a:pt x="120" y="115"/>
                    </a:lnTo>
                    <a:lnTo>
                      <a:pt x="108" y="97"/>
                    </a:lnTo>
                    <a:lnTo>
                      <a:pt x="102" y="85"/>
                    </a:lnTo>
                    <a:lnTo>
                      <a:pt x="96" y="67"/>
                    </a:lnTo>
                    <a:lnTo>
                      <a:pt x="96" y="54"/>
                    </a:lnTo>
                    <a:lnTo>
                      <a:pt x="84" y="42"/>
                    </a:lnTo>
                    <a:lnTo>
                      <a:pt x="78" y="30"/>
                    </a:lnTo>
                    <a:lnTo>
                      <a:pt x="66" y="18"/>
                    </a:lnTo>
                    <a:lnTo>
                      <a:pt x="54" y="12"/>
                    </a:lnTo>
                    <a:lnTo>
                      <a:pt x="36" y="12"/>
                    </a:lnTo>
                    <a:lnTo>
                      <a:pt x="18" y="18"/>
                    </a:lnTo>
                    <a:lnTo>
                      <a:pt x="12" y="30"/>
                    </a:lnTo>
                    <a:lnTo>
                      <a:pt x="30" y="42"/>
                    </a:lnTo>
                    <a:lnTo>
                      <a:pt x="36" y="54"/>
                    </a:lnTo>
                    <a:lnTo>
                      <a:pt x="42" y="79"/>
                    </a:lnTo>
                    <a:lnTo>
                      <a:pt x="42" y="91"/>
                    </a:lnTo>
                    <a:lnTo>
                      <a:pt x="42" y="79"/>
                    </a:lnTo>
                    <a:lnTo>
                      <a:pt x="36" y="67"/>
                    </a:lnTo>
                    <a:lnTo>
                      <a:pt x="30" y="54"/>
                    </a:lnTo>
                    <a:lnTo>
                      <a:pt x="24" y="42"/>
                    </a:lnTo>
                    <a:lnTo>
                      <a:pt x="12" y="36"/>
                    </a:lnTo>
                    <a:lnTo>
                      <a:pt x="0" y="36"/>
                    </a:lnTo>
                    <a:lnTo>
                      <a:pt x="6" y="24"/>
                    </a:lnTo>
                    <a:lnTo>
                      <a:pt x="6" y="18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0"/>
                    </a:lnTo>
                    <a:lnTo>
                      <a:pt x="54" y="0"/>
                    </a:lnTo>
                    <a:lnTo>
                      <a:pt x="72" y="12"/>
                    </a:lnTo>
                    <a:lnTo>
                      <a:pt x="84" y="24"/>
                    </a:lnTo>
                    <a:close/>
                  </a:path>
                </a:pathLst>
              </a:custGeom>
              <a:solidFill>
                <a:srgbClr val="FCA4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98" name="Freeform 4358"/>
              <p:cNvSpPr>
                <a:spLocks/>
              </p:cNvSpPr>
              <p:nvPr/>
            </p:nvSpPr>
            <p:spPr bwMode="auto">
              <a:xfrm>
                <a:off x="3075" y="3075"/>
                <a:ext cx="48" cy="42"/>
              </a:xfrm>
              <a:custGeom>
                <a:avLst/>
                <a:gdLst>
                  <a:gd name="T0" fmla="*/ 6 w 48"/>
                  <a:gd name="T1" fmla="*/ 42 h 42"/>
                  <a:gd name="T2" fmla="*/ 12 w 48"/>
                  <a:gd name="T3" fmla="*/ 30 h 42"/>
                  <a:gd name="T4" fmla="*/ 12 w 48"/>
                  <a:gd name="T5" fmla="*/ 18 h 42"/>
                  <a:gd name="T6" fmla="*/ 24 w 48"/>
                  <a:gd name="T7" fmla="*/ 12 h 42"/>
                  <a:gd name="T8" fmla="*/ 30 w 48"/>
                  <a:gd name="T9" fmla="*/ 6 h 42"/>
                  <a:gd name="T10" fmla="*/ 48 w 48"/>
                  <a:gd name="T11" fmla="*/ 0 h 42"/>
                  <a:gd name="T12" fmla="*/ 36 w 48"/>
                  <a:gd name="T13" fmla="*/ 0 h 42"/>
                  <a:gd name="T14" fmla="*/ 18 w 48"/>
                  <a:gd name="T15" fmla="*/ 6 h 42"/>
                  <a:gd name="T16" fmla="*/ 6 w 48"/>
                  <a:gd name="T17" fmla="*/ 18 h 42"/>
                  <a:gd name="T18" fmla="*/ 0 w 48"/>
                  <a:gd name="T19" fmla="*/ 30 h 42"/>
                  <a:gd name="T20" fmla="*/ 6 w 48"/>
                  <a:gd name="T21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8" h="42">
                    <a:moveTo>
                      <a:pt x="6" y="42"/>
                    </a:moveTo>
                    <a:lnTo>
                      <a:pt x="12" y="30"/>
                    </a:lnTo>
                    <a:lnTo>
                      <a:pt x="12" y="18"/>
                    </a:lnTo>
                    <a:lnTo>
                      <a:pt x="24" y="12"/>
                    </a:lnTo>
                    <a:lnTo>
                      <a:pt x="30" y="6"/>
                    </a:lnTo>
                    <a:lnTo>
                      <a:pt x="48" y="0"/>
                    </a:lnTo>
                    <a:lnTo>
                      <a:pt x="36" y="0"/>
                    </a:lnTo>
                    <a:lnTo>
                      <a:pt x="18" y="6"/>
                    </a:lnTo>
                    <a:lnTo>
                      <a:pt x="6" y="18"/>
                    </a:lnTo>
                    <a:lnTo>
                      <a:pt x="0" y="30"/>
                    </a:lnTo>
                    <a:lnTo>
                      <a:pt x="6" y="42"/>
                    </a:lnTo>
                    <a:close/>
                  </a:path>
                </a:pathLst>
              </a:custGeom>
              <a:solidFill>
                <a:srgbClr val="FCA4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99" name="Freeform 4359"/>
              <p:cNvSpPr>
                <a:spLocks/>
              </p:cNvSpPr>
              <p:nvPr/>
            </p:nvSpPr>
            <p:spPr bwMode="auto">
              <a:xfrm>
                <a:off x="3051" y="3045"/>
                <a:ext cx="18" cy="48"/>
              </a:xfrm>
              <a:custGeom>
                <a:avLst/>
                <a:gdLst>
                  <a:gd name="T0" fmla="*/ 0 w 18"/>
                  <a:gd name="T1" fmla="*/ 48 h 48"/>
                  <a:gd name="T2" fmla="*/ 0 w 18"/>
                  <a:gd name="T3" fmla="*/ 36 h 48"/>
                  <a:gd name="T4" fmla="*/ 0 w 18"/>
                  <a:gd name="T5" fmla="*/ 24 h 48"/>
                  <a:gd name="T6" fmla="*/ 12 w 18"/>
                  <a:gd name="T7" fmla="*/ 18 h 48"/>
                  <a:gd name="T8" fmla="*/ 18 w 18"/>
                  <a:gd name="T9" fmla="*/ 6 h 48"/>
                  <a:gd name="T10" fmla="*/ 12 w 18"/>
                  <a:gd name="T11" fmla="*/ 0 h 48"/>
                  <a:gd name="T12" fmla="*/ 0 w 18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" h="48">
                    <a:moveTo>
                      <a:pt x="0" y="48"/>
                    </a:moveTo>
                    <a:lnTo>
                      <a:pt x="0" y="36"/>
                    </a:lnTo>
                    <a:lnTo>
                      <a:pt x="0" y="24"/>
                    </a:lnTo>
                    <a:lnTo>
                      <a:pt x="12" y="18"/>
                    </a:lnTo>
                    <a:lnTo>
                      <a:pt x="18" y="6"/>
                    </a:lnTo>
                    <a:lnTo>
                      <a:pt x="12" y="0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FCA4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00" name="Freeform 4360"/>
              <p:cNvSpPr>
                <a:spLocks/>
              </p:cNvSpPr>
              <p:nvPr/>
            </p:nvSpPr>
            <p:spPr bwMode="auto">
              <a:xfrm>
                <a:off x="2955" y="3051"/>
                <a:ext cx="72" cy="193"/>
              </a:xfrm>
              <a:custGeom>
                <a:avLst/>
                <a:gdLst>
                  <a:gd name="T0" fmla="*/ 30 w 72"/>
                  <a:gd name="T1" fmla="*/ 193 h 193"/>
                  <a:gd name="T2" fmla="*/ 36 w 72"/>
                  <a:gd name="T3" fmla="*/ 169 h 193"/>
                  <a:gd name="T4" fmla="*/ 30 w 72"/>
                  <a:gd name="T5" fmla="*/ 139 h 193"/>
                  <a:gd name="T6" fmla="*/ 30 w 72"/>
                  <a:gd name="T7" fmla="*/ 102 h 193"/>
                  <a:gd name="T8" fmla="*/ 30 w 72"/>
                  <a:gd name="T9" fmla="*/ 66 h 193"/>
                  <a:gd name="T10" fmla="*/ 30 w 72"/>
                  <a:gd name="T11" fmla="*/ 54 h 193"/>
                  <a:gd name="T12" fmla="*/ 36 w 72"/>
                  <a:gd name="T13" fmla="*/ 42 h 193"/>
                  <a:gd name="T14" fmla="*/ 48 w 72"/>
                  <a:gd name="T15" fmla="*/ 36 h 193"/>
                  <a:gd name="T16" fmla="*/ 60 w 72"/>
                  <a:gd name="T17" fmla="*/ 30 h 193"/>
                  <a:gd name="T18" fmla="*/ 66 w 72"/>
                  <a:gd name="T19" fmla="*/ 24 h 193"/>
                  <a:gd name="T20" fmla="*/ 66 w 72"/>
                  <a:gd name="T21" fmla="*/ 12 h 193"/>
                  <a:gd name="T22" fmla="*/ 72 w 72"/>
                  <a:gd name="T23" fmla="*/ 0 h 193"/>
                  <a:gd name="T24" fmla="*/ 60 w 72"/>
                  <a:gd name="T25" fmla="*/ 12 h 193"/>
                  <a:gd name="T26" fmla="*/ 60 w 72"/>
                  <a:gd name="T27" fmla="*/ 24 h 193"/>
                  <a:gd name="T28" fmla="*/ 48 w 72"/>
                  <a:gd name="T29" fmla="*/ 24 h 193"/>
                  <a:gd name="T30" fmla="*/ 36 w 72"/>
                  <a:gd name="T31" fmla="*/ 30 h 193"/>
                  <a:gd name="T32" fmla="*/ 30 w 72"/>
                  <a:gd name="T33" fmla="*/ 36 h 193"/>
                  <a:gd name="T34" fmla="*/ 24 w 72"/>
                  <a:gd name="T35" fmla="*/ 42 h 193"/>
                  <a:gd name="T36" fmla="*/ 12 w 72"/>
                  <a:gd name="T37" fmla="*/ 36 h 193"/>
                  <a:gd name="T38" fmla="*/ 6 w 72"/>
                  <a:gd name="T39" fmla="*/ 24 h 193"/>
                  <a:gd name="T40" fmla="*/ 6 w 72"/>
                  <a:gd name="T41" fmla="*/ 12 h 193"/>
                  <a:gd name="T42" fmla="*/ 0 w 72"/>
                  <a:gd name="T43" fmla="*/ 6 h 193"/>
                  <a:gd name="T44" fmla="*/ 0 w 72"/>
                  <a:gd name="T45" fmla="*/ 18 h 193"/>
                  <a:gd name="T46" fmla="*/ 0 w 72"/>
                  <a:gd name="T47" fmla="*/ 36 h 193"/>
                  <a:gd name="T48" fmla="*/ 0 w 72"/>
                  <a:gd name="T49" fmla="*/ 48 h 193"/>
                  <a:gd name="T50" fmla="*/ 6 w 72"/>
                  <a:gd name="T51" fmla="*/ 60 h 193"/>
                  <a:gd name="T52" fmla="*/ 0 w 72"/>
                  <a:gd name="T53" fmla="*/ 72 h 193"/>
                  <a:gd name="T54" fmla="*/ 6 w 72"/>
                  <a:gd name="T55" fmla="*/ 90 h 193"/>
                  <a:gd name="T56" fmla="*/ 12 w 72"/>
                  <a:gd name="T57" fmla="*/ 102 h 193"/>
                  <a:gd name="T58" fmla="*/ 12 w 72"/>
                  <a:gd name="T59" fmla="*/ 115 h 193"/>
                  <a:gd name="T60" fmla="*/ 18 w 72"/>
                  <a:gd name="T61" fmla="*/ 127 h 193"/>
                  <a:gd name="T62" fmla="*/ 18 w 72"/>
                  <a:gd name="T63" fmla="*/ 139 h 193"/>
                  <a:gd name="T64" fmla="*/ 12 w 72"/>
                  <a:gd name="T65" fmla="*/ 145 h 193"/>
                  <a:gd name="T66" fmla="*/ 0 w 72"/>
                  <a:gd name="T67" fmla="*/ 139 h 193"/>
                  <a:gd name="T68" fmla="*/ 6 w 72"/>
                  <a:gd name="T69" fmla="*/ 151 h 193"/>
                  <a:gd name="T70" fmla="*/ 12 w 72"/>
                  <a:gd name="T71" fmla="*/ 163 h 193"/>
                  <a:gd name="T72" fmla="*/ 12 w 72"/>
                  <a:gd name="T73" fmla="*/ 175 h 193"/>
                  <a:gd name="T74" fmla="*/ 18 w 72"/>
                  <a:gd name="T75" fmla="*/ 187 h 193"/>
                  <a:gd name="T76" fmla="*/ 30 w 72"/>
                  <a:gd name="T77" fmla="*/ 193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2" h="193">
                    <a:moveTo>
                      <a:pt x="30" y="193"/>
                    </a:moveTo>
                    <a:lnTo>
                      <a:pt x="36" y="169"/>
                    </a:lnTo>
                    <a:lnTo>
                      <a:pt x="30" y="139"/>
                    </a:lnTo>
                    <a:lnTo>
                      <a:pt x="30" y="102"/>
                    </a:lnTo>
                    <a:lnTo>
                      <a:pt x="30" y="66"/>
                    </a:lnTo>
                    <a:lnTo>
                      <a:pt x="30" y="54"/>
                    </a:lnTo>
                    <a:lnTo>
                      <a:pt x="36" y="42"/>
                    </a:lnTo>
                    <a:lnTo>
                      <a:pt x="48" y="36"/>
                    </a:lnTo>
                    <a:lnTo>
                      <a:pt x="60" y="30"/>
                    </a:lnTo>
                    <a:lnTo>
                      <a:pt x="66" y="24"/>
                    </a:lnTo>
                    <a:lnTo>
                      <a:pt x="66" y="12"/>
                    </a:lnTo>
                    <a:lnTo>
                      <a:pt x="72" y="0"/>
                    </a:lnTo>
                    <a:lnTo>
                      <a:pt x="60" y="12"/>
                    </a:lnTo>
                    <a:lnTo>
                      <a:pt x="60" y="24"/>
                    </a:lnTo>
                    <a:lnTo>
                      <a:pt x="48" y="24"/>
                    </a:lnTo>
                    <a:lnTo>
                      <a:pt x="36" y="30"/>
                    </a:lnTo>
                    <a:lnTo>
                      <a:pt x="30" y="36"/>
                    </a:lnTo>
                    <a:lnTo>
                      <a:pt x="24" y="42"/>
                    </a:lnTo>
                    <a:lnTo>
                      <a:pt x="12" y="36"/>
                    </a:lnTo>
                    <a:lnTo>
                      <a:pt x="6" y="24"/>
                    </a:lnTo>
                    <a:lnTo>
                      <a:pt x="6" y="12"/>
                    </a:lnTo>
                    <a:lnTo>
                      <a:pt x="0" y="6"/>
                    </a:lnTo>
                    <a:lnTo>
                      <a:pt x="0" y="18"/>
                    </a:lnTo>
                    <a:lnTo>
                      <a:pt x="0" y="36"/>
                    </a:lnTo>
                    <a:lnTo>
                      <a:pt x="0" y="48"/>
                    </a:lnTo>
                    <a:lnTo>
                      <a:pt x="6" y="60"/>
                    </a:lnTo>
                    <a:lnTo>
                      <a:pt x="0" y="72"/>
                    </a:lnTo>
                    <a:lnTo>
                      <a:pt x="6" y="90"/>
                    </a:lnTo>
                    <a:lnTo>
                      <a:pt x="12" y="102"/>
                    </a:lnTo>
                    <a:lnTo>
                      <a:pt x="12" y="115"/>
                    </a:lnTo>
                    <a:lnTo>
                      <a:pt x="18" y="127"/>
                    </a:lnTo>
                    <a:lnTo>
                      <a:pt x="18" y="139"/>
                    </a:lnTo>
                    <a:lnTo>
                      <a:pt x="12" y="145"/>
                    </a:lnTo>
                    <a:lnTo>
                      <a:pt x="0" y="139"/>
                    </a:lnTo>
                    <a:lnTo>
                      <a:pt x="6" y="151"/>
                    </a:lnTo>
                    <a:lnTo>
                      <a:pt x="12" y="163"/>
                    </a:lnTo>
                    <a:lnTo>
                      <a:pt x="12" y="175"/>
                    </a:lnTo>
                    <a:lnTo>
                      <a:pt x="18" y="187"/>
                    </a:lnTo>
                    <a:lnTo>
                      <a:pt x="30" y="193"/>
                    </a:lnTo>
                    <a:close/>
                  </a:path>
                </a:pathLst>
              </a:custGeom>
              <a:solidFill>
                <a:srgbClr val="FCA438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01" name="Freeform 4361"/>
              <p:cNvSpPr>
                <a:spLocks/>
              </p:cNvSpPr>
              <p:nvPr/>
            </p:nvSpPr>
            <p:spPr bwMode="auto">
              <a:xfrm>
                <a:off x="2853" y="3202"/>
                <a:ext cx="36" cy="36"/>
              </a:xfrm>
              <a:custGeom>
                <a:avLst/>
                <a:gdLst>
                  <a:gd name="T0" fmla="*/ 6 w 36"/>
                  <a:gd name="T1" fmla="*/ 12 h 36"/>
                  <a:gd name="T2" fmla="*/ 12 w 36"/>
                  <a:gd name="T3" fmla="*/ 12 h 36"/>
                  <a:gd name="T4" fmla="*/ 24 w 36"/>
                  <a:gd name="T5" fmla="*/ 12 h 36"/>
                  <a:gd name="T6" fmla="*/ 30 w 36"/>
                  <a:gd name="T7" fmla="*/ 18 h 36"/>
                  <a:gd name="T8" fmla="*/ 36 w 36"/>
                  <a:gd name="T9" fmla="*/ 36 h 36"/>
                  <a:gd name="T10" fmla="*/ 36 w 36"/>
                  <a:gd name="T11" fmla="*/ 24 h 36"/>
                  <a:gd name="T12" fmla="*/ 30 w 36"/>
                  <a:gd name="T13" fmla="*/ 12 h 36"/>
                  <a:gd name="T14" fmla="*/ 24 w 36"/>
                  <a:gd name="T15" fmla="*/ 6 h 36"/>
                  <a:gd name="T16" fmla="*/ 12 w 36"/>
                  <a:gd name="T17" fmla="*/ 0 h 36"/>
                  <a:gd name="T18" fmla="*/ 0 w 36"/>
                  <a:gd name="T19" fmla="*/ 0 h 36"/>
                  <a:gd name="T20" fmla="*/ 6 w 36"/>
                  <a:gd name="T21" fmla="*/ 1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36">
                    <a:moveTo>
                      <a:pt x="6" y="12"/>
                    </a:moveTo>
                    <a:lnTo>
                      <a:pt x="12" y="12"/>
                    </a:lnTo>
                    <a:lnTo>
                      <a:pt x="24" y="12"/>
                    </a:lnTo>
                    <a:lnTo>
                      <a:pt x="30" y="18"/>
                    </a:lnTo>
                    <a:lnTo>
                      <a:pt x="36" y="36"/>
                    </a:lnTo>
                    <a:lnTo>
                      <a:pt x="36" y="24"/>
                    </a:lnTo>
                    <a:lnTo>
                      <a:pt x="30" y="12"/>
                    </a:lnTo>
                    <a:lnTo>
                      <a:pt x="24" y="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" y="12"/>
                    </a:lnTo>
                    <a:close/>
                  </a:path>
                </a:pathLst>
              </a:custGeom>
              <a:solidFill>
                <a:srgbClr val="FCA4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02" name="Freeform 4362"/>
              <p:cNvSpPr>
                <a:spLocks/>
              </p:cNvSpPr>
              <p:nvPr/>
            </p:nvSpPr>
            <p:spPr bwMode="auto">
              <a:xfrm>
                <a:off x="2787" y="2829"/>
                <a:ext cx="60" cy="108"/>
              </a:xfrm>
              <a:custGeom>
                <a:avLst/>
                <a:gdLst>
                  <a:gd name="T0" fmla="*/ 0 w 60"/>
                  <a:gd name="T1" fmla="*/ 42 h 108"/>
                  <a:gd name="T2" fmla="*/ 6 w 60"/>
                  <a:gd name="T3" fmla="*/ 54 h 108"/>
                  <a:gd name="T4" fmla="*/ 12 w 60"/>
                  <a:gd name="T5" fmla="*/ 66 h 108"/>
                  <a:gd name="T6" fmla="*/ 18 w 60"/>
                  <a:gd name="T7" fmla="*/ 72 h 108"/>
                  <a:gd name="T8" fmla="*/ 24 w 60"/>
                  <a:gd name="T9" fmla="*/ 78 h 108"/>
                  <a:gd name="T10" fmla="*/ 30 w 60"/>
                  <a:gd name="T11" fmla="*/ 96 h 108"/>
                  <a:gd name="T12" fmla="*/ 36 w 60"/>
                  <a:gd name="T13" fmla="*/ 108 h 108"/>
                  <a:gd name="T14" fmla="*/ 36 w 60"/>
                  <a:gd name="T15" fmla="*/ 90 h 108"/>
                  <a:gd name="T16" fmla="*/ 30 w 60"/>
                  <a:gd name="T17" fmla="*/ 78 h 108"/>
                  <a:gd name="T18" fmla="*/ 24 w 60"/>
                  <a:gd name="T19" fmla="*/ 66 h 108"/>
                  <a:gd name="T20" fmla="*/ 18 w 60"/>
                  <a:gd name="T21" fmla="*/ 54 h 108"/>
                  <a:gd name="T22" fmla="*/ 30 w 60"/>
                  <a:gd name="T23" fmla="*/ 48 h 108"/>
                  <a:gd name="T24" fmla="*/ 36 w 60"/>
                  <a:gd name="T25" fmla="*/ 42 h 108"/>
                  <a:gd name="T26" fmla="*/ 42 w 60"/>
                  <a:gd name="T27" fmla="*/ 36 h 108"/>
                  <a:gd name="T28" fmla="*/ 54 w 60"/>
                  <a:gd name="T29" fmla="*/ 18 h 108"/>
                  <a:gd name="T30" fmla="*/ 60 w 60"/>
                  <a:gd name="T31" fmla="*/ 0 h 108"/>
                  <a:gd name="T32" fmla="*/ 0 w 60"/>
                  <a:gd name="T33" fmla="*/ 42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0" h="108">
                    <a:moveTo>
                      <a:pt x="0" y="42"/>
                    </a:moveTo>
                    <a:lnTo>
                      <a:pt x="6" y="54"/>
                    </a:lnTo>
                    <a:lnTo>
                      <a:pt x="12" y="66"/>
                    </a:lnTo>
                    <a:lnTo>
                      <a:pt x="18" y="72"/>
                    </a:lnTo>
                    <a:lnTo>
                      <a:pt x="24" y="78"/>
                    </a:lnTo>
                    <a:lnTo>
                      <a:pt x="30" y="96"/>
                    </a:lnTo>
                    <a:lnTo>
                      <a:pt x="36" y="108"/>
                    </a:lnTo>
                    <a:lnTo>
                      <a:pt x="36" y="90"/>
                    </a:lnTo>
                    <a:lnTo>
                      <a:pt x="30" y="78"/>
                    </a:lnTo>
                    <a:lnTo>
                      <a:pt x="24" y="66"/>
                    </a:lnTo>
                    <a:lnTo>
                      <a:pt x="18" y="54"/>
                    </a:lnTo>
                    <a:lnTo>
                      <a:pt x="30" y="48"/>
                    </a:lnTo>
                    <a:lnTo>
                      <a:pt x="36" y="42"/>
                    </a:lnTo>
                    <a:lnTo>
                      <a:pt x="42" y="36"/>
                    </a:lnTo>
                    <a:lnTo>
                      <a:pt x="54" y="18"/>
                    </a:lnTo>
                    <a:lnTo>
                      <a:pt x="60" y="0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FCA4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03" name="Freeform 4363"/>
              <p:cNvSpPr>
                <a:spLocks/>
              </p:cNvSpPr>
              <p:nvPr/>
            </p:nvSpPr>
            <p:spPr bwMode="auto">
              <a:xfrm>
                <a:off x="2919" y="3376"/>
                <a:ext cx="42" cy="72"/>
              </a:xfrm>
              <a:custGeom>
                <a:avLst/>
                <a:gdLst>
                  <a:gd name="T0" fmla="*/ 0 w 42"/>
                  <a:gd name="T1" fmla="*/ 6 h 72"/>
                  <a:gd name="T2" fmla="*/ 12 w 42"/>
                  <a:gd name="T3" fmla="*/ 0 h 72"/>
                  <a:gd name="T4" fmla="*/ 18 w 42"/>
                  <a:gd name="T5" fmla="*/ 0 h 72"/>
                  <a:gd name="T6" fmla="*/ 30 w 42"/>
                  <a:gd name="T7" fmla="*/ 0 h 72"/>
                  <a:gd name="T8" fmla="*/ 36 w 42"/>
                  <a:gd name="T9" fmla="*/ 6 h 72"/>
                  <a:gd name="T10" fmla="*/ 42 w 42"/>
                  <a:gd name="T11" fmla="*/ 12 h 72"/>
                  <a:gd name="T12" fmla="*/ 42 w 42"/>
                  <a:gd name="T13" fmla="*/ 24 h 72"/>
                  <a:gd name="T14" fmla="*/ 42 w 42"/>
                  <a:gd name="T15" fmla="*/ 42 h 72"/>
                  <a:gd name="T16" fmla="*/ 42 w 42"/>
                  <a:gd name="T17" fmla="*/ 54 h 72"/>
                  <a:gd name="T18" fmla="*/ 42 w 42"/>
                  <a:gd name="T19" fmla="*/ 60 h 72"/>
                  <a:gd name="T20" fmla="*/ 36 w 42"/>
                  <a:gd name="T21" fmla="*/ 72 h 72"/>
                  <a:gd name="T22" fmla="*/ 30 w 42"/>
                  <a:gd name="T23" fmla="*/ 72 h 72"/>
                  <a:gd name="T24" fmla="*/ 18 w 42"/>
                  <a:gd name="T25" fmla="*/ 72 h 72"/>
                  <a:gd name="T26" fmla="*/ 12 w 42"/>
                  <a:gd name="T27" fmla="*/ 66 h 72"/>
                  <a:gd name="T28" fmla="*/ 12 w 42"/>
                  <a:gd name="T29" fmla="*/ 60 h 72"/>
                  <a:gd name="T30" fmla="*/ 6 w 42"/>
                  <a:gd name="T31" fmla="*/ 42 h 72"/>
                  <a:gd name="T32" fmla="*/ 6 w 42"/>
                  <a:gd name="T33" fmla="*/ 36 h 72"/>
                  <a:gd name="T34" fmla="*/ 6 w 42"/>
                  <a:gd name="T35" fmla="*/ 18 h 72"/>
                  <a:gd name="T36" fmla="*/ 0 w 42"/>
                  <a:gd name="T37" fmla="*/ 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2" h="72">
                    <a:moveTo>
                      <a:pt x="0" y="6"/>
                    </a:moveTo>
                    <a:lnTo>
                      <a:pt x="12" y="0"/>
                    </a:lnTo>
                    <a:lnTo>
                      <a:pt x="18" y="0"/>
                    </a:lnTo>
                    <a:lnTo>
                      <a:pt x="30" y="0"/>
                    </a:lnTo>
                    <a:lnTo>
                      <a:pt x="36" y="6"/>
                    </a:lnTo>
                    <a:lnTo>
                      <a:pt x="42" y="12"/>
                    </a:lnTo>
                    <a:lnTo>
                      <a:pt x="42" y="24"/>
                    </a:lnTo>
                    <a:lnTo>
                      <a:pt x="42" y="42"/>
                    </a:lnTo>
                    <a:lnTo>
                      <a:pt x="42" y="54"/>
                    </a:lnTo>
                    <a:lnTo>
                      <a:pt x="42" y="60"/>
                    </a:lnTo>
                    <a:lnTo>
                      <a:pt x="36" y="72"/>
                    </a:lnTo>
                    <a:lnTo>
                      <a:pt x="30" y="72"/>
                    </a:lnTo>
                    <a:lnTo>
                      <a:pt x="18" y="72"/>
                    </a:lnTo>
                    <a:lnTo>
                      <a:pt x="12" y="66"/>
                    </a:lnTo>
                    <a:lnTo>
                      <a:pt x="12" y="60"/>
                    </a:lnTo>
                    <a:lnTo>
                      <a:pt x="6" y="42"/>
                    </a:lnTo>
                    <a:lnTo>
                      <a:pt x="6" y="36"/>
                    </a:lnTo>
                    <a:lnTo>
                      <a:pt x="6" y="18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CA439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04" name="Freeform 4364"/>
              <p:cNvSpPr>
                <a:spLocks/>
              </p:cNvSpPr>
              <p:nvPr/>
            </p:nvSpPr>
            <p:spPr bwMode="auto">
              <a:xfrm>
                <a:off x="2871" y="3256"/>
                <a:ext cx="84" cy="60"/>
              </a:xfrm>
              <a:custGeom>
                <a:avLst/>
                <a:gdLst>
                  <a:gd name="T0" fmla="*/ 0 w 84"/>
                  <a:gd name="T1" fmla="*/ 0 h 60"/>
                  <a:gd name="T2" fmla="*/ 0 w 84"/>
                  <a:gd name="T3" fmla="*/ 12 h 60"/>
                  <a:gd name="T4" fmla="*/ 6 w 84"/>
                  <a:gd name="T5" fmla="*/ 18 h 60"/>
                  <a:gd name="T6" fmla="*/ 6 w 84"/>
                  <a:gd name="T7" fmla="*/ 24 h 60"/>
                  <a:gd name="T8" fmla="*/ 12 w 84"/>
                  <a:gd name="T9" fmla="*/ 24 h 60"/>
                  <a:gd name="T10" fmla="*/ 18 w 84"/>
                  <a:gd name="T11" fmla="*/ 30 h 60"/>
                  <a:gd name="T12" fmla="*/ 12 w 84"/>
                  <a:gd name="T13" fmla="*/ 30 h 60"/>
                  <a:gd name="T14" fmla="*/ 12 w 84"/>
                  <a:gd name="T15" fmla="*/ 36 h 60"/>
                  <a:gd name="T16" fmla="*/ 18 w 84"/>
                  <a:gd name="T17" fmla="*/ 42 h 60"/>
                  <a:gd name="T18" fmla="*/ 18 w 84"/>
                  <a:gd name="T19" fmla="*/ 48 h 60"/>
                  <a:gd name="T20" fmla="*/ 18 w 84"/>
                  <a:gd name="T21" fmla="*/ 54 h 60"/>
                  <a:gd name="T22" fmla="*/ 24 w 84"/>
                  <a:gd name="T23" fmla="*/ 60 h 60"/>
                  <a:gd name="T24" fmla="*/ 30 w 84"/>
                  <a:gd name="T25" fmla="*/ 54 h 60"/>
                  <a:gd name="T26" fmla="*/ 36 w 84"/>
                  <a:gd name="T27" fmla="*/ 48 h 60"/>
                  <a:gd name="T28" fmla="*/ 42 w 84"/>
                  <a:gd name="T29" fmla="*/ 42 h 60"/>
                  <a:gd name="T30" fmla="*/ 54 w 84"/>
                  <a:gd name="T31" fmla="*/ 42 h 60"/>
                  <a:gd name="T32" fmla="*/ 60 w 84"/>
                  <a:gd name="T33" fmla="*/ 42 h 60"/>
                  <a:gd name="T34" fmla="*/ 72 w 84"/>
                  <a:gd name="T35" fmla="*/ 48 h 60"/>
                  <a:gd name="T36" fmla="*/ 60 w 84"/>
                  <a:gd name="T37" fmla="*/ 42 h 60"/>
                  <a:gd name="T38" fmla="*/ 48 w 84"/>
                  <a:gd name="T39" fmla="*/ 36 h 60"/>
                  <a:gd name="T40" fmla="*/ 36 w 84"/>
                  <a:gd name="T41" fmla="*/ 36 h 60"/>
                  <a:gd name="T42" fmla="*/ 30 w 84"/>
                  <a:gd name="T43" fmla="*/ 42 h 60"/>
                  <a:gd name="T44" fmla="*/ 24 w 84"/>
                  <a:gd name="T45" fmla="*/ 48 h 60"/>
                  <a:gd name="T46" fmla="*/ 18 w 84"/>
                  <a:gd name="T47" fmla="*/ 42 h 60"/>
                  <a:gd name="T48" fmla="*/ 24 w 84"/>
                  <a:gd name="T49" fmla="*/ 36 h 60"/>
                  <a:gd name="T50" fmla="*/ 30 w 84"/>
                  <a:gd name="T51" fmla="*/ 30 h 60"/>
                  <a:gd name="T52" fmla="*/ 36 w 84"/>
                  <a:gd name="T53" fmla="*/ 30 h 60"/>
                  <a:gd name="T54" fmla="*/ 42 w 84"/>
                  <a:gd name="T55" fmla="*/ 30 h 60"/>
                  <a:gd name="T56" fmla="*/ 36 w 84"/>
                  <a:gd name="T57" fmla="*/ 24 h 60"/>
                  <a:gd name="T58" fmla="*/ 24 w 84"/>
                  <a:gd name="T59" fmla="*/ 24 h 60"/>
                  <a:gd name="T60" fmla="*/ 18 w 84"/>
                  <a:gd name="T61" fmla="*/ 30 h 60"/>
                  <a:gd name="T62" fmla="*/ 18 w 84"/>
                  <a:gd name="T63" fmla="*/ 24 h 60"/>
                  <a:gd name="T64" fmla="*/ 30 w 84"/>
                  <a:gd name="T65" fmla="*/ 18 h 60"/>
                  <a:gd name="T66" fmla="*/ 42 w 84"/>
                  <a:gd name="T67" fmla="*/ 18 h 60"/>
                  <a:gd name="T68" fmla="*/ 54 w 84"/>
                  <a:gd name="T69" fmla="*/ 18 h 60"/>
                  <a:gd name="T70" fmla="*/ 72 w 84"/>
                  <a:gd name="T71" fmla="*/ 18 h 60"/>
                  <a:gd name="T72" fmla="*/ 84 w 84"/>
                  <a:gd name="T73" fmla="*/ 24 h 60"/>
                  <a:gd name="T74" fmla="*/ 72 w 84"/>
                  <a:gd name="T75" fmla="*/ 18 h 60"/>
                  <a:gd name="T76" fmla="*/ 54 w 84"/>
                  <a:gd name="T77" fmla="*/ 12 h 60"/>
                  <a:gd name="T78" fmla="*/ 48 w 84"/>
                  <a:gd name="T79" fmla="*/ 12 h 60"/>
                  <a:gd name="T80" fmla="*/ 36 w 84"/>
                  <a:gd name="T81" fmla="*/ 12 h 60"/>
                  <a:gd name="T82" fmla="*/ 24 w 84"/>
                  <a:gd name="T83" fmla="*/ 12 h 60"/>
                  <a:gd name="T84" fmla="*/ 12 w 84"/>
                  <a:gd name="T85" fmla="*/ 12 h 60"/>
                  <a:gd name="T86" fmla="*/ 6 w 84"/>
                  <a:gd name="T87" fmla="*/ 6 h 60"/>
                  <a:gd name="T88" fmla="*/ 0 w 84"/>
                  <a:gd name="T89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84" h="60">
                    <a:moveTo>
                      <a:pt x="0" y="0"/>
                    </a:moveTo>
                    <a:lnTo>
                      <a:pt x="0" y="12"/>
                    </a:lnTo>
                    <a:lnTo>
                      <a:pt x="6" y="18"/>
                    </a:lnTo>
                    <a:lnTo>
                      <a:pt x="6" y="24"/>
                    </a:lnTo>
                    <a:lnTo>
                      <a:pt x="12" y="24"/>
                    </a:lnTo>
                    <a:lnTo>
                      <a:pt x="18" y="30"/>
                    </a:lnTo>
                    <a:lnTo>
                      <a:pt x="12" y="30"/>
                    </a:lnTo>
                    <a:lnTo>
                      <a:pt x="12" y="36"/>
                    </a:lnTo>
                    <a:lnTo>
                      <a:pt x="18" y="42"/>
                    </a:lnTo>
                    <a:lnTo>
                      <a:pt x="18" y="48"/>
                    </a:lnTo>
                    <a:lnTo>
                      <a:pt x="18" y="54"/>
                    </a:lnTo>
                    <a:lnTo>
                      <a:pt x="24" y="60"/>
                    </a:lnTo>
                    <a:lnTo>
                      <a:pt x="30" y="54"/>
                    </a:lnTo>
                    <a:lnTo>
                      <a:pt x="36" y="48"/>
                    </a:lnTo>
                    <a:lnTo>
                      <a:pt x="42" y="42"/>
                    </a:lnTo>
                    <a:lnTo>
                      <a:pt x="54" y="42"/>
                    </a:lnTo>
                    <a:lnTo>
                      <a:pt x="60" y="42"/>
                    </a:lnTo>
                    <a:lnTo>
                      <a:pt x="72" y="48"/>
                    </a:lnTo>
                    <a:lnTo>
                      <a:pt x="60" y="42"/>
                    </a:lnTo>
                    <a:lnTo>
                      <a:pt x="48" y="36"/>
                    </a:lnTo>
                    <a:lnTo>
                      <a:pt x="36" y="36"/>
                    </a:lnTo>
                    <a:lnTo>
                      <a:pt x="30" y="42"/>
                    </a:lnTo>
                    <a:lnTo>
                      <a:pt x="24" y="48"/>
                    </a:lnTo>
                    <a:lnTo>
                      <a:pt x="18" y="42"/>
                    </a:lnTo>
                    <a:lnTo>
                      <a:pt x="24" y="36"/>
                    </a:lnTo>
                    <a:lnTo>
                      <a:pt x="30" y="30"/>
                    </a:lnTo>
                    <a:lnTo>
                      <a:pt x="36" y="30"/>
                    </a:lnTo>
                    <a:lnTo>
                      <a:pt x="42" y="30"/>
                    </a:lnTo>
                    <a:lnTo>
                      <a:pt x="36" y="24"/>
                    </a:lnTo>
                    <a:lnTo>
                      <a:pt x="24" y="24"/>
                    </a:lnTo>
                    <a:lnTo>
                      <a:pt x="18" y="30"/>
                    </a:lnTo>
                    <a:lnTo>
                      <a:pt x="18" y="24"/>
                    </a:lnTo>
                    <a:lnTo>
                      <a:pt x="30" y="18"/>
                    </a:lnTo>
                    <a:lnTo>
                      <a:pt x="42" y="18"/>
                    </a:lnTo>
                    <a:lnTo>
                      <a:pt x="54" y="18"/>
                    </a:lnTo>
                    <a:lnTo>
                      <a:pt x="72" y="18"/>
                    </a:lnTo>
                    <a:lnTo>
                      <a:pt x="84" y="24"/>
                    </a:lnTo>
                    <a:lnTo>
                      <a:pt x="72" y="18"/>
                    </a:lnTo>
                    <a:lnTo>
                      <a:pt x="54" y="12"/>
                    </a:lnTo>
                    <a:lnTo>
                      <a:pt x="48" y="12"/>
                    </a:lnTo>
                    <a:lnTo>
                      <a:pt x="36" y="12"/>
                    </a:lnTo>
                    <a:lnTo>
                      <a:pt x="24" y="12"/>
                    </a:lnTo>
                    <a:lnTo>
                      <a:pt x="12" y="12"/>
                    </a:lnTo>
                    <a:lnTo>
                      <a:pt x="6" y="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A4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05" name="Freeform 4365"/>
              <p:cNvSpPr>
                <a:spLocks/>
              </p:cNvSpPr>
              <p:nvPr/>
            </p:nvSpPr>
            <p:spPr bwMode="auto">
              <a:xfrm>
                <a:off x="2907" y="3340"/>
                <a:ext cx="24" cy="18"/>
              </a:xfrm>
              <a:custGeom>
                <a:avLst/>
                <a:gdLst>
                  <a:gd name="T0" fmla="*/ 0 w 24"/>
                  <a:gd name="T1" fmla="*/ 0 h 18"/>
                  <a:gd name="T2" fmla="*/ 0 w 24"/>
                  <a:gd name="T3" fmla="*/ 6 h 18"/>
                  <a:gd name="T4" fmla="*/ 6 w 24"/>
                  <a:gd name="T5" fmla="*/ 12 h 18"/>
                  <a:gd name="T6" fmla="*/ 6 w 24"/>
                  <a:gd name="T7" fmla="*/ 18 h 18"/>
                  <a:gd name="T8" fmla="*/ 12 w 24"/>
                  <a:gd name="T9" fmla="*/ 18 h 18"/>
                  <a:gd name="T10" fmla="*/ 18 w 24"/>
                  <a:gd name="T11" fmla="*/ 12 h 18"/>
                  <a:gd name="T12" fmla="*/ 24 w 24"/>
                  <a:gd name="T13" fmla="*/ 12 h 18"/>
                  <a:gd name="T14" fmla="*/ 18 w 24"/>
                  <a:gd name="T15" fmla="*/ 12 h 18"/>
                  <a:gd name="T16" fmla="*/ 12 w 24"/>
                  <a:gd name="T17" fmla="*/ 12 h 18"/>
                  <a:gd name="T18" fmla="*/ 0 w 24"/>
                  <a:gd name="T1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18">
                    <a:moveTo>
                      <a:pt x="0" y="0"/>
                    </a:moveTo>
                    <a:lnTo>
                      <a:pt x="0" y="6"/>
                    </a:lnTo>
                    <a:lnTo>
                      <a:pt x="6" y="12"/>
                    </a:lnTo>
                    <a:lnTo>
                      <a:pt x="6" y="18"/>
                    </a:lnTo>
                    <a:lnTo>
                      <a:pt x="12" y="18"/>
                    </a:lnTo>
                    <a:lnTo>
                      <a:pt x="18" y="12"/>
                    </a:lnTo>
                    <a:lnTo>
                      <a:pt x="24" y="12"/>
                    </a:lnTo>
                    <a:lnTo>
                      <a:pt x="18" y="12"/>
                    </a:lnTo>
                    <a:lnTo>
                      <a:pt x="12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A43A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5806" name="Text Box 4366"/>
            <p:cNvSpPr txBox="1">
              <a:spLocks noChangeArrowheads="1"/>
            </p:cNvSpPr>
            <p:nvPr/>
          </p:nvSpPr>
          <p:spPr bwMode="auto">
            <a:xfrm>
              <a:off x="864" y="3504"/>
              <a:ext cx="19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导数一般不易得到。</a:t>
              </a:r>
              <a:endParaRPr lang="en-US" altLang="zh-CN" sz="2400" b="1"/>
            </a:p>
          </p:txBody>
        </p:sp>
      </p:grpSp>
      <p:grpSp>
        <p:nvGrpSpPr>
          <p:cNvPr id="65809" name="Group 4369"/>
          <p:cNvGrpSpPr>
            <a:grpSpLocks/>
          </p:cNvGrpSpPr>
          <p:nvPr/>
        </p:nvGrpSpPr>
        <p:grpSpPr bwMode="auto">
          <a:xfrm flipH="1">
            <a:off x="7696200" y="6019800"/>
            <a:ext cx="639763" cy="762000"/>
            <a:chOff x="4301" y="2544"/>
            <a:chExt cx="278" cy="393"/>
          </a:xfrm>
        </p:grpSpPr>
        <p:grpSp>
          <p:nvGrpSpPr>
            <p:cNvPr id="65810" name="Group 4370"/>
            <p:cNvGrpSpPr>
              <a:grpSpLocks/>
            </p:cNvGrpSpPr>
            <p:nvPr/>
          </p:nvGrpSpPr>
          <p:grpSpPr bwMode="auto">
            <a:xfrm>
              <a:off x="4378" y="2712"/>
              <a:ext cx="40" cy="34"/>
              <a:chOff x="2801" y="1975"/>
              <a:chExt cx="67" cy="57"/>
            </a:xfrm>
          </p:grpSpPr>
          <p:sp>
            <p:nvSpPr>
              <p:cNvPr id="65811" name="Oval 4371"/>
              <p:cNvSpPr>
                <a:spLocks noChangeArrowheads="1"/>
              </p:cNvSpPr>
              <p:nvPr/>
            </p:nvSpPr>
            <p:spPr bwMode="auto">
              <a:xfrm>
                <a:off x="2801" y="1975"/>
                <a:ext cx="67" cy="57"/>
              </a:xfrm>
              <a:prstGeom prst="ellipse">
                <a:avLst/>
              </a:prstGeom>
              <a:solidFill>
                <a:srgbClr val="FFFFFF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12" name="Oval 4372"/>
              <p:cNvSpPr>
                <a:spLocks noChangeArrowheads="1"/>
              </p:cNvSpPr>
              <p:nvPr/>
            </p:nvSpPr>
            <p:spPr bwMode="auto">
              <a:xfrm>
                <a:off x="2825" y="1982"/>
                <a:ext cx="34" cy="35"/>
              </a:xfrm>
              <a:prstGeom prst="ellipse">
                <a:avLst/>
              </a:prstGeom>
              <a:solidFill>
                <a:srgbClr val="618FFD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5813" name="Group 4373"/>
            <p:cNvGrpSpPr>
              <a:grpSpLocks/>
            </p:cNvGrpSpPr>
            <p:nvPr/>
          </p:nvGrpSpPr>
          <p:grpSpPr bwMode="auto">
            <a:xfrm>
              <a:off x="4479" y="2715"/>
              <a:ext cx="39" cy="33"/>
              <a:chOff x="2973" y="1980"/>
              <a:chExt cx="67" cy="57"/>
            </a:xfrm>
          </p:grpSpPr>
          <p:sp>
            <p:nvSpPr>
              <p:cNvPr id="65814" name="Oval 4374"/>
              <p:cNvSpPr>
                <a:spLocks noChangeArrowheads="1"/>
              </p:cNvSpPr>
              <p:nvPr/>
            </p:nvSpPr>
            <p:spPr bwMode="auto">
              <a:xfrm>
                <a:off x="2973" y="1980"/>
                <a:ext cx="67" cy="57"/>
              </a:xfrm>
              <a:prstGeom prst="ellipse">
                <a:avLst/>
              </a:prstGeom>
              <a:solidFill>
                <a:srgbClr val="FFFFFF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15" name="Oval 4375"/>
              <p:cNvSpPr>
                <a:spLocks noChangeArrowheads="1"/>
              </p:cNvSpPr>
              <p:nvPr/>
            </p:nvSpPr>
            <p:spPr bwMode="auto">
              <a:xfrm>
                <a:off x="2996" y="1987"/>
                <a:ext cx="35" cy="36"/>
              </a:xfrm>
              <a:prstGeom prst="ellipse">
                <a:avLst/>
              </a:prstGeom>
              <a:solidFill>
                <a:srgbClr val="618FFD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5816" name="Freeform 4376"/>
            <p:cNvSpPr>
              <a:spLocks/>
            </p:cNvSpPr>
            <p:nvPr/>
          </p:nvSpPr>
          <p:spPr bwMode="auto">
            <a:xfrm>
              <a:off x="4542" y="2693"/>
              <a:ext cx="37" cy="90"/>
            </a:xfrm>
            <a:custGeom>
              <a:avLst/>
              <a:gdLst>
                <a:gd name="T0" fmla="*/ 58 w 128"/>
                <a:gd name="T1" fmla="*/ 18 h 311"/>
                <a:gd name="T2" fmla="*/ 93 w 128"/>
                <a:gd name="T3" fmla="*/ 0 h 311"/>
                <a:gd name="T4" fmla="*/ 110 w 128"/>
                <a:gd name="T5" fmla="*/ 18 h 311"/>
                <a:gd name="T6" fmla="*/ 122 w 128"/>
                <a:gd name="T7" fmla="*/ 63 h 311"/>
                <a:gd name="T8" fmla="*/ 128 w 128"/>
                <a:gd name="T9" fmla="*/ 126 h 311"/>
                <a:gd name="T10" fmla="*/ 122 w 128"/>
                <a:gd name="T11" fmla="*/ 195 h 311"/>
                <a:gd name="T12" fmla="*/ 104 w 128"/>
                <a:gd name="T13" fmla="*/ 259 h 311"/>
                <a:gd name="T14" fmla="*/ 75 w 128"/>
                <a:gd name="T15" fmla="*/ 305 h 311"/>
                <a:gd name="T16" fmla="*/ 35 w 128"/>
                <a:gd name="T17" fmla="*/ 311 h 311"/>
                <a:gd name="T18" fmla="*/ 0 w 128"/>
                <a:gd name="T19" fmla="*/ 218 h 311"/>
                <a:gd name="T20" fmla="*/ 58 w 128"/>
                <a:gd name="T21" fmla="*/ 18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" h="311">
                  <a:moveTo>
                    <a:pt x="58" y="18"/>
                  </a:moveTo>
                  <a:lnTo>
                    <a:pt x="93" y="0"/>
                  </a:lnTo>
                  <a:lnTo>
                    <a:pt x="110" y="18"/>
                  </a:lnTo>
                  <a:lnTo>
                    <a:pt x="122" y="63"/>
                  </a:lnTo>
                  <a:lnTo>
                    <a:pt x="128" y="126"/>
                  </a:lnTo>
                  <a:lnTo>
                    <a:pt x="122" y="195"/>
                  </a:lnTo>
                  <a:lnTo>
                    <a:pt x="104" y="259"/>
                  </a:lnTo>
                  <a:lnTo>
                    <a:pt x="75" y="305"/>
                  </a:lnTo>
                  <a:lnTo>
                    <a:pt x="35" y="311"/>
                  </a:lnTo>
                  <a:lnTo>
                    <a:pt x="0" y="218"/>
                  </a:lnTo>
                  <a:lnTo>
                    <a:pt x="58" y="18"/>
                  </a:lnTo>
                  <a:close/>
                </a:path>
              </a:pathLst>
            </a:custGeom>
            <a:solidFill>
              <a:srgbClr val="FFE0C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817" name="Freeform 4377"/>
            <p:cNvSpPr>
              <a:spLocks/>
            </p:cNvSpPr>
            <p:nvPr/>
          </p:nvSpPr>
          <p:spPr bwMode="auto">
            <a:xfrm>
              <a:off x="4301" y="2695"/>
              <a:ext cx="36" cy="90"/>
            </a:xfrm>
            <a:custGeom>
              <a:avLst/>
              <a:gdLst>
                <a:gd name="T0" fmla="*/ 69 w 126"/>
                <a:gd name="T1" fmla="*/ 16 h 311"/>
                <a:gd name="T2" fmla="*/ 33 w 126"/>
                <a:gd name="T3" fmla="*/ 0 h 311"/>
                <a:gd name="T4" fmla="*/ 17 w 126"/>
                <a:gd name="T5" fmla="*/ 16 h 311"/>
                <a:gd name="T6" fmla="*/ 5 w 126"/>
                <a:gd name="T7" fmla="*/ 62 h 311"/>
                <a:gd name="T8" fmla="*/ 0 w 126"/>
                <a:gd name="T9" fmla="*/ 126 h 311"/>
                <a:gd name="T10" fmla="*/ 5 w 126"/>
                <a:gd name="T11" fmla="*/ 195 h 311"/>
                <a:gd name="T12" fmla="*/ 23 w 126"/>
                <a:gd name="T13" fmla="*/ 259 h 311"/>
                <a:gd name="T14" fmla="*/ 51 w 126"/>
                <a:gd name="T15" fmla="*/ 305 h 311"/>
                <a:gd name="T16" fmla="*/ 91 w 126"/>
                <a:gd name="T17" fmla="*/ 311 h 311"/>
                <a:gd name="T18" fmla="*/ 126 w 126"/>
                <a:gd name="T19" fmla="*/ 218 h 311"/>
                <a:gd name="T20" fmla="*/ 69 w 126"/>
                <a:gd name="T21" fmla="*/ 16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6" h="311">
                  <a:moveTo>
                    <a:pt x="69" y="16"/>
                  </a:moveTo>
                  <a:lnTo>
                    <a:pt x="33" y="0"/>
                  </a:lnTo>
                  <a:lnTo>
                    <a:pt x="17" y="16"/>
                  </a:lnTo>
                  <a:lnTo>
                    <a:pt x="5" y="62"/>
                  </a:lnTo>
                  <a:lnTo>
                    <a:pt x="0" y="126"/>
                  </a:lnTo>
                  <a:lnTo>
                    <a:pt x="5" y="195"/>
                  </a:lnTo>
                  <a:lnTo>
                    <a:pt x="23" y="259"/>
                  </a:lnTo>
                  <a:lnTo>
                    <a:pt x="51" y="305"/>
                  </a:lnTo>
                  <a:lnTo>
                    <a:pt x="91" y="311"/>
                  </a:lnTo>
                  <a:lnTo>
                    <a:pt x="126" y="218"/>
                  </a:lnTo>
                  <a:lnTo>
                    <a:pt x="69" y="16"/>
                  </a:lnTo>
                  <a:close/>
                </a:path>
              </a:pathLst>
            </a:custGeom>
            <a:solidFill>
              <a:srgbClr val="FFE0C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818" name="Freeform 4378"/>
            <p:cNvSpPr>
              <a:spLocks/>
            </p:cNvSpPr>
            <p:nvPr/>
          </p:nvSpPr>
          <p:spPr bwMode="auto">
            <a:xfrm>
              <a:off x="4309" y="2575"/>
              <a:ext cx="255" cy="362"/>
            </a:xfrm>
            <a:custGeom>
              <a:avLst/>
              <a:gdLst>
                <a:gd name="T0" fmla="*/ 254 w 874"/>
                <a:gd name="T1" fmla="*/ 21 h 1244"/>
                <a:gd name="T2" fmla="*/ 192 w 874"/>
                <a:gd name="T3" fmla="*/ 64 h 1244"/>
                <a:gd name="T4" fmla="*/ 149 w 874"/>
                <a:gd name="T5" fmla="*/ 101 h 1244"/>
                <a:gd name="T6" fmla="*/ 118 w 874"/>
                <a:gd name="T7" fmla="*/ 150 h 1244"/>
                <a:gd name="T8" fmla="*/ 80 w 874"/>
                <a:gd name="T9" fmla="*/ 203 h 1244"/>
                <a:gd name="T10" fmla="*/ 63 w 874"/>
                <a:gd name="T11" fmla="*/ 277 h 1244"/>
                <a:gd name="T12" fmla="*/ 46 w 874"/>
                <a:gd name="T13" fmla="*/ 335 h 1244"/>
                <a:gd name="T14" fmla="*/ 46 w 874"/>
                <a:gd name="T15" fmla="*/ 405 h 1244"/>
                <a:gd name="T16" fmla="*/ 63 w 874"/>
                <a:gd name="T17" fmla="*/ 501 h 1244"/>
                <a:gd name="T18" fmla="*/ 67 w 874"/>
                <a:gd name="T19" fmla="*/ 590 h 1244"/>
                <a:gd name="T20" fmla="*/ 43 w 874"/>
                <a:gd name="T21" fmla="*/ 683 h 1244"/>
                <a:gd name="T22" fmla="*/ 17 w 874"/>
                <a:gd name="T23" fmla="*/ 772 h 1244"/>
                <a:gd name="T24" fmla="*/ 0 w 874"/>
                <a:gd name="T25" fmla="*/ 853 h 1244"/>
                <a:gd name="T26" fmla="*/ 0 w 874"/>
                <a:gd name="T27" fmla="*/ 922 h 1244"/>
                <a:gd name="T28" fmla="*/ 5 w 874"/>
                <a:gd name="T29" fmla="*/ 985 h 1244"/>
                <a:gd name="T30" fmla="*/ 17 w 874"/>
                <a:gd name="T31" fmla="*/ 1036 h 1244"/>
                <a:gd name="T32" fmla="*/ 41 w 874"/>
                <a:gd name="T33" fmla="*/ 1089 h 1244"/>
                <a:gd name="T34" fmla="*/ 74 w 874"/>
                <a:gd name="T35" fmla="*/ 1128 h 1244"/>
                <a:gd name="T36" fmla="*/ 115 w 874"/>
                <a:gd name="T37" fmla="*/ 1157 h 1244"/>
                <a:gd name="T38" fmla="*/ 196 w 874"/>
                <a:gd name="T39" fmla="*/ 1207 h 1244"/>
                <a:gd name="T40" fmla="*/ 286 w 874"/>
                <a:gd name="T41" fmla="*/ 1230 h 1244"/>
                <a:gd name="T42" fmla="*/ 378 w 874"/>
                <a:gd name="T43" fmla="*/ 1244 h 1244"/>
                <a:gd name="T44" fmla="*/ 465 w 874"/>
                <a:gd name="T45" fmla="*/ 1232 h 1244"/>
                <a:gd name="T46" fmla="*/ 540 w 874"/>
                <a:gd name="T47" fmla="*/ 1218 h 1244"/>
                <a:gd name="T48" fmla="*/ 621 w 874"/>
                <a:gd name="T49" fmla="*/ 1183 h 1244"/>
                <a:gd name="T50" fmla="*/ 690 w 874"/>
                <a:gd name="T51" fmla="*/ 1149 h 1244"/>
                <a:gd name="T52" fmla="*/ 747 w 874"/>
                <a:gd name="T53" fmla="*/ 1103 h 1244"/>
                <a:gd name="T54" fmla="*/ 816 w 874"/>
                <a:gd name="T55" fmla="*/ 1022 h 1244"/>
                <a:gd name="T56" fmla="*/ 845 w 874"/>
                <a:gd name="T57" fmla="*/ 979 h 1244"/>
                <a:gd name="T58" fmla="*/ 862 w 874"/>
                <a:gd name="T59" fmla="*/ 922 h 1244"/>
                <a:gd name="T60" fmla="*/ 873 w 874"/>
                <a:gd name="T61" fmla="*/ 864 h 1244"/>
                <a:gd name="T62" fmla="*/ 874 w 874"/>
                <a:gd name="T63" fmla="*/ 811 h 1244"/>
                <a:gd name="T64" fmla="*/ 864 w 874"/>
                <a:gd name="T65" fmla="*/ 745 h 1244"/>
                <a:gd name="T66" fmla="*/ 853 w 874"/>
                <a:gd name="T67" fmla="*/ 683 h 1244"/>
                <a:gd name="T68" fmla="*/ 837 w 874"/>
                <a:gd name="T69" fmla="*/ 563 h 1244"/>
                <a:gd name="T70" fmla="*/ 845 w 874"/>
                <a:gd name="T71" fmla="*/ 503 h 1244"/>
                <a:gd name="T72" fmla="*/ 864 w 874"/>
                <a:gd name="T73" fmla="*/ 437 h 1244"/>
                <a:gd name="T74" fmla="*/ 873 w 874"/>
                <a:gd name="T75" fmla="*/ 319 h 1244"/>
                <a:gd name="T76" fmla="*/ 864 w 874"/>
                <a:gd name="T77" fmla="*/ 213 h 1244"/>
                <a:gd name="T78" fmla="*/ 845 w 874"/>
                <a:gd name="T79" fmla="*/ 141 h 1244"/>
                <a:gd name="T80" fmla="*/ 805 w 874"/>
                <a:gd name="T81" fmla="*/ 92 h 1244"/>
                <a:gd name="T82" fmla="*/ 704 w 874"/>
                <a:gd name="T83" fmla="*/ 42 h 1244"/>
                <a:gd name="T84" fmla="*/ 586 w 874"/>
                <a:gd name="T85" fmla="*/ 11 h 1244"/>
                <a:gd name="T86" fmla="*/ 393 w 874"/>
                <a:gd name="T87" fmla="*/ 0 h 1244"/>
                <a:gd name="T88" fmla="*/ 254 w 874"/>
                <a:gd name="T89" fmla="*/ 21 h 1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74" h="1244">
                  <a:moveTo>
                    <a:pt x="254" y="21"/>
                  </a:moveTo>
                  <a:lnTo>
                    <a:pt x="192" y="64"/>
                  </a:lnTo>
                  <a:lnTo>
                    <a:pt x="149" y="101"/>
                  </a:lnTo>
                  <a:lnTo>
                    <a:pt x="118" y="150"/>
                  </a:lnTo>
                  <a:lnTo>
                    <a:pt x="80" y="203"/>
                  </a:lnTo>
                  <a:lnTo>
                    <a:pt x="63" y="277"/>
                  </a:lnTo>
                  <a:lnTo>
                    <a:pt x="46" y="335"/>
                  </a:lnTo>
                  <a:lnTo>
                    <a:pt x="46" y="405"/>
                  </a:lnTo>
                  <a:lnTo>
                    <a:pt x="63" y="501"/>
                  </a:lnTo>
                  <a:lnTo>
                    <a:pt x="67" y="590"/>
                  </a:lnTo>
                  <a:lnTo>
                    <a:pt x="43" y="683"/>
                  </a:lnTo>
                  <a:lnTo>
                    <a:pt x="17" y="772"/>
                  </a:lnTo>
                  <a:lnTo>
                    <a:pt x="0" y="853"/>
                  </a:lnTo>
                  <a:lnTo>
                    <a:pt x="0" y="922"/>
                  </a:lnTo>
                  <a:lnTo>
                    <a:pt x="5" y="985"/>
                  </a:lnTo>
                  <a:lnTo>
                    <a:pt x="17" y="1036"/>
                  </a:lnTo>
                  <a:lnTo>
                    <a:pt x="41" y="1089"/>
                  </a:lnTo>
                  <a:lnTo>
                    <a:pt x="74" y="1128"/>
                  </a:lnTo>
                  <a:lnTo>
                    <a:pt x="115" y="1157"/>
                  </a:lnTo>
                  <a:lnTo>
                    <a:pt x="196" y="1207"/>
                  </a:lnTo>
                  <a:lnTo>
                    <a:pt x="286" y="1230"/>
                  </a:lnTo>
                  <a:lnTo>
                    <a:pt x="378" y="1244"/>
                  </a:lnTo>
                  <a:lnTo>
                    <a:pt x="465" y="1232"/>
                  </a:lnTo>
                  <a:lnTo>
                    <a:pt x="540" y="1218"/>
                  </a:lnTo>
                  <a:lnTo>
                    <a:pt x="621" y="1183"/>
                  </a:lnTo>
                  <a:lnTo>
                    <a:pt x="690" y="1149"/>
                  </a:lnTo>
                  <a:lnTo>
                    <a:pt x="747" y="1103"/>
                  </a:lnTo>
                  <a:lnTo>
                    <a:pt x="816" y="1022"/>
                  </a:lnTo>
                  <a:lnTo>
                    <a:pt x="845" y="979"/>
                  </a:lnTo>
                  <a:lnTo>
                    <a:pt x="862" y="922"/>
                  </a:lnTo>
                  <a:lnTo>
                    <a:pt x="873" y="864"/>
                  </a:lnTo>
                  <a:lnTo>
                    <a:pt x="874" y="811"/>
                  </a:lnTo>
                  <a:lnTo>
                    <a:pt x="864" y="745"/>
                  </a:lnTo>
                  <a:lnTo>
                    <a:pt x="853" y="683"/>
                  </a:lnTo>
                  <a:lnTo>
                    <a:pt x="837" y="563"/>
                  </a:lnTo>
                  <a:lnTo>
                    <a:pt x="845" y="503"/>
                  </a:lnTo>
                  <a:lnTo>
                    <a:pt x="864" y="437"/>
                  </a:lnTo>
                  <a:lnTo>
                    <a:pt x="873" y="319"/>
                  </a:lnTo>
                  <a:lnTo>
                    <a:pt x="864" y="213"/>
                  </a:lnTo>
                  <a:lnTo>
                    <a:pt x="845" y="141"/>
                  </a:lnTo>
                  <a:lnTo>
                    <a:pt x="805" y="92"/>
                  </a:lnTo>
                  <a:lnTo>
                    <a:pt x="704" y="42"/>
                  </a:lnTo>
                  <a:lnTo>
                    <a:pt x="586" y="11"/>
                  </a:lnTo>
                  <a:lnTo>
                    <a:pt x="393" y="0"/>
                  </a:lnTo>
                  <a:lnTo>
                    <a:pt x="254" y="21"/>
                  </a:lnTo>
                  <a:close/>
                </a:path>
              </a:pathLst>
            </a:custGeom>
            <a:solidFill>
              <a:srgbClr val="FFE0C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5819" name="Group 4379"/>
            <p:cNvGrpSpPr>
              <a:grpSpLocks/>
            </p:cNvGrpSpPr>
            <p:nvPr/>
          </p:nvGrpSpPr>
          <p:grpSpPr bwMode="auto">
            <a:xfrm>
              <a:off x="4379" y="2728"/>
              <a:ext cx="126" cy="136"/>
              <a:chOff x="2802" y="2002"/>
              <a:chExt cx="216" cy="233"/>
            </a:xfrm>
          </p:grpSpPr>
          <p:sp>
            <p:nvSpPr>
              <p:cNvPr id="65820" name="Freeform 4380"/>
              <p:cNvSpPr>
                <a:spLocks/>
              </p:cNvSpPr>
              <p:nvPr/>
            </p:nvSpPr>
            <p:spPr bwMode="auto">
              <a:xfrm>
                <a:off x="2802" y="2206"/>
                <a:ext cx="216" cy="9"/>
              </a:xfrm>
              <a:custGeom>
                <a:avLst/>
                <a:gdLst>
                  <a:gd name="T0" fmla="*/ 0 w 431"/>
                  <a:gd name="T1" fmla="*/ 4 h 19"/>
                  <a:gd name="T2" fmla="*/ 39 w 431"/>
                  <a:gd name="T3" fmla="*/ 0 h 19"/>
                  <a:gd name="T4" fmla="*/ 98 w 431"/>
                  <a:gd name="T5" fmla="*/ 0 h 19"/>
                  <a:gd name="T6" fmla="*/ 151 w 431"/>
                  <a:gd name="T7" fmla="*/ 0 h 19"/>
                  <a:gd name="T8" fmla="*/ 217 w 431"/>
                  <a:gd name="T9" fmla="*/ 11 h 19"/>
                  <a:gd name="T10" fmla="*/ 292 w 431"/>
                  <a:gd name="T11" fmla="*/ 11 h 19"/>
                  <a:gd name="T12" fmla="*/ 365 w 431"/>
                  <a:gd name="T13" fmla="*/ 11 h 19"/>
                  <a:gd name="T14" fmla="*/ 431 w 431"/>
                  <a:gd name="T15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1" h="19">
                    <a:moveTo>
                      <a:pt x="0" y="4"/>
                    </a:moveTo>
                    <a:lnTo>
                      <a:pt x="39" y="0"/>
                    </a:lnTo>
                    <a:lnTo>
                      <a:pt x="98" y="0"/>
                    </a:lnTo>
                    <a:lnTo>
                      <a:pt x="151" y="0"/>
                    </a:lnTo>
                    <a:lnTo>
                      <a:pt x="217" y="11"/>
                    </a:lnTo>
                    <a:lnTo>
                      <a:pt x="292" y="11"/>
                    </a:lnTo>
                    <a:lnTo>
                      <a:pt x="365" y="11"/>
                    </a:lnTo>
                    <a:lnTo>
                      <a:pt x="431" y="19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21" name="Freeform 4381"/>
              <p:cNvSpPr>
                <a:spLocks/>
              </p:cNvSpPr>
              <p:nvPr/>
            </p:nvSpPr>
            <p:spPr bwMode="auto">
              <a:xfrm>
                <a:off x="2877" y="2232"/>
                <a:ext cx="46" cy="3"/>
              </a:xfrm>
              <a:custGeom>
                <a:avLst/>
                <a:gdLst>
                  <a:gd name="T0" fmla="*/ 0 w 92"/>
                  <a:gd name="T1" fmla="*/ 5 h 5"/>
                  <a:gd name="T2" fmla="*/ 67 w 92"/>
                  <a:gd name="T3" fmla="*/ 0 h 5"/>
                  <a:gd name="T4" fmla="*/ 92 w 92"/>
                  <a:gd name="T5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2" h="5">
                    <a:moveTo>
                      <a:pt x="0" y="5"/>
                    </a:moveTo>
                    <a:lnTo>
                      <a:pt x="67" y="0"/>
                    </a:lnTo>
                    <a:lnTo>
                      <a:pt x="92" y="5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22" name="Freeform 4382"/>
              <p:cNvSpPr>
                <a:spLocks/>
              </p:cNvSpPr>
              <p:nvPr/>
            </p:nvSpPr>
            <p:spPr bwMode="auto">
              <a:xfrm>
                <a:off x="2859" y="2002"/>
                <a:ext cx="101" cy="155"/>
              </a:xfrm>
              <a:custGeom>
                <a:avLst/>
                <a:gdLst>
                  <a:gd name="T0" fmla="*/ 138 w 202"/>
                  <a:gd name="T1" fmla="*/ 0 h 309"/>
                  <a:gd name="T2" fmla="*/ 132 w 202"/>
                  <a:gd name="T3" fmla="*/ 53 h 309"/>
                  <a:gd name="T4" fmla="*/ 143 w 202"/>
                  <a:gd name="T5" fmla="*/ 104 h 309"/>
                  <a:gd name="T6" fmla="*/ 155 w 202"/>
                  <a:gd name="T7" fmla="*/ 139 h 309"/>
                  <a:gd name="T8" fmla="*/ 177 w 202"/>
                  <a:gd name="T9" fmla="*/ 190 h 309"/>
                  <a:gd name="T10" fmla="*/ 189 w 202"/>
                  <a:gd name="T11" fmla="*/ 223 h 309"/>
                  <a:gd name="T12" fmla="*/ 202 w 202"/>
                  <a:gd name="T13" fmla="*/ 264 h 309"/>
                  <a:gd name="T14" fmla="*/ 189 w 202"/>
                  <a:gd name="T15" fmla="*/ 293 h 309"/>
                  <a:gd name="T16" fmla="*/ 173 w 202"/>
                  <a:gd name="T17" fmla="*/ 303 h 309"/>
                  <a:gd name="T18" fmla="*/ 143 w 202"/>
                  <a:gd name="T19" fmla="*/ 309 h 309"/>
                  <a:gd name="T20" fmla="*/ 109 w 202"/>
                  <a:gd name="T21" fmla="*/ 293 h 309"/>
                  <a:gd name="T22" fmla="*/ 63 w 202"/>
                  <a:gd name="T23" fmla="*/ 287 h 309"/>
                  <a:gd name="T24" fmla="*/ 0 w 202"/>
                  <a:gd name="T25" fmla="*/ 297 h 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2" h="309">
                    <a:moveTo>
                      <a:pt x="138" y="0"/>
                    </a:moveTo>
                    <a:lnTo>
                      <a:pt x="132" y="53"/>
                    </a:lnTo>
                    <a:lnTo>
                      <a:pt x="143" y="104"/>
                    </a:lnTo>
                    <a:lnTo>
                      <a:pt x="155" y="139"/>
                    </a:lnTo>
                    <a:lnTo>
                      <a:pt x="177" y="190"/>
                    </a:lnTo>
                    <a:lnTo>
                      <a:pt x="189" y="223"/>
                    </a:lnTo>
                    <a:lnTo>
                      <a:pt x="202" y="264"/>
                    </a:lnTo>
                    <a:lnTo>
                      <a:pt x="189" y="293"/>
                    </a:lnTo>
                    <a:lnTo>
                      <a:pt x="173" y="303"/>
                    </a:lnTo>
                    <a:lnTo>
                      <a:pt x="143" y="309"/>
                    </a:lnTo>
                    <a:lnTo>
                      <a:pt x="109" y="293"/>
                    </a:lnTo>
                    <a:lnTo>
                      <a:pt x="63" y="287"/>
                    </a:lnTo>
                    <a:lnTo>
                      <a:pt x="0" y="297"/>
                    </a:lnTo>
                  </a:path>
                </a:pathLst>
              </a:custGeom>
              <a:noFill/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5823" name="Group 4383"/>
            <p:cNvGrpSpPr>
              <a:grpSpLocks/>
            </p:cNvGrpSpPr>
            <p:nvPr/>
          </p:nvGrpSpPr>
          <p:grpSpPr bwMode="auto">
            <a:xfrm>
              <a:off x="4366" y="2671"/>
              <a:ext cx="168" cy="15"/>
              <a:chOff x="2780" y="1904"/>
              <a:chExt cx="287" cy="26"/>
            </a:xfrm>
          </p:grpSpPr>
          <p:sp>
            <p:nvSpPr>
              <p:cNvPr id="65824" name="Freeform 4384"/>
              <p:cNvSpPr>
                <a:spLocks/>
              </p:cNvSpPr>
              <p:nvPr/>
            </p:nvSpPr>
            <p:spPr bwMode="auto">
              <a:xfrm>
                <a:off x="2780" y="1904"/>
                <a:ext cx="116" cy="24"/>
              </a:xfrm>
              <a:custGeom>
                <a:avLst/>
                <a:gdLst>
                  <a:gd name="T0" fmla="*/ 0 w 232"/>
                  <a:gd name="T1" fmla="*/ 49 h 49"/>
                  <a:gd name="T2" fmla="*/ 33 w 232"/>
                  <a:gd name="T3" fmla="*/ 28 h 49"/>
                  <a:gd name="T4" fmla="*/ 64 w 232"/>
                  <a:gd name="T5" fmla="*/ 14 h 49"/>
                  <a:gd name="T6" fmla="*/ 98 w 232"/>
                  <a:gd name="T7" fmla="*/ 6 h 49"/>
                  <a:gd name="T8" fmla="*/ 126 w 232"/>
                  <a:gd name="T9" fmla="*/ 3 h 49"/>
                  <a:gd name="T10" fmla="*/ 148 w 232"/>
                  <a:gd name="T11" fmla="*/ 0 h 49"/>
                  <a:gd name="T12" fmla="*/ 187 w 232"/>
                  <a:gd name="T13" fmla="*/ 11 h 49"/>
                  <a:gd name="T14" fmla="*/ 232 w 232"/>
                  <a:gd name="T15" fmla="*/ 25 h 49"/>
                  <a:gd name="T16" fmla="*/ 230 w 232"/>
                  <a:gd name="T17" fmla="*/ 38 h 49"/>
                  <a:gd name="T18" fmla="*/ 211 w 232"/>
                  <a:gd name="T19" fmla="*/ 41 h 49"/>
                  <a:gd name="T20" fmla="*/ 187 w 232"/>
                  <a:gd name="T21" fmla="*/ 33 h 49"/>
                  <a:gd name="T22" fmla="*/ 146 w 232"/>
                  <a:gd name="T23" fmla="*/ 29 h 49"/>
                  <a:gd name="T24" fmla="*/ 120 w 232"/>
                  <a:gd name="T25" fmla="*/ 28 h 49"/>
                  <a:gd name="T26" fmla="*/ 96 w 232"/>
                  <a:gd name="T27" fmla="*/ 33 h 49"/>
                  <a:gd name="T28" fmla="*/ 64 w 232"/>
                  <a:gd name="T29" fmla="*/ 41 h 49"/>
                  <a:gd name="T30" fmla="*/ 36 w 232"/>
                  <a:gd name="T31" fmla="*/ 46 h 49"/>
                  <a:gd name="T32" fmla="*/ 0 w 232"/>
                  <a:gd name="T33" fmla="*/ 4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32" h="49">
                    <a:moveTo>
                      <a:pt x="0" y="49"/>
                    </a:moveTo>
                    <a:lnTo>
                      <a:pt x="33" y="28"/>
                    </a:lnTo>
                    <a:lnTo>
                      <a:pt x="64" y="14"/>
                    </a:lnTo>
                    <a:lnTo>
                      <a:pt x="98" y="6"/>
                    </a:lnTo>
                    <a:lnTo>
                      <a:pt x="126" y="3"/>
                    </a:lnTo>
                    <a:lnTo>
                      <a:pt x="148" y="0"/>
                    </a:lnTo>
                    <a:lnTo>
                      <a:pt x="187" y="11"/>
                    </a:lnTo>
                    <a:lnTo>
                      <a:pt x="232" y="25"/>
                    </a:lnTo>
                    <a:lnTo>
                      <a:pt x="230" y="38"/>
                    </a:lnTo>
                    <a:lnTo>
                      <a:pt x="211" y="41"/>
                    </a:lnTo>
                    <a:lnTo>
                      <a:pt x="187" y="33"/>
                    </a:lnTo>
                    <a:lnTo>
                      <a:pt x="146" y="29"/>
                    </a:lnTo>
                    <a:lnTo>
                      <a:pt x="120" y="28"/>
                    </a:lnTo>
                    <a:lnTo>
                      <a:pt x="96" y="33"/>
                    </a:lnTo>
                    <a:lnTo>
                      <a:pt x="64" y="41"/>
                    </a:lnTo>
                    <a:lnTo>
                      <a:pt x="36" y="46"/>
                    </a:lnTo>
                    <a:lnTo>
                      <a:pt x="0" y="49"/>
                    </a:lnTo>
                    <a:close/>
                  </a:path>
                </a:pathLst>
              </a:custGeom>
              <a:solidFill>
                <a:srgbClr val="80400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25" name="Freeform 4385"/>
              <p:cNvSpPr>
                <a:spLocks/>
              </p:cNvSpPr>
              <p:nvPr/>
            </p:nvSpPr>
            <p:spPr bwMode="auto">
              <a:xfrm>
                <a:off x="2954" y="1906"/>
                <a:ext cx="113" cy="24"/>
              </a:xfrm>
              <a:custGeom>
                <a:avLst/>
                <a:gdLst>
                  <a:gd name="T0" fmla="*/ 226 w 226"/>
                  <a:gd name="T1" fmla="*/ 48 h 48"/>
                  <a:gd name="T2" fmla="*/ 194 w 226"/>
                  <a:gd name="T3" fmla="*/ 26 h 48"/>
                  <a:gd name="T4" fmla="*/ 162 w 226"/>
                  <a:gd name="T5" fmla="*/ 13 h 48"/>
                  <a:gd name="T6" fmla="*/ 131 w 226"/>
                  <a:gd name="T7" fmla="*/ 6 h 48"/>
                  <a:gd name="T8" fmla="*/ 104 w 226"/>
                  <a:gd name="T9" fmla="*/ 2 h 48"/>
                  <a:gd name="T10" fmla="*/ 83 w 226"/>
                  <a:gd name="T11" fmla="*/ 0 h 48"/>
                  <a:gd name="T12" fmla="*/ 45 w 226"/>
                  <a:gd name="T13" fmla="*/ 10 h 48"/>
                  <a:gd name="T14" fmla="*/ 0 w 226"/>
                  <a:gd name="T15" fmla="*/ 23 h 48"/>
                  <a:gd name="T16" fmla="*/ 3 w 226"/>
                  <a:gd name="T17" fmla="*/ 37 h 48"/>
                  <a:gd name="T18" fmla="*/ 21 w 226"/>
                  <a:gd name="T19" fmla="*/ 40 h 48"/>
                  <a:gd name="T20" fmla="*/ 45 w 226"/>
                  <a:gd name="T21" fmla="*/ 32 h 48"/>
                  <a:gd name="T22" fmla="*/ 85 w 226"/>
                  <a:gd name="T23" fmla="*/ 29 h 48"/>
                  <a:gd name="T24" fmla="*/ 110 w 226"/>
                  <a:gd name="T25" fmla="*/ 26 h 48"/>
                  <a:gd name="T26" fmla="*/ 133 w 226"/>
                  <a:gd name="T27" fmla="*/ 32 h 48"/>
                  <a:gd name="T28" fmla="*/ 162 w 226"/>
                  <a:gd name="T29" fmla="*/ 40 h 48"/>
                  <a:gd name="T30" fmla="*/ 191 w 226"/>
                  <a:gd name="T31" fmla="*/ 46 h 48"/>
                  <a:gd name="T32" fmla="*/ 226 w 226"/>
                  <a:gd name="T3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26" h="48">
                    <a:moveTo>
                      <a:pt x="226" y="48"/>
                    </a:moveTo>
                    <a:lnTo>
                      <a:pt x="194" y="26"/>
                    </a:lnTo>
                    <a:lnTo>
                      <a:pt x="162" y="13"/>
                    </a:lnTo>
                    <a:lnTo>
                      <a:pt x="131" y="6"/>
                    </a:lnTo>
                    <a:lnTo>
                      <a:pt x="104" y="2"/>
                    </a:lnTo>
                    <a:lnTo>
                      <a:pt x="83" y="0"/>
                    </a:lnTo>
                    <a:lnTo>
                      <a:pt x="45" y="10"/>
                    </a:lnTo>
                    <a:lnTo>
                      <a:pt x="0" y="23"/>
                    </a:lnTo>
                    <a:lnTo>
                      <a:pt x="3" y="37"/>
                    </a:lnTo>
                    <a:lnTo>
                      <a:pt x="21" y="40"/>
                    </a:lnTo>
                    <a:lnTo>
                      <a:pt x="45" y="32"/>
                    </a:lnTo>
                    <a:lnTo>
                      <a:pt x="85" y="29"/>
                    </a:lnTo>
                    <a:lnTo>
                      <a:pt x="110" y="26"/>
                    </a:lnTo>
                    <a:lnTo>
                      <a:pt x="133" y="32"/>
                    </a:lnTo>
                    <a:lnTo>
                      <a:pt x="162" y="40"/>
                    </a:lnTo>
                    <a:lnTo>
                      <a:pt x="191" y="46"/>
                    </a:lnTo>
                    <a:lnTo>
                      <a:pt x="226" y="48"/>
                    </a:lnTo>
                    <a:close/>
                  </a:path>
                </a:pathLst>
              </a:custGeom>
              <a:solidFill>
                <a:srgbClr val="80400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5826" name="Freeform 4386"/>
            <p:cNvSpPr>
              <a:spLocks/>
            </p:cNvSpPr>
            <p:nvPr/>
          </p:nvSpPr>
          <p:spPr bwMode="auto">
            <a:xfrm>
              <a:off x="4316" y="2544"/>
              <a:ext cx="263" cy="171"/>
            </a:xfrm>
            <a:custGeom>
              <a:avLst/>
              <a:gdLst>
                <a:gd name="T0" fmla="*/ 23 w 903"/>
                <a:gd name="T1" fmla="*/ 580 h 586"/>
                <a:gd name="T2" fmla="*/ 67 w 903"/>
                <a:gd name="T3" fmla="*/ 586 h 586"/>
                <a:gd name="T4" fmla="*/ 57 w 903"/>
                <a:gd name="T5" fmla="*/ 503 h 586"/>
                <a:gd name="T6" fmla="*/ 110 w 903"/>
                <a:gd name="T7" fmla="*/ 428 h 586"/>
                <a:gd name="T8" fmla="*/ 114 w 903"/>
                <a:gd name="T9" fmla="*/ 337 h 586"/>
                <a:gd name="T10" fmla="*/ 179 w 903"/>
                <a:gd name="T11" fmla="*/ 286 h 586"/>
                <a:gd name="T12" fmla="*/ 179 w 903"/>
                <a:gd name="T13" fmla="*/ 212 h 586"/>
                <a:gd name="T14" fmla="*/ 235 w 903"/>
                <a:gd name="T15" fmla="*/ 207 h 586"/>
                <a:gd name="T16" fmla="*/ 287 w 903"/>
                <a:gd name="T17" fmla="*/ 166 h 586"/>
                <a:gd name="T18" fmla="*/ 372 w 903"/>
                <a:gd name="T19" fmla="*/ 217 h 586"/>
                <a:gd name="T20" fmla="*/ 390 w 903"/>
                <a:gd name="T21" fmla="*/ 189 h 586"/>
                <a:gd name="T22" fmla="*/ 476 w 903"/>
                <a:gd name="T23" fmla="*/ 217 h 586"/>
                <a:gd name="T24" fmla="*/ 453 w 903"/>
                <a:gd name="T25" fmla="*/ 166 h 586"/>
                <a:gd name="T26" fmla="*/ 563 w 903"/>
                <a:gd name="T27" fmla="*/ 229 h 586"/>
                <a:gd name="T28" fmla="*/ 574 w 903"/>
                <a:gd name="T29" fmla="*/ 189 h 586"/>
                <a:gd name="T30" fmla="*/ 673 w 903"/>
                <a:gd name="T31" fmla="*/ 252 h 586"/>
                <a:gd name="T32" fmla="*/ 724 w 903"/>
                <a:gd name="T33" fmla="*/ 240 h 586"/>
                <a:gd name="T34" fmla="*/ 752 w 903"/>
                <a:gd name="T35" fmla="*/ 303 h 586"/>
                <a:gd name="T36" fmla="*/ 787 w 903"/>
                <a:gd name="T37" fmla="*/ 296 h 586"/>
                <a:gd name="T38" fmla="*/ 814 w 903"/>
                <a:gd name="T39" fmla="*/ 341 h 586"/>
                <a:gd name="T40" fmla="*/ 790 w 903"/>
                <a:gd name="T41" fmla="*/ 421 h 586"/>
                <a:gd name="T42" fmla="*/ 799 w 903"/>
                <a:gd name="T43" fmla="*/ 488 h 586"/>
                <a:gd name="T44" fmla="*/ 820 w 903"/>
                <a:gd name="T45" fmla="*/ 574 h 586"/>
                <a:gd name="T46" fmla="*/ 845 w 903"/>
                <a:gd name="T47" fmla="*/ 574 h 586"/>
                <a:gd name="T48" fmla="*/ 872 w 903"/>
                <a:gd name="T49" fmla="*/ 517 h 586"/>
                <a:gd name="T50" fmla="*/ 890 w 903"/>
                <a:gd name="T51" fmla="*/ 463 h 586"/>
                <a:gd name="T52" fmla="*/ 903 w 903"/>
                <a:gd name="T53" fmla="*/ 383 h 586"/>
                <a:gd name="T54" fmla="*/ 890 w 903"/>
                <a:gd name="T55" fmla="*/ 264 h 586"/>
                <a:gd name="T56" fmla="*/ 844 w 903"/>
                <a:gd name="T57" fmla="*/ 182 h 586"/>
                <a:gd name="T58" fmla="*/ 810 w 903"/>
                <a:gd name="T59" fmla="*/ 132 h 586"/>
                <a:gd name="T60" fmla="*/ 752 w 903"/>
                <a:gd name="T61" fmla="*/ 79 h 586"/>
                <a:gd name="T62" fmla="*/ 667 w 903"/>
                <a:gd name="T63" fmla="*/ 40 h 586"/>
                <a:gd name="T64" fmla="*/ 580 w 903"/>
                <a:gd name="T65" fmla="*/ 16 h 586"/>
                <a:gd name="T66" fmla="*/ 453 w 903"/>
                <a:gd name="T67" fmla="*/ 0 h 586"/>
                <a:gd name="T68" fmla="*/ 337 w 903"/>
                <a:gd name="T69" fmla="*/ 16 h 586"/>
                <a:gd name="T70" fmla="*/ 258 w 903"/>
                <a:gd name="T71" fmla="*/ 22 h 586"/>
                <a:gd name="T72" fmla="*/ 196 w 903"/>
                <a:gd name="T73" fmla="*/ 44 h 586"/>
                <a:gd name="T74" fmla="*/ 121 w 903"/>
                <a:gd name="T75" fmla="*/ 90 h 586"/>
                <a:gd name="T76" fmla="*/ 57 w 903"/>
                <a:gd name="T77" fmla="*/ 172 h 586"/>
                <a:gd name="T78" fmla="*/ 29 w 903"/>
                <a:gd name="T79" fmla="*/ 223 h 586"/>
                <a:gd name="T80" fmla="*/ 0 w 903"/>
                <a:gd name="T81" fmla="*/ 326 h 586"/>
                <a:gd name="T82" fmla="*/ 0 w 903"/>
                <a:gd name="T83" fmla="*/ 440 h 586"/>
                <a:gd name="T84" fmla="*/ 0 w 903"/>
                <a:gd name="T85" fmla="*/ 516 h 586"/>
                <a:gd name="T86" fmla="*/ 23 w 903"/>
                <a:gd name="T87" fmla="*/ 580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03" h="586">
                  <a:moveTo>
                    <a:pt x="23" y="580"/>
                  </a:moveTo>
                  <a:lnTo>
                    <a:pt x="67" y="586"/>
                  </a:lnTo>
                  <a:lnTo>
                    <a:pt x="57" y="503"/>
                  </a:lnTo>
                  <a:lnTo>
                    <a:pt x="110" y="428"/>
                  </a:lnTo>
                  <a:lnTo>
                    <a:pt x="114" y="337"/>
                  </a:lnTo>
                  <a:lnTo>
                    <a:pt x="179" y="286"/>
                  </a:lnTo>
                  <a:lnTo>
                    <a:pt x="179" y="212"/>
                  </a:lnTo>
                  <a:lnTo>
                    <a:pt x="235" y="207"/>
                  </a:lnTo>
                  <a:lnTo>
                    <a:pt x="287" y="166"/>
                  </a:lnTo>
                  <a:lnTo>
                    <a:pt x="372" y="217"/>
                  </a:lnTo>
                  <a:lnTo>
                    <a:pt x="390" y="189"/>
                  </a:lnTo>
                  <a:lnTo>
                    <a:pt x="476" y="217"/>
                  </a:lnTo>
                  <a:lnTo>
                    <a:pt x="453" y="166"/>
                  </a:lnTo>
                  <a:lnTo>
                    <a:pt x="563" y="229"/>
                  </a:lnTo>
                  <a:lnTo>
                    <a:pt x="574" y="189"/>
                  </a:lnTo>
                  <a:lnTo>
                    <a:pt x="673" y="252"/>
                  </a:lnTo>
                  <a:lnTo>
                    <a:pt x="724" y="240"/>
                  </a:lnTo>
                  <a:lnTo>
                    <a:pt x="752" y="303"/>
                  </a:lnTo>
                  <a:lnTo>
                    <a:pt x="787" y="296"/>
                  </a:lnTo>
                  <a:lnTo>
                    <a:pt x="814" y="341"/>
                  </a:lnTo>
                  <a:lnTo>
                    <a:pt x="790" y="421"/>
                  </a:lnTo>
                  <a:lnTo>
                    <a:pt x="799" y="488"/>
                  </a:lnTo>
                  <a:lnTo>
                    <a:pt x="820" y="574"/>
                  </a:lnTo>
                  <a:lnTo>
                    <a:pt x="845" y="574"/>
                  </a:lnTo>
                  <a:lnTo>
                    <a:pt x="872" y="517"/>
                  </a:lnTo>
                  <a:lnTo>
                    <a:pt x="890" y="463"/>
                  </a:lnTo>
                  <a:lnTo>
                    <a:pt x="903" y="383"/>
                  </a:lnTo>
                  <a:lnTo>
                    <a:pt x="890" y="264"/>
                  </a:lnTo>
                  <a:lnTo>
                    <a:pt x="844" y="182"/>
                  </a:lnTo>
                  <a:lnTo>
                    <a:pt x="810" y="132"/>
                  </a:lnTo>
                  <a:lnTo>
                    <a:pt x="752" y="79"/>
                  </a:lnTo>
                  <a:lnTo>
                    <a:pt x="667" y="40"/>
                  </a:lnTo>
                  <a:lnTo>
                    <a:pt x="580" y="16"/>
                  </a:lnTo>
                  <a:lnTo>
                    <a:pt x="453" y="0"/>
                  </a:lnTo>
                  <a:lnTo>
                    <a:pt x="337" y="16"/>
                  </a:lnTo>
                  <a:lnTo>
                    <a:pt x="258" y="22"/>
                  </a:lnTo>
                  <a:lnTo>
                    <a:pt x="196" y="44"/>
                  </a:lnTo>
                  <a:lnTo>
                    <a:pt x="121" y="90"/>
                  </a:lnTo>
                  <a:lnTo>
                    <a:pt x="57" y="172"/>
                  </a:lnTo>
                  <a:lnTo>
                    <a:pt x="29" y="223"/>
                  </a:lnTo>
                  <a:lnTo>
                    <a:pt x="0" y="326"/>
                  </a:lnTo>
                  <a:lnTo>
                    <a:pt x="0" y="440"/>
                  </a:lnTo>
                  <a:lnTo>
                    <a:pt x="0" y="516"/>
                  </a:lnTo>
                  <a:lnTo>
                    <a:pt x="23" y="580"/>
                  </a:lnTo>
                  <a:close/>
                </a:path>
              </a:pathLst>
            </a:custGeom>
            <a:solidFill>
              <a:srgbClr val="80400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5827" name="Group 4387"/>
            <p:cNvGrpSpPr>
              <a:grpSpLocks/>
            </p:cNvGrpSpPr>
            <p:nvPr/>
          </p:nvGrpSpPr>
          <p:grpSpPr bwMode="auto">
            <a:xfrm>
              <a:off x="4315" y="2692"/>
              <a:ext cx="251" cy="73"/>
              <a:chOff x="2692" y="1940"/>
              <a:chExt cx="431" cy="125"/>
            </a:xfrm>
          </p:grpSpPr>
          <p:grpSp>
            <p:nvGrpSpPr>
              <p:cNvPr id="65828" name="Group 4388"/>
              <p:cNvGrpSpPr>
                <a:grpSpLocks/>
              </p:cNvGrpSpPr>
              <p:nvPr/>
            </p:nvGrpSpPr>
            <p:grpSpPr bwMode="auto">
              <a:xfrm>
                <a:off x="2692" y="1940"/>
                <a:ext cx="431" cy="125"/>
                <a:chOff x="2692" y="1940"/>
                <a:chExt cx="431" cy="125"/>
              </a:xfrm>
            </p:grpSpPr>
            <p:sp>
              <p:nvSpPr>
                <p:cNvPr id="65829" name="Freeform 4389"/>
                <p:cNvSpPr>
                  <a:spLocks/>
                </p:cNvSpPr>
                <p:nvPr/>
              </p:nvSpPr>
              <p:spPr bwMode="auto">
                <a:xfrm>
                  <a:off x="2756" y="1940"/>
                  <a:ext cx="155" cy="124"/>
                </a:xfrm>
                <a:custGeom>
                  <a:avLst/>
                  <a:gdLst>
                    <a:gd name="T0" fmla="*/ 30 w 309"/>
                    <a:gd name="T1" fmla="*/ 13 h 246"/>
                    <a:gd name="T2" fmla="*/ 88 w 309"/>
                    <a:gd name="T3" fmla="*/ 0 h 246"/>
                    <a:gd name="T4" fmla="*/ 150 w 309"/>
                    <a:gd name="T5" fmla="*/ 0 h 246"/>
                    <a:gd name="T6" fmla="*/ 243 w 309"/>
                    <a:gd name="T7" fmla="*/ 7 h 246"/>
                    <a:gd name="T8" fmla="*/ 276 w 309"/>
                    <a:gd name="T9" fmla="*/ 13 h 246"/>
                    <a:gd name="T10" fmla="*/ 309 w 309"/>
                    <a:gd name="T11" fmla="*/ 29 h 246"/>
                    <a:gd name="T12" fmla="*/ 309 w 309"/>
                    <a:gd name="T13" fmla="*/ 65 h 246"/>
                    <a:gd name="T14" fmla="*/ 309 w 309"/>
                    <a:gd name="T15" fmla="*/ 105 h 246"/>
                    <a:gd name="T16" fmla="*/ 299 w 309"/>
                    <a:gd name="T17" fmla="*/ 142 h 246"/>
                    <a:gd name="T18" fmla="*/ 288 w 309"/>
                    <a:gd name="T19" fmla="*/ 167 h 246"/>
                    <a:gd name="T20" fmla="*/ 279 w 309"/>
                    <a:gd name="T21" fmla="*/ 190 h 246"/>
                    <a:gd name="T22" fmla="*/ 266 w 309"/>
                    <a:gd name="T23" fmla="*/ 208 h 246"/>
                    <a:gd name="T24" fmla="*/ 248 w 309"/>
                    <a:gd name="T25" fmla="*/ 225 h 246"/>
                    <a:gd name="T26" fmla="*/ 218 w 309"/>
                    <a:gd name="T27" fmla="*/ 235 h 246"/>
                    <a:gd name="T28" fmla="*/ 180 w 309"/>
                    <a:gd name="T29" fmla="*/ 242 h 246"/>
                    <a:gd name="T30" fmla="*/ 137 w 309"/>
                    <a:gd name="T31" fmla="*/ 246 h 246"/>
                    <a:gd name="T32" fmla="*/ 103 w 309"/>
                    <a:gd name="T33" fmla="*/ 242 h 246"/>
                    <a:gd name="T34" fmla="*/ 75 w 309"/>
                    <a:gd name="T35" fmla="*/ 237 h 246"/>
                    <a:gd name="T36" fmla="*/ 47 w 309"/>
                    <a:gd name="T37" fmla="*/ 225 h 246"/>
                    <a:gd name="T38" fmla="*/ 23 w 309"/>
                    <a:gd name="T39" fmla="*/ 204 h 246"/>
                    <a:gd name="T40" fmla="*/ 11 w 309"/>
                    <a:gd name="T41" fmla="*/ 184 h 246"/>
                    <a:gd name="T42" fmla="*/ 0 w 309"/>
                    <a:gd name="T43" fmla="*/ 133 h 246"/>
                    <a:gd name="T44" fmla="*/ 0 w 309"/>
                    <a:gd name="T45" fmla="*/ 87 h 246"/>
                    <a:gd name="T46" fmla="*/ 0 w 309"/>
                    <a:gd name="T47" fmla="*/ 41 h 246"/>
                    <a:gd name="T48" fmla="*/ 30 w 309"/>
                    <a:gd name="T49" fmla="*/ 13 h 2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309" h="246">
                      <a:moveTo>
                        <a:pt x="30" y="13"/>
                      </a:moveTo>
                      <a:lnTo>
                        <a:pt x="88" y="0"/>
                      </a:lnTo>
                      <a:lnTo>
                        <a:pt x="150" y="0"/>
                      </a:lnTo>
                      <a:lnTo>
                        <a:pt x="243" y="7"/>
                      </a:lnTo>
                      <a:lnTo>
                        <a:pt x="276" y="13"/>
                      </a:lnTo>
                      <a:lnTo>
                        <a:pt x="309" y="29"/>
                      </a:lnTo>
                      <a:lnTo>
                        <a:pt x="309" y="65"/>
                      </a:lnTo>
                      <a:lnTo>
                        <a:pt x="309" y="105"/>
                      </a:lnTo>
                      <a:lnTo>
                        <a:pt x="299" y="142"/>
                      </a:lnTo>
                      <a:lnTo>
                        <a:pt x="288" y="167"/>
                      </a:lnTo>
                      <a:lnTo>
                        <a:pt x="279" y="190"/>
                      </a:lnTo>
                      <a:lnTo>
                        <a:pt x="266" y="208"/>
                      </a:lnTo>
                      <a:lnTo>
                        <a:pt x="248" y="225"/>
                      </a:lnTo>
                      <a:lnTo>
                        <a:pt x="218" y="235"/>
                      </a:lnTo>
                      <a:lnTo>
                        <a:pt x="180" y="242"/>
                      </a:lnTo>
                      <a:lnTo>
                        <a:pt x="137" y="246"/>
                      </a:lnTo>
                      <a:lnTo>
                        <a:pt x="103" y="242"/>
                      </a:lnTo>
                      <a:lnTo>
                        <a:pt x="75" y="237"/>
                      </a:lnTo>
                      <a:lnTo>
                        <a:pt x="47" y="225"/>
                      </a:lnTo>
                      <a:lnTo>
                        <a:pt x="23" y="204"/>
                      </a:lnTo>
                      <a:lnTo>
                        <a:pt x="11" y="184"/>
                      </a:lnTo>
                      <a:lnTo>
                        <a:pt x="0" y="133"/>
                      </a:lnTo>
                      <a:lnTo>
                        <a:pt x="0" y="87"/>
                      </a:lnTo>
                      <a:lnTo>
                        <a:pt x="0" y="41"/>
                      </a:lnTo>
                      <a:lnTo>
                        <a:pt x="30" y="13"/>
                      </a:lnTo>
                      <a:close/>
                    </a:path>
                  </a:pathLst>
                </a:custGeom>
                <a:solidFill>
                  <a:srgbClr val="C0FFFF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830" name="Freeform 4390"/>
                <p:cNvSpPr>
                  <a:spLocks/>
                </p:cNvSpPr>
                <p:nvPr/>
              </p:nvSpPr>
              <p:spPr bwMode="auto">
                <a:xfrm>
                  <a:off x="2932" y="1943"/>
                  <a:ext cx="154" cy="122"/>
                </a:xfrm>
                <a:custGeom>
                  <a:avLst/>
                  <a:gdLst>
                    <a:gd name="T0" fmla="*/ 269 w 308"/>
                    <a:gd name="T1" fmla="*/ 12 h 245"/>
                    <a:gd name="T2" fmla="*/ 212 w 308"/>
                    <a:gd name="T3" fmla="*/ 2 h 245"/>
                    <a:gd name="T4" fmla="*/ 158 w 308"/>
                    <a:gd name="T5" fmla="*/ 2 h 245"/>
                    <a:gd name="T6" fmla="*/ 107 w 308"/>
                    <a:gd name="T7" fmla="*/ 0 h 245"/>
                    <a:gd name="T8" fmla="*/ 61 w 308"/>
                    <a:gd name="T9" fmla="*/ 3 h 245"/>
                    <a:gd name="T10" fmla="*/ 28 w 308"/>
                    <a:gd name="T11" fmla="*/ 12 h 245"/>
                    <a:gd name="T12" fmla="*/ 0 w 308"/>
                    <a:gd name="T13" fmla="*/ 26 h 245"/>
                    <a:gd name="T14" fmla="*/ 0 w 308"/>
                    <a:gd name="T15" fmla="*/ 107 h 245"/>
                    <a:gd name="T16" fmla="*/ 8 w 308"/>
                    <a:gd name="T17" fmla="*/ 153 h 245"/>
                    <a:gd name="T18" fmla="*/ 22 w 308"/>
                    <a:gd name="T19" fmla="*/ 185 h 245"/>
                    <a:gd name="T20" fmla="*/ 39 w 308"/>
                    <a:gd name="T21" fmla="*/ 207 h 245"/>
                    <a:gd name="T22" fmla="*/ 57 w 308"/>
                    <a:gd name="T23" fmla="*/ 220 h 245"/>
                    <a:gd name="T24" fmla="*/ 80 w 308"/>
                    <a:gd name="T25" fmla="*/ 232 h 245"/>
                    <a:gd name="T26" fmla="*/ 102 w 308"/>
                    <a:gd name="T27" fmla="*/ 239 h 245"/>
                    <a:gd name="T28" fmla="*/ 128 w 308"/>
                    <a:gd name="T29" fmla="*/ 242 h 245"/>
                    <a:gd name="T30" fmla="*/ 157 w 308"/>
                    <a:gd name="T31" fmla="*/ 245 h 245"/>
                    <a:gd name="T32" fmla="*/ 205 w 308"/>
                    <a:gd name="T33" fmla="*/ 242 h 245"/>
                    <a:gd name="T34" fmla="*/ 235 w 308"/>
                    <a:gd name="T35" fmla="*/ 235 h 245"/>
                    <a:gd name="T36" fmla="*/ 262 w 308"/>
                    <a:gd name="T37" fmla="*/ 226 h 245"/>
                    <a:gd name="T38" fmla="*/ 283 w 308"/>
                    <a:gd name="T39" fmla="*/ 200 h 245"/>
                    <a:gd name="T40" fmla="*/ 297 w 308"/>
                    <a:gd name="T41" fmla="*/ 168 h 245"/>
                    <a:gd name="T42" fmla="*/ 308 w 308"/>
                    <a:gd name="T43" fmla="*/ 134 h 245"/>
                    <a:gd name="T44" fmla="*/ 308 w 308"/>
                    <a:gd name="T45" fmla="*/ 87 h 245"/>
                    <a:gd name="T46" fmla="*/ 308 w 308"/>
                    <a:gd name="T47" fmla="*/ 42 h 245"/>
                    <a:gd name="T48" fmla="*/ 269 w 308"/>
                    <a:gd name="T49" fmla="*/ 12 h 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308" h="245">
                      <a:moveTo>
                        <a:pt x="269" y="12"/>
                      </a:moveTo>
                      <a:lnTo>
                        <a:pt x="212" y="2"/>
                      </a:lnTo>
                      <a:lnTo>
                        <a:pt x="158" y="2"/>
                      </a:lnTo>
                      <a:lnTo>
                        <a:pt x="107" y="0"/>
                      </a:lnTo>
                      <a:lnTo>
                        <a:pt x="61" y="3"/>
                      </a:lnTo>
                      <a:lnTo>
                        <a:pt x="28" y="12"/>
                      </a:lnTo>
                      <a:lnTo>
                        <a:pt x="0" y="26"/>
                      </a:lnTo>
                      <a:lnTo>
                        <a:pt x="0" y="107"/>
                      </a:lnTo>
                      <a:lnTo>
                        <a:pt x="8" y="153"/>
                      </a:lnTo>
                      <a:lnTo>
                        <a:pt x="22" y="185"/>
                      </a:lnTo>
                      <a:lnTo>
                        <a:pt x="39" y="207"/>
                      </a:lnTo>
                      <a:lnTo>
                        <a:pt x="57" y="220"/>
                      </a:lnTo>
                      <a:lnTo>
                        <a:pt x="80" y="232"/>
                      </a:lnTo>
                      <a:lnTo>
                        <a:pt x="102" y="239"/>
                      </a:lnTo>
                      <a:lnTo>
                        <a:pt x="128" y="242"/>
                      </a:lnTo>
                      <a:lnTo>
                        <a:pt x="157" y="245"/>
                      </a:lnTo>
                      <a:lnTo>
                        <a:pt x="205" y="242"/>
                      </a:lnTo>
                      <a:lnTo>
                        <a:pt x="235" y="235"/>
                      </a:lnTo>
                      <a:lnTo>
                        <a:pt x="262" y="226"/>
                      </a:lnTo>
                      <a:lnTo>
                        <a:pt x="283" y="200"/>
                      </a:lnTo>
                      <a:lnTo>
                        <a:pt x="297" y="168"/>
                      </a:lnTo>
                      <a:lnTo>
                        <a:pt x="308" y="134"/>
                      </a:lnTo>
                      <a:lnTo>
                        <a:pt x="308" y="87"/>
                      </a:lnTo>
                      <a:lnTo>
                        <a:pt x="308" y="42"/>
                      </a:lnTo>
                      <a:lnTo>
                        <a:pt x="269" y="12"/>
                      </a:lnTo>
                      <a:close/>
                    </a:path>
                  </a:pathLst>
                </a:custGeom>
                <a:solidFill>
                  <a:srgbClr val="C0FFFF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831" name="Freeform 4391"/>
                <p:cNvSpPr>
                  <a:spLocks/>
                </p:cNvSpPr>
                <p:nvPr/>
              </p:nvSpPr>
              <p:spPr bwMode="auto">
                <a:xfrm>
                  <a:off x="2911" y="1958"/>
                  <a:ext cx="22" cy="16"/>
                </a:xfrm>
                <a:custGeom>
                  <a:avLst/>
                  <a:gdLst>
                    <a:gd name="T0" fmla="*/ 0 w 45"/>
                    <a:gd name="T1" fmla="*/ 10 h 33"/>
                    <a:gd name="T2" fmla="*/ 7 w 45"/>
                    <a:gd name="T3" fmla="*/ 3 h 33"/>
                    <a:gd name="T4" fmla="*/ 17 w 45"/>
                    <a:gd name="T5" fmla="*/ 0 h 33"/>
                    <a:gd name="T6" fmla="*/ 31 w 45"/>
                    <a:gd name="T7" fmla="*/ 0 h 33"/>
                    <a:gd name="T8" fmla="*/ 41 w 45"/>
                    <a:gd name="T9" fmla="*/ 6 h 33"/>
                    <a:gd name="T10" fmla="*/ 45 w 45"/>
                    <a:gd name="T11" fmla="*/ 31 h 33"/>
                    <a:gd name="T12" fmla="*/ 34 w 45"/>
                    <a:gd name="T13" fmla="*/ 29 h 33"/>
                    <a:gd name="T14" fmla="*/ 25 w 45"/>
                    <a:gd name="T15" fmla="*/ 24 h 33"/>
                    <a:gd name="T16" fmla="*/ 13 w 45"/>
                    <a:gd name="T17" fmla="*/ 29 h 33"/>
                    <a:gd name="T18" fmla="*/ 2 w 45"/>
                    <a:gd name="T19" fmla="*/ 33 h 33"/>
                    <a:gd name="T20" fmla="*/ 0 w 45"/>
                    <a:gd name="T21" fmla="*/ 1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5" h="33">
                      <a:moveTo>
                        <a:pt x="0" y="10"/>
                      </a:moveTo>
                      <a:lnTo>
                        <a:pt x="7" y="3"/>
                      </a:lnTo>
                      <a:lnTo>
                        <a:pt x="17" y="0"/>
                      </a:lnTo>
                      <a:lnTo>
                        <a:pt x="31" y="0"/>
                      </a:lnTo>
                      <a:lnTo>
                        <a:pt x="41" y="6"/>
                      </a:lnTo>
                      <a:lnTo>
                        <a:pt x="45" y="31"/>
                      </a:lnTo>
                      <a:lnTo>
                        <a:pt x="34" y="29"/>
                      </a:lnTo>
                      <a:lnTo>
                        <a:pt x="25" y="24"/>
                      </a:lnTo>
                      <a:lnTo>
                        <a:pt x="13" y="29"/>
                      </a:lnTo>
                      <a:lnTo>
                        <a:pt x="2" y="33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832" name="Freeform 4392"/>
                <p:cNvSpPr>
                  <a:spLocks/>
                </p:cNvSpPr>
                <p:nvPr/>
              </p:nvSpPr>
              <p:spPr bwMode="auto">
                <a:xfrm>
                  <a:off x="2692" y="1951"/>
                  <a:ext cx="65" cy="26"/>
                </a:xfrm>
                <a:custGeom>
                  <a:avLst/>
                  <a:gdLst>
                    <a:gd name="T0" fmla="*/ 128 w 128"/>
                    <a:gd name="T1" fmla="*/ 17 h 52"/>
                    <a:gd name="T2" fmla="*/ 128 w 128"/>
                    <a:gd name="T3" fmla="*/ 52 h 52"/>
                    <a:gd name="T4" fmla="*/ 14 w 128"/>
                    <a:gd name="T5" fmla="*/ 20 h 52"/>
                    <a:gd name="T6" fmla="*/ 0 w 128"/>
                    <a:gd name="T7" fmla="*/ 0 h 52"/>
                    <a:gd name="T8" fmla="*/ 128 w 128"/>
                    <a:gd name="T9" fmla="*/ 17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8" h="52">
                      <a:moveTo>
                        <a:pt x="128" y="17"/>
                      </a:moveTo>
                      <a:lnTo>
                        <a:pt x="128" y="52"/>
                      </a:lnTo>
                      <a:lnTo>
                        <a:pt x="14" y="20"/>
                      </a:lnTo>
                      <a:lnTo>
                        <a:pt x="0" y="0"/>
                      </a:lnTo>
                      <a:lnTo>
                        <a:pt x="128" y="17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833" name="Freeform 4393"/>
                <p:cNvSpPr>
                  <a:spLocks/>
                </p:cNvSpPr>
                <p:nvPr/>
              </p:nvSpPr>
              <p:spPr bwMode="auto">
                <a:xfrm>
                  <a:off x="3085" y="1950"/>
                  <a:ext cx="38" cy="27"/>
                </a:xfrm>
                <a:custGeom>
                  <a:avLst/>
                  <a:gdLst>
                    <a:gd name="T0" fmla="*/ 0 w 74"/>
                    <a:gd name="T1" fmla="*/ 29 h 54"/>
                    <a:gd name="T2" fmla="*/ 0 w 74"/>
                    <a:gd name="T3" fmla="*/ 54 h 54"/>
                    <a:gd name="T4" fmla="*/ 70 w 74"/>
                    <a:gd name="T5" fmla="*/ 22 h 54"/>
                    <a:gd name="T6" fmla="*/ 74 w 74"/>
                    <a:gd name="T7" fmla="*/ 0 h 54"/>
                    <a:gd name="T8" fmla="*/ 0 w 74"/>
                    <a:gd name="T9" fmla="*/ 29 h 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4" h="54">
                      <a:moveTo>
                        <a:pt x="0" y="29"/>
                      </a:moveTo>
                      <a:lnTo>
                        <a:pt x="0" y="54"/>
                      </a:lnTo>
                      <a:lnTo>
                        <a:pt x="70" y="22"/>
                      </a:lnTo>
                      <a:lnTo>
                        <a:pt x="74" y="0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5834" name="Group 4394"/>
              <p:cNvGrpSpPr>
                <a:grpSpLocks/>
              </p:cNvGrpSpPr>
              <p:nvPr/>
            </p:nvGrpSpPr>
            <p:grpSpPr bwMode="auto">
              <a:xfrm>
                <a:off x="2803" y="1970"/>
                <a:ext cx="67" cy="57"/>
                <a:chOff x="2803" y="1970"/>
                <a:chExt cx="67" cy="57"/>
              </a:xfrm>
            </p:grpSpPr>
            <p:sp>
              <p:nvSpPr>
                <p:cNvPr id="65835" name="Oval 4395"/>
                <p:cNvSpPr>
                  <a:spLocks noChangeArrowheads="1"/>
                </p:cNvSpPr>
                <p:nvPr/>
              </p:nvSpPr>
              <p:spPr bwMode="auto">
                <a:xfrm>
                  <a:off x="2803" y="1970"/>
                  <a:ext cx="67" cy="57"/>
                </a:xfrm>
                <a:prstGeom prst="ellipse">
                  <a:avLst/>
                </a:prstGeom>
                <a:solidFill>
                  <a:srgbClr val="C0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836" name="Oval 4396"/>
                <p:cNvSpPr>
                  <a:spLocks noChangeArrowheads="1"/>
                </p:cNvSpPr>
                <p:nvPr/>
              </p:nvSpPr>
              <p:spPr bwMode="auto">
                <a:xfrm>
                  <a:off x="2826" y="1976"/>
                  <a:ext cx="35" cy="36"/>
                </a:xfrm>
                <a:prstGeom prst="ellipse">
                  <a:avLst/>
                </a:prstGeom>
                <a:solidFill>
                  <a:srgbClr val="618FFD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5837" name="Group 4397"/>
              <p:cNvGrpSpPr>
                <a:grpSpLocks/>
              </p:cNvGrpSpPr>
              <p:nvPr/>
            </p:nvGrpSpPr>
            <p:grpSpPr bwMode="auto">
              <a:xfrm>
                <a:off x="2975" y="1975"/>
                <a:ext cx="67" cy="57"/>
                <a:chOff x="2975" y="1975"/>
                <a:chExt cx="67" cy="57"/>
              </a:xfrm>
            </p:grpSpPr>
            <p:sp>
              <p:nvSpPr>
                <p:cNvPr id="65838" name="Oval 4398"/>
                <p:cNvSpPr>
                  <a:spLocks noChangeArrowheads="1"/>
                </p:cNvSpPr>
                <p:nvPr/>
              </p:nvSpPr>
              <p:spPr bwMode="auto">
                <a:xfrm>
                  <a:off x="2975" y="1975"/>
                  <a:ext cx="67" cy="57"/>
                </a:xfrm>
                <a:prstGeom prst="ellipse">
                  <a:avLst/>
                </a:prstGeom>
                <a:solidFill>
                  <a:srgbClr val="C0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839" name="Oval 4399"/>
                <p:cNvSpPr>
                  <a:spLocks noChangeArrowheads="1"/>
                </p:cNvSpPr>
                <p:nvPr/>
              </p:nvSpPr>
              <p:spPr bwMode="auto">
                <a:xfrm>
                  <a:off x="2998" y="1982"/>
                  <a:ext cx="35" cy="35"/>
                </a:xfrm>
                <a:prstGeom prst="ellipse">
                  <a:avLst/>
                </a:prstGeom>
                <a:solidFill>
                  <a:srgbClr val="618FFD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65841" name="AutoShape 4401"/>
          <p:cNvSpPr>
            <a:spLocks noChangeArrowheads="1"/>
          </p:cNvSpPr>
          <p:nvPr/>
        </p:nvSpPr>
        <p:spPr bwMode="auto">
          <a:xfrm>
            <a:off x="1524000" y="3429000"/>
            <a:ext cx="6019800" cy="2209800"/>
          </a:xfrm>
          <a:prstGeom prst="cloudCallout">
            <a:avLst>
              <a:gd name="adj1" fmla="val 50000"/>
              <a:gd name="adj2" fmla="val 90662"/>
            </a:avLst>
          </a:prstGeom>
          <a:gradFill rotWithShape="0">
            <a:gsLst>
              <a:gs pos="0">
                <a:schemeClr val="bg1"/>
              </a:gs>
              <a:gs pos="100000">
                <a:srgbClr val="CCFFFF"/>
              </a:gs>
            </a:gsLst>
            <a:lin ang="2700000" scaled="1"/>
          </a:gra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400" b="1"/>
              <a:t>How can we make a smooth interpolation without asking too much from </a:t>
            </a:r>
            <a:r>
              <a:rPr lang="en-US" altLang="zh-CN" sz="2400" b="1" i="1"/>
              <a:t>f</a:t>
            </a:r>
            <a:r>
              <a:rPr lang="en-US" altLang="zh-CN" sz="2400" b="1"/>
              <a:t> ?</a:t>
            </a:r>
          </a:p>
          <a:p>
            <a:pPr algn="ctr"/>
            <a:r>
              <a:rPr lang="en-US" altLang="zh-CN" sz="2400" b="1"/>
              <a:t>Headache …</a:t>
            </a:r>
          </a:p>
        </p:txBody>
      </p:sp>
      <p:sp>
        <p:nvSpPr>
          <p:cNvPr id="90" name="Process 89">
            <a:extLst>
              <a:ext uri="{FF2B5EF4-FFF2-40B4-BE49-F238E27FC236}">
                <a16:creationId xmlns:a16="http://schemas.microsoft.com/office/drawing/2014/main" id="{C1261F1E-EBC5-414D-B9A0-36C080BEB8B8}"/>
              </a:ext>
            </a:extLst>
          </p:cNvPr>
          <p:cNvSpPr/>
          <p:nvPr/>
        </p:nvSpPr>
        <p:spPr>
          <a:xfrm>
            <a:off x="330743" y="9144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0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7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7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57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57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57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57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57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57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58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65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5" dur="500"/>
                                        <p:tgtEl>
                                          <p:spTgt spid="658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739" grpId="0" autoUpdateAnimBg="0"/>
      <p:bldP spid="65779" grpId="0" autoUpdateAnimBg="0"/>
      <p:bldP spid="65841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Text Box 2"/>
          <p:cNvSpPr txBox="1">
            <a:spLocks noChangeArrowheads="1"/>
          </p:cNvSpPr>
          <p:nvPr/>
        </p:nvSpPr>
        <p:spPr bwMode="auto">
          <a:xfrm>
            <a:off x="539552" y="836712"/>
            <a:ext cx="8305800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b="1" dirty="0">
                <a:solidFill>
                  <a:srgbClr val="000066"/>
                </a:solidFill>
                <a:latin typeface="楷体_GB2312" charset="0"/>
                <a:ea typeface="楷体_GB2312" charset="0"/>
                <a:cs typeface="楷体_GB2312" charset="0"/>
              </a:rPr>
              <a:t>    </a:t>
            </a:r>
            <a:r>
              <a:rPr lang="zh-CN" altLang="en-US" sz="2400" dirty="0">
                <a:solidFill>
                  <a:srgbClr val="000066"/>
                </a:solidFill>
                <a:latin typeface="楷体_GB2312" charset="0"/>
              </a:rPr>
              <a:t>所谓</a:t>
            </a:r>
            <a:r>
              <a:rPr lang="zh-CN" altLang="en-US" sz="2400" dirty="0">
                <a:solidFill>
                  <a:srgbClr val="000066"/>
                </a:solidFill>
                <a:latin typeface="Times New Roman"/>
              </a:rPr>
              <a:t>“</a:t>
            </a:r>
            <a:r>
              <a:rPr lang="zh-CN" altLang="en-US" sz="2400" dirty="0">
                <a:solidFill>
                  <a:srgbClr val="CC0000"/>
                </a:solidFill>
                <a:latin typeface="楷体_GB2312" charset="0"/>
              </a:rPr>
              <a:t>样条</a:t>
            </a:r>
            <a:r>
              <a:rPr lang="zh-CN" altLang="en-US" sz="2400" dirty="0">
                <a:solidFill>
                  <a:srgbClr val="000066"/>
                </a:solidFill>
                <a:latin typeface="Times New Roman"/>
              </a:rPr>
              <a:t>”</a:t>
            </a:r>
            <a:r>
              <a:rPr lang="en-US" altLang="zh-CN" sz="2400" dirty="0">
                <a:solidFill>
                  <a:srgbClr val="000066"/>
                </a:solidFill>
                <a:latin typeface="楷体_GB2312" charset="0"/>
              </a:rPr>
              <a:t>(Spline)</a:t>
            </a:r>
            <a:r>
              <a:rPr lang="zh-CN" altLang="en-US" sz="2400" dirty="0">
                <a:solidFill>
                  <a:srgbClr val="000066"/>
                </a:solidFill>
                <a:latin typeface="楷体_GB2312" charset="0"/>
              </a:rPr>
              <a:t>是工程绘图中的一种工具</a:t>
            </a:r>
            <a:r>
              <a:rPr lang="en-US" altLang="zh-CN" sz="2400" dirty="0">
                <a:solidFill>
                  <a:srgbClr val="000066"/>
                </a:solidFill>
                <a:latin typeface="楷体_GB2312" charset="0"/>
              </a:rPr>
              <a:t>,</a:t>
            </a:r>
            <a:r>
              <a:rPr lang="zh-CN" altLang="en-US" sz="2400" dirty="0">
                <a:solidFill>
                  <a:srgbClr val="000066"/>
                </a:solidFill>
                <a:latin typeface="楷体_GB2312" charset="0"/>
              </a:rPr>
              <a:t>它是易弯曲材料制成的窄条</a:t>
            </a:r>
            <a:r>
              <a:rPr lang="en-US" altLang="zh-CN" sz="2400" dirty="0">
                <a:solidFill>
                  <a:srgbClr val="000066"/>
                </a:solidFill>
                <a:latin typeface="楷体_GB2312" charset="0"/>
              </a:rPr>
              <a:t>,</a:t>
            </a:r>
            <a:r>
              <a:rPr lang="zh-CN" altLang="en-US" sz="2400" dirty="0">
                <a:solidFill>
                  <a:srgbClr val="000066"/>
                </a:solidFill>
                <a:latin typeface="楷体_GB2312" charset="0"/>
              </a:rPr>
              <a:t>绘图时</a:t>
            </a:r>
            <a:r>
              <a:rPr lang="en-US" altLang="zh-CN" sz="2400" dirty="0">
                <a:solidFill>
                  <a:srgbClr val="000066"/>
                </a:solidFill>
                <a:latin typeface="楷体_GB2312" charset="0"/>
              </a:rPr>
              <a:t>,</a:t>
            </a:r>
            <a:r>
              <a:rPr lang="zh-CN" altLang="en-US" sz="2400" dirty="0">
                <a:solidFill>
                  <a:srgbClr val="000066"/>
                </a:solidFill>
                <a:latin typeface="楷体_GB2312" charset="0"/>
              </a:rPr>
              <a:t>用细木条加压铁</a:t>
            </a:r>
            <a:r>
              <a:rPr lang="en-US" altLang="zh-CN" sz="2400" dirty="0">
                <a:solidFill>
                  <a:srgbClr val="000066"/>
                </a:solidFill>
                <a:latin typeface="楷体_GB2312" charset="0"/>
              </a:rPr>
              <a:t>(</a:t>
            </a:r>
            <a:r>
              <a:rPr lang="zh-CN" altLang="en-US" sz="2400" dirty="0">
                <a:solidFill>
                  <a:srgbClr val="000066"/>
                </a:solidFill>
                <a:latin typeface="楷体_GB2312" charset="0"/>
              </a:rPr>
              <a:t>构成样条</a:t>
            </a:r>
            <a:r>
              <a:rPr lang="en-US" altLang="zh-CN" sz="2400" dirty="0">
                <a:solidFill>
                  <a:srgbClr val="000066"/>
                </a:solidFill>
                <a:latin typeface="楷体_GB2312" charset="0"/>
              </a:rPr>
              <a:t>!)</a:t>
            </a:r>
            <a:r>
              <a:rPr lang="zh-CN" altLang="en-US" sz="2400" dirty="0">
                <a:solidFill>
                  <a:srgbClr val="000066"/>
                </a:solidFill>
                <a:latin typeface="楷体_GB2312" charset="0"/>
              </a:rPr>
              <a:t>固定在样点上，在其它地方让它自由弯曲，然后画下长条的曲线，该曲线光滑且在结点处具有连续的曲率。</a:t>
            </a:r>
            <a:endParaRPr kumimoji="1" lang="en-US" altLang="zh-CN" sz="2400" dirty="0">
              <a:solidFill>
                <a:srgbClr val="000066"/>
              </a:solidFill>
              <a:latin typeface="楷体_GB2312" charset="0"/>
            </a:endParaRPr>
          </a:p>
        </p:txBody>
      </p:sp>
      <p:pic>
        <p:nvPicPr>
          <p:cNvPr id="4" name="Picture 4" descr="draftspl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501008"/>
            <a:ext cx="4478748" cy="33595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boeing-spli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500884"/>
            <a:ext cx="3917542" cy="335711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4299">
            <a:extLst>
              <a:ext uri="{FF2B5EF4-FFF2-40B4-BE49-F238E27FC236}">
                <a16:creationId xmlns:a16="http://schemas.microsoft.com/office/drawing/2014/main" id="{C68ADB93-B2D4-3B48-9364-BB79959D8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4" y="247650"/>
            <a:ext cx="6781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b="1" dirty="0">
                <a:solidFill>
                  <a:srgbClr val="002060"/>
                </a:solidFill>
              </a:rPr>
              <a:t>样条插值</a:t>
            </a:r>
            <a:endParaRPr lang="en-US" altLang="zh-CN" sz="4000" b="1" dirty="0">
              <a:solidFill>
                <a:srgbClr val="002060"/>
              </a:solidFill>
              <a:latin typeface="Arial" charset="0"/>
            </a:endParaRPr>
          </a:p>
        </p:txBody>
      </p:sp>
      <p:sp>
        <p:nvSpPr>
          <p:cNvPr id="7" name="Process 6">
            <a:extLst>
              <a:ext uri="{FF2B5EF4-FFF2-40B4-BE49-F238E27FC236}">
                <a16:creationId xmlns:a16="http://schemas.microsoft.com/office/drawing/2014/main" id="{7D4AEE26-4A6F-2646-BAF0-518FFBE8BE48}"/>
              </a:ext>
            </a:extLst>
          </p:cNvPr>
          <p:cNvSpPr/>
          <p:nvPr/>
        </p:nvSpPr>
        <p:spPr>
          <a:xfrm>
            <a:off x="330743" y="9144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9937518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5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68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3634" name="Object 2"/>
          <p:cNvGraphicFramePr>
            <a:graphicFrameLocks noChangeAspect="1"/>
          </p:cNvGraphicFramePr>
          <p:nvPr/>
        </p:nvGraphicFramePr>
        <p:xfrm>
          <a:off x="4105275" y="1014413"/>
          <a:ext cx="26987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45363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5275" y="1014413"/>
                        <a:ext cx="269875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3635" name="Text Box 3"/>
          <p:cNvSpPr txBox="1">
            <a:spLocks noChangeArrowheads="1"/>
          </p:cNvSpPr>
          <p:nvPr/>
        </p:nvSpPr>
        <p:spPr bwMode="auto">
          <a:xfrm>
            <a:off x="392113" y="3063875"/>
            <a:ext cx="8428037" cy="1302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ts val="750"/>
              </a:spcBef>
              <a:spcAft>
                <a:spcPts val="800"/>
              </a:spcAft>
            </a:pP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  <a:ea typeface="黑体" charset="0"/>
                <a:cs typeface="黑体" charset="0"/>
              </a:rPr>
              <a:t>     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(1)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  <a:ea typeface="黑体" charset="0"/>
                <a:cs typeface="黑体" charset="0"/>
              </a:rPr>
              <a:t>  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S(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charset="0"/>
              </a:rPr>
              <a:t>x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)</a:t>
            </a:r>
            <a:r>
              <a:rPr lang="zh-CN" altLang="en-US" sz="24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在每个子区间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[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charset="0"/>
              </a:rPr>
              <a:t>x</a:t>
            </a:r>
            <a:r>
              <a:rPr lang="en-US" altLang="zh-CN" sz="2400" b="1" baseline="-25000" dirty="0">
                <a:solidFill>
                  <a:srgbClr val="000066"/>
                </a:solidFill>
                <a:latin typeface="Times New Roman" charset="0"/>
              </a:rPr>
              <a:t>i 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, 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charset="0"/>
              </a:rPr>
              <a:t>x</a:t>
            </a:r>
            <a:r>
              <a:rPr lang="en-US" altLang="zh-CN" sz="2400" b="1" baseline="-25000" dirty="0">
                <a:solidFill>
                  <a:srgbClr val="000066"/>
                </a:solidFill>
                <a:latin typeface="Times New Roman" charset="0"/>
              </a:rPr>
              <a:t>i+1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](</a:t>
            </a:r>
            <a:r>
              <a:rPr lang="en-US" altLang="zh-CN" sz="2400" b="1" i="1" dirty="0" err="1">
                <a:solidFill>
                  <a:srgbClr val="000066"/>
                </a:solidFill>
                <a:latin typeface="Times New Roman" charset="0"/>
              </a:rPr>
              <a:t>i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=0,1,2,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  <a:sym typeface="Wingdings" charset="0"/>
              </a:rPr>
              <a:t>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,n-1)</a:t>
            </a:r>
            <a:r>
              <a:rPr lang="zh-CN" altLang="en-US" sz="24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上是次数不超过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m</a:t>
            </a:r>
            <a:r>
              <a:rPr lang="zh-CN" altLang="en-US" sz="24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的多项式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;</a:t>
            </a:r>
          </a:p>
          <a:p>
            <a:pPr eaLnBrk="0" hangingPunct="0"/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      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(2)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  S(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charset="0"/>
              </a:rPr>
              <a:t>x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)</a:t>
            </a:r>
            <a:r>
              <a:rPr lang="zh-CN" altLang="en-US" sz="24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在区间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[a , b]</a:t>
            </a:r>
            <a:r>
              <a:rPr lang="zh-CN" altLang="en-US" sz="24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上有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m-1</a:t>
            </a:r>
            <a:r>
              <a:rPr lang="zh-CN" altLang="en-US" sz="24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阶连续导数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;</a:t>
            </a:r>
            <a:endParaRPr kumimoji="1" lang="en-US" altLang="zh-CN" sz="2400" b="1" dirty="0">
              <a:solidFill>
                <a:srgbClr val="000066"/>
              </a:solidFill>
              <a:latin typeface="Times New Roman" charset="0"/>
            </a:endParaRPr>
          </a:p>
        </p:txBody>
      </p:sp>
      <p:sp>
        <p:nvSpPr>
          <p:cNvPr id="453636" name="Text Box 4"/>
          <p:cNvSpPr txBox="1">
            <a:spLocks noChangeArrowheads="1"/>
          </p:cNvSpPr>
          <p:nvPr/>
        </p:nvSpPr>
        <p:spPr bwMode="auto">
          <a:xfrm>
            <a:off x="207963" y="5006420"/>
            <a:ext cx="8936037" cy="937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  <a:ea typeface="黑体" charset="0"/>
                <a:cs typeface="黑体" charset="0"/>
              </a:rPr>
              <a:t>     </a:t>
            </a:r>
            <a:r>
              <a:rPr lang="zh-CN" altLang="en-US" sz="24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则称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S(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charset="0"/>
              </a:rPr>
              <a:t>x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)</a:t>
            </a:r>
            <a:r>
              <a:rPr lang="zh-CN" altLang="en-US" sz="24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是定义在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[a ,b]</a:t>
            </a:r>
            <a:r>
              <a:rPr lang="zh-CN" altLang="en-US" sz="24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上的</a:t>
            </a:r>
            <a:r>
              <a:rPr lang="en-US" altLang="zh-CN" sz="2400" b="1" dirty="0">
                <a:solidFill>
                  <a:srgbClr val="CC0000"/>
                </a:solidFill>
                <a:latin typeface="Times New Roman" charset="0"/>
                <a:ea typeface="黑体" charset="0"/>
                <a:cs typeface="黑体" charset="0"/>
              </a:rPr>
              <a:t>m</a:t>
            </a:r>
            <a:r>
              <a:rPr lang="zh-CN" altLang="en-US" sz="2400" b="1" dirty="0">
                <a:solidFill>
                  <a:srgbClr val="CC0000"/>
                </a:solidFill>
                <a:latin typeface="Times New Roman" charset="0"/>
                <a:ea typeface="楷体_GB2312" charset="0"/>
                <a:cs typeface="楷体_GB2312" charset="0"/>
              </a:rPr>
              <a:t>次样条函数</a:t>
            </a:r>
            <a:r>
              <a:rPr lang="zh-CN" altLang="en-US" sz="2400" b="1" dirty="0">
                <a:solidFill>
                  <a:srgbClr val="000066"/>
                </a:solidFill>
                <a:latin typeface="Times New Roman" charset="0"/>
              </a:rPr>
              <a:t>。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charset="0"/>
              </a:rPr>
              <a:t>x</a:t>
            </a:r>
            <a:r>
              <a:rPr lang="en-US" altLang="zh-CN" sz="2400" b="1" baseline="-25000" dirty="0">
                <a:solidFill>
                  <a:srgbClr val="000066"/>
                </a:solidFill>
                <a:latin typeface="Times New Roman" charset="0"/>
              </a:rPr>
              <a:t>0</a:t>
            </a:r>
            <a:r>
              <a:rPr lang="zh-CN" altLang="en-US" sz="2400" b="1" dirty="0">
                <a:solidFill>
                  <a:srgbClr val="000066"/>
                </a:solidFill>
                <a:latin typeface="Times New Roman" charset="0"/>
              </a:rPr>
              <a:t>，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charset="0"/>
              </a:rPr>
              <a:t>x</a:t>
            </a:r>
            <a:r>
              <a:rPr lang="en-US" altLang="zh-CN" sz="2400" b="1" baseline="-25000" dirty="0">
                <a:solidFill>
                  <a:srgbClr val="000066"/>
                </a:solidFill>
                <a:latin typeface="Times New Roman" charset="0"/>
              </a:rPr>
              <a:t>1</a:t>
            </a:r>
            <a:r>
              <a:rPr lang="zh-CN" altLang="en-US" sz="2400" b="1" dirty="0">
                <a:solidFill>
                  <a:srgbClr val="000066"/>
                </a:solidFill>
                <a:latin typeface="Times New Roman" charset="0"/>
              </a:rPr>
              <a:t>，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charset="0"/>
              </a:rPr>
              <a:t>x</a:t>
            </a:r>
            <a:r>
              <a:rPr lang="en-US" altLang="zh-CN" sz="2400" b="1" baseline="-25000" dirty="0">
                <a:solidFill>
                  <a:srgbClr val="000066"/>
                </a:solidFill>
                <a:latin typeface="Times New Roman" charset="0"/>
              </a:rPr>
              <a:t>2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, 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  <a:sym typeface="Wingdings" charset="0"/>
              </a:rPr>
              <a:t></a:t>
            </a:r>
            <a:r>
              <a:rPr lang="zh-CN" altLang="en-US" sz="24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称为</a:t>
            </a:r>
            <a:r>
              <a:rPr lang="zh-CN" altLang="en-US" sz="2400" b="1" dirty="0">
                <a:solidFill>
                  <a:srgbClr val="CC0000"/>
                </a:solidFill>
                <a:latin typeface="Times New Roman" charset="0"/>
                <a:ea typeface="楷体_GB2312" charset="0"/>
                <a:cs typeface="楷体_GB2312" charset="0"/>
              </a:rPr>
              <a:t>样条结点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,</a:t>
            </a:r>
            <a:r>
              <a:rPr lang="zh-CN" altLang="en-US" sz="24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其中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charset="0"/>
              </a:rPr>
              <a:t>x</a:t>
            </a:r>
            <a:r>
              <a:rPr lang="en-US" altLang="zh-CN" sz="2400" b="1" baseline="-25000" dirty="0">
                <a:solidFill>
                  <a:srgbClr val="000066"/>
                </a:solidFill>
                <a:latin typeface="Times New Roman" charset="0"/>
              </a:rPr>
              <a:t>1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,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  <a:sym typeface="Wingdings" charset="0"/>
              </a:rPr>
              <a:t>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,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charset="0"/>
              </a:rPr>
              <a:t>x</a:t>
            </a:r>
            <a:r>
              <a:rPr lang="en-US" altLang="zh-CN" sz="2400" b="1" baseline="-25000" dirty="0">
                <a:solidFill>
                  <a:srgbClr val="000066"/>
                </a:solidFill>
                <a:latin typeface="Times New Roman" charset="0"/>
              </a:rPr>
              <a:t>n-1</a:t>
            </a:r>
            <a:r>
              <a:rPr lang="zh-CN" altLang="en-US" sz="24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称为</a:t>
            </a:r>
            <a:r>
              <a:rPr lang="zh-CN" altLang="en-US" sz="2400" b="1" dirty="0">
                <a:solidFill>
                  <a:srgbClr val="CC0000"/>
                </a:solidFill>
                <a:latin typeface="Times New Roman" charset="0"/>
                <a:ea typeface="楷体_GB2312" charset="0"/>
                <a:cs typeface="楷体_GB2312" charset="0"/>
              </a:rPr>
              <a:t>内结点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, 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charset="0"/>
              </a:rPr>
              <a:t>x</a:t>
            </a:r>
            <a:r>
              <a:rPr lang="en-US" altLang="zh-CN" sz="2400" b="1" baseline="-25000" dirty="0">
                <a:solidFill>
                  <a:srgbClr val="000066"/>
                </a:solidFill>
                <a:latin typeface="Times New Roman" charset="0"/>
              </a:rPr>
              <a:t>0 </a:t>
            </a:r>
            <a:r>
              <a:rPr lang="en-US" altLang="zh-CN" sz="2400" b="1" dirty="0">
                <a:solidFill>
                  <a:srgbClr val="000066"/>
                </a:solidFill>
                <a:latin typeface="Times New Roman" charset="0"/>
              </a:rPr>
              <a:t>, </a:t>
            </a:r>
            <a:r>
              <a:rPr lang="en-US" altLang="zh-CN" sz="2400" b="1" i="1" dirty="0" err="1">
                <a:solidFill>
                  <a:srgbClr val="000066"/>
                </a:solidFill>
                <a:latin typeface="Times New Roman" charset="0"/>
              </a:rPr>
              <a:t>x</a:t>
            </a:r>
            <a:r>
              <a:rPr lang="en-US" altLang="zh-CN" sz="2400" b="1" baseline="-25000" dirty="0" err="1">
                <a:solidFill>
                  <a:srgbClr val="000066"/>
                </a:solidFill>
                <a:latin typeface="Times New Roman" charset="0"/>
              </a:rPr>
              <a:t>n</a:t>
            </a:r>
            <a:r>
              <a:rPr lang="en-US" altLang="zh-CN" sz="2400" b="1" baseline="-25000" dirty="0">
                <a:solidFill>
                  <a:srgbClr val="000066"/>
                </a:solidFill>
                <a:latin typeface="Times New Roman" charset="0"/>
              </a:rPr>
              <a:t> </a:t>
            </a:r>
            <a:r>
              <a:rPr lang="zh-CN" altLang="en-US" sz="24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称为</a:t>
            </a:r>
            <a:r>
              <a:rPr lang="zh-CN" altLang="en-US" sz="2400" b="1" dirty="0">
                <a:solidFill>
                  <a:srgbClr val="CC0000"/>
                </a:solidFill>
                <a:latin typeface="Times New Roman" charset="0"/>
                <a:ea typeface="楷体_GB2312" charset="0"/>
                <a:cs typeface="楷体_GB2312" charset="0"/>
              </a:rPr>
              <a:t>边界结点</a:t>
            </a:r>
            <a:r>
              <a:rPr lang="zh-CN" altLang="en-US" sz="2400" b="1" dirty="0">
                <a:solidFill>
                  <a:srgbClr val="000066"/>
                </a:solidFill>
                <a:latin typeface="Times New Roman" charset="0"/>
              </a:rPr>
              <a:t>。</a:t>
            </a:r>
            <a:endParaRPr kumimoji="1" lang="en-US" altLang="zh-CN" sz="2400" b="1" dirty="0">
              <a:solidFill>
                <a:srgbClr val="CC0000"/>
              </a:solidFill>
              <a:latin typeface="Times New Roman" charset="0"/>
              <a:ea typeface="楷体_GB2312" charset="0"/>
              <a:cs typeface="楷体_GB2312" charset="0"/>
            </a:endParaRPr>
          </a:p>
        </p:txBody>
      </p:sp>
      <p:sp>
        <p:nvSpPr>
          <p:cNvPr id="453637" name="Text Box 5"/>
          <p:cNvSpPr txBox="1">
            <a:spLocks noChangeArrowheads="1"/>
          </p:cNvSpPr>
          <p:nvPr/>
        </p:nvSpPr>
        <p:spPr bwMode="auto">
          <a:xfrm>
            <a:off x="250825" y="1125538"/>
            <a:ext cx="867568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     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设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charset="0"/>
              </a:rPr>
              <a:t>S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(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charset="0"/>
              </a:rPr>
              <a:t>x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是区间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[</a:t>
            </a:r>
            <a:r>
              <a:rPr lang="en-US" altLang="zh-CN" sz="2800" b="1" dirty="0" err="1">
                <a:solidFill>
                  <a:srgbClr val="000066"/>
                </a:solidFill>
                <a:latin typeface="Times New Roman" charset="0"/>
              </a:rPr>
              <a:t>a,b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]</a:t>
            </a:r>
            <a:r>
              <a:rPr lang="zh-CN" altLang="en-US" sz="28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上的函数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,</a:t>
            </a:r>
            <a:r>
              <a:rPr lang="zh-CN" altLang="en-US" sz="28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在区间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[</a:t>
            </a:r>
            <a:r>
              <a:rPr lang="en-US" altLang="zh-CN" sz="2800" b="1" dirty="0" err="1">
                <a:solidFill>
                  <a:srgbClr val="000066"/>
                </a:solidFill>
                <a:latin typeface="Times New Roman" charset="0"/>
              </a:rPr>
              <a:t>a,b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]</a:t>
            </a:r>
            <a:r>
              <a:rPr lang="zh-CN" altLang="en-US" sz="28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上给定一</a:t>
            </a:r>
            <a:endParaRPr lang="en-US" altLang="zh-CN" sz="2800" b="1" dirty="0">
              <a:solidFill>
                <a:srgbClr val="000066"/>
              </a:solidFill>
              <a:latin typeface="Times New Roman" charset="0"/>
              <a:ea typeface="楷体_GB2312" charset="0"/>
              <a:cs typeface="楷体_GB2312" charset="0"/>
            </a:endParaRPr>
          </a:p>
          <a:p>
            <a:pPr eaLnBrk="0" hangingPunct="0"/>
            <a:r>
              <a:rPr lang="zh-CN" altLang="en-US" sz="28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组节点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:</a:t>
            </a:r>
          </a:p>
          <a:p>
            <a:pPr eaLnBrk="0" hangingPunct="0"/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                     a=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charset="0"/>
              </a:rPr>
              <a:t>x</a:t>
            </a:r>
            <a:r>
              <a:rPr lang="en-US" altLang="zh-CN" sz="2800" b="1" baseline="-25000" dirty="0">
                <a:solidFill>
                  <a:srgbClr val="000066"/>
                </a:solidFill>
                <a:latin typeface="Times New Roman" charset="0"/>
              </a:rPr>
              <a:t>0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&lt;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charset="0"/>
              </a:rPr>
              <a:t>x</a:t>
            </a:r>
            <a:r>
              <a:rPr lang="en-US" altLang="zh-CN" sz="2800" b="1" baseline="-25000" dirty="0">
                <a:solidFill>
                  <a:srgbClr val="000066"/>
                </a:solidFill>
                <a:latin typeface="Times New Roman" charset="0"/>
              </a:rPr>
              <a:t>1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&lt;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charset="0"/>
              </a:rPr>
              <a:t>x</a:t>
            </a:r>
            <a:r>
              <a:rPr lang="en-US" altLang="zh-CN" sz="2800" b="1" baseline="-25000" dirty="0">
                <a:solidFill>
                  <a:srgbClr val="000066"/>
                </a:solidFill>
                <a:latin typeface="Times New Roman" charset="0"/>
              </a:rPr>
              <a:t>2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&lt;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  <a:sym typeface="Wingdings" charset="0"/>
              </a:rPr>
              <a:t>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&lt;</a:t>
            </a:r>
            <a:r>
              <a:rPr lang="en-US" altLang="zh-CN" sz="2800" b="1" i="1" dirty="0" err="1">
                <a:solidFill>
                  <a:srgbClr val="000066"/>
                </a:solidFill>
                <a:latin typeface="Times New Roman" charset="0"/>
              </a:rPr>
              <a:t>x</a:t>
            </a:r>
            <a:r>
              <a:rPr lang="en-US" altLang="zh-CN" sz="2800" b="1" baseline="-25000" dirty="0" err="1">
                <a:solidFill>
                  <a:srgbClr val="000066"/>
                </a:solidFill>
                <a:latin typeface="Times New Roman" charset="0"/>
              </a:rPr>
              <a:t>n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=b</a:t>
            </a:r>
          </a:p>
          <a:p>
            <a:pPr eaLnBrk="0" hangingPunct="0"/>
            <a:r>
              <a:rPr lang="zh-CN" altLang="en-US" sz="28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若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S(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charset="0"/>
              </a:rPr>
              <a:t>x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Times New Roman" charset="0"/>
                <a:ea typeface="楷体_GB2312" charset="0"/>
                <a:cs typeface="楷体_GB2312" charset="0"/>
              </a:rPr>
              <a:t>满足条件</a:t>
            </a:r>
            <a:endParaRPr lang="en-US" altLang="zh-CN" sz="2800" b="1" dirty="0">
              <a:solidFill>
                <a:srgbClr val="000066"/>
              </a:solidFill>
              <a:latin typeface="Times New Roman" charset="0"/>
              <a:ea typeface="楷体_GB2312" charset="0"/>
              <a:cs typeface="楷体_GB2312" charset="0"/>
            </a:endParaRPr>
          </a:p>
        </p:txBody>
      </p:sp>
      <p:sp>
        <p:nvSpPr>
          <p:cNvPr id="9" name="Text Box 4299">
            <a:extLst>
              <a:ext uri="{FF2B5EF4-FFF2-40B4-BE49-F238E27FC236}">
                <a16:creationId xmlns:a16="http://schemas.microsoft.com/office/drawing/2014/main" id="{E47D2F57-1657-8346-A1FE-05F4E7913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4" y="247650"/>
            <a:ext cx="6781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b="1" dirty="0">
                <a:solidFill>
                  <a:srgbClr val="002060"/>
                </a:solidFill>
              </a:rPr>
              <a:t>样条函数</a:t>
            </a:r>
            <a:endParaRPr lang="en-US" altLang="zh-CN" sz="4000" b="1" dirty="0">
              <a:solidFill>
                <a:srgbClr val="002060"/>
              </a:solidFill>
              <a:latin typeface="Arial" charset="0"/>
            </a:endParaRPr>
          </a:p>
        </p:txBody>
      </p:sp>
      <p:sp>
        <p:nvSpPr>
          <p:cNvPr id="10" name="Process 9">
            <a:extLst>
              <a:ext uri="{FF2B5EF4-FFF2-40B4-BE49-F238E27FC236}">
                <a16:creationId xmlns:a16="http://schemas.microsoft.com/office/drawing/2014/main" id="{17EF5F32-E13D-AB42-B8CD-0AB344E9B0EE}"/>
              </a:ext>
            </a:extLst>
          </p:cNvPr>
          <p:cNvSpPr/>
          <p:nvPr/>
        </p:nvSpPr>
        <p:spPr>
          <a:xfrm>
            <a:off x="330743" y="9144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27004"/>
      </p:ext>
    </p:ext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3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3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3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3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635" grpId="0" autoUpdateAnimBg="0"/>
      <p:bldP spid="453636" grpId="0" autoUpdateAnimBg="0"/>
      <p:bldP spid="45363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1389100"/>
            <a:ext cx="6840760" cy="5468899"/>
          </a:xfrm>
          <a:prstGeom prst="rect">
            <a:avLst/>
          </a:prstGeom>
        </p:spPr>
      </p:pic>
      <p:sp>
        <p:nvSpPr>
          <p:cNvPr id="5" name="Text Box 4299">
            <a:extLst>
              <a:ext uri="{FF2B5EF4-FFF2-40B4-BE49-F238E27FC236}">
                <a16:creationId xmlns:a16="http://schemas.microsoft.com/office/drawing/2014/main" id="{0C171679-2064-9140-9A15-B158864BF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4" y="247650"/>
            <a:ext cx="6781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b="1" dirty="0">
                <a:solidFill>
                  <a:srgbClr val="002060"/>
                </a:solidFill>
              </a:rPr>
              <a:t>二次样条插值</a:t>
            </a:r>
            <a:endParaRPr lang="en-US" altLang="zh-CN" sz="4000" b="1" dirty="0">
              <a:solidFill>
                <a:srgbClr val="002060"/>
              </a:solidFill>
              <a:latin typeface="Arial" charset="0"/>
            </a:endParaRPr>
          </a:p>
        </p:txBody>
      </p:sp>
      <p:sp>
        <p:nvSpPr>
          <p:cNvPr id="6" name="Process 5">
            <a:extLst>
              <a:ext uri="{FF2B5EF4-FFF2-40B4-BE49-F238E27FC236}">
                <a16:creationId xmlns:a16="http://schemas.microsoft.com/office/drawing/2014/main" id="{10E36A6A-E9A5-3445-B110-07F05AE842CB}"/>
              </a:ext>
            </a:extLst>
          </p:cNvPr>
          <p:cNvSpPr/>
          <p:nvPr/>
        </p:nvSpPr>
        <p:spPr>
          <a:xfrm>
            <a:off x="330743" y="9144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686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37CAF908-7620-5540-9426-FD4FB9D65A9E}" type="slidenum">
              <a:rPr lang="en-US" sz="1400"/>
              <a:pPr eaLnBrk="1" hangingPunct="1"/>
              <a:t>8</a:t>
            </a:fld>
            <a:endParaRPr lang="en-US" sz="1400"/>
          </a:p>
        </p:txBody>
      </p:sp>
      <p:sp>
        <p:nvSpPr>
          <p:cNvPr id="61444" name="Rectangle 1055"/>
          <p:cNvSpPr>
            <a:spLocks noGrp="1" noChangeArrowheads="1"/>
          </p:cNvSpPr>
          <p:nvPr>
            <p:ph type="title" idx="4294967295"/>
          </p:nvPr>
        </p:nvSpPr>
        <p:spPr>
          <a:xfrm>
            <a:off x="27856" y="990600"/>
            <a:ext cx="9116144" cy="1143000"/>
          </a:xfrm>
        </p:spPr>
        <p:txBody>
          <a:bodyPr/>
          <a:lstStyle/>
          <a:p>
            <a:pPr marL="571500" indent="-571500" algn="l">
              <a:buFont typeface="Wingdings" charset="2"/>
              <a:buChar char="Ø"/>
            </a:pPr>
            <a:r>
              <a:rPr lang="zh-CN" altLang="en-US" sz="3200" dirty="0">
                <a:latin typeface="Tahoma" charset="0"/>
              </a:rPr>
              <a:t>采用光滑的分段二次多项式连接样条结点</a:t>
            </a:r>
            <a:endParaRPr lang="en-US" sz="3200" dirty="0">
              <a:latin typeface="Tahoma" charset="0"/>
            </a:endParaRPr>
          </a:p>
        </p:txBody>
      </p:sp>
      <p:pic>
        <p:nvPicPr>
          <p:cNvPr id="61445" name="Picture 1059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68"/>
          <a:stretch/>
        </p:blipFill>
        <p:spPr bwMode="auto">
          <a:xfrm>
            <a:off x="-718330" y="2132856"/>
            <a:ext cx="11194986" cy="3391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6"/>
          <a:srcRect r="8741"/>
          <a:stretch/>
        </p:blipFill>
        <p:spPr>
          <a:xfrm>
            <a:off x="5209598" y="2304257"/>
            <a:ext cx="3826898" cy="3068959"/>
          </a:xfrm>
          <a:prstGeom prst="rect">
            <a:avLst/>
          </a:prstGeom>
        </p:spPr>
      </p:pic>
      <p:sp>
        <p:nvSpPr>
          <p:cNvPr id="9" name="Rectangle 1055"/>
          <p:cNvSpPr txBox="1">
            <a:spLocks noChangeArrowheads="1"/>
          </p:cNvSpPr>
          <p:nvPr/>
        </p:nvSpPr>
        <p:spPr bwMode="auto">
          <a:xfrm>
            <a:off x="611560" y="5517232"/>
            <a:ext cx="612068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algn="l"/>
            <a:r>
              <a:rPr lang="zh-CN" altLang="en-US" sz="3200" b="1" dirty="0">
                <a:solidFill>
                  <a:schemeClr val="tx1"/>
                </a:solidFill>
                <a:latin typeface="Tahoma" charset="0"/>
              </a:rPr>
              <a:t>如何确定</a:t>
            </a:r>
            <a:r>
              <a:rPr lang="en-US" altLang="zh-CN" sz="3200" b="1" dirty="0">
                <a:solidFill>
                  <a:schemeClr val="tx1"/>
                </a:solidFill>
                <a:latin typeface="Tahoma" charset="0"/>
              </a:rPr>
              <a:t>3n</a:t>
            </a:r>
            <a:r>
              <a:rPr lang="zh-CN" altLang="en-US" sz="3200" b="1" dirty="0">
                <a:solidFill>
                  <a:schemeClr val="tx1"/>
                </a:solidFill>
                <a:latin typeface="Tahoma" charset="0"/>
              </a:rPr>
              <a:t>个系数？</a:t>
            </a:r>
            <a:endParaRPr lang="en-US" sz="3200" b="1" dirty="0">
              <a:solidFill>
                <a:schemeClr val="tx1"/>
              </a:solidFill>
              <a:latin typeface="Tahoma" charset="0"/>
            </a:endParaRPr>
          </a:p>
        </p:txBody>
      </p:sp>
      <p:sp>
        <p:nvSpPr>
          <p:cNvPr id="7" name="Text Box 4299">
            <a:extLst>
              <a:ext uri="{FF2B5EF4-FFF2-40B4-BE49-F238E27FC236}">
                <a16:creationId xmlns:a16="http://schemas.microsoft.com/office/drawing/2014/main" id="{0DF76B51-9E14-6849-9E21-E28824235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4" y="247650"/>
            <a:ext cx="6781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b="1" dirty="0">
                <a:solidFill>
                  <a:srgbClr val="002060"/>
                </a:solidFill>
              </a:rPr>
              <a:t>二次样条插值</a:t>
            </a:r>
            <a:endParaRPr lang="en-US" altLang="zh-CN" sz="4000" b="1" dirty="0">
              <a:solidFill>
                <a:srgbClr val="002060"/>
              </a:solidFill>
              <a:latin typeface="Arial" charset="0"/>
            </a:endParaRPr>
          </a:p>
        </p:txBody>
      </p:sp>
      <p:sp>
        <p:nvSpPr>
          <p:cNvPr id="10" name="Process 9">
            <a:extLst>
              <a:ext uri="{FF2B5EF4-FFF2-40B4-BE49-F238E27FC236}">
                <a16:creationId xmlns:a16="http://schemas.microsoft.com/office/drawing/2014/main" id="{BFD688EF-9EDF-D24C-B39B-8488CF09EBC3}"/>
              </a:ext>
            </a:extLst>
          </p:cNvPr>
          <p:cNvSpPr/>
          <p:nvPr/>
        </p:nvSpPr>
        <p:spPr>
          <a:xfrm>
            <a:off x="330743" y="9144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4240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081B778-97F2-F648-824D-FE5AC75E2956}" type="slidenum">
              <a:rPr lang="en-US" sz="1400"/>
              <a:pPr eaLnBrk="1" hangingPunct="1"/>
              <a:t>9</a:t>
            </a:fld>
            <a:endParaRPr lang="en-US" sz="1400"/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16632"/>
            <a:ext cx="8640960" cy="1211263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>
                <a:latin typeface="Tahoma" charset="0"/>
              </a:rPr>
              <a:t>1</a:t>
            </a:r>
            <a:r>
              <a:rPr lang="zh-CN" altLang="en-US" sz="2800" b="1" dirty="0">
                <a:latin typeface="Tahoma" charset="0"/>
              </a:rPr>
              <a:t>、每一段样条曲线在两端结点有如下方程成立</a:t>
            </a:r>
            <a:endParaRPr lang="en-US" sz="2800" b="1" dirty="0">
              <a:latin typeface="Tahoma" charset="0"/>
            </a:endParaRPr>
          </a:p>
        </p:txBody>
      </p:sp>
      <p:pic>
        <p:nvPicPr>
          <p:cNvPr id="62469" name="Picture 19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2" t="5091" r="50939" b="5746"/>
          <a:stretch/>
        </p:blipFill>
        <p:spPr bwMode="auto">
          <a:xfrm>
            <a:off x="894279" y="980728"/>
            <a:ext cx="3899056" cy="5974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0" name="Picture 2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438400"/>
            <a:ext cx="4114800" cy="292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3491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AD936E05-58B6-894E-A443-F2C3EB12A8DB}" type="slidenum">
              <a:rPr lang="en-US" sz="1400"/>
              <a:pPr eaLnBrk="1" hangingPunct="1"/>
              <a:t>10</a:t>
            </a:fld>
            <a:endParaRPr lang="en-US" sz="1400"/>
          </a:p>
        </p:txBody>
      </p:sp>
      <p:pic>
        <p:nvPicPr>
          <p:cNvPr id="63493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54" t="72648" r="57268"/>
          <a:stretch/>
        </p:blipFill>
        <p:spPr bwMode="auto">
          <a:xfrm>
            <a:off x="539552" y="3789040"/>
            <a:ext cx="3909889" cy="1390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4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368823"/>
            <a:ext cx="4267200" cy="308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22648" y="548680"/>
            <a:ext cx="8568952" cy="121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algn="l"/>
            <a:r>
              <a:rPr lang="zh-CN" altLang="zh-CN" sz="2800" b="1" dirty="0">
                <a:solidFill>
                  <a:schemeClr val="tx1"/>
                </a:solidFill>
                <a:latin typeface="Tahoma" charset="0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latin typeface="Tahoma" charset="0"/>
              </a:rPr>
              <a:t>、在每一个内结点处有两侧导数值相等，如在内结点</a:t>
            </a:r>
            <a:r>
              <a:rPr lang="en-US" altLang="zh-CN" sz="2800" b="1" dirty="0">
                <a:solidFill>
                  <a:schemeClr val="tx1"/>
                </a:solidFill>
                <a:latin typeface="Tahoma" charset="0"/>
              </a:rPr>
              <a:t>x1</a:t>
            </a:r>
            <a:r>
              <a:rPr lang="zh-CN" altLang="en-US" sz="2800" b="1" dirty="0">
                <a:solidFill>
                  <a:schemeClr val="tx1"/>
                </a:solidFill>
                <a:latin typeface="Tahoma" charset="0"/>
              </a:rPr>
              <a:t>处两侧抛物线导数分别为</a:t>
            </a:r>
            <a:endParaRPr lang="en-US" sz="2800" b="1" dirty="0">
              <a:solidFill>
                <a:schemeClr val="tx1"/>
              </a:solidFill>
              <a:latin typeface="Tahoma" charset="0"/>
            </a:endParaRPr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41" r="75241" b="67424"/>
          <a:stretch/>
        </p:blipFill>
        <p:spPr bwMode="auto">
          <a:xfrm>
            <a:off x="-275363" y="1628800"/>
            <a:ext cx="3407203" cy="714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53" t="19340" r="58470" b="66085"/>
          <a:stretch/>
        </p:blipFill>
        <p:spPr bwMode="auto">
          <a:xfrm>
            <a:off x="3779912" y="1628800"/>
            <a:ext cx="1550269" cy="79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10" r="75766" b="41052"/>
          <a:stretch/>
        </p:blipFill>
        <p:spPr bwMode="auto">
          <a:xfrm>
            <a:off x="-298276" y="2204864"/>
            <a:ext cx="3214092" cy="782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56" t="47599" r="58039" b="41004"/>
          <a:stretch/>
        </p:blipFill>
        <p:spPr bwMode="auto">
          <a:xfrm>
            <a:off x="3212787" y="2423613"/>
            <a:ext cx="2295317" cy="645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3139970" y="2420888"/>
            <a:ext cx="5679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Wingdings"/>
                <a:ea typeface="Wingdings"/>
                <a:cs typeface="Wingdings"/>
              </a:rPr>
              <a:t>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139970" y="1825660"/>
            <a:ext cx="5679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Wingdings"/>
                <a:ea typeface="Wingdings"/>
                <a:cs typeface="Wingdings"/>
              </a:rPr>
              <a:t>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916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981200"/>
            <a:ext cx="4419600" cy="319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8" name="Picture 7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65" t="5542" r="47590" b="17988"/>
          <a:stretch/>
        </p:blipFill>
        <p:spPr bwMode="auto">
          <a:xfrm>
            <a:off x="323528" y="980728"/>
            <a:ext cx="4392487" cy="4901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51520" y="44624"/>
            <a:ext cx="8568952" cy="121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Tahoma" charset="0"/>
              </a:rPr>
              <a:t>类似地，对其他内结点有如下方程</a:t>
            </a:r>
            <a:endParaRPr lang="en-US" sz="2800" b="1" dirty="0">
              <a:solidFill>
                <a:schemeClr val="tx1"/>
              </a:solidFill>
              <a:latin typeface="Tahoma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79512" y="5673565"/>
            <a:ext cx="8964488" cy="121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algn="l"/>
            <a:r>
              <a:rPr lang="zh-CN" altLang="zh-CN" sz="2400" b="1" dirty="0">
                <a:solidFill>
                  <a:schemeClr val="tx1"/>
                </a:solidFill>
                <a:latin typeface="Tahoma" charset="0"/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  <a:latin typeface="Tahoma" charset="0"/>
              </a:rPr>
              <a:t>、总共有</a:t>
            </a:r>
            <a:r>
              <a:rPr lang="en-US" altLang="zh-CN" sz="2400" b="1" dirty="0">
                <a:solidFill>
                  <a:schemeClr val="tx1"/>
                </a:solidFill>
                <a:latin typeface="Tahoma" charset="0"/>
              </a:rPr>
              <a:t>2n+(n-1)=3n-1</a:t>
            </a:r>
            <a:r>
              <a:rPr lang="zh-CN" altLang="en-US" sz="2400" b="1" dirty="0">
                <a:solidFill>
                  <a:schemeClr val="tx1"/>
                </a:solidFill>
                <a:latin typeface="Tahoma" charset="0"/>
              </a:rPr>
              <a:t>个方程，需要补充一个边界条件，或者这里假定第一段插值曲线为直线，即</a:t>
            </a:r>
            <a:r>
              <a:rPr lang="en-US" altLang="zh-CN" sz="2400" b="1" dirty="0">
                <a:solidFill>
                  <a:schemeClr val="tx1"/>
                </a:solidFill>
                <a:latin typeface="Tahoma" charset="0"/>
              </a:rPr>
              <a:t>a0=0</a:t>
            </a:r>
            <a:endParaRPr lang="en-US" sz="2400" b="1" dirty="0">
              <a:solidFill>
                <a:schemeClr val="tx1"/>
              </a:solidFill>
              <a:latin typeface="Tahoma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028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F0B0D7FD-A5FB-054C-B7A9-986736CA78C6}" type="slidenum">
              <a:rPr lang="en-US" sz="1400"/>
              <a:pPr eaLnBrk="1" hangingPunct="1"/>
              <a:t>12</a:t>
            </a:fld>
            <a:endParaRPr lang="en-US" sz="1400"/>
          </a:p>
        </p:txBody>
      </p:sp>
      <p:sp>
        <p:nvSpPr>
          <p:cNvPr id="615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23528" y="457200"/>
            <a:ext cx="8136904" cy="297180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charset="0"/>
              <a:buNone/>
            </a:pPr>
            <a:r>
              <a:rPr lang="zh-CN" altLang="en-US" sz="2800" b="1" dirty="0">
                <a:latin typeface="Tahoma" charset="0"/>
              </a:rPr>
              <a:t>例、火箭发射的速度采样点如下，用二次样条插值求</a:t>
            </a:r>
            <a:r>
              <a:rPr lang="en-US" altLang="zh-CN" sz="2800" b="1" dirty="0">
                <a:latin typeface="Tahoma" charset="0"/>
              </a:rPr>
              <a:t>t</a:t>
            </a:r>
            <a:r>
              <a:rPr lang="zh-CN" altLang="en-US" sz="2800" b="1" dirty="0">
                <a:latin typeface="Tahoma" charset="0"/>
              </a:rPr>
              <a:t>＝</a:t>
            </a:r>
            <a:r>
              <a:rPr lang="en-US" altLang="zh-CN" sz="2800" b="1" dirty="0">
                <a:latin typeface="Tahoma" charset="0"/>
              </a:rPr>
              <a:t>16</a:t>
            </a:r>
            <a:r>
              <a:rPr lang="zh-CN" altLang="en-US" sz="2800" b="1" dirty="0">
                <a:latin typeface="Tahoma" charset="0"/>
              </a:rPr>
              <a:t>时的速度</a:t>
            </a:r>
            <a:endParaRPr lang="en-US" sz="2800" b="1" dirty="0">
              <a:latin typeface="Tahoma" charset="0"/>
            </a:endParaRPr>
          </a:p>
        </p:txBody>
      </p:sp>
      <p:sp>
        <p:nvSpPr>
          <p:cNvPr id="6152" name="Rectangle 5"/>
          <p:cNvSpPr>
            <a:spLocks noChangeArrowheads="1"/>
          </p:cNvSpPr>
          <p:nvPr/>
        </p:nvSpPr>
        <p:spPr bwMode="auto">
          <a:xfrm>
            <a:off x="0" y="2000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/>
            <a:endParaRPr lang="en-US" sz="1800">
              <a:latin typeface="Arial" charset="0"/>
            </a:endParaRPr>
          </a:p>
        </p:txBody>
      </p:sp>
      <p:sp>
        <p:nvSpPr>
          <p:cNvPr id="6153" name="Rectangle 6"/>
          <p:cNvSpPr>
            <a:spLocks noChangeArrowheads="1"/>
          </p:cNvSpPr>
          <p:nvPr/>
        </p:nvSpPr>
        <p:spPr bwMode="auto">
          <a:xfrm>
            <a:off x="2066925" y="2100263"/>
            <a:ext cx="6096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/>
            <a:endParaRPr lang="en-US" sz="1800">
              <a:latin typeface="Arial" charset="0"/>
            </a:endParaRPr>
          </a:p>
        </p:txBody>
      </p:sp>
      <p:pic>
        <p:nvPicPr>
          <p:cNvPr id="6157" name="Picture 103" descr="picture of rocke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775568"/>
            <a:ext cx="3384376" cy="4269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06400" y="2204864"/>
          <a:ext cx="3661544" cy="3814937"/>
        </p:xfrm>
        <a:graphic>
          <a:graphicData uri="http://schemas.openxmlformats.org/drawingml/2006/table">
            <a:tbl>
              <a:tblPr/>
              <a:tblGrid>
                <a:gridCol w="1433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499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 (s)</a:t>
                      </a:r>
                    </a:p>
                  </a:txBody>
                  <a:tcPr marL="68590" marR="685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 (m/s)</a:t>
                      </a:r>
                    </a:p>
                  </a:txBody>
                  <a:tcPr marL="68590" marR="685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9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90" marR="685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90" marR="685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9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68590" marR="685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227.04</a:t>
                      </a:r>
                    </a:p>
                  </a:txBody>
                  <a:tcPr marL="68590" marR="685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9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68590" marR="685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362.78</a:t>
                      </a:r>
                    </a:p>
                  </a:txBody>
                  <a:tcPr marL="68590" marR="685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9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68590" marR="685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</a:rPr>
                        <a:t>517.35</a:t>
                      </a:r>
                    </a:p>
                  </a:txBody>
                  <a:tcPr marL="68590" marR="685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9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</a:rPr>
                        <a:t>22.5</a:t>
                      </a:r>
                    </a:p>
                  </a:txBody>
                  <a:tcPr marL="68590" marR="685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</a:rPr>
                        <a:t>602.97</a:t>
                      </a:r>
                    </a:p>
                  </a:txBody>
                  <a:tcPr marL="68590" marR="685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9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68590" marR="685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901.67</a:t>
                      </a:r>
                    </a:p>
                  </a:txBody>
                  <a:tcPr marL="68590" marR="685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146" name="Object 30"/>
          <p:cNvGraphicFramePr>
            <a:graphicFrameLocks noChangeAspect="1"/>
          </p:cNvGraphicFramePr>
          <p:nvPr/>
        </p:nvGraphicFramePr>
        <p:xfrm>
          <a:off x="827584" y="2204864"/>
          <a:ext cx="300183" cy="5326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8746" imgH="152136" progId="Equation.3">
                  <p:embed/>
                </p:oleObj>
              </mc:Choice>
              <mc:Fallback>
                <p:oleObj name="Equation" r:id="rId5" imgW="88746" imgH="152136" progId="Equation.3">
                  <p:embed/>
                  <p:pic>
                    <p:nvPicPr>
                      <p:cNvPr id="6146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2204864"/>
                        <a:ext cx="300183" cy="5326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1"/>
          <p:cNvGraphicFramePr>
            <a:graphicFrameLocks noChangeAspect="1"/>
          </p:cNvGraphicFramePr>
          <p:nvPr/>
        </p:nvGraphicFramePr>
        <p:xfrm>
          <a:off x="2483768" y="2204864"/>
          <a:ext cx="753401" cy="565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469" imgH="203024" progId="Equation.3">
                  <p:embed/>
                </p:oleObj>
              </mc:Choice>
              <mc:Fallback>
                <p:oleObj name="Equation" r:id="rId7" imgW="266469" imgH="203024" progId="Equation.3">
                  <p:embed/>
                  <p:pic>
                    <p:nvPicPr>
                      <p:cNvPr id="6147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2204864"/>
                        <a:ext cx="753401" cy="5650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68472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F648E51-2966-9341-A39E-CBF6C6B8B604}" type="slidenum">
              <a:rPr lang="en-US" sz="1400"/>
              <a:pPr eaLnBrk="1" hangingPunct="1"/>
              <a:t>13</a:t>
            </a:fld>
            <a:endParaRPr lang="en-US" sz="1400"/>
          </a:p>
        </p:txBody>
      </p:sp>
      <p:sp>
        <p:nvSpPr>
          <p:cNvPr id="71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1560" y="404664"/>
            <a:ext cx="7772400" cy="1143000"/>
          </a:xfrm>
        </p:spPr>
        <p:txBody>
          <a:bodyPr anchor="ctr"/>
          <a:lstStyle/>
          <a:p>
            <a:pPr marL="457200" indent="-457200" algn="l" eaLnBrk="1" hangingPunct="1">
              <a:buFont typeface="Wingdings" charset="2"/>
              <a:buChar char="Ø"/>
            </a:pPr>
            <a:r>
              <a:rPr lang="zh-CN" altLang="en-US" sz="3200" b="1" dirty="0">
                <a:latin typeface="Tahoma" charset="0"/>
              </a:rPr>
              <a:t>写出分段二次样条函数</a:t>
            </a:r>
            <a:endParaRPr lang="en-US" sz="3200" b="1" dirty="0">
              <a:latin typeface="Tahoma" charset="0"/>
            </a:endParaRPr>
          </a:p>
        </p:txBody>
      </p:sp>
      <p:sp>
        <p:nvSpPr>
          <p:cNvPr id="7183" name="Text Box 3"/>
          <p:cNvSpPr txBox="1">
            <a:spLocks noChangeArrowheads="1"/>
          </p:cNvSpPr>
          <p:nvPr/>
        </p:nvSpPr>
        <p:spPr bwMode="auto">
          <a:xfrm>
            <a:off x="6146801" y="3009900"/>
            <a:ext cx="134278" cy="257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7184" name="Rectangle 4"/>
          <p:cNvSpPr>
            <a:spLocks noChangeArrowheads="1"/>
          </p:cNvSpPr>
          <p:nvPr/>
        </p:nvSpPr>
        <p:spPr bwMode="auto">
          <a:xfrm>
            <a:off x="0" y="3035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/>
            <a:endParaRPr lang="en-US" sz="1800">
              <a:latin typeface="Arial" charset="0"/>
            </a:endParaRPr>
          </a:p>
        </p:txBody>
      </p:sp>
      <p:sp>
        <p:nvSpPr>
          <p:cNvPr id="7185" name="Rectangle 5"/>
          <p:cNvSpPr>
            <a:spLocks noChangeArrowheads="1"/>
          </p:cNvSpPr>
          <p:nvPr/>
        </p:nvSpPr>
        <p:spPr bwMode="auto">
          <a:xfrm>
            <a:off x="3860801" y="3407472"/>
            <a:ext cx="7997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l" eaLnBrk="0" hangingPunct="0"/>
            <a:r>
              <a:rPr lang="en-US" sz="1200">
                <a:latin typeface="Times New Roman" charset="0"/>
                <a:cs typeface="Times New Roman" charset="0"/>
              </a:rPr>
              <a:t>	</a:t>
            </a:r>
            <a:endParaRPr lang="en-US">
              <a:latin typeface="Times New Roman" charset="0"/>
            </a:endParaRPr>
          </a:p>
        </p:txBody>
      </p:sp>
      <p:sp>
        <p:nvSpPr>
          <p:cNvPr id="7186" name="Rectangle 6"/>
          <p:cNvSpPr>
            <a:spLocks noChangeArrowheads="1"/>
          </p:cNvSpPr>
          <p:nvPr/>
        </p:nvSpPr>
        <p:spPr bwMode="auto">
          <a:xfrm>
            <a:off x="0" y="2570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/>
            <a:endParaRPr lang="en-US" sz="1800">
              <a:latin typeface="Arial" charset="0"/>
            </a:endParaRPr>
          </a:p>
        </p:txBody>
      </p:sp>
      <p:sp>
        <p:nvSpPr>
          <p:cNvPr id="7187" name="Rectangle 10"/>
          <p:cNvSpPr>
            <a:spLocks noChangeArrowheads="1"/>
          </p:cNvSpPr>
          <p:nvPr/>
        </p:nvSpPr>
        <p:spPr bwMode="auto">
          <a:xfrm>
            <a:off x="0" y="3429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/>
            <a:endParaRPr lang="en-US" sz="1800">
              <a:latin typeface="Arial" charset="0"/>
            </a:endParaRPr>
          </a:p>
        </p:txBody>
      </p:sp>
      <p:graphicFrame>
        <p:nvGraphicFramePr>
          <p:cNvPr id="7170" name="Object 22"/>
          <p:cNvGraphicFramePr>
            <a:graphicFrameLocks noChangeAspect="1"/>
          </p:cNvGraphicFramePr>
          <p:nvPr/>
        </p:nvGraphicFramePr>
        <p:xfrm>
          <a:off x="990601" y="1431925"/>
          <a:ext cx="3419390" cy="617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70000" imgH="228600" progId="Equation.3">
                  <p:embed/>
                </p:oleObj>
              </mc:Choice>
              <mc:Fallback>
                <p:oleObj name="Equation" r:id="rId4" imgW="1270000" imgH="228600" progId="Equation.3">
                  <p:embed/>
                  <p:pic>
                    <p:nvPicPr>
                      <p:cNvPr id="717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1" y="1431925"/>
                        <a:ext cx="3419390" cy="6172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21"/>
          <p:cNvGraphicFramePr>
            <a:graphicFrameLocks noChangeAspect="1"/>
          </p:cNvGraphicFramePr>
          <p:nvPr/>
        </p:nvGraphicFramePr>
        <p:xfrm>
          <a:off x="6172200" y="1666875"/>
          <a:ext cx="1356919" cy="402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1760" imgH="177646" progId="Equation.3">
                  <p:embed/>
                </p:oleObj>
              </mc:Choice>
              <mc:Fallback>
                <p:oleObj name="Equation" r:id="rId6" imgW="621760" imgH="177646" progId="Equation.3">
                  <p:embed/>
                  <p:pic>
                    <p:nvPicPr>
                      <p:cNvPr id="717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666875"/>
                        <a:ext cx="1356919" cy="4028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20"/>
          <p:cNvGraphicFramePr>
            <a:graphicFrameLocks noChangeAspect="1"/>
          </p:cNvGraphicFramePr>
          <p:nvPr/>
        </p:nvGraphicFramePr>
        <p:xfrm>
          <a:off x="2071688" y="2265364"/>
          <a:ext cx="2784511" cy="571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54100" imgH="228600" progId="Equation.3">
                  <p:embed/>
                </p:oleObj>
              </mc:Choice>
              <mc:Fallback>
                <p:oleObj name="Equation" r:id="rId8" imgW="1054100" imgH="228600" progId="Equation.3">
                  <p:embed/>
                  <p:pic>
                    <p:nvPicPr>
                      <p:cNvPr id="717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2265364"/>
                        <a:ext cx="2784511" cy="5712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19"/>
          <p:cNvGraphicFramePr>
            <a:graphicFrameLocks noChangeAspect="1"/>
          </p:cNvGraphicFramePr>
          <p:nvPr/>
        </p:nvGraphicFramePr>
        <p:xfrm>
          <a:off x="6172200" y="2401889"/>
          <a:ext cx="1555982" cy="411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85502" imgH="177723" progId="Equation.3">
                  <p:embed/>
                </p:oleObj>
              </mc:Choice>
              <mc:Fallback>
                <p:oleObj name="Equation" r:id="rId10" imgW="685502" imgH="177723" progId="Equation.3">
                  <p:embed/>
                  <p:pic>
                    <p:nvPicPr>
                      <p:cNvPr id="717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401889"/>
                        <a:ext cx="1555982" cy="4110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18"/>
          <p:cNvGraphicFramePr>
            <a:graphicFrameLocks noChangeAspect="1"/>
          </p:cNvGraphicFramePr>
          <p:nvPr/>
        </p:nvGraphicFramePr>
        <p:xfrm>
          <a:off x="2103438" y="3032126"/>
          <a:ext cx="2763309" cy="6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40948" imgH="241195" progId="Equation.3">
                  <p:embed/>
                </p:oleObj>
              </mc:Choice>
              <mc:Fallback>
                <p:oleObj name="Equation" r:id="rId12" imgW="1040948" imgH="241195" progId="Equation.3">
                  <p:embed/>
                  <p:pic>
                    <p:nvPicPr>
                      <p:cNvPr id="717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3438" y="3032126"/>
                        <a:ext cx="2763309" cy="633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17"/>
          <p:cNvGraphicFramePr>
            <a:graphicFrameLocks noChangeAspect="1"/>
          </p:cNvGraphicFramePr>
          <p:nvPr/>
        </p:nvGraphicFramePr>
        <p:xfrm>
          <a:off x="6172201" y="3243263"/>
          <a:ext cx="1684370" cy="446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85800" imgH="177480" progId="Equation.3">
                  <p:embed/>
                </p:oleObj>
              </mc:Choice>
              <mc:Fallback>
                <p:oleObj name="Equation" r:id="rId14" imgW="685800" imgH="177480" progId="Equation.3">
                  <p:embed/>
                  <p:pic>
                    <p:nvPicPr>
                      <p:cNvPr id="717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1" y="3243263"/>
                        <a:ext cx="1684370" cy="4464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16"/>
          <p:cNvGraphicFramePr>
            <a:graphicFrameLocks noChangeAspect="1"/>
          </p:cNvGraphicFramePr>
          <p:nvPr/>
        </p:nvGraphicFramePr>
        <p:xfrm>
          <a:off x="2082800" y="3867150"/>
          <a:ext cx="2724440" cy="588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54100" imgH="228600" progId="Equation.3">
                  <p:embed/>
                </p:oleObj>
              </mc:Choice>
              <mc:Fallback>
                <p:oleObj name="Equation" r:id="rId16" imgW="1054100" imgH="228600" progId="Equation.3">
                  <p:embed/>
                  <p:pic>
                    <p:nvPicPr>
                      <p:cNvPr id="717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800" y="3867150"/>
                        <a:ext cx="2724440" cy="5889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Object 15"/>
          <p:cNvGraphicFramePr>
            <a:graphicFrameLocks noChangeAspect="1"/>
          </p:cNvGraphicFramePr>
          <p:nvPr/>
        </p:nvGraphicFramePr>
        <p:xfrm>
          <a:off x="6172201" y="4003675"/>
          <a:ext cx="1962350" cy="428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25142" imgH="177723" progId="Equation.3">
                  <p:embed/>
                </p:oleObj>
              </mc:Choice>
              <mc:Fallback>
                <p:oleObj name="Equation" r:id="rId18" imgW="825142" imgH="177723" progId="Equation.3">
                  <p:embed/>
                  <p:pic>
                    <p:nvPicPr>
                      <p:cNvPr id="717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1" y="4003675"/>
                        <a:ext cx="1962350" cy="4287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" name="Object 14"/>
          <p:cNvGraphicFramePr>
            <a:graphicFrameLocks noChangeAspect="1"/>
          </p:cNvGraphicFramePr>
          <p:nvPr/>
        </p:nvGraphicFramePr>
        <p:xfrm>
          <a:off x="2111375" y="4708525"/>
          <a:ext cx="2704415" cy="61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40948" imgH="241195" progId="Equation.3">
                  <p:embed/>
                </p:oleObj>
              </mc:Choice>
              <mc:Fallback>
                <p:oleObj name="Equation" r:id="rId20" imgW="1040948" imgH="241195" progId="Equation.3">
                  <p:embed/>
                  <p:pic>
                    <p:nvPicPr>
                      <p:cNvPr id="717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75" y="4708525"/>
                        <a:ext cx="2704415" cy="6183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" name="Object 13"/>
          <p:cNvGraphicFramePr>
            <a:graphicFrameLocks noChangeAspect="1"/>
          </p:cNvGraphicFramePr>
          <p:nvPr/>
        </p:nvGraphicFramePr>
        <p:xfrm>
          <a:off x="6172200" y="4841875"/>
          <a:ext cx="1928192" cy="420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25142" imgH="177723" progId="Equation.3">
                  <p:embed/>
                </p:oleObj>
              </mc:Choice>
              <mc:Fallback>
                <p:oleObj name="Equation" r:id="rId22" imgW="825142" imgH="177723" progId="Equation.3">
                  <p:embed/>
                  <p:pic>
                    <p:nvPicPr>
                      <p:cNvPr id="717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841875"/>
                        <a:ext cx="1928192" cy="4205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8" name="Rectangle 24"/>
          <p:cNvSpPr>
            <a:spLocks noChangeArrowheads="1"/>
          </p:cNvSpPr>
          <p:nvPr/>
        </p:nvSpPr>
        <p:spPr bwMode="auto">
          <a:xfrm>
            <a:off x="0" y="685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en-US" sz="1200">
                <a:latin typeface="Arial" charset="0"/>
                <a:cs typeface="Times New Roman" charset="0"/>
              </a:rPr>
              <a:t>	</a:t>
            </a:r>
            <a:endParaRPr lang="en-US" sz="1800">
              <a:latin typeface="Arial" charset="0"/>
            </a:endParaRPr>
          </a:p>
        </p:txBody>
      </p:sp>
      <p:sp>
        <p:nvSpPr>
          <p:cNvPr id="7189" name="Rectangle 26"/>
          <p:cNvSpPr>
            <a:spLocks noChangeArrowheads="1"/>
          </p:cNvSpPr>
          <p:nvPr/>
        </p:nvSpPr>
        <p:spPr bwMode="auto">
          <a:xfrm>
            <a:off x="0" y="15525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en-US" sz="1200">
                <a:latin typeface="Arial" charset="0"/>
                <a:cs typeface="Times New Roman" charset="0"/>
              </a:rPr>
              <a:t>	</a:t>
            </a:r>
            <a:endParaRPr lang="en-US" sz="1800">
              <a:latin typeface="Arial" charset="0"/>
            </a:endParaRPr>
          </a:p>
        </p:txBody>
      </p:sp>
      <p:sp>
        <p:nvSpPr>
          <p:cNvPr id="7190" name="Rectangle 28"/>
          <p:cNvSpPr>
            <a:spLocks noChangeArrowheads="1"/>
          </p:cNvSpPr>
          <p:nvPr/>
        </p:nvSpPr>
        <p:spPr bwMode="auto">
          <a:xfrm>
            <a:off x="0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en-US" sz="1200">
                <a:latin typeface="Arial" charset="0"/>
                <a:cs typeface="Times New Roman" charset="0"/>
              </a:rPr>
              <a:t>	</a:t>
            </a:r>
            <a:endParaRPr lang="en-US" sz="1800">
              <a:latin typeface="Arial" charset="0"/>
            </a:endParaRPr>
          </a:p>
        </p:txBody>
      </p:sp>
      <p:sp>
        <p:nvSpPr>
          <p:cNvPr id="7191" name="Rectangle 30"/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en-US" sz="1200">
                <a:latin typeface="Arial" charset="0"/>
                <a:cs typeface="Times New Roman" charset="0"/>
              </a:rPr>
              <a:t>	</a:t>
            </a:r>
            <a:endParaRPr lang="en-US" sz="1800">
              <a:latin typeface="Arial" charset="0"/>
            </a:endParaRPr>
          </a:p>
        </p:txBody>
      </p:sp>
      <p:sp>
        <p:nvSpPr>
          <p:cNvPr id="7192" name="Rectangle 32"/>
          <p:cNvSpPr>
            <a:spLocks noChangeArrowheads="1"/>
          </p:cNvSpPr>
          <p:nvPr/>
        </p:nvSpPr>
        <p:spPr bwMode="auto">
          <a:xfrm>
            <a:off x="0" y="41719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en-US" sz="1200">
                <a:latin typeface="Arial" charset="0"/>
                <a:cs typeface="Times New Roman" charset="0"/>
              </a:rPr>
              <a:t>	</a:t>
            </a:r>
            <a:endParaRPr lang="en-US" sz="1800">
              <a:latin typeface="Arial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6179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8F46AB33-550E-6E40-85E0-8DD0C810D592}" type="slidenum">
              <a:rPr lang="en-US" sz="1400"/>
              <a:pPr eaLnBrk="1" hangingPunct="1"/>
              <a:t>14</a:t>
            </a:fld>
            <a:endParaRPr lang="en-US" sz="1400"/>
          </a:p>
        </p:txBody>
      </p:sp>
      <p:sp>
        <p:nvSpPr>
          <p:cNvPr id="820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1520" y="404664"/>
            <a:ext cx="7793038" cy="1143000"/>
          </a:xfrm>
        </p:spPr>
        <p:txBody>
          <a:bodyPr anchor="ctr"/>
          <a:lstStyle/>
          <a:p>
            <a:pPr algn="l" eaLnBrk="1" hangingPunct="1"/>
            <a:r>
              <a:rPr lang="en-US" altLang="zh-CN" sz="3200" b="1" dirty="0">
                <a:latin typeface="Tahoma" charset="0"/>
              </a:rPr>
              <a:t>1</a:t>
            </a:r>
            <a:r>
              <a:rPr lang="zh-CN" altLang="en-US" sz="3200" b="1" dirty="0">
                <a:latin typeface="Tahoma" charset="0"/>
              </a:rPr>
              <a:t>、每一条抛物线穿过两个连续的数据点</a:t>
            </a:r>
            <a:endParaRPr lang="en-US" sz="3200" b="1" dirty="0">
              <a:latin typeface="Tahoma" charset="0"/>
            </a:endParaRPr>
          </a:p>
        </p:txBody>
      </p:sp>
      <p:graphicFrame>
        <p:nvGraphicFramePr>
          <p:cNvPr id="8194" name="Object 5"/>
          <p:cNvGraphicFramePr>
            <a:graphicFrameLocks noChangeAspect="1"/>
          </p:cNvGraphicFramePr>
          <p:nvPr/>
        </p:nvGraphicFramePr>
        <p:xfrm>
          <a:off x="304800" y="1600200"/>
          <a:ext cx="49530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70000" imgH="228600" progId="Equation.3">
                  <p:embed/>
                </p:oleObj>
              </mc:Choice>
              <mc:Fallback>
                <p:oleObj name="Equation" r:id="rId4" imgW="1270000" imgH="228600" progId="Equation.3">
                  <p:embed/>
                  <p:pic>
                    <p:nvPicPr>
                      <p:cNvPr id="819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600200"/>
                        <a:ext cx="4953000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6"/>
          <p:cNvGraphicFramePr>
            <a:graphicFrameLocks noChangeAspect="1"/>
          </p:cNvGraphicFramePr>
          <p:nvPr/>
        </p:nvGraphicFramePr>
        <p:xfrm>
          <a:off x="5257800" y="1828800"/>
          <a:ext cx="19605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1760" imgH="177646" progId="Equation.3">
                  <p:embed/>
                </p:oleObj>
              </mc:Choice>
              <mc:Fallback>
                <p:oleObj name="Equation" r:id="rId6" imgW="621760" imgH="177646" progId="Equation.3">
                  <p:embed/>
                  <p:pic>
                    <p:nvPicPr>
                      <p:cNvPr id="819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828800"/>
                        <a:ext cx="1960563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/>
            <a:endParaRPr lang="en-US" sz="1800">
              <a:latin typeface="Arial" charset="0"/>
            </a:endParaRPr>
          </a:p>
        </p:txBody>
      </p:sp>
      <p:graphicFrame>
        <p:nvGraphicFramePr>
          <p:cNvPr id="8196" name="Object 7"/>
          <p:cNvGraphicFramePr>
            <a:graphicFrameLocks noChangeAspect="1"/>
          </p:cNvGraphicFramePr>
          <p:nvPr/>
        </p:nvGraphicFramePr>
        <p:xfrm>
          <a:off x="3707904" y="3068960"/>
          <a:ext cx="4368552" cy="7237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84300" imgH="228600" progId="Equation.3">
                  <p:embed/>
                </p:oleObj>
              </mc:Choice>
              <mc:Fallback>
                <p:oleObj name="Equation" r:id="rId8" imgW="1384300" imgH="228600" progId="Equation.3">
                  <p:embed/>
                  <p:pic>
                    <p:nvPicPr>
                      <p:cNvPr id="819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3068960"/>
                        <a:ext cx="4368552" cy="7237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/>
            <a:endParaRPr lang="en-US" sz="1800">
              <a:latin typeface="Arial" charset="0"/>
            </a:endParaRPr>
          </a:p>
        </p:txBody>
      </p:sp>
      <p:graphicFrame>
        <p:nvGraphicFramePr>
          <p:cNvPr id="8197" name="Object 9"/>
          <p:cNvGraphicFramePr>
            <a:graphicFrameLocks noChangeAspect="1"/>
          </p:cNvGraphicFramePr>
          <p:nvPr/>
        </p:nvGraphicFramePr>
        <p:xfrm>
          <a:off x="3676659" y="3933056"/>
          <a:ext cx="5467341" cy="673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54200" imgH="228600" progId="Equation.3">
                  <p:embed/>
                </p:oleObj>
              </mc:Choice>
              <mc:Fallback>
                <p:oleObj name="Equation" r:id="rId10" imgW="1854200" imgH="228600" progId="Equation.3">
                  <p:embed/>
                  <p:pic>
                    <p:nvPicPr>
                      <p:cNvPr id="819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6659" y="3933056"/>
                        <a:ext cx="5467341" cy="6735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Group 5"/>
          <p:cNvGraphicFramePr>
            <a:graphicFrameLocks/>
          </p:cNvGraphicFramePr>
          <p:nvPr/>
        </p:nvGraphicFramePr>
        <p:xfrm>
          <a:off x="467544" y="2852936"/>
          <a:ext cx="2667000" cy="36576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v(t)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m/s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227.04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362.78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517.35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22.5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602.97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901.67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787240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861EE5A3-9849-E840-B5E4-4DAB848C99BB}" type="slidenum">
              <a:rPr lang="en-US" sz="1400"/>
              <a:pPr eaLnBrk="1" hangingPunct="1"/>
              <a:t>15</a:t>
            </a:fld>
            <a:endParaRPr lang="en-US" sz="1400"/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1838325" y="1703388"/>
          <a:ext cx="3648075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70000" imgH="228600" progId="Equation.3">
                  <p:embed/>
                </p:oleObj>
              </mc:Choice>
              <mc:Fallback>
                <p:oleObj name="Equation" r:id="rId3" imgW="1270000" imgH="228600" progId="Equation.3">
                  <p:embed/>
                  <p:pic>
                    <p:nvPicPr>
                      <p:cNvPr id="102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325" y="1703388"/>
                        <a:ext cx="3648075" cy="658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5486400" y="1828800"/>
          <a:ext cx="14478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21760" imgH="177646" progId="Equation.3">
                  <p:embed/>
                </p:oleObj>
              </mc:Choice>
              <mc:Fallback>
                <p:oleObj name="Equation" r:id="rId5" imgW="621760" imgH="177646" progId="Equation.3">
                  <p:embed/>
                  <p:pic>
                    <p:nvPicPr>
                      <p:cNvPr id="102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828800"/>
                        <a:ext cx="144780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2590800" y="2362200"/>
          <a:ext cx="2971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54100" imgH="228600" progId="Equation.3">
                  <p:embed/>
                </p:oleObj>
              </mc:Choice>
              <mc:Fallback>
                <p:oleObj name="Equation" r:id="rId7" imgW="1054100" imgH="228600" progId="Equation.3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362200"/>
                        <a:ext cx="29718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5486400" y="2514600"/>
          <a:ext cx="16605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85502" imgH="177723" progId="Equation.3">
                  <p:embed/>
                </p:oleObj>
              </mc:Choice>
              <mc:Fallback>
                <p:oleObj name="Equation" r:id="rId9" imgW="685502" imgH="177723" progId="Equation.3">
                  <p:embed/>
                  <p:pic>
                    <p:nvPicPr>
                      <p:cNvPr id="102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514600"/>
                        <a:ext cx="1660525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/>
          <p:cNvGraphicFramePr>
            <a:graphicFrameLocks noChangeAspect="1"/>
          </p:cNvGraphicFramePr>
          <p:nvPr/>
        </p:nvGraphicFramePr>
        <p:xfrm>
          <a:off x="1835696" y="3573016"/>
          <a:ext cx="5143500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90640" imgH="253800" progId="Equation.3">
                  <p:embed/>
                </p:oleObj>
              </mc:Choice>
              <mc:Fallback>
                <p:oleObj name="Equation" r:id="rId11" imgW="1790640" imgH="253800" progId="Equation.3">
                  <p:embed/>
                  <p:pic>
                    <p:nvPicPr>
                      <p:cNvPr id="102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3573016"/>
                        <a:ext cx="5143500" cy="731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9"/>
          <p:cNvGraphicFramePr>
            <a:graphicFrameLocks noChangeAspect="1"/>
          </p:cNvGraphicFramePr>
          <p:nvPr/>
        </p:nvGraphicFramePr>
        <p:xfrm>
          <a:off x="2051720" y="4365104"/>
          <a:ext cx="426878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85720" imgH="215640" progId="Equation.3">
                  <p:embed/>
                </p:oleObj>
              </mc:Choice>
              <mc:Fallback>
                <p:oleObj name="Equation" r:id="rId13" imgW="1485720" imgH="215640" progId="Equation.3">
                  <p:embed/>
                  <p:pic>
                    <p:nvPicPr>
                      <p:cNvPr id="1024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4365104"/>
                        <a:ext cx="4268788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755576" y="332656"/>
            <a:ext cx="779303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algn="l"/>
            <a:r>
              <a:rPr lang="zh-CN" altLang="zh-CN" sz="3200" b="1" dirty="0">
                <a:solidFill>
                  <a:schemeClr val="tx1"/>
                </a:solidFill>
                <a:latin typeface="Tahoma" charset="0"/>
              </a:rPr>
              <a:t>2</a:t>
            </a:r>
            <a:r>
              <a:rPr lang="zh-CN" altLang="en-US" sz="3200" b="1" dirty="0">
                <a:solidFill>
                  <a:schemeClr val="tx1"/>
                </a:solidFill>
                <a:latin typeface="Tahoma" charset="0"/>
              </a:rPr>
              <a:t>、中间点的两边导数相等</a:t>
            </a:r>
            <a:endParaRPr lang="en-US" sz="3200" b="1" dirty="0">
              <a:solidFill>
                <a:schemeClr val="tx1"/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10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093DF924-1E2E-9D47-828C-B6ED144CC28F}" type="slidenum">
              <a:rPr lang="en-US" sz="1400"/>
              <a:pPr eaLnBrk="1" hangingPunct="1"/>
              <a:t>16</a:t>
            </a:fld>
            <a:endParaRPr lang="en-US" sz="1400"/>
          </a:p>
        </p:txBody>
      </p:sp>
      <p:sp>
        <p:nvSpPr>
          <p:cNvPr id="122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/>
            <a:endParaRPr lang="en-US" sz="1800">
              <a:latin typeface="Arial" charset="0"/>
            </a:endParaRPr>
          </a:p>
        </p:txBody>
      </p:sp>
      <p:graphicFrame>
        <p:nvGraphicFramePr>
          <p:cNvPr id="12290" name="Object 1"/>
          <p:cNvGraphicFramePr>
            <a:graphicFrameLocks noChangeAspect="1"/>
          </p:cNvGraphicFramePr>
          <p:nvPr/>
        </p:nvGraphicFramePr>
        <p:xfrm>
          <a:off x="3275856" y="3212976"/>
          <a:ext cx="13716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6048" imgH="215713" progId="Equation.3">
                  <p:embed/>
                </p:oleObj>
              </mc:Choice>
              <mc:Fallback>
                <p:oleObj name="Equation" r:id="rId3" imgW="406048" imgH="215713" progId="Equation.3">
                  <p:embed/>
                  <p:pic>
                    <p:nvPicPr>
                      <p:cNvPr id="1229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3212976"/>
                        <a:ext cx="137160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39552" y="1268760"/>
            <a:ext cx="814724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algn="l"/>
            <a:r>
              <a:rPr lang="zh-CN" altLang="zh-CN" sz="3200" b="1" dirty="0">
                <a:solidFill>
                  <a:schemeClr val="tx1"/>
                </a:solidFill>
                <a:latin typeface="Tahoma" charset="0"/>
              </a:rPr>
              <a:t>3</a:t>
            </a:r>
            <a:r>
              <a:rPr lang="zh-CN" altLang="en-US" sz="3200" b="1" dirty="0">
                <a:solidFill>
                  <a:schemeClr val="tx1"/>
                </a:solidFill>
                <a:latin typeface="Tahoma" charset="0"/>
              </a:rPr>
              <a:t>、补充边值条件（给定</a:t>
            </a:r>
            <a:r>
              <a:rPr lang="en-US" altLang="zh-CN" sz="3200" b="1" dirty="0">
                <a:solidFill>
                  <a:schemeClr val="tx1"/>
                </a:solidFill>
                <a:latin typeface="Tahoma" charset="0"/>
              </a:rPr>
              <a:t>x0</a:t>
            </a:r>
            <a:r>
              <a:rPr lang="zh-CN" altLang="en-US" sz="3200" b="1" dirty="0">
                <a:solidFill>
                  <a:schemeClr val="tx1"/>
                </a:solidFill>
                <a:latin typeface="Tahoma" charset="0"/>
              </a:rPr>
              <a:t>或</a:t>
            </a:r>
            <a:r>
              <a:rPr lang="en-US" altLang="zh-CN" sz="3200" b="1" dirty="0" err="1">
                <a:solidFill>
                  <a:schemeClr val="tx1"/>
                </a:solidFill>
                <a:latin typeface="Tahoma" charset="0"/>
              </a:rPr>
              <a:t>xn</a:t>
            </a:r>
            <a:r>
              <a:rPr lang="zh-CN" altLang="en-US" sz="3200" b="1" dirty="0">
                <a:solidFill>
                  <a:schemeClr val="tx1"/>
                </a:solidFill>
                <a:latin typeface="Tahoma" charset="0"/>
              </a:rPr>
              <a:t>的导数值），或者这里假定第一段插值为直线：</a:t>
            </a:r>
            <a:endParaRPr lang="en-US" sz="3200" b="1" dirty="0">
              <a:solidFill>
                <a:schemeClr val="tx1"/>
              </a:solidFill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230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99C42201-52DE-A449-8AC3-AE2734CFEF17}" type="slidenum">
              <a:rPr lang="en-US" sz="1400"/>
              <a:pPr eaLnBrk="1" hangingPunct="1"/>
              <a:t>17</a:t>
            </a:fld>
            <a:endParaRPr lang="en-US" sz="1400"/>
          </a:p>
        </p:txBody>
      </p:sp>
      <p:graphicFrame>
        <p:nvGraphicFramePr>
          <p:cNvPr id="13314" name="Object 3"/>
          <p:cNvGraphicFramePr>
            <a:graphicFrameLocks noChangeAspect="1"/>
          </p:cNvGraphicFramePr>
          <p:nvPr/>
        </p:nvGraphicFramePr>
        <p:xfrm>
          <a:off x="533400" y="1646238"/>
          <a:ext cx="7924800" cy="444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173568" imgH="2905128" progId="Equation.3">
                  <p:embed/>
                </p:oleObj>
              </mc:Choice>
              <mc:Fallback>
                <p:oleObj name="Equation" r:id="rId4" imgW="5173568" imgH="2905128" progId="Equation.3">
                  <p:embed/>
                  <p:pic>
                    <p:nvPicPr>
                      <p:cNvPr id="1331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646238"/>
                        <a:ext cx="7924800" cy="444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7544" y="404664"/>
            <a:ext cx="779303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marL="457200" indent="-457200" algn="l">
              <a:buFont typeface="Wingdings" charset="2"/>
              <a:buChar char="Ø"/>
            </a:pPr>
            <a:r>
              <a:rPr lang="en-US" altLang="zh-CN" sz="3200" b="1" dirty="0">
                <a:solidFill>
                  <a:schemeClr val="tx1"/>
                </a:solidFill>
                <a:latin typeface="Tahoma" charset="0"/>
              </a:rPr>
              <a:t>3n</a:t>
            </a:r>
            <a:r>
              <a:rPr lang="zh-CN" altLang="en-US" sz="3200" b="1" dirty="0">
                <a:solidFill>
                  <a:schemeClr val="tx1"/>
                </a:solidFill>
                <a:latin typeface="Tahoma" charset="0"/>
              </a:rPr>
              <a:t>个方程求解</a:t>
            </a:r>
            <a:r>
              <a:rPr lang="zh-CN" altLang="zh-CN" sz="3200" b="1" dirty="0">
                <a:solidFill>
                  <a:schemeClr val="tx1"/>
                </a:solidFill>
                <a:latin typeface="Tahoma" charset="0"/>
              </a:rPr>
              <a:t>3</a:t>
            </a:r>
            <a:r>
              <a:rPr lang="en-US" altLang="zh-CN" sz="3200" b="1" dirty="0">
                <a:solidFill>
                  <a:schemeClr val="tx1"/>
                </a:solidFill>
                <a:latin typeface="Tahoma" charset="0"/>
              </a:rPr>
              <a:t>n</a:t>
            </a:r>
            <a:r>
              <a:rPr lang="zh-CN" altLang="en-US" sz="3200" b="1" dirty="0">
                <a:solidFill>
                  <a:schemeClr val="tx1"/>
                </a:solidFill>
                <a:latin typeface="Tahoma" charset="0"/>
              </a:rPr>
              <a:t>个系数</a:t>
            </a:r>
            <a:endParaRPr lang="en-US" sz="3200" b="1" dirty="0">
              <a:solidFill>
                <a:schemeClr val="tx1"/>
              </a:solidFill>
              <a:latin typeface="Tahoma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590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FC52CE40-F933-2143-A216-CC2ABA4FB32B}" type="slidenum">
              <a:rPr lang="en-US" sz="1400"/>
              <a:pPr eaLnBrk="1" hangingPunct="1"/>
              <a:t>18</a:t>
            </a:fld>
            <a:endParaRPr lang="en-US" sz="1400"/>
          </a:p>
        </p:txBody>
      </p:sp>
      <p:sp>
        <p:nvSpPr>
          <p:cNvPr id="6656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3568" y="188640"/>
            <a:ext cx="7772400" cy="1143000"/>
          </a:xfrm>
        </p:spPr>
        <p:txBody>
          <a:bodyPr anchor="ctr"/>
          <a:lstStyle/>
          <a:p>
            <a:pPr marL="571500" indent="-571500" algn="l" eaLnBrk="1" hangingPunct="1">
              <a:buFont typeface="Wingdings" charset="2"/>
              <a:buChar char="Ø"/>
            </a:pPr>
            <a:r>
              <a:rPr lang="zh-CN" altLang="en-US" sz="3200" b="1" dirty="0">
                <a:latin typeface="Tahoma" charset="0"/>
              </a:rPr>
              <a:t>求解系数得</a:t>
            </a:r>
            <a:endParaRPr lang="en-US" sz="3200" b="1" dirty="0">
              <a:latin typeface="Tahoma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4000" y="1600200"/>
          <a:ext cx="6172200" cy="35052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a</a:t>
                      </a:r>
                      <a:r>
                        <a:rPr kumimoji="0" lang="en-US" sz="32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</a:t>
                      </a:r>
                      <a:endParaRPr kumimoji="0" 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b</a:t>
                      </a:r>
                      <a:r>
                        <a:rPr kumimoji="0" lang="en-US" sz="32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</a:t>
                      </a:r>
                      <a:endParaRPr kumimoji="0" 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32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c</a:t>
                      </a:r>
                      <a:r>
                        <a:rPr kumimoji="0" lang="en-US" sz="32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Times New Roman" charset="0"/>
                        </a:rPr>
                        <a:t>i</a:t>
                      </a:r>
                      <a:endParaRPr kumimoji="0" 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22.704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0.8888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4.928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88.88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−0.1356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35.66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−141.61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1.6048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−33.956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554.55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0.20889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28.86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−152.13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083516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4CCD5F76-F9BA-2144-94AE-68AE864B6A3F}" type="slidenum">
              <a:rPr lang="en-US" sz="1400"/>
              <a:pPr eaLnBrk="1" hangingPunct="1"/>
              <a:t>19</a:t>
            </a:fld>
            <a:endParaRPr lang="en-US" sz="1400"/>
          </a:p>
        </p:txBody>
      </p:sp>
      <p:sp>
        <p:nvSpPr>
          <p:cNvPr id="1435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/>
            <a:endParaRPr lang="en-US" sz="1800">
              <a:latin typeface="Arial" charset="0"/>
            </a:endParaRPr>
          </a:p>
        </p:txBody>
      </p:sp>
      <p:graphicFrame>
        <p:nvGraphicFramePr>
          <p:cNvPr id="14338" name="Object 5"/>
          <p:cNvGraphicFramePr>
            <a:graphicFrameLocks noChangeAspect="1"/>
          </p:cNvGraphicFramePr>
          <p:nvPr/>
        </p:nvGraphicFramePr>
        <p:xfrm>
          <a:off x="838200" y="1524000"/>
          <a:ext cx="21336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39392" imgH="203112" progId="Equation.3">
                  <p:embed/>
                </p:oleObj>
              </mc:Choice>
              <mc:Fallback>
                <p:oleObj name="Equation" r:id="rId4" imgW="939392" imgH="203112" progId="Equation.3">
                  <p:embed/>
                  <p:pic>
                    <p:nvPicPr>
                      <p:cNvPr id="1433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133600" cy="452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/>
            <a:endParaRPr lang="en-US" sz="1800">
              <a:latin typeface="Arial" charset="0"/>
            </a:endParaRPr>
          </a:p>
        </p:txBody>
      </p:sp>
      <p:graphicFrame>
        <p:nvGraphicFramePr>
          <p:cNvPr id="14339" name="Object 7"/>
          <p:cNvGraphicFramePr>
            <a:graphicFrameLocks noChangeAspect="1"/>
          </p:cNvGraphicFramePr>
          <p:nvPr/>
        </p:nvGraphicFramePr>
        <p:xfrm>
          <a:off x="6400800" y="1495425"/>
          <a:ext cx="14001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1760" imgH="177646" progId="Equation.3">
                  <p:embed/>
                </p:oleObj>
              </mc:Choice>
              <mc:Fallback>
                <p:oleObj name="Equation" r:id="rId6" imgW="621760" imgH="177646" progId="Equation.3">
                  <p:embed/>
                  <p:pic>
                    <p:nvPicPr>
                      <p:cNvPr id="143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495425"/>
                        <a:ext cx="1400175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/>
            <a:endParaRPr lang="en-US" sz="1800">
              <a:latin typeface="Arial" charset="0"/>
            </a:endParaRPr>
          </a:p>
        </p:txBody>
      </p:sp>
      <p:graphicFrame>
        <p:nvGraphicFramePr>
          <p:cNvPr id="14340" name="Object 9"/>
          <p:cNvGraphicFramePr>
            <a:graphicFrameLocks noChangeAspect="1"/>
          </p:cNvGraphicFramePr>
          <p:nvPr/>
        </p:nvGraphicFramePr>
        <p:xfrm>
          <a:off x="1465263" y="1981200"/>
          <a:ext cx="390048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26920" imgH="228600" progId="Equation.3">
                  <p:embed/>
                </p:oleObj>
              </mc:Choice>
              <mc:Fallback>
                <p:oleObj name="Equation" r:id="rId8" imgW="1726920" imgH="228600" progId="Equation.3">
                  <p:embed/>
                  <p:pic>
                    <p:nvPicPr>
                      <p:cNvPr id="1434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5263" y="1981200"/>
                        <a:ext cx="3900487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4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/>
            <a:endParaRPr lang="en-US" sz="1800">
              <a:latin typeface="Arial" charset="0"/>
            </a:endParaRPr>
          </a:p>
        </p:txBody>
      </p:sp>
      <p:graphicFrame>
        <p:nvGraphicFramePr>
          <p:cNvPr id="14341" name="Object 11"/>
          <p:cNvGraphicFramePr>
            <a:graphicFrameLocks noChangeAspect="1"/>
          </p:cNvGraphicFramePr>
          <p:nvPr/>
        </p:nvGraphicFramePr>
        <p:xfrm>
          <a:off x="6400800" y="2028825"/>
          <a:ext cx="155098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85502" imgH="177723" progId="Equation.3">
                  <p:embed/>
                </p:oleObj>
              </mc:Choice>
              <mc:Fallback>
                <p:oleObj name="Equation" r:id="rId10" imgW="685502" imgH="177723" progId="Equation.3">
                  <p:embed/>
                  <p:pic>
                    <p:nvPicPr>
                      <p:cNvPr id="1434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028825"/>
                        <a:ext cx="1550988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5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/>
            <a:endParaRPr lang="en-US" sz="1800">
              <a:latin typeface="Arial" charset="0"/>
            </a:endParaRPr>
          </a:p>
        </p:txBody>
      </p:sp>
      <p:graphicFrame>
        <p:nvGraphicFramePr>
          <p:cNvPr id="14342" name="Object 13"/>
          <p:cNvGraphicFramePr>
            <a:graphicFrameLocks noChangeAspect="1"/>
          </p:cNvGraphicFramePr>
          <p:nvPr/>
        </p:nvGraphicFramePr>
        <p:xfrm>
          <a:off x="1447800" y="2514600"/>
          <a:ext cx="431006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05000" imgH="228600" progId="Equation.3">
                  <p:embed/>
                </p:oleObj>
              </mc:Choice>
              <mc:Fallback>
                <p:oleObj name="Equation" r:id="rId12" imgW="1905000" imgH="228600" progId="Equation.3">
                  <p:embed/>
                  <p:pic>
                    <p:nvPicPr>
                      <p:cNvPr id="1434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514600"/>
                        <a:ext cx="4310063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6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/>
            <a:endParaRPr lang="en-US" sz="1800">
              <a:latin typeface="Arial" charset="0"/>
            </a:endParaRPr>
          </a:p>
        </p:txBody>
      </p:sp>
      <p:graphicFrame>
        <p:nvGraphicFramePr>
          <p:cNvPr id="14343" name="Object 15"/>
          <p:cNvGraphicFramePr>
            <a:graphicFrameLocks noChangeAspect="1"/>
          </p:cNvGraphicFramePr>
          <p:nvPr/>
        </p:nvGraphicFramePr>
        <p:xfrm>
          <a:off x="6400800" y="2590800"/>
          <a:ext cx="157321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98197" imgH="177723" progId="Equation.3">
                  <p:embed/>
                </p:oleObj>
              </mc:Choice>
              <mc:Fallback>
                <p:oleObj name="Equation" r:id="rId14" imgW="698197" imgH="177723" progId="Equation.3">
                  <p:embed/>
                  <p:pic>
                    <p:nvPicPr>
                      <p:cNvPr id="1434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590800"/>
                        <a:ext cx="1573213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7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/>
            <a:endParaRPr lang="en-US" sz="1800">
              <a:latin typeface="Arial" charset="0"/>
            </a:endParaRPr>
          </a:p>
        </p:txBody>
      </p:sp>
      <p:graphicFrame>
        <p:nvGraphicFramePr>
          <p:cNvPr id="14344" name="Object 17"/>
          <p:cNvGraphicFramePr>
            <a:graphicFrameLocks noChangeAspect="1"/>
          </p:cNvGraphicFramePr>
          <p:nvPr/>
        </p:nvGraphicFramePr>
        <p:xfrm>
          <a:off x="1425575" y="2987675"/>
          <a:ext cx="42894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92300" imgH="228600" progId="Equation.3">
                  <p:embed/>
                </p:oleObj>
              </mc:Choice>
              <mc:Fallback>
                <p:oleObj name="Equation" r:id="rId16" imgW="1892300" imgH="228600" progId="Equation.3">
                  <p:embed/>
                  <p:pic>
                    <p:nvPicPr>
                      <p:cNvPr id="1434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575" y="2987675"/>
                        <a:ext cx="4289425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8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/>
            <a:endParaRPr lang="en-US" sz="1800">
              <a:latin typeface="Arial" charset="0"/>
            </a:endParaRPr>
          </a:p>
        </p:txBody>
      </p:sp>
      <p:graphicFrame>
        <p:nvGraphicFramePr>
          <p:cNvPr id="14345" name="Object 19"/>
          <p:cNvGraphicFramePr>
            <a:graphicFrameLocks noChangeAspect="1"/>
          </p:cNvGraphicFramePr>
          <p:nvPr/>
        </p:nvGraphicFramePr>
        <p:xfrm>
          <a:off x="6400800" y="3048000"/>
          <a:ext cx="187483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25142" imgH="177723" progId="Equation.3">
                  <p:embed/>
                </p:oleObj>
              </mc:Choice>
              <mc:Fallback>
                <p:oleObj name="Equation" r:id="rId18" imgW="825142" imgH="177723" progId="Equation.3">
                  <p:embed/>
                  <p:pic>
                    <p:nvPicPr>
                      <p:cNvPr id="1434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048000"/>
                        <a:ext cx="1874838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9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/>
            <a:endParaRPr lang="en-US" sz="1800">
              <a:latin typeface="Arial" charset="0"/>
            </a:endParaRPr>
          </a:p>
        </p:txBody>
      </p:sp>
      <p:graphicFrame>
        <p:nvGraphicFramePr>
          <p:cNvPr id="14346" name="Object 21"/>
          <p:cNvGraphicFramePr>
            <a:graphicFrameLocks noChangeAspect="1"/>
          </p:cNvGraphicFramePr>
          <p:nvPr/>
        </p:nvGraphicFramePr>
        <p:xfrm>
          <a:off x="1447800" y="3521075"/>
          <a:ext cx="431006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05000" imgH="228600" progId="Equation.3">
                  <p:embed/>
                </p:oleObj>
              </mc:Choice>
              <mc:Fallback>
                <p:oleObj name="Equation" r:id="rId20" imgW="1905000" imgH="228600" progId="Equation.3">
                  <p:embed/>
                  <p:pic>
                    <p:nvPicPr>
                      <p:cNvPr id="14346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521075"/>
                        <a:ext cx="4310063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l"/>
            <a:endParaRPr lang="en-US" sz="1800">
              <a:latin typeface="Arial" charset="0"/>
            </a:endParaRPr>
          </a:p>
        </p:txBody>
      </p:sp>
      <p:graphicFrame>
        <p:nvGraphicFramePr>
          <p:cNvPr id="14347" name="Object 23"/>
          <p:cNvGraphicFramePr>
            <a:graphicFrameLocks noChangeAspect="1"/>
          </p:cNvGraphicFramePr>
          <p:nvPr/>
        </p:nvGraphicFramePr>
        <p:xfrm>
          <a:off x="6400800" y="3581400"/>
          <a:ext cx="187483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25142" imgH="177723" progId="Equation.3">
                  <p:embed/>
                </p:oleObj>
              </mc:Choice>
              <mc:Fallback>
                <p:oleObj name="Equation" r:id="rId22" imgW="825142" imgH="177723" progId="Equation.3">
                  <p:embed/>
                  <p:pic>
                    <p:nvPicPr>
                      <p:cNvPr id="1434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581400"/>
                        <a:ext cx="1874838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2"/>
          <p:cNvGraphicFramePr>
            <a:graphicFrameLocks noChangeAspect="1"/>
          </p:cNvGraphicFramePr>
          <p:nvPr/>
        </p:nvGraphicFramePr>
        <p:xfrm>
          <a:off x="1619672" y="4725144"/>
          <a:ext cx="5678488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514600" imgH="482400" progId="Equation.3">
                  <p:embed/>
                </p:oleObj>
              </mc:Choice>
              <mc:Fallback>
                <p:oleObj name="Equation" r:id="rId24" imgW="2514600" imgH="482400" progId="Equation.3">
                  <p:embed/>
                  <p:pic>
                    <p:nvPicPr>
                      <p:cNvPr id="2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4725144"/>
                        <a:ext cx="5678488" cy="109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"/>
          <p:cNvSpPr txBox="1">
            <a:spLocks noChangeArrowheads="1"/>
          </p:cNvSpPr>
          <p:nvPr/>
        </p:nvSpPr>
        <p:spPr bwMode="auto">
          <a:xfrm>
            <a:off x="683568" y="18864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marL="571500" indent="-571500" algn="l">
              <a:buFont typeface="Wingdings" charset="2"/>
              <a:buChar char="Ø"/>
            </a:pPr>
            <a:r>
              <a:rPr lang="zh-CN" altLang="en-US" sz="3200" b="1" dirty="0">
                <a:solidFill>
                  <a:schemeClr val="tx1"/>
                </a:solidFill>
                <a:latin typeface="Tahoma" charset="0"/>
              </a:rPr>
              <a:t>最终的二次样条插值为</a:t>
            </a:r>
            <a:endParaRPr lang="en-US" sz="3200" b="1" dirty="0">
              <a:solidFill>
                <a:schemeClr val="tx1"/>
              </a:solidFill>
              <a:latin typeface="Tahoma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3568" y="4149080"/>
            <a:ext cx="30114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ahoma" charset="0"/>
              </a:rPr>
              <a:t>在</a:t>
            </a:r>
            <a:r>
              <a:rPr lang="en-US" altLang="zh-CN" dirty="0">
                <a:latin typeface="Tahoma" charset="0"/>
              </a:rPr>
              <a:t>t</a:t>
            </a:r>
            <a:r>
              <a:rPr lang="zh-CN" altLang="en-US" dirty="0">
                <a:latin typeface="Tahoma" charset="0"/>
              </a:rPr>
              <a:t>＝</a:t>
            </a:r>
            <a:r>
              <a:rPr lang="en-US" altLang="zh-CN" dirty="0">
                <a:latin typeface="Tahoma" charset="0"/>
              </a:rPr>
              <a:t>16s</a:t>
            </a:r>
            <a:r>
              <a:rPr lang="zh-CN" altLang="en-US" dirty="0">
                <a:latin typeface="Tahoma" charset="0"/>
              </a:rPr>
              <a:t>的速度为</a:t>
            </a:r>
            <a:endParaRPr lang="en-US" dirty="0">
              <a:latin typeface="Tahoma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609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67744" y="1124744"/>
            <a:ext cx="5147563" cy="5059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96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b="1" dirty="0">
                <a:latin typeface="Tahoma" charset="0"/>
              </a:rPr>
              <a:t>S</a:t>
            </a:r>
            <a:r>
              <a:rPr lang="en-GB" sz="2800" b="1" baseline="-25000" dirty="0">
                <a:latin typeface="Tahoma" charset="0"/>
              </a:rPr>
              <a:t>i</a:t>
            </a:r>
            <a:r>
              <a:rPr lang="en-GB" sz="2800" b="1" dirty="0">
                <a:latin typeface="Tahoma" charset="0"/>
              </a:rPr>
              <a:t>(x) = a</a:t>
            </a:r>
            <a:r>
              <a:rPr lang="en-GB" sz="2800" b="1" baseline="-25000" dirty="0">
                <a:latin typeface="Tahoma" charset="0"/>
              </a:rPr>
              <a:t>i</a:t>
            </a:r>
            <a:r>
              <a:rPr lang="en-GB" sz="2800" b="1" dirty="0">
                <a:latin typeface="Tahoma" charset="0"/>
              </a:rPr>
              <a:t>x</a:t>
            </a:r>
            <a:r>
              <a:rPr lang="en-GB" sz="2800" b="1" baseline="30000" dirty="0">
                <a:latin typeface="Tahoma" charset="0"/>
              </a:rPr>
              <a:t>3</a:t>
            </a:r>
            <a:r>
              <a:rPr lang="en-GB" sz="2800" b="1" dirty="0">
                <a:latin typeface="Tahoma" charset="0"/>
              </a:rPr>
              <a:t> + b</a:t>
            </a:r>
            <a:r>
              <a:rPr lang="en-GB" sz="2800" b="1" baseline="-25000" dirty="0">
                <a:latin typeface="Tahoma" charset="0"/>
              </a:rPr>
              <a:t>i</a:t>
            </a:r>
            <a:r>
              <a:rPr lang="en-GB" sz="2800" b="1" dirty="0">
                <a:latin typeface="Tahoma" charset="0"/>
              </a:rPr>
              <a:t>x</a:t>
            </a:r>
            <a:r>
              <a:rPr lang="en-GB" sz="2800" b="1" baseline="30000" dirty="0">
                <a:latin typeface="Tahoma" charset="0"/>
              </a:rPr>
              <a:t>2</a:t>
            </a:r>
            <a:r>
              <a:rPr lang="en-GB" sz="2800" b="1" dirty="0">
                <a:latin typeface="Tahoma" charset="0"/>
              </a:rPr>
              <a:t> + c</a:t>
            </a:r>
            <a:r>
              <a:rPr lang="en-GB" sz="2800" b="1" baseline="-25000" dirty="0">
                <a:latin typeface="Tahoma" charset="0"/>
              </a:rPr>
              <a:t>i</a:t>
            </a:r>
            <a:r>
              <a:rPr lang="en-GB" sz="2800" b="1" dirty="0">
                <a:latin typeface="Tahoma" charset="0"/>
              </a:rPr>
              <a:t>x + d</a:t>
            </a:r>
            <a:r>
              <a:rPr lang="en-GB" sz="2800" b="1" baseline="-25000" dirty="0">
                <a:latin typeface="Tahoma" charset="0"/>
              </a:rPr>
              <a:t>i</a:t>
            </a: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51520" y="1628800"/>
            <a:ext cx="9044880" cy="2442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40000"/>
              </a:lnSpc>
            </a:pPr>
            <a:r>
              <a:rPr lang="zh-CN" altLang="en-US" sz="2800" b="1" dirty="0">
                <a:solidFill>
                  <a:srgbClr val="000066"/>
                </a:solidFill>
                <a:latin typeface="Times New Roman" charset="0"/>
              </a:rPr>
              <a:t>（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1</a:t>
            </a:r>
            <a:r>
              <a:rPr lang="zh-CN" altLang="en-US" sz="2800" b="1" dirty="0">
                <a:solidFill>
                  <a:srgbClr val="000066"/>
                </a:solidFill>
                <a:latin typeface="Times New Roman" charset="0"/>
              </a:rPr>
              <a:t>）</a:t>
            </a:r>
            <a:r>
              <a:rPr lang="en-GB" sz="2800" b="1" dirty="0">
                <a:latin typeface="Tahoma" charset="0"/>
              </a:rPr>
              <a:t>S</a:t>
            </a:r>
            <a:r>
              <a:rPr lang="en-GB" sz="2800" b="1" baseline="-25000" dirty="0">
                <a:latin typeface="Tahoma" charset="0"/>
              </a:rPr>
              <a:t>i</a:t>
            </a:r>
            <a:r>
              <a:rPr lang="en-GB" sz="2800" b="1" dirty="0">
                <a:latin typeface="Tahoma" charset="0"/>
              </a:rPr>
              <a:t>(</a:t>
            </a:r>
            <a:r>
              <a:rPr lang="en-US" altLang="zh-CN" sz="2800" b="1" i="1" dirty="0">
                <a:solidFill>
                  <a:srgbClr val="000066"/>
                </a:solidFill>
              </a:rPr>
              <a:t>x</a:t>
            </a:r>
            <a:r>
              <a:rPr lang="en-US" altLang="zh-CN" sz="2800" b="1" baseline="-25000" dirty="0">
                <a:solidFill>
                  <a:srgbClr val="000066"/>
                </a:solidFill>
              </a:rPr>
              <a:t>i</a:t>
            </a:r>
            <a:r>
              <a:rPr lang="en-GB" sz="2800" b="1" dirty="0">
                <a:latin typeface="Tahoma" charset="0"/>
              </a:rPr>
              <a:t>) 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 =</a:t>
            </a:r>
            <a:r>
              <a:rPr lang="en-US" altLang="zh-CN" sz="2800" b="1" i="1" dirty="0" err="1">
                <a:solidFill>
                  <a:srgbClr val="000066"/>
                </a:solidFill>
                <a:latin typeface="Times New Roman" charset="0"/>
              </a:rPr>
              <a:t>y</a:t>
            </a:r>
            <a:r>
              <a:rPr lang="en-US" altLang="zh-CN" sz="2800" b="1" baseline="-25000" dirty="0" err="1">
                <a:solidFill>
                  <a:srgbClr val="000066"/>
                </a:solidFill>
                <a:latin typeface="Times New Roman" charset="0"/>
              </a:rPr>
              <a:t>i</a:t>
            </a:r>
            <a:r>
              <a:rPr lang="en-US" altLang="zh-CN" sz="2800" b="1" baseline="-25000" dirty="0">
                <a:solidFill>
                  <a:srgbClr val="000066"/>
                </a:solidFill>
                <a:latin typeface="Times New Roman" charset="0"/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, </a:t>
            </a:r>
            <a:r>
              <a:rPr lang="en-GB" sz="2800" b="1" dirty="0">
                <a:latin typeface="Tahoma" charset="0"/>
              </a:rPr>
              <a:t>S</a:t>
            </a:r>
            <a:r>
              <a:rPr lang="en-GB" sz="2800" b="1" baseline="-25000" dirty="0">
                <a:latin typeface="Tahoma" charset="0"/>
              </a:rPr>
              <a:t>i</a:t>
            </a:r>
            <a:r>
              <a:rPr lang="en-GB" sz="2800" b="1" dirty="0">
                <a:latin typeface="Tahoma" charset="0"/>
              </a:rPr>
              <a:t>(</a:t>
            </a:r>
            <a:r>
              <a:rPr lang="en-US" altLang="zh-CN" sz="2800" b="1" i="1" dirty="0">
                <a:solidFill>
                  <a:srgbClr val="000066"/>
                </a:solidFill>
              </a:rPr>
              <a:t>x</a:t>
            </a:r>
            <a:r>
              <a:rPr lang="en-US" altLang="zh-CN" sz="2800" b="1" baseline="-25000" dirty="0">
                <a:solidFill>
                  <a:srgbClr val="000066"/>
                </a:solidFill>
              </a:rPr>
              <a:t>i+1</a:t>
            </a:r>
            <a:r>
              <a:rPr lang="en-GB" sz="2800" b="1" dirty="0">
                <a:latin typeface="Tahoma" charset="0"/>
              </a:rPr>
              <a:t>) </a:t>
            </a:r>
            <a:r>
              <a:rPr lang="en-US" altLang="zh-CN" sz="2800" b="1" dirty="0">
                <a:solidFill>
                  <a:srgbClr val="000066"/>
                </a:solidFill>
              </a:rPr>
              <a:t> =</a:t>
            </a:r>
            <a:r>
              <a:rPr lang="en-US" altLang="zh-CN" sz="2800" b="1" i="1" dirty="0">
                <a:solidFill>
                  <a:srgbClr val="000066"/>
                </a:solidFill>
              </a:rPr>
              <a:t>y</a:t>
            </a:r>
            <a:r>
              <a:rPr lang="en-US" altLang="zh-CN" sz="2800" b="1" baseline="-25000" dirty="0">
                <a:solidFill>
                  <a:srgbClr val="000066"/>
                </a:solidFill>
              </a:rPr>
              <a:t>i+1 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  </a:t>
            </a:r>
            <a:r>
              <a:rPr lang="en-US" altLang="zh-CN" sz="2800" b="1" i="1" dirty="0" err="1">
                <a:solidFill>
                  <a:srgbClr val="000066"/>
                </a:solidFill>
                <a:latin typeface="Times New Roman" charset="0"/>
              </a:rPr>
              <a:t>i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=0,1,2,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  <a:sym typeface="Wingdings" charset="0"/>
              </a:rPr>
              <a:t>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,n-1                  </a:t>
            </a:r>
          </a:p>
          <a:p>
            <a:pPr eaLnBrk="0" hangingPunct="0">
              <a:lnSpc>
                <a:spcPct val="140000"/>
              </a:lnSpc>
            </a:pPr>
            <a:r>
              <a:rPr lang="zh-CN" altLang="en-US" sz="2800" b="1" dirty="0">
                <a:solidFill>
                  <a:srgbClr val="000066"/>
                </a:solidFill>
                <a:latin typeface="Times New Roman" charset="0"/>
              </a:rPr>
              <a:t>（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2</a:t>
            </a:r>
            <a:r>
              <a:rPr lang="zh-CN" altLang="en-US" sz="2800" b="1" dirty="0">
                <a:solidFill>
                  <a:srgbClr val="000066"/>
                </a:solidFill>
                <a:latin typeface="Times New Roman" charset="0"/>
              </a:rPr>
              <a:t>）</a:t>
            </a:r>
            <a:r>
              <a:rPr lang="en-GB" sz="2800" b="1" dirty="0">
                <a:latin typeface="Tahoma" charset="0"/>
              </a:rPr>
              <a:t>S</a:t>
            </a:r>
            <a:r>
              <a:rPr lang="en-US" sz="2800" b="1" dirty="0">
                <a:latin typeface="Tahoma" charset="0"/>
              </a:rPr>
              <a:t>’</a:t>
            </a:r>
            <a:r>
              <a:rPr lang="en-GB" sz="2800" b="1" baseline="-25000" dirty="0" err="1">
                <a:latin typeface="Tahoma" charset="0"/>
              </a:rPr>
              <a:t>i</a:t>
            </a:r>
            <a:r>
              <a:rPr lang="en-GB" sz="2800" b="1" dirty="0">
                <a:latin typeface="Tahoma" charset="0"/>
              </a:rPr>
              <a:t>(</a:t>
            </a:r>
            <a:r>
              <a:rPr lang="en-US" altLang="zh-CN" sz="2800" b="1" i="1" dirty="0">
                <a:solidFill>
                  <a:srgbClr val="000066"/>
                </a:solidFill>
              </a:rPr>
              <a:t>x</a:t>
            </a:r>
            <a:r>
              <a:rPr lang="en-US" altLang="zh-CN" sz="2800" b="1" baseline="-25000" dirty="0">
                <a:solidFill>
                  <a:srgbClr val="000066"/>
                </a:solidFill>
              </a:rPr>
              <a:t>i</a:t>
            </a:r>
            <a:r>
              <a:rPr lang="en-GB" sz="2800" b="1" dirty="0">
                <a:latin typeface="Tahoma" charset="0"/>
              </a:rPr>
              <a:t>+0) </a:t>
            </a:r>
            <a:r>
              <a:rPr lang="zh-CN" altLang="en-US" sz="2800" b="1" dirty="0">
                <a:latin typeface="Tahoma" charset="0"/>
              </a:rPr>
              <a:t>＝</a:t>
            </a:r>
            <a:r>
              <a:rPr lang="en-GB" sz="2800" b="1" dirty="0">
                <a:latin typeface="Tahoma" charset="0"/>
              </a:rPr>
              <a:t>S</a:t>
            </a:r>
            <a:r>
              <a:rPr lang="en-US" sz="2800" b="1" dirty="0">
                <a:latin typeface="Tahoma" charset="0"/>
              </a:rPr>
              <a:t>’</a:t>
            </a:r>
            <a:r>
              <a:rPr lang="en-GB" sz="2800" b="1" baseline="-25000" dirty="0">
                <a:latin typeface="Tahoma" charset="0"/>
              </a:rPr>
              <a:t>i-1</a:t>
            </a:r>
            <a:r>
              <a:rPr lang="en-GB" sz="2800" b="1" dirty="0">
                <a:latin typeface="Tahoma" charset="0"/>
              </a:rPr>
              <a:t>(</a:t>
            </a:r>
            <a:r>
              <a:rPr lang="en-US" altLang="zh-CN" sz="2800" b="1" i="1" dirty="0">
                <a:solidFill>
                  <a:srgbClr val="000066"/>
                </a:solidFill>
              </a:rPr>
              <a:t>x</a:t>
            </a:r>
            <a:r>
              <a:rPr lang="en-US" altLang="zh-CN" sz="2800" b="1" baseline="-25000" dirty="0">
                <a:solidFill>
                  <a:srgbClr val="000066"/>
                </a:solidFill>
              </a:rPr>
              <a:t>i</a:t>
            </a:r>
            <a:r>
              <a:rPr lang="en-GB" sz="2800" b="1" dirty="0">
                <a:latin typeface="Tahoma" charset="0"/>
              </a:rPr>
              <a:t>-0)</a:t>
            </a:r>
            <a:r>
              <a:rPr lang="en-US" altLang="zh-CN" sz="2800" b="1" dirty="0">
                <a:solidFill>
                  <a:srgbClr val="000066"/>
                </a:solidFill>
              </a:rPr>
              <a:t>,    </a:t>
            </a:r>
            <a:r>
              <a:rPr lang="en-US" altLang="zh-CN" sz="2800" b="1" i="1" dirty="0" err="1">
                <a:solidFill>
                  <a:srgbClr val="000066"/>
                </a:solidFill>
              </a:rPr>
              <a:t>i</a:t>
            </a:r>
            <a:r>
              <a:rPr lang="en-US" altLang="zh-CN" sz="2800" b="1" dirty="0">
                <a:solidFill>
                  <a:srgbClr val="000066"/>
                </a:solidFill>
              </a:rPr>
              <a:t>=1,2,</a:t>
            </a:r>
            <a:r>
              <a:rPr lang="en-US" altLang="zh-CN" sz="2800" b="1" dirty="0">
                <a:solidFill>
                  <a:srgbClr val="000066"/>
                </a:solidFill>
                <a:sym typeface="Wingdings" charset="0"/>
              </a:rPr>
              <a:t></a:t>
            </a:r>
            <a:r>
              <a:rPr lang="en-US" altLang="zh-CN" sz="2800" b="1" dirty="0">
                <a:solidFill>
                  <a:srgbClr val="000066"/>
                </a:solidFill>
              </a:rPr>
              <a:t>,n-1 </a:t>
            </a:r>
          </a:p>
          <a:p>
            <a:pPr eaLnBrk="0" hangingPunct="0">
              <a:lnSpc>
                <a:spcPct val="140000"/>
              </a:lnSpc>
            </a:pPr>
            <a:r>
              <a:rPr lang="zh-CN" altLang="en-US" sz="2800" b="1" dirty="0">
                <a:solidFill>
                  <a:srgbClr val="000066"/>
                </a:solidFill>
                <a:latin typeface="Times New Roman" charset="0"/>
              </a:rPr>
              <a:t>（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3</a:t>
            </a:r>
            <a:r>
              <a:rPr lang="zh-CN" altLang="en-US" sz="2800" b="1" dirty="0">
                <a:solidFill>
                  <a:srgbClr val="000066"/>
                </a:solidFill>
                <a:latin typeface="Times New Roman" charset="0"/>
              </a:rPr>
              <a:t>）</a:t>
            </a:r>
            <a:r>
              <a:rPr lang="en-GB" sz="2800" b="1" dirty="0">
                <a:latin typeface="Tahoma" charset="0"/>
              </a:rPr>
              <a:t>S</a:t>
            </a:r>
            <a:r>
              <a:rPr lang="en-US" altLang="zh-CN" sz="2800" b="1" dirty="0">
                <a:latin typeface="Tahoma" charset="0"/>
              </a:rPr>
              <a:t>’’</a:t>
            </a:r>
            <a:r>
              <a:rPr lang="en-GB" sz="2800" b="1" baseline="-25000" dirty="0" err="1">
                <a:latin typeface="Tahoma" charset="0"/>
              </a:rPr>
              <a:t>i</a:t>
            </a:r>
            <a:r>
              <a:rPr lang="en-GB" sz="2800" b="1" dirty="0">
                <a:latin typeface="Tahoma" charset="0"/>
              </a:rPr>
              <a:t>(</a:t>
            </a:r>
            <a:r>
              <a:rPr lang="en-US" altLang="zh-CN" sz="2800" b="1" i="1" dirty="0">
                <a:solidFill>
                  <a:srgbClr val="000066"/>
                </a:solidFill>
              </a:rPr>
              <a:t>x</a:t>
            </a:r>
            <a:r>
              <a:rPr lang="en-US" altLang="zh-CN" sz="2800" b="1" baseline="-25000" dirty="0">
                <a:solidFill>
                  <a:srgbClr val="000066"/>
                </a:solidFill>
              </a:rPr>
              <a:t>i</a:t>
            </a:r>
            <a:r>
              <a:rPr lang="en-GB" sz="2800" b="1" dirty="0">
                <a:latin typeface="Tahoma" charset="0"/>
              </a:rPr>
              <a:t>+0) </a:t>
            </a:r>
            <a:r>
              <a:rPr lang="zh-CN" altLang="en-US" sz="2800" b="1" dirty="0">
                <a:latin typeface="Tahoma" charset="0"/>
              </a:rPr>
              <a:t>＝</a:t>
            </a:r>
            <a:r>
              <a:rPr lang="en-GB" sz="2800" b="1" dirty="0">
                <a:latin typeface="Tahoma" charset="0"/>
              </a:rPr>
              <a:t>S</a:t>
            </a:r>
            <a:r>
              <a:rPr lang="en-US" sz="2800" b="1" dirty="0">
                <a:latin typeface="Tahoma" charset="0"/>
              </a:rPr>
              <a:t>’’</a:t>
            </a:r>
            <a:r>
              <a:rPr lang="en-GB" sz="2800" b="1" baseline="-25000" dirty="0">
                <a:latin typeface="Tahoma" charset="0"/>
              </a:rPr>
              <a:t>i-1</a:t>
            </a:r>
            <a:r>
              <a:rPr lang="en-GB" sz="2800" b="1" dirty="0">
                <a:latin typeface="Tahoma" charset="0"/>
              </a:rPr>
              <a:t>(</a:t>
            </a:r>
            <a:r>
              <a:rPr lang="en-US" altLang="zh-CN" sz="2800" b="1" i="1" dirty="0">
                <a:solidFill>
                  <a:srgbClr val="000066"/>
                </a:solidFill>
              </a:rPr>
              <a:t>x</a:t>
            </a:r>
            <a:r>
              <a:rPr lang="en-US" altLang="zh-CN" sz="2800" b="1" baseline="-25000" dirty="0">
                <a:solidFill>
                  <a:srgbClr val="000066"/>
                </a:solidFill>
              </a:rPr>
              <a:t>i</a:t>
            </a:r>
            <a:r>
              <a:rPr lang="en-GB" sz="2800" b="1" dirty="0">
                <a:latin typeface="Tahoma" charset="0"/>
              </a:rPr>
              <a:t>-0)</a:t>
            </a:r>
            <a:r>
              <a:rPr lang="en-US" altLang="zh-CN" sz="2800" b="1" dirty="0">
                <a:solidFill>
                  <a:srgbClr val="000066"/>
                </a:solidFill>
              </a:rPr>
              <a:t>,    </a:t>
            </a:r>
            <a:r>
              <a:rPr lang="en-US" altLang="zh-CN" sz="2800" b="1" i="1" dirty="0" err="1">
                <a:solidFill>
                  <a:srgbClr val="000066"/>
                </a:solidFill>
              </a:rPr>
              <a:t>i</a:t>
            </a:r>
            <a:r>
              <a:rPr lang="en-US" altLang="zh-CN" sz="2800" b="1" dirty="0">
                <a:solidFill>
                  <a:srgbClr val="000066"/>
                </a:solidFill>
              </a:rPr>
              <a:t>=1,2,</a:t>
            </a:r>
            <a:r>
              <a:rPr lang="en-US" altLang="zh-CN" sz="2800" b="1" dirty="0">
                <a:solidFill>
                  <a:srgbClr val="000066"/>
                </a:solidFill>
                <a:sym typeface="Wingdings" charset="0"/>
              </a:rPr>
              <a:t></a:t>
            </a:r>
            <a:r>
              <a:rPr lang="en-US" altLang="zh-CN" sz="2800" b="1" dirty="0">
                <a:solidFill>
                  <a:srgbClr val="000066"/>
                </a:solidFill>
              </a:rPr>
              <a:t>,n-1 </a:t>
            </a:r>
            <a:endParaRPr lang="en-US" altLang="zh-CN" sz="2800" b="1" dirty="0">
              <a:solidFill>
                <a:srgbClr val="000066"/>
              </a:solidFill>
              <a:latin typeface="Times New Roman" charset="0"/>
            </a:endParaRPr>
          </a:p>
          <a:p>
            <a:pPr eaLnBrk="0" hangingPunct="0">
              <a:lnSpc>
                <a:spcPct val="140000"/>
              </a:lnSpc>
            </a:pP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  4n</a:t>
            </a:r>
            <a:r>
              <a:rPr lang="zh-CN" altLang="en-US" sz="2800" b="1" dirty="0">
                <a:solidFill>
                  <a:srgbClr val="000066"/>
                </a:solidFill>
                <a:latin typeface="Times New Roman" charset="0"/>
              </a:rPr>
              <a:t>个未知数，</a:t>
            </a:r>
            <a:r>
              <a:rPr lang="en-US" altLang="zh-CN" sz="2800" b="1" dirty="0">
                <a:solidFill>
                  <a:srgbClr val="000066"/>
                </a:solidFill>
                <a:latin typeface="Times New Roman" charset="0"/>
              </a:rPr>
              <a:t>4</a:t>
            </a:r>
            <a:r>
              <a:rPr lang="en-US" altLang="zh-CN" sz="2800" b="1" dirty="0">
                <a:solidFill>
                  <a:srgbClr val="000066"/>
                </a:solidFill>
              </a:rPr>
              <a:t>n-2 </a:t>
            </a:r>
            <a:r>
              <a:rPr lang="zh-CN" altLang="en-US" sz="2800" b="1" dirty="0">
                <a:solidFill>
                  <a:srgbClr val="000066"/>
                </a:solidFill>
              </a:rPr>
              <a:t>个方程，补充</a:t>
            </a:r>
            <a:r>
              <a:rPr lang="en-US" altLang="zh-CN" sz="2800" b="1" dirty="0">
                <a:solidFill>
                  <a:srgbClr val="000066"/>
                </a:solidFill>
              </a:rPr>
              <a:t>2</a:t>
            </a:r>
            <a:r>
              <a:rPr lang="zh-CN" altLang="en-US" sz="2800" b="1" dirty="0">
                <a:solidFill>
                  <a:srgbClr val="000066"/>
                </a:solidFill>
              </a:rPr>
              <a:t>个边界条件即可求解</a:t>
            </a:r>
            <a:endParaRPr lang="en-US" altLang="zh-CN" sz="2800" b="1" dirty="0">
              <a:solidFill>
                <a:srgbClr val="000066"/>
              </a:solidFill>
              <a:latin typeface="Times New Roman" charset="0"/>
              <a:ea typeface="楷体_GB2312" charset="0"/>
              <a:cs typeface="楷体_GB2312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28600" y="4495800"/>
            <a:ext cx="8625136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8000"/>
                </a:solidFill>
                <a:sym typeface="Wingdings" charset="0"/>
              </a:rPr>
              <a:t></a:t>
            </a:r>
            <a:r>
              <a:rPr lang="en-US" altLang="zh-CN" sz="2800" b="1" dirty="0">
                <a:sym typeface="Wingdings" charset="0"/>
              </a:rPr>
              <a:t> </a:t>
            </a:r>
            <a:r>
              <a:rPr lang="zh-CN" altLang="en-US" sz="2800" b="1" dirty="0">
                <a:sym typeface="Wingdings" charset="0"/>
              </a:rPr>
              <a:t>第</a:t>
            </a:r>
            <a:r>
              <a:rPr lang="en-US" altLang="zh-CN" sz="2800" b="1" dirty="0">
                <a:solidFill>
                  <a:schemeClr val="accent2"/>
                </a:solidFill>
                <a:sym typeface="Wingdings" charset="0"/>
              </a:rPr>
              <a:t>1</a:t>
            </a:r>
            <a:r>
              <a:rPr lang="zh-CN" altLang="en-US" sz="2800" b="1" dirty="0">
                <a:sym typeface="Wingdings" charset="0"/>
              </a:rPr>
              <a:t>类边条件</a:t>
            </a:r>
            <a:r>
              <a:rPr lang="en-US" altLang="zh-CN" sz="2800" b="1" dirty="0"/>
              <a:t> </a:t>
            </a:r>
            <a:r>
              <a:rPr lang="zh-CN" altLang="en-US" sz="2800" b="1" dirty="0">
                <a:sym typeface="Wingdings" charset="0"/>
              </a:rPr>
              <a:t>：</a:t>
            </a:r>
            <a:r>
              <a:rPr lang="en-US" altLang="zh-CN" sz="2800" b="1" dirty="0">
                <a:sym typeface="Wingdings" charset="0"/>
              </a:rPr>
              <a:t> </a:t>
            </a:r>
            <a:r>
              <a:rPr lang="en-US" altLang="zh-CN" sz="2800" b="1" i="1" dirty="0">
                <a:solidFill>
                  <a:srgbClr val="FF3300"/>
                </a:solidFill>
              </a:rPr>
              <a:t>S</a:t>
            </a:r>
            <a:r>
              <a:rPr lang="zh-CN" altLang="en-US" sz="2800" b="1" i="1" dirty="0">
                <a:solidFill>
                  <a:srgbClr val="FF3300"/>
                </a:solidFill>
              </a:rPr>
              <a:t>’</a:t>
            </a:r>
            <a:r>
              <a:rPr lang="en-US" altLang="zh-CN" sz="2800" b="1" dirty="0"/>
              <a:t>(</a:t>
            </a:r>
            <a:r>
              <a:rPr lang="en-US" altLang="zh-CN" sz="2800" b="1" i="1" dirty="0">
                <a:solidFill>
                  <a:schemeClr val="accent2"/>
                </a:solidFill>
              </a:rPr>
              <a:t>a</a:t>
            </a:r>
            <a:r>
              <a:rPr lang="en-US" altLang="zh-CN" sz="2800" b="1" dirty="0"/>
              <a:t>) = </a:t>
            </a:r>
            <a:r>
              <a:rPr lang="en-US" altLang="zh-CN" sz="2800" b="1" i="1" dirty="0">
                <a:solidFill>
                  <a:schemeClr val="accent2"/>
                </a:solidFill>
              </a:rPr>
              <a:t>y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0</a:t>
            </a:r>
            <a:r>
              <a:rPr lang="zh-CN" altLang="en-US" sz="2800" b="1" i="1" dirty="0">
                <a:solidFill>
                  <a:schemeClr val="accent2"/>
                </a:solidFill>
              </a:rPr>
              <a:t>’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 </a:t>
            </a:r>
            <a:r>
              <a:rPr lang="en-US" altLang="zh-CN" sz="2800" b="1" i="1" dirty="0">
                <a:solidFill>
                  <a:srgbClr val="FF3300"/>
                </a:solidFill>
              </a:rPr>
              <a:t>S</a:t>
            </a:r>
            <a:r>
              <a:rPr lang="zh-CN" altLang="en-US" sz="2800" b="1" i="1" dirty="0">
                <a:solidFill>
                  <a:srgbClr val="FF3300"/>
                </a:solidFill>
              </a:rPr>
              <a:t>’</a:t>
            </a:r>
            <a:r>
              <a:rPr lang="en-US" altLang="zh-CN" sz="2800" b="1" dirty="0"/>
              <a:t>(</a:t>
            </a:r>
            <a:r>
              <a:rPr lang="en-US" altLang="zh-CN" sz="2800" b="1" i="1" dirty="0">
                <a:solidFill>
                  <a:schemeClr val="accent2"/>
                </a:solidFill>
              </a:rPr>
              <a:t>b</a:t>
            </a:r>
            <a:r>
              <a:rPr lang="en-US" altLang="zh-CN" sz="2800" b="1" dirty="0"/>
              <a:t>) = </a:t>
            </a:r>
            <a:r>
              <a:rPr lang="en-US" altLang="zh-CN" sz="2800" b="1" i="1" dirty="0" err="1">
                <a:solidFill>
                  <a:schemeClr val="accent2"/>
                </a:solidFill>
              </a:rPr>
              <a:t>y</a:t>
            </a:r>
            <a:r>
              <a:rPr lang="en-US" altLang="zh-CN" sz="2800" b="1" i="1" baseline="-25000" dirty="0" err="1">
                <a:solidFill>
                  <a:schemeClr val="accent2"/>
                </a:solidFill>
              </a:rPr>
              <a:t>n</a:t>
            </a:r>
            <a:r>
              <a:rPr lang="zh-CN" altLang="en-US" sz="2800" b="1" i="1" dirty="0">
                <a:solidFill>
                  <a:schemeClr val="accent2"/>
                </a:solidFill>
              </a:rPr>
              <a:t>’</a:t>
            </a:r>
            <a:endParaRPr lang="en-US" altLang="zh-CN" sz="2800" b="1" i="1" dirty="0">
              <a:solidFill>
                <a:schemeClr val="accent2"/>
              </a:solidFill>
            </a:endParaRPr>
          </a:p>
        </p:txBody>
      </p:sp>
      <p:sp>
        <p:nvSpPr>
          <p:cNvPr id="6" name="Text Box 139"/>
          <p:cNvSpPr txBox="1">
            <a:spLocks noChangeArrowheads="1"/>
          </p:cNvSpPr>
          <p:nvPr/>
        </p:nvSpPr>
        <p:spPr bwMode="auto">
          <a:xfrm>
            <a:off x="228600" y="5071864"/>
            <a:ext cx="89008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8000"/>
                </a:solidFill>
                <a:sym typeface="Wingdings" charset="0"/>
              </a:rPr>
              <a:t></a:t>
            </a:r>
            <a:r>
              <a:rPr lang="en-US" altLang="zh-CN" sz="2800" b="1" dirty="0">
                <a:sym typeface="Wingdings" charset="0"/>
              </a:rPr>
              <a:t> </a:t>
            </a:r>
            <a:r>
              <a:rPr lang="zh-CN" altLang="en-US" sz="2800" b="1" dirty="0">
                <a:sym typeface="Wingdings" charset="0"/>
              </a:rPr>
              <a:t>第</a:t>
            </a:r>
            <a:r>
              <a:rPr lang="en-US" altLang="zh-CN" sz="2800" b="1" dirty="0">
                <a:solidFill>
                  <a:schemeClr val="accent2"/>
                </a:solidFill>
                <a:sym typeface="Wingdings" charset="0"/>
              </a:rPr>
              <a:t>2</a:t>
            </a:r>
            <a:r>
              <a:rPr lang="zh-CN" altLang="en-US" sz="2800" b="1" dirty="0">
                <a:sym typeface="Wingdings" charset="0"/>
              </a:rPr>
              <a:t>类边条件：</a:t>
            </a:r>
            <a:r>
              <a:rPr lang="en-US" altLang="zh-CN" sz="2800" b="1" dirty="0">
                <a:sym typeface="Wingdings" charset="0"/>
              </a:rPr>
              <a:t> </a:t>
            </a:r>
            <a:r>
              <a:rPr lang="en-US" altLang="zh-CN" sz="2800" b="1" i="1" dirty="0">
                <a:solidFill>
                  <a:srgbClr val="FF3300"/>
                </a:solidFill>
              </a:rPr>
              <a:t>S</a:t>
            </a:r>
            <a:r>
              <a:rPr lang="zh-CN" altLang="en-US" sz="2800" b="1" i="1" dirty="0">
                <a:solidFill>
                  <a:srgbClr val="FF3300"/>
                </a:solidFill>
              </a:rPr>
              <a:t>”</a:t>
            </a:r>
            <a:r>
              <a:rPr lang="en-US" altLang="zh-CN" sz="2800" b="1" dirty="0"/>
              <a:t>(</a:t>
            </a:r>
            <a:r>
              <a:rPr lang="en-US" altLang="zh-CN" sz="2800" b="1" i="1" dirty="0">
                <a:solidFill>
                  <a:schemeClr val="accent2"/>
                </a:solidFill>
              </a:rPr>
              <a:t>a</a:t>
            </a:r>
            <a:r>
              <a:rPr lang="en-US" altLang="zh-CN" sz="2800" b="1" dirty="0"/>
              <a:t>) = </a:t>
            </a:r>
            <a:r>
              <a:rPr lang="en-US" altLang="zh-CN" sz="2800" b="1" i="1" dirty="0">
                <a:solidFill>
                  <a:schemeClr val="accent2"/>
                </a:solidFill>
              </a:rPr>
              <a:t>y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0</a:t>
            </a:r>
            <a:r>
              <a:rPr lang="zh-CN" altLang="en-US" sz="2800" b="1" i="1" dirty="0">
                <a:solidFill>
                  <a:schemeClr val="accent2"/>
                </a:solidFill>
              </a:rPr>
              <a:t>”</a:t>
            </a:r>
            <a:r>
              <a:rPr lang="en-US" altLang="zh-CN" sz="2800" b="1" i="1" dirty="0">
                <a:solidFill>
                  <a:schemeClr val="accent2"/>
                </a:solidFill>
              </a:rPr>
              <a:t> </a:t>
            </a:r>
            <a:r>
              <a:rPr lang="en-US" altLang="zh-CN" sz="2800" b="1" dirty="0"/>
              <a:t>=</a:t>
            </a:r>
            <a:r>
              <a:rPr lang="en-US" altLang="zh-CN" sz="2800" b="1" i="1" dirty="0">
                <a:solidFill>
                  <a:schemeClr val="accent2"/>
                </a:solidFill>
              </a:rPr>
              <a:t> </a:t>
            </a:r>
            <a:r>
              <a:rPr lang="en-US" altLang="zh-CN" sz="2800" b="1" i="1" dirty="0">
                <a:solidFill>
                  <a:srgbClr val="FF3300"/>
                </a:solidFill>
              </a:rPr>
              <a:t>M</a:t>
            </a:r>
            <a:r>
              <a:rPr lang="en-US" altLang="zh-CN" sz="2800" b="1" baseline="-25000" dirty="0">
                <a:solidFill>
                  <a:srgbClr val="FF3300"/>
                </a:solidFill>
              </a:rPr>
              <a:t>0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 </a:t>
            </a:r>
            <a:r>
              <a:rPr lang="en-US" altLang="zh-CN" sz="2800" b="1" i="1" dirty="0">
                <a:solidFill>
                  <a:srgbClr val="FF3300"/>
                </a:solidFill>
              </a:rPr>
              <a:t>S</a:t>
            </a:r>
            <a:r>
              <a:rPr lang="zh-CN" altLang="en-US" sz="2800" b="1" i="1" dirty="0">
                <a:solidFill>
                  <a:srgbClr val="FF3300"/>
                </a:solidFill>
              </a:rPr>
              <a:t>”</a:t>
            </a:r>
            <a:r>
              <a:rPr lang="en-US" altLang="zh-CN" sz="2800" b="1" dirty="0"/>
              <a:t>(</a:t>
            </a:r>
            <a:r>
              <a:rPr lang="en-US" altLang="zh-CN" sz="2800" b="1" i="1" dirty="0">
                <a:solidFill>
                  <a:schemeClr val="accent2"/>
                </a:solidFill>
              </a:rPr>
              <a:t>b</a:t>
            </a:r>
            <a:r>
              <a:rPr lang="en-US" altLang="zh-CN" sz="2800" b="1" dirty="0"/>
              <a:t>) = </a:t>
            </a:r>
            <a:r>
              <a:rPr lang="en-US" altLang="zh-CN" sz="2800" b="1" i="1" dirty="0" err="1">
                <a:solidFill>
                  <a:schemeClr val="accent2"/>
                </a:solidFill>
              </a:rPr>
              <a:t>y</a:t>
            </a:r>
            <a:r>
              <a:rPr lang="en-US" altLang="zh-CN" sz="2800" b="1" i="1" baseline="-25000" dirty="0" err="1">
                <a:solidFill>
                  <a:schemeClr val="accent2"/>
                </a:solidFill>
              </a:rPr>
              <a:t>n</a:t>
            </a:r>
            <a:r>
              <a:rPr lang="zh-CN" altLang="en-US" sz="2800" b="1" i="1" dirty="0">
                <a:solidFill>
                  <a:schemeClr val="accent2"/>
                </a:solidFill>
              </a:rPr>
              <a:t>”</a:t>
            </a:r>
            <a:r>
              <a:rPr lang="en-US" altLang="zh-CN" sz="2800" b="1" i="1" dirty="0">
                <a:solidFill>
                  <a:schemeClr val="accent2"/>
                </a:solidFill>
              </a:rPr>
              <a:t> </a:t>
            </a:r>
            <a:r>
              <a:rPr lang="en-US" altLang="zh-CN" sz="2800" b="1" dirty="0"/>
              <a:t>=</a:t>
            </a:r>
            <a:r>
              <a:rPr lang="en-US" altLang="zh-CN" sz="2800" b="1" i="1" dirty="0">
                <a:solidFill>
                  <a:schemeClr val="accent2"/>
                </a:solidFill>
              </a:rPr>
              <a:t> </a:t>
            </a:r>
            <a:r>
              <a:rPr lang="en-US" altLang="zh-CN" sz="2800" b="1" i="1" dirty="0" err="1">
                <a:solidFill>
                  <a:srgbClr val="FF3300"/>
                </a:solidFill>
              </a:rPr>
              <a:t>M</a:t>
            </a:r>
            <a:r>
              <a:rPr lang="en-US" altLang="zh-CN" sz="2800" b="1" i="1" baseline="-25000" dirty="0" err="1">
                <a:solidFill>
                  <a:srgbClr val="FF3300"/>
                </a:solidFill>
              </a:rPr>
              <a:t>n</a:t>
            </a:r>
            <a:endParaRPr lang="en-US" altLang="zh-CN" sz="2800" b="1" i="1" baseline="-25000" dirty="0">
              <a:solidFill>
                <a:srgbClr val="FF3300"/>
              </a:solidFill>
            </a:endParaRPr>
          </a:p>
        </p:txBody>
      </p:sp>
      <p:sp>
        <p:nvSpPr>
          <p:cNvPr id="8" name="Text Box 145"/>
          <p:cNvSpPr txBox="1">
            <a:spLocks noChangeArrowheads="1"/>
          </p:cNvSpPr>
          <p:nvPr/>
        </p:nvSpPr>
        <p:spPr bwMode="auto">
          <a:xfrm>
            <a:off x="251520" y="5536314"/>
            <a:ext cx="8445624" cy="1557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b="1" dirty="0">
                <a:solidFill>
                  <a:srgbClr val="008000"/>
                </a:solidFill>
                <a:sym typeface="Wingdings" charset="0"/>
              </a:rPr>
              <a:t></a:t>
            </a:r>
            <a:r>
              <a:rPr lang="en-US" altLang="zh-CN" sz="2800" b="1" dirty="0">
                <a:sym typeface="Wingdings" charset="0"/>
              </a:rPr>
              <a:t> </a:t>
            </a:r>
            <a:r>
              <a:rPr lang="zh-CN" altLang="en-US" sz="2800" b="1" dirty="0">
                <a:sym typeface="Wingdings" charset="0"/>
              </a:rPr>
              <a:t>第</a:t>
            </a:r>
            <a:r>
              <a:rPr lang="en-US" altLang="zh-CN" sz="2800" b="1" dirty="0">
                <a:solidFill>
                  <a:schemeClr val="accent2"/>
                </a:solidFill>
                <a:sym typeface="Wingdings" charset="0"/>
              </a:rPr>
              <a:t>3</a:t>
            </a:r>
            <a:r>
              <a:rPr lang="zh-CN" altLang="en-US" sz="2800" b="1" dirty="0">
                <a:sym typeface="Wingdings" charset="0"/>
              </a:rPr>
              <a:t>类边条件</a:t>
            </a:r>
            <a:r>
              <a:rPr lang="en-US" altLang="zh-CN" sz="2800" b="1" dirty="0">
                <a:sym typeface="Wingdings" charset="0"/>
              </a:rPr>
              <a:t> </a:t>
            </a:r>
            <a:r>
              <a:rPr lang="zh-CN" altLang="en-US" sz="2800" b="1" dirty="0">
                <a:sym typeface="Wingdings" charset="0"/>
              </a:rPr>
              <a:t>：</a:t>
            </a:r>
            <a:endParaRPr lang="en-US" altLang="zh-CN" sz="2800" b="1" dirty="0">
              <a:sym typeface="Wingdings" charset="0"/>
            </a:endParaRPr>
          </a:p>
          <a:p>
            <a:pPr>
              <a:spcBef>
                <a:spcPct val="20000"/>
              </a:spcBef>
            </a:pPr>
            <a:r>
              <a:rPr lang="en-US" altLang="zh-CN" sz="2800" b="1" dirty="0">
                <a:sym typeface="Wingdings" charset="0"/>
              </a:rPr>
              <a:t>     </a:t>
            </a:r>
            <a:r>
              <a:rPr lang="zh-CN" altLang="en-US" sz="2800" b="1" dirty="0">
                <a:sym typeface="Wingdings" charset="0"/>
              </a:rPr>
              <a:t>当</a:t>
            </a:r>
            <a:r>
              <a:rPr lang="en-US" altLang="zh-CN" sz="2800" b="1" dirty="0">
                <a:sym typeface="Wingdings" charset="0"/>
              </a:rPr>
              <a:t> </a:t>
            </a:r>
            <a:r>
              <a:rPr lang="en-US" altLang="zh-CN" sz="2800" b="1" i="1" dirty="0">
                <a:sym typeface="Wingdings" charset="0"/>
              </a:rPr>
              <a:t>f</a:t>
            </a:r>
            <a:r>
              <a:rPr lang="en-US" altLang="zh-CN" sz="2800" b="1" dirty="0">
                <a:sym typeface="Wingdings" charset="0"/>
              </a:rPr>
              <a:t> </a:t>
            </a:r>
            <a:r>
              <a:rPr lang="zh-CN" altLang="en-US" sz="2800" b="1" dirty="0">
                <a:sym typeface="Wingdings" charset="0"/>
              </a:rPr>
              <a:t>为</a:t>
            </a:r>
            <a:r>
              <a:rPr lang="zh-CN" altLang="en-US" sz="2800" b="1" dirty="0">
                <a:solidFill>
                  <a:schemeClr val="accent2"/>
                </a:solidFill>
                <a:sym typeface="Wingdings" charset="0"/>
              </a:rPr>
              <a:t>周期函数</a:t>
            </a:r>
            <a:r>
              <a:rPr lang="zh-CN" altLang="en-US" sz="2800" b="1" dirty="0">
                <a:sym typeface="Wingdings" charset="0"/>
              </a:rPr>
              <a:t>时</a:t>
            </a:r>
            <a:r>
              <a:rPr lang="en-US" altLang="zh-CN" sz="2800" b="1" dirty="0">
                <a:sym typeface="Wingdings" charset="0"/>
              </a:rPr>
              <a:t>  </a:t>
            </a:r>
            <a:r>
              <a:rPr lang="en-US" altLang="zh-CN" sz="2800" b="1" i="1" dirty="0" err="1">
                <a:solidFill>
                  <a:schemeClr val="accent2"/>
                </a:solidFill>
              </a:rPr>
              <a:t>y</a:t>
            </a:r>
            <a:r>
              <a:rPr lang="en-US" altLang="zh-CN" sz="2800" b="1" i="1" baseline="-25000" dirty="0" err="1">
                <a:solidFill>
                  <a:schemeClr val="accent2"/>
                </a:solidFill>
              </a:rPr>
              <a:t>n</a:t>
            </a:r>
            <a:r>
              <a:rPr lang="en-US" altLang="zh-CN" sz="2800" b="1" i="1" dirty="0">
                <a:solidFill>
                  <a:schemeClr val="accent2"/>
                </a:solidFill>
              </a:rPr>
              <a:t> </a:t>
            </a:r>
            <a:r>
              <a:rPr lang="en-US" altLang="zh-CN" sz="2800" b="1" dirty="0"/>
              <a:t>=</a:t>
            </a:r>
            <a:r>
              <a:rPr lang="en-US" altLang="zh-CN" sz="2800" b="1" i="1" dirty="0">
                <a:solidFill>
                  <a:schemeClr val="accent2"/>
                </a:solidFill>
              </a:rPr>
              <a:t> y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0</a:t>
            </a:r>
            <a:r>
              <a:rPr lang="en-US" altLang="zh-CN" sz="2800" b="1" i="1" dirty="0">
                <a:solidFill>
                  <a:schemeClr val="accent2"/>
                </a:solidFill>
              </a:rPr>
              <a:t> </a:t>
            </a:r>
            <a:r>
              <a:rPr lang="zh-CN" altLang="en-US" sz="2800" b="1" dirty="0"/>
              <a:t>，</a:t>
            </a:r>
            <a:r>
              <a:rPr lang="en-US" altLang="zh-CN" sz="2800" b="1" i="1" dirty="0">
                <a:solidFill>
                  <a:schemeClr val="accent2"/>
                </a:solidFill>
              </a:rPr>
              <a:t> </a:t>
            </a:r>
            <a:r>
              <a:rPr lang="en-US" altLang="zh-CN" sz="2800" b="1" i="1" dirty="0">
                <a:solidFill>
                  <a:srgbClr val="FF3300"/>
                </a:solidFill>
              </a:rPr>
              <a:t>S</a:t>
            </a:r>
            <a:r>
              <a:rPr lang="zh-CN" altLang="en-US" sz="2800" b="1" i="1" dirty="0">
                <a:solidFill>
                  <a:srgbClr val="FF3300"/>
                </a:solidFill>
              </a:rPr>
              <a:t>’</a:t>
            </a:r>
            <a:r>
              <a:rPr lang="en-US" altLang="zh-CN" sz="2800" b="1" dirty="0"/>
              <a:t>(</a:t>
            </a:r>
            <a:r>
              <a:rPr lang="en-US" altLang="zh-CN" sz="2800" b="1" i="1" dirty="0">
                <a:solidFill>
                  <a:schemeClr val="accent2"/>
                </a:solidFill>
              </a:rPr>
              <a:t>a</a:t>
            </a:r>
            <a:r>
              <a:rPr lang="en-US" altLang="zh-CN" sz="2800" b="1" baseline="30000" dirty="0">
                <a:solidFill>
                  <a:schemeClr val="accent2"/>
                </a:solidFill>
              </a:rPr>
              <a:t>+</a:t>
            </a:r>
            <a:r>
              <a:rPr lang="en-US" altLang="zh-CN" sz="2800" b="1" dirty="0"/>
              <a:t>) = </a:t>
            </a:r>
            <a:r>
              <a:rPr lang="en-US" altLang="zh-CN" sz="2800" b="1" i="1" dirty="0">
                <a:solidFill>
                  <a:srgbClr val="FF3300"/>
                </a:solidFill>
              </a:rPr>
              <a:t>S</a:t>
            </a:r>
            <a:r>
              <a:rPr lang="zh-CN" altLang="en-US" sz="2800" b="1" i="1" dirty="0">
                <a:solidFill>
                  <a:srgbClr val="FF3300"/>
                </a:solidFill>
              </a:rPr>
              <a:t>’</a:t>
            </a:r>
            <a:r>
              <a:rPr lang="en-US" altLang="zh-CN" sz="2800" b="1" dirty="0"/>
              <a:t>(</a:t>
            </a:r>
            <a:r>
              <a:rPr lang="en-US" altLang="zh-CN" sz="2800" b="1" i="1" dirty="0">
                <a:solidFill>
                  <a:schemeClr val="accent2"/>
                </a:solidFill>
              </a:rPr>
              <a:t>b</a:t>
            </a:r>
            <a:r>
              <a:rPr lang="en-US" altLang="zh-CN" sz="2800" b="1" baseline="30000" dirty="0">
                <a:solidFill>
                  <a:schemeClr val="accent2"/>
                </a:solidFill>
                <a:sym typeface="Symbol" charset="0"/>
              </a:rPr>
              <a:t></a:t>
            </a:r>
            <a:r>
              <a:rPr lang="en-US" altLang="zh-CN" sz="2800" b="1" dirty="0"/>
              <a:t>)   </a:t>
            </a:r>
          </a:p>
          <a:p>
            <a:pPr>
              <a:spcBef>
                <a:spcPct val="20000"/>
              </a:spcBef>
            </a:pPr>
            <a:r>
              <a:rPr lang="en-US" altLang="zh-CN" sz="2800" b="1" dirty="0"/>
              <a:t>       </a:t>
            </a:r>
            <a:endParaRPr lang="en-US" altLang="zh-CN" sz="2800" b="1" i="1" baseline="-25000" dirty="0">
              <a:solidFill>
                <a:srgbClr val="FF3300"/>
              </a:solidFill>
            </a:endParaRPr>
          </a:p>
        </p:txBody>
      </p:sp>
      <p:sp>
        <p:nvSpPr>
          <p:cNvPr id="9" name="Text Box 4299">
            <a:extLst>
              <a:ext uri="{FF2B5EF4-FFF2-40B4-BE49-F238E27FC236}">
                <a16:creationId xmlns:a16="http://schemas.microsoft.com/office/drawing/2014/main" id="{F65DB2A7-2C81-884E-9285-72F02CD8F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4" y="247650"/>
            <a:ext cx="6781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b="1" dirty="0">
                <a:solidFill>
                  <a:srgbClr val="002060"/>
                </a:solidFill>
              </a:rPr>
              <a:t>二次样条插值</a:t>
            </a:r>
            <a:endParaRPr lang="en-US" altLang="zh-CN" sz="4000" b="1" dirty="0">
              <a:solidFill>
                <a:srgbClr val="002060"/>
              </a:solidFill>
              <a:latin typeface="Arial" charset="0"/>
            </a:endParaRPr>
          </a:p>
        </p:txBody>
      </p:sp>
      <p:sp>
        <p:nvSpPr>
          <p:cNvPr id="10" name="Process 9">
            <a:extLst>
              <a:ext uri="{FF2B5EF4-FFF2-40B4-BE49-F238E27FC236}">
                <a16:creationId xmlns:a16="http://schemas.microsoft.com/office/drawing/2014/main" id="{01C7FB2A-9911-8D41-88B0-2FA9165E66CF}"/>
              </a:ext>
            </a:extLst>
          </p:cNvPr>
          <p:cNvSpPr/>
          <p:nvPr/>
        </p:nvSpPr>
        <p:spPr>
          <a:xfrm>
            <a:off x="330743" y="9144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691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381000" y="457200"/>
            <a:ext cx="6019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chemeClr val="accent2"/>
                </a:solidFill>
                <a:latin typeface="楷体_GB2312" charset="0"/>
                <a:sym typeface="Wingdings" charset="0"/>
              </a:rPr>
              <a:t> </a:t>
            </a:r>
            <a:r>
              <a:rPr lang="zh-CN" altLang="en-US" sz="2400" b="1">
                <a:latin typeface="楷体_GB2312" charset="0"/>
              </a:rPr>
              <a:t>构造三次样条插值函数的</a:t>
            </a:r>
            <a:r>
              <a:rPr lang="zh-CN" altLang="en-US" sz="2400" b="1">
                <a:solidFill>
                  <a:schemeClr val="accent2"/>
                </a:solidFill>
                <a:latin typeface="楷体_GB2312" charset="0"/>
              </a:rPr>
              <a:t>三弯矩法</a:t>
            </a:r>
            <a:r>
              <a:rPr lang="en-US" altLang="zh-CN" sz="2400" b="1">
                <a:latin typeface="楷体_GB2312" charset="0"/>
              </a:rPr>
              <a:t> </a:t>
            </a:r>
          </a:p>
          <a:p>
            <a:r>
              <a:rPr lang="en-US" altLang="zh-CN" sz="2000" b="1">
                <a:solidFill>
                  <a:srgbClr val="008000"/>
                </a:solidFill>
                <a:latin typeface="Arial" charset="0"/>
              </a:rPr>
              <a:t>      /* method of bending moment */</a:t>
            </a:r>
          </a:p>
        </p:txBody>
      </p:sp>
      <p:grpSp>
        <p:nvGrpSpPr>
          <p:cNvPr id="47140" name="Group 36"/>
          <p:cNvGrpSpPr>
            <a:grpSpLocks/>
          </p:cNvGrpSpPr>
          <p:nvPr/>
        </p:nvGrpSpPr>
        <p:grpSpPr bwMode="auto">
          <a:xfrm>
            <a:off x="457200" y="1295400"/>
            <a:ext cx="8259763" cy="477838"/>
            <a:chOff x="288" y="816"/>
            <a:chExt cx="5066" cy="301"/>
          </a:xfrm>
        </p:grpSpPr>
        <p:sp>
          <p:nvSpPr>
            <p:cNvPr id="47109" name="Text Box 5"/>
            <p:cNvSpPr txBox="1">
              <a:spLocks noChangeArrowheads="1"/>
            </p:cNvSpPr>
            <p:nvPr/>
          </p:nvSpPr>
          <p:spPr bwMode="auto">
            <a:xfrm>
              <a:off x="288" y="816"/>
              <a:ext cx="17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在</a:t>
              </a:r>
              <a:r>
                <a:rPr lang="en-US" altLang="zh-CN" sz="2400" b="1"/>
                <a:t>               </a:t>
              </a:r>
              <a:r>
                <a:rPr lang="zh-CN" altLang="en-US" sz="2400" b="1"/>
                <a:t>上，记</a:t>
              </a:r>
              <a:endParaRPr lang="en-US" altLang="zh-CN" sz="2400" b="1"/>
            </a:p>
          </p:txBody>
        </p:sp>
        <p:graphicFrame>
          <p:nvGraphicFramePr>
            <p:cNvPr id="47110" name="Object 6"/>
            <p:cNvGraphicFramePr>
              <a:graphicFrameLocks noChangeAspect="1"/>
            </p:cNvGraphicFramePr>
            <p:nvPr/>
          </p:nvGraphicFramePr>
          <p:xfrm>
            <a:off x="576" y="857"/>
            <a:ext cx="672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609480" imgH="241200" progId="Equation.3">
                    <p:embed/>
                  </p:oleObj>
                </mc:Choice>
                <mc:Fallback>
                  <p:oleObj name="Equation" r:id="rId5" imgW="609480" imgH="241200" progId="Equation.3">
                    <p:embed/>
                    <p:pic>
                      <p:nvPicPr>
                        <p:cNvPr id="4711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857"/>
                          <a:ext cx="672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1" name="Object 7"/>
            <p:cNvGraphicFramePr>
              <a:graphicFrameLocks noChangeAspect="1"/>
            </p:cNvGraphicFramePr>
            <p:nvPr/>
          </p:nvGraphicFramePr>
          <p:xfrm>
            <a:off x="1872" y="857"/>
            <a:ext cx="1164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952200" imgH="241200" progId="Equation.3">
                    <p:embed/>
                  </p:oleObj>
                </mc:Choice>
                <mc:Fallback>
                  <p:oleObj name="Equation" r:id="rId7" imgW="952200" imgH="241200" progId="Equation.3">
                    <p:embed/>
                    <p:pic>
                      <p:nvPicPr>
                        <p:cNvPr id="47111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857"/>
                          <a:ext cx="1164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16" name="Rectangle 12"/>
            <p:cNvSpPr>
              <a:spLocks noChangeArrowheads="1"/>
            </p:cNvSpPr>
            <p:nvPr/>
          </p:nvSpPr>
          <p:spPr bwMode="auto">
            <a:xfrm>
              <a:off x="5302" y="888"/>
              <a:ext cx="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>
                  <a:solidFill>
                    <a:srgbClr val="000000"/>
                  </a:solidFill>
                </a:rPr>
                <a:t>]</a:t>
              </a:r>
              <a:endParaRPr lang="en-US" altLang="zh-CN"/>
            </a:p>
          </p:txBody>
        </p:sp>
        <p:sp>
          <p:nvSpPr>
            <p:cNvPr id="47117" name="Rectangle 13"/>
            <p:cNvSpPr>
              <a:spLocks noChangeArrowheads="1"/>
            </p:cNvSpPr>
            <p:nvPr/>
          </p:nvSpPr>
          <p:spPr bwMode="auto">
            <a:xfrm>
              <a:off x="5065" y="888"/>
              <a:ext cx="3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>
                  <a:solidFill>
                    <a:srgbClr val="000000"/>
                  </a:solidFill>
                </a:rPr>
                <a:t>,</a:t>
              </a:r>
              <a:endParaRPr lang="en-US" altLang="zh-CN"/>
            </a:p>
          </p:txBody>
        </p:sp>
        <p:sp>
          <p:nvSpPr>
            <p:cNvPr id="47118" name="Rectangle 14"/>
            <p:cNvSpPr>
              <a:spLocks noChangeArrowheads="1"/>
            </p:cNvSpPr>
            <p:nvPr/>
          </p:nvSpPr>
          <p:spPr bwMode="auto">
            <a:xfrm>
              <a:off x="4745" y="888"/>
              <a:ext cx="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>
                  <a:solidFill>
                    <a:srgbClr val="000000"/>
                  </a:solidFill>
                </a:rPr>
                <a:t>[</a:t>
              </a:r>
              <a:endParaRPr lang="en-US" altLang="zh-CN"/>
            </a:p>
          </p:txBody>
        </p:sp>
        <p:sp>
          <p:nvSpPr>
            <p:cNvPr id="47119" name="Rectangle 15"/>
            <p:cNvSpPr>
              <a:spLocks noChangeArrowheads="1"/>
            </p:cNvSpPr>
            <p:nvPr/>
          </p:nvSpPr>
          <p:spPr bwMode="auto">
            <a:xfrm>
              <a:off x="4181" y="888"/>
              <a:ext cx="31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>
                  <a:solidFill>
                    <a:srgbClr val="000000"/>
                  </a:solidFill>
                </a:rPr>
                <a:t>for   </a:t>
              </a:r>
              <a:endParaRPr lang="en-US" altLang="zh-CN"/>
            </a:p>
          </p:txBody>
        </p:sp>
        <p:sp>
          <p:nvSpPr>
            <p:cNvPr id="47120" name="Rectangle 16"/>
            <p:cNvSpPr>
              <a:spLocks noChangeArrowheads="1"/>
            </p:cNvSpPr>
            <p:nvPr/>
          </p:nvSpPr>
          <p:spPr bwMode="auto">
            <a:xfrm>
              <a:off x="3983" y="888"/>
              <a:ext cx="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47121" name="Rectangle 17"/>
            <p:cNvSpPr>
              <a:spLocks noChangeArrowheads="1"/>
            </p:cNvSpPr>
            <p:nvPr/>
          </p:nvSpPr>
          <p:spPr bwMode="auto">
            <a:xfrm>
              <a:off x="3821" y="888"/>
              <a:ext cx="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47122" name="Rectangle 18"/>
            <p:cNvSpPr>
              <a:spLocks noChangeArrowheads="1"/>
            </p:cNvSpPr>
            <p:nvPr/>
          </p:nvSpPr>
          <p:spPr bwMode="auto">
            <a:xfrm>
              <a:off x="3366" y="888"/>
              <a:ext cx="5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47123" name="Rectangle 19"/>
            <p:cNvSpPr>
              <a:spLocks noChangeArrowheads="1"/>
            </p:cNvSpPr>
            <p:nvPr/>
          </p:nvSpPr>
          <p:spPr bwMode="auto">
            <a:xfrm>
              <a:off x="3204" y="888"/>
              <a:ext cx="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47124" name="Rectangle 20"/>
            <p:cNvSpPr>
              <a:spLocks noChangeArrowheads="1"/>
            </p:cNvSpPr>
            <p:nvPr/>
          </p:nvSpPr>
          <p:spPr bwMode="auto">
            <a:xfrm>
              <a:off x="5004" y="986"/>
              <a:ext cx="4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</a:rPr>
                <a:t>1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7125" name="Rectangle 21"/>
            <p:cNvSpPr>
              <a:spLocks noChangeArrowheads="1"/>
            </p:cNvSpPr>
            <p:nvPr/>
          </p:nvSpPr>
          <p:spPr bwMode="auto">
            <a:xfrm>
              <a:off x="3780" y="874"/>
              <a:ext cx="31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</a:rPr>
                <a:t>]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7126" name="Rectangle 22"/>
            <p:cNvSpPr>
              <a:spLocks noChangeArrowheads="1"/>
            </p:cNvSpPr>
            <p:nvPr/>
          </p:nvSpPr>
          <p:spPr bwMode="auto">
            <a:xfrm>
              <a:off x="3689" y="874"/>
              <a:ext cx="31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</a:rPr>
                <a:t>[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7127" name="Rectangle 23"/>
            <p:cNvSpPr>
              <a:spLocks noChangeArrowheads="1"/>
            </p:cNvSpPr>
            <p:nvPr/>
          </p:nvSpPr>
          <p:spPr bwMode="auto">
            <a:xfrm>
              <a:off x="5254" y="987"/>
              <a:ext cx="2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7128" name="Rectangle 24"/>
            <p:cNvSpPr>
              <a:spLocks noChangeArrowheads="1"/>
            </p:cNvSpPr>
            <p:nvPr/>
          </p:nvSpPr>
          <p:spPr bwMode="auto">
            <a:xfrm>
              <a:off x="4916" y="987"/>
              <a:ext cx="2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7129" name="Rectangle 25"/>
            <p:cNvSpPr>
              <a:spLocks noChangeArrowheads="1"/>
            </p:cNvSpPr>
            <p:nvPr/>
          </p:nvSpPr>
          <p:spPr bwMode="auto">
            <a:xfrm>
              <a:off x="3744" y="875"/>
              <a:ext cx="2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7130" name="Rectangle 26"/>
            <p:cNvSpPr>
              <a:spLocks noChangeArrowheads="1"/>
            </p:cNvSpPr>
            <p:nvPr/>
          </p:nvSpPr>
          <p:spPr bwMode="auto">
            <a:xfrm>
              <a:off x="5153" y="888"/>
              <a:ext cx="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 i="1">
                  <a:solidFill>
                    <a:schemeClr val="accent2"/>
                  </a:solidFill>
                </a:rPr>
                <a:t>x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7131" name="Rectangle 27"/>
            <p:cNvSpPr>
              <a:spLocks noChangeArrowheads="1"/>
            </p:cNvSpPr>
            <p:nvPr/>
          </p:nvSpPr>
          <p:spPr bwMode="auto">
            <a:xfrm>
              <a:off x="4815" y="888"/>
              <a:ext cx="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 i="1">
                  <a:solidFill>
                    <a:schemeClr val="accent2"/>
                  </a:solidFill>
                </a:rPr>
                <a:t>x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7132" name="Rectangle 28"/>
            <p:cNvSpPr>
              <a:spLocks noChangeArrowheads="1"/>
            </p:cNvSpPr>
            <p:nvPr/>
          </p:nvSpPr>
          <p:spPr bwMode="auto">
            <a:xfrm>
              <a:off x="4515" y="888"/>
              <a:ext cx="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47133" name="Rectangle 29"/>
            <p:cNvSpPr>
              <a:spLocks noChangeArrowheads="1"/>
            </p:cNvSpPr>
            <p:nvPr/>
          </p:nvSpPr>
          <p:spPr bwMode="auto">
            <a:xfrm>
              <a:off x="3894" y="888"/>
              <a:ext cx="7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47134" name="Rectangle 30"/>
            <p:cNvSpPr>
              <a:spLocks noChangeArrowheads="1"/>
            </p:cNvSpPr>
            <p:nvPr/>
          </p:nvSpPr>
          <p:spPr bwMode="auto">
            <a:xfrm>
              <a:off x="3588" y="888"/>
              <a:ext cx="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 i="1">
                  <a:solidFill>
                    <a:srgbClr val="FF3300"/>
                  </a:solidFill>
                </a:rPr>
                <a:t>S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7135" name="Rectangle 31"/>
            <p:cNvSpPr>
              <a:spLocks noChangeArrowheads="1"/>
            </p:cNvSpPr>
            <p:nvPr/>
          </p:nvSpPr>
          <p:spPr bwMode="auto">
            <a:xfrm>
              <a:off x="3276" y="888"/>
              <a:ext cx="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47136" name="Rectangle 32"/>
            <p:cNvSpPr>
              <a:spLocks noChangeArrowheads="1"/>
            </p:cNvSpPr>
            <p:nvPr/>
          </p:nvSpPr>
          <p:spPr bwMode="auto">
            <a:xfrm>
              <a:off x="3104" y="888"/>
              <a:ext cx="8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 i="1">
                  <a:solidFill>
                    <a:srgbClr val="FF3300"/>
                  </a:solidFill>
                </a:rPr>
                <a:t>S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7137" name="Rectangle 33"/>
            <p:cNvSpPr>
              <a:spLocks noChangeArrowheads="1"/>
            </p:cNvSpPr>
            <p:nvPr/>
          </p:nvSpPr>
          <p:spPr bwMode="auto">
            <a:xfrm>
              <a:off x="4951" y="977"/>
              <a:ext cx="5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  <a:latin typeface="Symbol" charset="0"/>
                </a:rPr>
                <a:t>-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7138" name="Rectangle 34"/>
            <p:cNvSpPr>
              <a:spLocks noChangeArrowheads="1"/>
            </p:cNvSpPr>
            <p:nvPr/>
          </p:nvSpPr>
          <p:spPr bwMode="auto">
            <a:xfrm>
              <a:off x="4620" y="869"/>
              <a:ext cx="11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</a:t>
              </a:r>
              <a:endParaRPr lang="en-US" altLang="zh-CN"/>
            </a:p>
          </p:txBody>
        </p:sp>
        <p:sp>
          <p:nvSpPr>
            <p:cNvPr id="47139" name="Rectangle 35"/>
            <p:cNvSpPr>
              <a:spLocks noChangeArrowheads="1"/>
            </p:cNvSpPr>
            <p:nvPr/>
          </p:nvSpPr>
          <p:spPr bwMode="auto">
            <a:xfrm>
              <a:off x="3453" y="869"/>
              <a:ext cx="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>
                  <a:solidFill>
                    <a:srgbClr val="000000"/>
                  </a:solidFill>
                  <a:latin typeface="Symbol" charset="0"/>
                </a:rPr>
                <a:t>=</a:t>
              </a:r>
              <a:endParaRPr lang="en-US" altLang="zh-CN"/>
            </a:p>
          </p:txBody>
        </p:sp>
      </p:grpSp>
      <p:sp>
        <p:nvSpPr>
          <p:cNvPr id="47115" name="AutoShape 11"/>
          <p:cNvSpPr>
            <a:spLocks noChangeArrowheads="1"/>
          </p:cNvSpPr>
          <p:nvPr/>
        </p:nvSpPr>
        <p:spPr bwMode="auto">
          <a:xfrm>
            <a:off x="1371600" y="2438400"/>
            <a:ext cx="4648200" cy="609600"/>
          </a:xfrm>
          <a:prstGeom prst="wedgeEllipseCallout">
            <a:avLst>
              <a:gd name="adj1" fmla="val 44023"/>
              <a:gd name="adj2" fmla="val -178907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spcBef>
                <a:spcPct val="50000"/>
              </a:spcBef>
            </a:pPr>
            <a:r>
              <a:rPr lang="zh-CN" altLang="en-US" sz="2400" b="1"/>
              <a:t>对每个</a:t>
            </a:r>
            <a:r>
              <a:rPr lang="en-US" altLang="zh-CN" sz="2400" b="1" i="1">
                <a:solidFill>
                  <a:schemeClr val="accent2"/>
                </a:solidFill>
              </a:rPr>
              <a:t>j</a:t>
            </a:r>
            <a:r>
              <a:rPr lang="en-US" altLang="zh-CN" sz="2400" b="1"/>
              <a:t>, </a:t>
            </a:r>
            <a:r>
              <a:rPr lang="zh-CN" altLang="en-US" sz="2400" b="1"/>
              <a:t>此为</a:t>
            </a:r>
            <a:r>
              <a:rPr lang="en-US" altLang="zh-CN" sz="2400" b="1">
                <a:solidFill>
                  <a:schemeClr val="accent2"/>
                </a:solidFill>
              </a:rPr>
              <a:t>3</a:t>
            </a:r>
            <a:r>
              <a:rPr lang="zh-CN" altLang="en-US" sz="2400" b="1"/>
              <a:t>次多项式</a:t>
            </a:r>
            <a:endParaRPr lang="en-US" altLang="zh-CN" sz="2400" b="1"/>
          </a:p>
        </p:txBody>
      </p:sp>
      <p:sp>
        <p:nvSpPr>
          <p:cNvPr id="47152" name="Text Box 48"/>
          <p:cNvSpPr txBox="1">
            <a:spLocks noChangeArrowheads="1"/>
          </p:cNvSpPr>
          <p:nvPr/>
        </p:nvSpPr>
        <p:spPr bwMode="auto">
          <a:xfrm>
            <a:off x="457200" y="1752600"/>
            <a:ext cx="754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则</a:t>
            </a:r>
            <a:r>
              <a:rPr lang="en-US" altLang="zh-CN" sz="2400" b="1"/>
              <a:t> </a:t>
            </a:r>
            <a:r>
              <a:rPr lang="en-US" altLang="zh-CN" sz="2400" b="1" i="1">
                <a:solidFill>
                  <a:srgbClr val="FF3300"/>
                </a:solidFill>
              </a:rPr>
              <a:t>S</a:t>
            </a:r>
            <a:r>
              <a:rPr lang="en-US" altLang="zh-CN" sz="2400" b="1" baseline="30000">
                <a:solidFill>
                  <a:schemeClr val="accent2"/>
                </a:solidFill>
              </a:rPr>
              <a:t>[</a:t>
            </a:r>
            <a:r>
              <a:rPr lang="en-US" altLang="zh-CN" sz="2400" b="1" i="1" baseline="30000">
                <a:solidFill>
                  <a:schemeClr val="accent2"/>
                </a:solidFill>
              </a:rPr>
              <a:t>j</a:t>
            </a:r>
            <a:r>
              <a:rPr lang="en-US" altLang="zh-CN" sz="2400" b="1" baseline="30000">
                <a:solidFill>
                  <a:schemeClr val="accent2"/>
                </a:solidFill>
              </a:rPr>
              <a:t>]</a:t>
            </a:r>
            <a:r>
              <a:rPr lang="zh-CN" altLang="en-US" sz="2400" b="1" i="1">
                <a:solidFill>
                  <a:srgbClr val="FF3300"/>
                </a:solidFill>
              </a:rPr>
              <a:t>”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 </a:t>
            </a:r>
            <a:r>
              <a:rPr lang="zh-CN" altLang="en-US" sz="2400" b="1"/>
              <a:t>为</a:t>
            </a:r>
            <a:r>
              <a:rPr lang="en-US" altLang="zh-CN" sz="2400" b="1"/>
              <a:t>    </a:t>
            </a:r>
            <a:r>
              <a:rPr lang="zh-CN" altLang="en-US" sz="2400" b="1"/>
              <a:t>次多项式，需</a:t>
            </a:r>
            <a:r>
              <a:rPr lang="en-US" altLang="zh-CN" sz="2400" b="1"/>
              <a:t>     </a:t>
            </a:r>
            <a:r>
              <a:rPr lang="zh-CN" altLang="en-US" sz="2400" b="1"/>
              <a:t>个点的值确定之。</a:t>
            </a:r>
            <a:endParaRPr lang="en-US" altLang="zh-CN" sz="2400" b="1"/>
          </a:p>
        </p:txBody>
      </p:sp>
      <p:sp>
        <p:nvSpPr>
          <p:cNvPr id="47153" name="Rectangle 49"/>
          <p:cNvSpPr>
            <a:spLocks noChangeArrowheads="1"/>
          </p:cNvSpPr>
          <p:nvPr/>
        </p:nvSpPr>
        <p:spPr bwMode="auto">
          <a:xfrm>
            <a:off x="2209800" y="18288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1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47154" name="Rectangle 50"/>
          <p:cNvSpPr>
            <a:spLocks noChangeArrowheads="1"/>
          </p:cNvSpPr>
          <p:nvPr/>
        </p:nvSpPr>
        <p:spPr bwMode="auto">
          <a:xfrm>
            <a:off x="4343400" y="1828800"/>
            <a:ext cx="30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1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47155" name="Text Box 51"/>
          <p:cNvSpPr txBox="1">
            <a:spLocks noChangeArrowheads="1"/>
          </p:cNvSpPr>
          <p:nvPr/>
        </p:nvSpPr>
        <p:spPr bwMode="auto">
          <a:xfrm>
            <a:off x="457200" y="2286000"/>
            <a:ext cx="502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设</a:t>
            </a:r>
            <a:r>
              <a:rPr lang="en-US" altLang="zh-CN" sz="2400" b="1"/>
              <a:t> </a:t>
            </a:r>
            <a:r>
              <a:rPr lang="en-US" altLang="zh-CN" sz="2400" b="1" i="1">
                <a:solidFill>
                  <a:srgbClr val="FF3300"/>
                </a:solidFill>
              </a:rPr>
              <a:t>S</a:t>
            </a:r>
            <a:r>
              <a:rPr lang="en-US" altLang="zh-CN" sz="2400" b="1" baseline="30000">
                <a:solidFill>
                  <a:schemeClr val="accent2"/>
                </a:solidFill>
              </a:rPr>
              <a:t>[</a:t>
            </a:r>
            <a:r>
              <a:rPr lang="en-US" altLang="zh-CN" sz="2400" b="1" i="1" baseline="30000">
                <a:solidFill>
                  <a:schemeClr val="accent2"/>
                </a:solidFill>
              </a:rPr>
              <a:t>j</a:t>
            </a:r>
            <a:r>
              <a:rPr lang="en-US" altLang="zh-CN" sz="2400" b="1" baseline="30000">
                <a:solidFill>
                  <a:schemeClr val="accent2"/>
                </a:solidFill>
              </a:rPr>
              <a:t>]</a:t>
            </a:r>
            <a:r>
              <a:rPr lang="zh-CN" altLang="en-US" sz="2400" b="1" i="1">
                <a:solidFill>
                  <a:srgbClr val="FF3300"/>
                </a:solidFill>
              </a:rPr>
              <a:t>”</a:t>
            </a:r>
            <a:r>
              <a:rPr lang="en-US" altLang="zh-CN" sz="2400" b="1"/>
              <a:t>(</a:t>
            </a:r>
            <a:r>
              <a:rPr lang="en-US" altLang="zh-CN" sz="2400" b="1" i="1">
                <a:solidFill>
                  <a:schemeClr val="accent2"/>
                </a:solidFill>
              </a:rPr>
              <a:t>x</a:t>
            </a:r>
            <a:r>
              <a:rPr lang="en-US" altLang="zh-CN" sz="2400" b="1" i="1" baseline="-25000">
                <a:solidFill>
                  <a:schemeClr val="accent2"/>
                </a:solidFill>
              </a:rPr>
              <a:t>j</a:t>
            </a:r>
            <a:r>
              <a:rPr lang="en-US" altLang="zh-CN" sz="2400" b="1" baseline="-25000">
                <a:solidFill>
                  <a:schemeClr val="accent2"/>
                </a:solidFill>
                <a:sym typeface="Symbol" charset="0"/>
              </a:rPr>
              <a:t>1</a:t>
            </a:r>
            <a:r>
              <a:rPr lang="en-US" altLang="zh-CN" sz="2400" b="1"/>
              <a:t>) = </a:t>
            </a:r>
            <a:r>
              <a:rPr lang="en-US" altLang="zh-CN" sz="2400" b="1" i="1">
                <a:solidFill>
                  <a:srgbClr val="FF3300"/>
                </a:solidFill>
              </a:rPr>
              <a:t>M</a:t>
            </a:r>
            <a:r>
              <a:rPr lang="en-US" altLang="zh-CN" sz="2400" b="1" i="1" baseline="-25000">
                <a:solidFill>
                  <a:srgbClr val="FF3300"/>
                </a:solidFill>
              </a:rPr>
              <a:t>j</a:t>
            </a:r>
            <a:r>
              <a:rPr lang="en-US" altLang="zh-CN" sz="2400" b="1" baseline="-25000">
                <a:solidFill>
                  <a:srgbClr val="FF3300"/>
                </a:solidFill>
                <a:sym typeface="Symbol" charset="0"/>
              </a:rPr>
              <a:t>1</a:t>
            </a:r>
            <a:r>
              <a:rPr lang="zh-CN" altLang="en-US" sz="2400" b="1">
                <a:sym typeface="Symbol" charset="0"/>
              </a:rPr>
              <a:t>，</a:t>
            </a:r>
            <a:r>
              <a:rPr lang="en-US" altLang="zh-CN" sz="2400" b="1">
                <a:sym typeface="Symbol" charset="0"/>
              </a:rPr>
              <a:t> </a:t>
            </a:r>
            <a:r>
              <a:rPr lang="en-US" altLang="zh-CN" sz="2400" b="1" i="1">
                <a:solidFill>
                  <a:srgbClr val="FF3300"/>
                </a:solidFill>
              </a:rPr>
              <a:t>S</a:t>
            </a:r>
            <a:r>
              <a:rPr lang="en-US" altLang="zh-CN" sz="2400" b="1" baseline="30000">
                <a:solidFill>
                  <a:schemeClr val="accent2"/>
                </a:solidFill>
              </a:rPr>
              <a:t>[</a:t>
            </a:r>
            <a:r>
              <a:rPr lang="en-US" altLang="zh-CN" sz="2400" b="1" i="1" baseline="30000">
                <a:solidFill>
                  <a:schemeClr val="accent2"/>
                </a:solidFill>
              </a:rPr>
              <a:t>j</a:t>
            </a:r>
            <a:r>
              <a:rPr lang="en-US" altLang="zh-CN" sz="2400" b="1" baseline="30000">
                <a:solidFill>
                  <a:schemeClr val="accent2"/>
                </a:solidFill>
              </a:rPr>
              <a:t>]</a:t>
            </a:r>
            <a:r>
              <a:rPr lang="zh-CN" altLang="en-US" sz="2400" b="1" i="1">
                <a:solidFill>
                  <a:srgbClr val="FF3300"/>
                </a:solidFill>
              </a:rPr>
              <a:t>”</a:t>
            </a:r>
            <a:r>
              <a:rPr lang="en-US" altLang="zh-CN" sz="2400" b="1"/>
              <a:t>(</a:t>
            </a:r>
            <a:r>
              <a:rPr lang="en-US" altLang="zh-CN" sz="2400" b="1" i="1">
                <a:solidFill>
                  <a:schemeClr val="accent2"/>
                </a:solidFill>
              </a:rPr>
              <a:t>x</a:t>
            </a:r>
            <a:r>
              <a:rPr lang="en-US" altLang="zh-CN" sz="2400" b="1" i="1" baseline="-25000">
                <a:solidFill>
                  <a:schemeClr val="accent2"/>
                </a:solidFill>
              </a:rPr>
              <a:t>j</a:t>
            </a:r>
            <a:r>
              <a:rPr lang="en-US" altLang="zh-CN" sz="2400" b="1"/>
              <a:t>) = </a:t>
            </a:r>
            <a:r>
              <a:rPr lang="en-US" altLang="zh-CN" sz="2400" b="1" i="1">
                <a:solidFill>
                  <a:srgbClr val="FF3300"/>
                </a:solidFill>
              </a:rPr>
              <a:t>M</a:t>
            </a:r>
            <a:r>
              <a:rPr lang="en-US" altLang="zh-CN" sz="2400" b="1" i="1" baseline="-25000">
                <a:solidFill>
                  <a:srgbClr val="FF3300"/>
                </a:solidFill>
              </a:rPr>
              <a:t>j</a:t>
            </a:r>
            <a:r>
              <a:rPr lang="en-US" altLang="zh-CN" sz="2400" b="1">
                <a:solidFill>
                  <a:srgbClr val="FF3300"/>
                </a:solidFill>
                <a:sym typeface="Symbol" charset="0"/>
              </a:rPr>
              <a:t> </a:t>
            </a:r>
          </a:p>
        </p:txBody>
      </p:sp>
      <p:sp>
        <p:nvSpPr>
          <p:cNvPr id="47156" name="AutoShape 52"/>
          <p:cNvSpPr>
            <a:spLocks noChangeArrowheads="1"/>
          </p:cNvSpPr>
          <p:nvPr/>
        </p:nvSpPr>
        <p:spPr bwMode="auto">
          <a:xfrm>
            <a:off x="4038600" y="1143000"/>
            <a:ext cx="4648200" cy="685800"/>
          </a:xfrm>
          <a:prstGeom prst="wedgeEllipseCallout">
            <a:avLst>
              <a:gd name="adj1" fmla="val -34356"/>
              <a:gd name="adj2" fmla="val 142361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zh-CN" altLang="en-US" sz="2400" b="1"/>
              <a:t>对应力学中的</a:t>
            </a:r>
            <a:r>
              <a:rPr lang="zh-CN" altLang="en-US" sz="2400" b="1">
                <a:solidFill>
                  <a:schemeClr val="accent2"/>
                </a:solidFill>
              </a:rPr>
              <a:t>梁弯矩</a:t>
            </a:r>
            <a:r>
              <a:rPr lang="zh-CN" altLang="en-US" sz="2400" b="1"/>
              <a:t>，故名</a:t>
            </a:r>
            <a:endParaRPr lang="en-US" altLang="zh-CN" sz="2400" b="1"/>
          </a:p>
        </p:txBody>
      </p:sp>
      <p:sp>
        <p:nvSpPr>
          <p:cNvPr id="47157" name="Text Box 53"/>
          <p:cNvSpPr txBox="1">
            <a:spLocks noChangeArrowheads="1"/>
          </p:cNvSpPr>
          <p:nvPr/>
        </p:nvSpPr>
        <p:spPr bwMode="auto">
          <a:xfrm>
            <a:off x="5181600" y="2286000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对于</a:t>
            </a:r>
            <a:r>
              <a:rPr lang="en-US" altLang="zh-CN" sz="2400" b="1" i="1"/>
              <a:t>x</a:t>
            </a:r>
            <a:r>
              <a:rPr lang="en-US" altLang="zh-CN" sz="2400" b="1"/>
              <a:t> </a:t>
            </a:r>
            <a:r>
              <a:rPr lang="en-US" altLang="zh-CN" sz="2400" b="1">
                <a:sym typeface="Symbol" charset="0"/>
              </a:rPr>
              <a:t>[</a:t>
            </a:r>
            <a:r>
              <a:rPr lang="en-US" altLang="zh-CN" sz="2400" b="1" i="1">
                <a:solidFill>
                  <a:schemeClr val="accent2"/>
                </a:solidFill>
              </a:rPr>
              <a:t>x</a:t>
            </a:r>
            <a:r>
              <a:rPr lang="en-US" altLang="zh-CN" sz="2400" b="1" i="1" baseline="-25000">
                <a:solidFill>
                  <a:schemeClr val="accent2"/>
                </a:solidFill>
              </a:rPr>
              <a:t>j</a:t>
            </a:r>
            <a:r>
              <a:rPr lang="en-US" altLang="zh-CN" sz="2400" b="1" baseline="-25000">
                <a:solidFill>
                  <a:schemeClr val="accent2"/>
                </a:solidFill>
                <a:sym typeface="Symbol" charset="0"/>
              </a:rPr>
              <a:t>1</a:t>
            </a:r>
            <a:r>
              <a:rPr lang="en-US" altLang="zh-CN" sz="2400" b="1">
                <a:sym typeface="Symbol" charset="0"/>
              </a:rPr>
              <a:t>, </a:t>
            </a:r>
            <a:r>
              <a:rPr lang="en-US" altLang="zh-CN" sz="2400" b="1" baseline="-25000">
                <a:solidFill>
                  <a:schemeClr val="accent2"/>
                </a:solidFill>
                <a:sym typeface="Symbol" charset="0"/>
              </a:rPr>
              <a:t> </a:t>
            </a:r>
            <a:r>
              <a:rPr lang="en-US" altLang="zh-CN" sz="2400" b="1" i="1">
                <a:solidFill>
                  <a:schemeClr val="accent2"/>
                </a:solidFill>
              </a:rPr>
              <a:t>x</a:t>
            </a:r>
            <a:r>
              <a:rPr lang="en-US" altLang="zh-CN" sz="2400" b="1" i="1" baseline="-25000">
                <a:solidFill>
                  <a:schemeClr val="accent2"/>
                </a:solidFill>
              </a:rPr>
              <a:t>j</a:t>
            </a:r>
            <a:r>
              <a:rPr lang="en-US" altLang="zh-CN" sz="2400" b="1" baseline="-25000">
                <a:solidFill>
                  <a:schemeClr val="accent2"/>
                </a:solidFill>
                <a:sym typeface="Symbol" charset="0"/>
              </a:rPr>
              <a:t> </a:t>
            </a:r>
            <a:r>
              <a:rPr lang="en-US" altLang="zh-CN" sz="2400" b="1">
                <a:sym typeface="Symbol" charset="0"/>
              </a:rPr>
              <a:t>] </a:t>
            </a:r>
            <a:r>
              <a:rPr lang="zh-CN" altLang="en-US" sz="2400" b="1">
                <a:sym typeface="Symbol" charset="0"/>
              </a:rPr>
              <a:t>可</a:t>
            </a:r>
            <a:r>
              <a:rPr lang="zh-CN" altLang="en-US" sz="2400" b="1"/>
              <a:t>得到</a:t>
            </a:r>
            <a:endParaRPr lang="en-US" altLang="zh-CN" sz="2400" b="1"/>
          </a:p>
        </p:txBody>
      </p:sp>
      <p:sp>
        <p:nvSpPr>
          <p:cNvPr id="47158" name="Text Box 54"/>
          <p:cNvSpPr txBox="1">
            <a:spLocks noChangeArrowheads="1"/>
          </p:cNvSpPr>
          <p:nvPr/>
        </p:nvSpPr>
        <p:spPr bwMode="auto">
          <a:xfrm>
            <a:off x="2057400" y="28956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>
                <a:solidFill>
                  <a:srgbClr val="FF3300"/>
                </a:solidFill>
              </a:rPr>
              <a:t>S</a:t>
            </a:r>
            <a:r>
              <a:rPr lang="en-US" altLang="zh-CN" sz="2400" b="1" baseline="30000">
                <a:solidFill>
                  <a:schemeClr val="accent2"/>
                </a:solidFill>
              </a:rPr>
              <a:t>[</a:t>
            </a:r>
            <a:r>
              <a:rPr lang="en-US" altLang="zh-CN" sz="2400" b="1" i="1" baseline="30000">
                <a:solidFill>
                  <a:schemeClr val="accent2"/>
                </a:solidFill>
              </a:rPr>
              <a:t>j</a:t>
            </a:r>
            <a:r>
              <a:rPr lang="en-US" altLang="zh-CN" sz="2400" b="1" baseline="30000">
                <a:solidFill>
                  <a:schemeClr val="accent2"/>
                </a:solidFill>
              </a:rPr>
              <a:t>]</a:t>
            </a:r>
            <a:r>
              <a:rPr lang="zh-CN" altLang="en-US" sz="2400" b="1" i="1">
                <a:solidFill>
                  <a:srgbClr val="FF3300"/>
                </a:solidFill>
              </a:rPr>
              <a:t>”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 =</a:t>
            </a:r>
          </a:p>
        </p:txBody>
      </p:sp>
      <p:grpSp>
        <p:nvGrpSpPr>
          <p:cNvPr id="47217" name="Group 113"/>
          <p:cNvGrpSpPr>
            <a:grpSpLocks/>
          </p:cNvGrpSpPr>
          <p:nvPr/>
        </p:nvGrpSpPr>
        <p:grpSpPr bwMode="auto">
          <a:xfrm>
            <a:off x="3352800" y="2743200"/>
            <a:ext cx="2843213" cy="736600"/>
            <a:chOff x="3402" y="1822"/>
            <a:chExt cx="1791" cy="464"/>
          </a:xfrm>
        </p:grpSpPr>
        <p:sp>
          <p:nvSpPr>
            <p:cNvPr id="47162" name="Line 58"/>
            <p:cNvSpPr>
              <a:spLocks noChangeShapeType="1"/>
            </p:cNvSpPr>
            <p:nvPr/>
          </p:nvSpPr>
          <p:spPr bwMode="auto">
            <a:xfrm>
              <a:off x="3766" y="2068"/>
              <a:ext cx="447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63" name="Line 59"/>
            <p:cNvSpPr>
              <a:spLocks noChangeShapeType="1"/>
            </p:cNvSpPr>
            <p:nvPr/>
          </p:nvSpPr>
          <p:spPr bwMode="auto">
            <a:xfrm>
              <a:off x="4640" y="2068"/>
              <a:ext cx="55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64" name="Rectangle 60"/>
            <p:cNvSpPr>
              <a:spLocks noChangeArrowheads="1"/>
            </p:cNvSpPr>
            <p:nvPr/>
          </p:nvSpPr>
          <p:spPr bwMode="auto">
            <a:xfrm>
              <a:off x="4944" y="2171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7165" name="Rectangle 61"/>
            <p:cNvSpPr>
              <a:spLocks noChangeArrowheads="1"/>
            </p:cNvSpPr>
            <p:nvPr/>
          </p:nvSpPr>
          <p:spPr bwMode="auto">
            <a:xfrm>
              <a:off x="5029" y="1942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7166" name="Rectangle 62"/>
            <p:cNvSpPr>
              <a:spLocks noChangeArrowheads="1"/>
            </p:cNvSpPr>
            <p:nvPr/>
          </p:nvSpPr>
          <p:spPr bwMode="auto">
            <a:xfrm>
              <a:off x="4565" y="2064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FF3300"/>
                  </a:solidFill>
                </a:rPr>
                <a:t>j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7167" name="Rectangle 63"/>
            <p:cNvSpPr>
              <a:spLocks noChangeArrowheads="1"/>
            </p:cNvSpPr>
            <p:nvPr/>
          </p:nvSpPr>
          <p:spPr bwMode="auto">
            <a:xfrm>
              <a:off x="4018" y="2171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7168" name="Rectangle 64"/>
            <p:cNvSpPr>
              <a:spLocks noChangeArrowheads="1"/>
            </p:cNvSpPr>
            <p:nvPr/>
          </p:nvSpPr>
          <p:spPr bwMode="auto">
            <a:xfrm>
              <a:off x="3898" y="1942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7169" name="Rectangle 65"/>
            <p:cNvSpPr>
              <a:spLocks noChangeArrowheads="1"/>
            </p:cNvSpPr>
            <p:nvPr/>
          </p:nvSpPr>
          <p:spPr bwMode="auto">
            <a:xfrm>
              <a:off x="3585" y="2064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FF3300"/>
                  </a:solidFill>
                </a:rPr>
                <a:t>j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7178" name="Rectangle 74"/>
            <p:cNvSpPr>
              <a:spLocks noChangeArrowheads="1"/>
            </p:cNvSpPr>
            <p:nvPr/>
          </p:nvSpPr>
          <p:spPr bwMode="auto">
            <a:xfrm>
              <a:off x="4842" y="2070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 i="1">
                  <a:solidFill>
                    <a:schemeClr val="accent2"/>
                  </a:solidFill>
                </a:rPr>
                <a:t>h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7179" name="Rectangle 75"/>
            <p:cNvSpPr>
              <a:spLocks noChangeArrowheads="1"/>
            </p:cNvSpPr>
            <p:nvPr/>
          </p:nvSpPr>
          <p:spPr bwMode="auto">
            <a:xfrm>
              <a:off x="4921" y="1841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 i="1">
                  <a:solidFill>
                    <a:schemeClr val="accent2"/>
                  </a:solidFill>
                </a:rPr>
                <a:t>x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7180" name="Rectangle 76"/>
            <p:cNvSpPr>
              <a:spLocks noChangeArrowheads="1"/>
            </p:cNvSpPr>
            <p:nvPr/>
          </p:nvSpPr>
          <p:spPr bwMode="auto">
            <a:xfrm>
              <a:off x="4665" y="1841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47181" name="Rectangle 77"/>
            <p:cNvSpPr>
              <a:spLocks noChangeArrowheads="1"/>
            </p:cNvSpPr>
            <p:nvPr/>
          </p:nvSpPr>
          <p:spPr bwMode="auto">
            <a:xfrm>
              <a:off x="4382" y="1964"/>
              <a:ext cx="14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 i="1">
                  <a:solidFill>
                    <a:srgbClr val="FF3300"/>
                  </a:solidFill>
                </a:rPr>
                <a:t>M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7182" name="Rectangle 78"/>
            <p:cNvSpPr>
              <a:spLocks noChangeArrowheads="1"/>
            </p:cNvSpPr>
            <p:nvPr/>
          </p:nvSpPr>
          <p:spPr bwMode="auto">
            <a:xfrm>
              <a:off x="3915" y="2070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 i="1">
                  <a:solidFill>
                    <a:schemeClr val="accent2"/>
                  </a:solidFill>
                </a:rPr>
                <a:t>h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7183" name="Rectangle 79"/>
            <p:cNvSpPr>
              <a:spLocks noChangeArrowheads="1"/>
            </p:cNvSpPr>
            <p:nvPr/>
          </p:nvSpPr>
          <p:spPr bwMode="auto">
            <a:xfrm>
              <a:off x="4114" y="1841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47184" name="Rectangle 80"/>
            <p:cNvSpPr>
              <a:spLocks noChangeArrowheads="1"/>
            </p:cNvSpPr>
            <p:nvPr/>
          </p:nvSpPr>
          <p:spPr bwMode="auto">
            <a:xfrm>
              <a:off x="3791" y="1841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 i="1">
                  <a:solidFill>
                    <a:schemeClr val="accent2"/>
                  </a:solidFill>
                </a:rPr>
                <a:t>x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7185" name="Rectangle 81"/>
            <p:cNvSpPr>
              <a:spLocks noChangeArrowheads="1"/>
            </p:cNvSpPr>
            <p:nvPr/>
          </p:nvSpPr>
          <p:spPr bwMode="auto">
            <a:xfrm>
              <a:off x="3402" y="1964"/>
              <a:ext cx="14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 i="1">
                  <a:solidFill>
                    <a:srgbClr val="FF3300"/>
                  </a:solidFill>
                </a:rPr>
                <a:t>M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7196" name="Rectangle 92"/>
            <p:cNvSpPr>
              <a:spLocks noChangeArrowheads="1"/>
            </p:cNvSpPr>
            <p:nvPr/>
          </p:nvSpPr>
          <p:spPr bwMode="auto">
            <a:xfrm>
              <a:off x="5121" y="1941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</a:rPr>
                <a:t>1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7197" name="Rectangle 93"/>
            <p:cNvSpPr>
              <a:spLocks noChangeArrowheads="1"/>
            </p:cNvSpPr>
            <p:nvPr/>
          </p:nvSpPr>
          <p:spPr bwMode="auto">
            <a:xfrm>
              <a:off x="3677" y="2063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3300"/>
                  </a:solidFill>
                </a:rPr>
                <a:t>1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7202" name="Rectangle 98"/>
            <p:cNvSpPr>
              <a:spLocks noChangeArrowheads="1"/>
            </p:cNvSpPr>
            <p:nvPr/>
          </p:nvSpPr>
          <p:spPr bwMode="auto">
            <a:xfrm>
              <a:off x="5066" y="1932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  <a:latin typeface="Symbol" charset="0"/>
                </a:rPr>
                <a:t>-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7203" name="Rectangle 99"/>
            <p:cNvSpPr>
              <a:spLocks noChangeArrowheads="1"/>
            </p:cNvSpPr>
            <p:nvPr/>
          </p:nvSpPr>
          <p:spPr bwMode="auto">
            <a:xfrm>
              <a:off x="3622" y="2054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3300"/>
                  </a:solidFill>
                  <a:latin typeface="Symbol" charset="0"/>
                </a:rPr>
                <a:t>-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7208" name="Rectangle 104"/>
            <p:cNvSpPr>
              <a:spLocks noChangeArrowheads="1"/>
            </p:cNvSpPr>
            <p:nvPr/>
          </p:nvSpPr>
          <p:spPr bwMode="auto">
            <a:xfrm>
              <a:off x="4784" y="1822"/>
              <a:ext cx="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>
                  <a:solidFill>
                    <a:srgbClr val="000000"/>
                  </a:solidFill>
                  <a:latin typeface="Symbol" charset="0"/>
                </a:rPr>
                <a:t>-</a:t>
              </a:r>
              <a:endParaRPr lang="en-US" altLang="zh-CN"/>
            </a:p>
          </p:txBody>
        </p:sp>
        <p:sp>
          <p:nvSpPr>
            <p:cNvPr id="47209" name="Rectangle 105"/>
            <p:cNvSpPr>
              <a:spLocks noChangeArrowheads="1"/>
            </p:cNvSpPr>
            <p:nvPr/>
          </p:nvSpPr>
          <p:spPr bwMode="auto">
            <a:xfrm>
              <a:off x="4247" y="1945"/>
              <a:ext cx="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47210" name="Rectangle 106"/>
            <p:cNvSpPr>
              <a:spLocks noChangeArrowheads="1"/>
            </p:cNvSpPr>
            <p:nvPr/>
          </p:nvSpPr>
          <p:spPr bwMode="auto">
            <a:xfrm>
              <a:off x="3976" y="1822"/>
              <a:ext cx="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>
                  <a:solidFill>
                    <a:srgbClr val="000000"/>
                  </a:solidFill>
                  <a:latin typeface="Symbol" charset="0"/>
                </a:rPr>
                <a:t>-</a:t>
              </a:r>
              <a:endParaRPr lang="en-US" altLang="zh-CN"/>
            </a:p>
          </p:txBody>
        </p:sp>
      </p:grpSp>
      <p:sp>
        <p:nvSpPr>
          <p:cNvPr id="47218" name="Text Box 114"/>
          <p:cNvSpPr txBox="1">
            <a:spLocks noChangeArrowheads="1"/>
          </p:cNvSpPr>
          <p:nvPr/>
        </p:nvSpPr>
        <p:spPr bwMode="auto">
          <a:xfrm>
            <a:off x="457200" y="3429000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积分</a:t>
            </a:r>
            <a:r>
              <a:rPr lang="en-US" altLang="zh-CN" sz="2400" b="1"/>
              <a:t>2</a:t>
            </a:r>
            <a:r>
              <a:rPr lang="zh-CN" altLang="en-US" sz="2400" b="1"/>
              <a:t>次，可得</a:t>
            </a:r>
            <a:r>
              <a:rPr lang="en-US" altLang="zh-CN" sz="2400" b="1"/>
              <a:t> </a:t>
            </a:r>
            <a:r>
              <a:rPr lang="en-US" altLang="zh-CN" sz="2400" b="1" i="1">
                <a:solidFill>
                  <a:srgbClr val="FF3300"/>
                </a:solidFill>
              </a:rPr>
              <a:t>S</a:t>
            </a:r>
            <a:r>
              <a:rPr lang="en-US" altLang="zh-CN" sz="2400" b="1" baseline="30000">
                <a:solidFill>
                  <a:schemeClr val="accent2"/>
                </a:solidFill>
              </a:rPr>
              <a:t>[</a:t>
            </a:r>
            <a:r>
              <a:rPr lang="en-US" altLang="zh-CN" sz="2400" b="1" i="1" baseline="30000">
                <a:solidFill>
                  <a:schemeClr val="accent2"/>
                </a:solidFill>
              </a:rPr>
              <a:t>j</a:t>
            </a:r>
            <a:r>
              <a:rPr lang="en-US" altLang="zh-CN" sz="2400" b="1" baseline="30000">
                <a:solidFill>
                  <a:schemeClr val="accent2"/>
                </a:solidFill>
              </a:rPr>
              <a:t>]</a:t>
            </a:r>
            <a:r>
              <a:rPr lang="zh-CN" altLang="en-US" sz="2400" b="1" i="1">
                <a:solidFill>
                  <a:srgbClr val="FF3300"/>
                </a:solidFill>
              </a:rPr>
              <a:t>’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 </a:t>
            </a:r>
            <a:r>
              <a:rPr lang="zh-CN" altLang="en-US" sz="2400" b="1"/>
              <a:t>和</a:t>
            </a:r>
            <a:r>
              <a:rPr lang="en-US" altLang="zh-CN" sz="2400" b="1"/>
              <a:t> </a:t>
            </a:r>
            <a:r>
              <a:rPr lang="en-US" altLang="zh-CN" sz="2400" b="1" i="1">
                <a:solidFill>
                  <a:srgbClr val="FF3300"/>
                </a:solidFill>
              </a:rPr>
              <a:t>S</a:t>
            </a:r>
            <a:r>
              <a:rPr lang="en-US" altLang="zh-CN" sz="2400" b="1" baseline="30000">
                <a:solidFill>
                  <a:schemeClr val="accent2"/>
                </a:solidFill>
              </a:rPr>
              <a:t>[</a:t>
            </a:r>
            <a:r>
              <a:rPr lang="en-US" altLang="zh-CN" sz="2400" b="1" i="1" baseline="30000">
                <a:solidFill>
                  <a:schemeClr val="accent2"/>
                </a:solidFill>
              </a:rPr>
              <a:t>j</a:t>
            </a:r>
            <a:r>
              <a:rPr lang="en-US" altLang="zh-CN" sz="2400" b="1" baseline="30000">
                <a:solidFill>
                  <a:schemeClr val="accent2"/>
                </a:solidFill>
              </a:rPr>
              <a:t>]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 </a:t>
            </a:r>
            <a:r>
              <a:rPr lang="zh-CN" altLang="en-US" sz="2400" b="1"/>
              <a:t>：</a:t>
            </a:r>
            <a:endParaRPr lang="en-US" altLang="zh-CN" sz="2400" b="1"/>
          </a:p>
        </p:txBody>
      </p:sp>
      <p:grpSp>
        <p:nvGrpSpPr>
          <p:cNvPr id="47309" name="Group 205"/>
          <p:cNvGrpSpPr>
            <a:grpSpLocks/>
          </p:cNvGrpSpPr>
          <p:nvPr/>
        </p:nvGrpSpPr>
        <p:grpSpPr bwMode="auto">
          <a:xfrm>
            <a:off x="877888" y="4073525"/>
            <a:ext cx="5715000" cy="990600"/>
            <a:chOff x="553" y="2566"/>
            <a:chExt cx="3600" cy="624"/>
          </a:xfrm>
        </p:grpSpPr>
        <p:sp>
          <p:nvSpPr>
            <p:cNvPr id="47308" name="AutoShape 204" descr="新闻纸"/>
            <p:cNvSpPr>
              <a:spLocks noChangeArrowheads="1"/>
            </p:cNvSpPr>
            <p:nvPr/>
          </p:nvSpPr>
          <p:spPr bwMode="auto">
            <a:xfrm>
              <a:off x="553" y="2566"/>
              <a:ext cx="3600" cy="624"/>
            </a:xfrm>
            <a:prstGeom prst="bevel">
              <a:avLst>
                <a:gd name="adj" fmla="val 6250"/>
              </a:avLst>
            </a:prstGeom>
            <a:blipFill dpi="0" rotWithShape="0">
              <a:blip r:embed="rId9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7268" name="Group 164"/>
            <p:cNvGrpSpPr>
              <a:grpSpLocks/>
            </p:cNvGrpSpPr>
            <p:nvPr/>
          </p:nvGrpSpPr>
          <p:grpSpPr bwMode="auto">
            <a:xfrm>
              <a:off x="624" y="2640"/>
              <a:ext cx="3395" cy="461"/>
              <a:chOff x="624" y="2508"/>
              <a:chExt cx="3395" cy="461"/>
            </a:xfrm>
          </p:grpSpPr>
          <p:sp>
            <p:nvSpPr>
              <p:cNvPr id="47231" name="Line 127"/>
              <p:cNvSpPr>
                <a:spLocks noChangeShapeType="1"/>
              </p:cNvSpPr>
              <p:nvPr/>
            </p:nvSpPr>
            <p:spPr bwMode="auto">
              <a:xfrm>
                <a:off x="1888" y="2751"/>
                <a:ext cx="607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32" name="Line 128"/>
              <p:cNvSpPr>
                <a:spLocks noChangeShapeType="1"/>
              </p:cNvSpPr>
              <p:nvPr/>
            </p:nvSpPr>
            <p:spPr bwMode="auto">
              <a:xfrm>
                <a:off x="3003" y="2751"/>
                <a:ext cx="708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33" name="Rectangle 129"/>
              <p:cNvSpPr>
                <a:spLocks noChangeArrowheads="1"/>
              </p:cNvSpPr>
              <p:nvPr/>
            </p:nvSpPr>
            <p:spPr bwMode="auto">
              <a:xfrm>
                <a:off x="3992" y="2748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rgbClr val="FF3300"/>
                    </a:solidFill>
                  </a:rPr>
                  <a:t>j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7234" name="Rectangle 130"/>
              <p:cNvSpPr>
                <a:spLocks noChangeArrowheads="1"/>
              </p:cNvSpPr>
              <p:nvPr/>
            </p:nvSpPr>
            <p:spPr bwMode="auto">
              <a:xfrm>
                <a:off x="3425" y="2854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chemeClr val="accent2"/>
                    </a:solidFill>
                  </a:rPr>
                  <a:t>j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235" name="Rectangle 131"/>
              <p:cNvSpPr>
                <a:spLocks noChangeArrowheads="1"/>
              </p:cNvSpPr>
              <p:nvPr/>
            </p:nvSpPr>
            <p:spPr bwMode="auto">
              <a:xfrm>
                <a:off x="3428" y="2626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chemeClr val="accent2"/>
                    </a:solidFill>
                  </a:rPr>
                  <a:t>j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236" name="Rectangle 132"/>
              <p:cNvSpPr>
                <a:spLocks noChangeArrowheads="1"/>
              </p:cNvSpPr>
              <p:nvPr/>
            </p:nvSpPr>
            <p:spPr bwMode="auto">
              <a:xfrm>
                <a:off x="2830" y="2748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rgbClr val="FF3300"/>
                    </a:solidFill>
                  </a:rPr>
                  <a:t>j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7237" name="Rectangle 133"/>
              <p:cNvSpPr>
                <a:spLocks noChangeArrowheads="1"/>
              </p:cNvSpPr>
              <p:nvPr/>
            </p:nvSpPr>
            <p:spPr bwMode="auto">
              <a:xfrm>
                <a:off x="2260" y="2854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chemeClr val="accent2"/>
                    </a:solidFill>
                  </a:rPr>
                  <a:t>j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238" name="Rectangle 134"/>
              <p:cNvSpPr>
                <a:spLocks noChangeArrowheads="1"/>
              </p:cNvSpPr>
              <p:nvPr/>
            </p:nvSpPr>
            <p:spPr bwMode="auto">
              <a:xfrm>
                <a:off x="2069" y="2626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chemeClr val="accent2"/>
                    </a:solidFill>
                  </a:rPr>
                  <a:t>j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239" name="Rectangle 135"/>
              <p:cNvSpPr>
                <a:spLocks noChangeArrowheads="1"/>
              </p:cNvSpPr>
              <p:nvPr/>
            </p:nvSpPr>
            <p:spPr bwMode="auto">
              <a:xfrm>
                <a:off x="1716" y="2748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rgbClr val="FF3300"/>
                    </a:solidFill>
                  </a:rPr>
                  <a:t>j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7240" name="Rectangle 136"/>
              <p:cNvSpPr>
                <a:spLocks noChangeArrowheads="1"/>
              </p:cNvSpPr>
              <p:nvPr/>
            </p:nvSpPr>
            <p:spPr bwMode="auto">
              <a:xfrm>
                <a:off x="3877" y="2648"/>
                <a:ext cx="10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 i="1">
                    <a:solidFill>
                      <a:srgbClr val="FF3300"/>
                    </a:solidFill>
                  </a:rPr>
                  <a:t>A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7241" name="Rectangle 137"/>
              <p:cNvSpPr>
                <a:spLocks noChangeArrowheads="1"/>
              </p:cNvSpPr>
              <p:nvPr/>
            </p:nvSpPr>
            <p:spPr bwMode="auto">
              <a:xfrm>
                <a:off x="3327" y="2753"/>
                <a:ext cx="8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accent2"/>
                    </a:solidFill>
                  </a:rPr>
                  <a:t>h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242" name="Rectangle 138"/>
              <p:cNvSpPr>
                <a:spLocks noChangeArrowheads="1"/>
              </p:cNvSpPr>
              <p:nvPr/>
            </p:nvSpPr>
            <p:spPr bwMode="auto">
              <a:xfrm>
                <a:off x="3326" y="2526"/>
                <a:ext cx="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accent2"/>
                    </a:solidFill>
                  </a:rPr>
                  <a:t>x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243" name="Rectangle 139"/>
              <p:cNvSpPr>
                <a:spLocks noChangeArrowheads="1"/>
              </p:cNvSpPr>
              <p:nvPr/>
            </p:nvSpPr>
            <p:spPr bwMode="auto">
              <a:xfrm>
                <a:off x="3082" y="2526"/>
                <a:ext cx="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 i="1">
                    <a:solidFill>
                      <a:srgbClr val="000000"/>
                    </a:solidFill>
                  </a:rPr>
                  <a:t>x</a:t>
                </a:r>
                <a:endParaRPr lang="en-US" altLang="zh-CN"/>
              </a:p>
            </p:txBody>
          </p:sp>
          <p:sp>
            <p:nvSpPr>
              <p:cNvPr id="47244" name="Rectangle 140"/>
              <p:cNvSpPr>
                <a:spLocks noChangeArrowheads="1"/>
              </p:cNvSpPr>
              <p:nvPr/>
            </p:nvSpPr>
            <p:spPr bwMode="auto">
              <a:xfrm>
                <a:off x="2656" y="2648"/>
                <a:ext cx="14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 i="1">
                    <a:solidFill>
                      <a:srgbClr val="FF3300"/>
                    </a:solidFill>
                  </a:rPr>
                  <a:t>M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7245" name="Rectangle 141"/>
              <p:cNvSpPr>
                <a:spLocks noChangeArrowheads="1"/>
              </p:cNvSpPr>
              <p:nvPr/>
            </p:nvSpPr>
            <p:spPr bwMode="auto">
              <a:xfrm>
                <a:off x="2163" y="2753"/>
                <a:ext cx="8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accent2"/>
                    </a:solidFill>
                  </a:rPr>
                  <a:t>h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246" name="Rectangle 142"/>
              <p:cNvSpPr>
                <a:spLocks noChangeArrowheads="1"/>
              </p:cNvSpPr>
              <p:nvPr/>
            </p:nvSpPr>
            <p:spPr bwMode="auto">
              <a:xfrm>
                <a:off x="2275" y="2526"/>
                <a:ext cx="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 i="1">
                    <a:solidFill>
                      <a:srgbClr val="000000"/>
                    </a:solidFill>
                  </a:rPr>
                  <a:t>x</a:t>
                </a:r>
                <a:endParaRPr lang="en-US" altLang="zh-CN"/>
              </a:p>
            </p:txBody>
          </p:sp>
          <p:sp>
            <p:nvSpPr>
              <p:cNvPr id="47247" name="Rectangle 143"/>
              <p:cNvSpPr>
                <a:spLocks noChangeArrowheads="1"/>
              </p:cNvSpPr>
              <p:nvPr/>
            </p:nvSpPr>
            <p:spPr bwMode="auto">
              <a:xfrm>
                <a:off x="1967" y="2526"/>
                <a:ext cx="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accent2"/>
                    </a:solidFill>
                  </a:rPr>
                  <a:t>x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248" name="Rectangle 144"/>
              <p:cNvSpPr>
                <a:spLocks noChangeArrowheads="1"/>
              </p:cNvSpPr>
              <p:nvPr/>
            </p:nvSpPr>
            <p:spPr bwMode="auto">
              <a:xfrm>
                <a:off x="1542" y="2648"/>
                <a:ext cx="14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 i="1">
                    <a:solidFill>
                      <a:srgbClr val="FF3300"/>
                    </a:solidFill>
                  </a:rPr>
                  <a:t>M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7249" name="Rectangle 145"/>
              <p:cNvSpPr>
                <a:spLocks noChangeArrowheads="1"/>
              </p:cNvSpPr>
              <p:nvPr/>
            </p:nvSpPr>
            <p:spPr bwMode="auto">
              <a:xfrm>
                <a:off x="3743" y="2630"/>
                <a:ext cx="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>
                    <a:solidFill>
                      <a:srgbClr val="000000"/>
                    </a:solidFill>
                    <a:latin typeface="Symbol" charset="0"/>
                  </a:rPr>
                  <a:t>+</a:t>
                </a:r>
                <a:endParaRPr lang="en-US" altLang="zh-CN"/>
              </a:p>
            </p:txBody>
          </p:sp>
          <p:sp>
            <p:nvSpPr>
              <p:cNvPr id="47250" name="Rectangle 146"/>
              <p:cNvSpPr>
                <a:spLocks noChangeArrowheads="1"/>
              </p:cNvSpPr>
              <p:nvPr/>
            </p:nvSpPr>
            <p:spPr bwMode="auto">
              <a:xfrm>
                <a:off x="3195" y="2508"/>
                <a:ext cx="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>
                    <a:latin typeface="Symbol" charset="0"/>
                  </a:rPr>
                  <a:t>-</a:t>
                </a:r>
                <a:endParaRPr lang="en-US" altLang="zh-CN"/>
              </a:p>
            </p:txBody>
          </p:sp>
          <p:sp>
            <p:nvSpPr>
              <p:cNvPr id="47251" name="Rectangle 147"/>
              <p:cNvSpPr>
                <a:spLocks noChangeArrowheads="1"/>
              </p:cNvSpPr>
              <p:nvPr/>
            </p:nvSpPr>
            <p:spPr bwMode="auto">
              <a:xfrm>
                <a:off x="2528" y="2630"/>
                <a:ext cx="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>
                    <a:solidFill>
                      <a:srgbClr val="000000"/>
                    </a:solidFill>
                    <a:latin typeface="Symbol" charset="0"/>
                  </a:rPr>
                  <a:t>+</a:t>
                </a:r>
                <a:endParaRPr lang="en-US" altLang="zh-CN"/>
              </a:p>
            </p:txBody>
          </p:sp>
          <p:sp>
            <p:nvSpPr>
              <p:cNvPr id="47252" name="Rectangle 148"/>
              <p:cNvSpPr>
                <a:spLocks noChangeArrowheads="1"/>
              </p:cNvSpPr>
              <p:nvPr/>
            </p:nvSpPr>
            <p:spPr bwMode="auto">
              <a:xfrm>
                <a:off x="2144" y="2508"/>
                <a:ext cx="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>
                    <a:solidFill>
                      <a:srgbClr val="000000"/>
                    </a:solidFill>
                    <a:latin typeface="Symbol" charset="0"/>
                  </a:rPr>
                  <a:t>-</a:t>
                </a:r>
                <a:endParaRPr lang="en-US" altLang="zh-CN"/>
              </a:p>
            </p:txBody>
          </p:sp>
          <p:sp>
            <p:nvSpPr>
              <p:cNvPr id="47253" name="Rectangle 149"/>
              <p:cNvSpPr>
                <a:spLocks noChangeArrowheads="1"/>
              </p:cNvSpPr>
              <p:nvPr/>
            </p:nvSpPr>
            <p:spPr bwMode="auto">
              <a:xfrm>
                <a:off x="1416" y="2630"/>
                <a:ext cx="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>
                    <a:solidFill>
                      <a:srgbClr val="000000"/>
                    </a:solidFill>
                    <a:latin typeface="Symbol" charset="0"/>
                  </a:rPr>
                  <a:t>-</a:t>
                </a:r>
                <a:endParaRPr lang="en-US" altLang="zh-CN"/>
              </a:p>
            </p:txBody>
          </p:sp>
          <p:sp>
            <p:nvSpPr>
              <p:cNvPr id="47254" name="Rectangle 150"/>
              <p:cNvSpPr>
                <a:spLocks noChangeArrowheads="1"/>
              </p:cNvSpPr>
              <p:nvPr/>
            </p:nvSpPr>
            <p:spPr bwMode="auto">
              <a:xfrm>
                <a:off x="3463" y="2616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chemeClr val="accent2"/>
                    </a:solidFill>
                    <a:latin typeface="Symbol" charset="0"/>
                  </a:rPr>
                  <a:t>-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255" name="Rectangle 151"/>
              <p:cNvSpPr>
                <a:spLocks noChangeArrowheads="1"/>
              </p:cNvSpPr>
              <p:nvPr/>
            </p:nvSpPr>
            <p:spPr bwMode="auto">
              <a:xfrm>
                <a:off x="2865" y="2738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FF3300"/>
                    </a:solidFill>
                    <a:latin typeface="Symbol" charset="0"/>
                  </a:rPr>
                  <a:t>-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7256" name="Rectangle 152"/>
              <p:cNvSpPr>
                <a:spLocks noChangeArrowheads="1"/>
              </p:cNvSpPr>
              <p:nvPr/>
            </p:nvSpPr>
            <p:spPr bwMode="auto">
              <a:xfrm>
                <a:off x="1751" y="2738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FF3300"/>
                    </a:solidFill>
                    <a:latin typeface="Symbol" charset="0"/>
                  </a:rPr>
                  <a:t>-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7257" name="Rectangle 153"/>
              <p:cNvSpPr>
                <a:spLocks noChangeArrowheads="1"/>
              </p:cNvSpPr>
              <p:nvPr/>
            </p:nvSpPr>
            <p:spPr bwMode="auto">
              <a:xfrm>
                <a:off x="3244" y="2753"/>
                <a:ext cx="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>
                    <a:solidFill>
                      <a:schemeClr val="accent2"/>
                    </a:solidFill>
                  </a:rPr>
                  <a:t>2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258" name="Rectangle 154"/>
              <p:cNvSpPr>
                <a:spLocks noChangeArrowheads="1"/>
              </p:cNvSpPr>
              <p:nvPr/>
            </p:nvSpPr>
            <p:spPr bwMode="auto">
              <a:xfrm>
                <a:off x="3581" y="2526"/>
                <a:ext cx="5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>
                    <a:solidFill>
                      <a:srgbClr val="000000"/>
                    </a:solidFill>
                  </a:rPr>
                  <a:t>)</a:t>
                </a:r>
                <a:endParaRPr lang="en-US" altLang="zh-CN"/>
              </a:p>
            </p:txBody>
          </p:sp>
          <p:sp>
            <p:nvSpPr>
              <p:cNvPr id="47259" name="Rectangle 155"/>
              <p:cNvSpPr>
                <a:spLocks noChangeArrowheads="1"/>
              </p:cNvSpPr>
              <p:nvPr/>
            </p:nvSpPr>
            <p:spPr bwMode="auto">
              <a:xfrm>
                <a:off x="3009" y="2526"/>
                <a:ext cx="5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>
                    <a:solidFill>
                      <a:srgbClr val="000000"/>
                    </a:solidFill>
                  </a:rPr>
                  <a:t>(</a:t>
                </a:r>
                <a:endParaRPr lang="en-US" altLang="zh-CN"/>
              </a:p>
            </p:txBody>
          </p:sp>
          <p:sp>
            <p:nvSpPr>
              <p:cNvPr id="47260" name="Rectangle 156"/>
              <p:cNvSpPr>
                <a:spLocks noChangeArrowheads="1"/>
              </p:cNvSpPr>
              <p:nvPr/>
            </p:nvSpPr>
            <p:spPr bwMode="auto">
              <a:xfrm>
                <a:off x="2079" y="2753"/>
                <a:ext cx="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>
                    <a:solidFill>
                      <a:schemeClr val="accent2"/>
                    </a:solidFill>
                  </a:rPr>
                  <a:t>2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261" name="Rectangle 157"/>
              <p:cNvSpPr>
                <a:spLocks noChangeArrowheads="1"/>
              </p:cNvSpPr>
              <p:nvPr/>
            </p:nvSpPr>
            <p:spPr bwMode="auto">
              <a:xfrm>
                <a:off x="2365" y="2526"/>
                <a:ext cx="5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>
                    <a:solidFill>
                      <a:srgbClr val="000000"/>
                    </a:solidFill>
                  </a:rPr>
                  <a:t>)</a:t>
                </a:r>
                <a:endParaRPr lang="en-US" altLang="zh-CN"/>
              </a:p>
            </p:txBody>
          </p:sp>
          <p:sp>
            <p:nvSpPr>
              <p:cNvPr id="47262" name="Rectangle 158"/>
              <p:cNvSpPr>
                <a:spLocks noChangeArrowheads="1"/>
              </p:cNvSpPr>
              <p:nvPr/>
            </p:nvSpPr>
            <p:spPr bwMode="auto">
              <a:xfrm>
                <a:off x="1894" y="2526"/>
                <a:ext cx="5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>
                    <a:solidFill>
                      <a:srgbClr val="000000"/>
                    </a:solidFill>
                  </a:rPr>
                  <a:t>(</a:t>
                </a:r>
                <a:endParaRPr lang="en-US" altLang="zh-CN"/>
              </a:p>
            </p:txBody>
          </p:sp>
          <p:sp>
            <p:nvSpPr>
              <p:cNvPr id="47263" name="Rectangle 159"/>
              <p:cNvSpPr>
                <a:spLocks noChangeArrowheads="1"/>
              </p:cNvSpPr>
              <p:nvPr/>
            </p:nvSpPr>
            <p:spPr bwMode="auto">
              <a:xfrm>
                <a:off x="3640" y="2512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000000"/>
                    </a:solidFill>
                  </a:rPr>
                  <a:t>2</a:t>
                </a:r>
                <a:endParaRPr lang="en-US" altLang="zh-CN"/>
              </a:p>
            </p:txBody>
          </p:sp>
          <p:sp>
            <p:nvSpPr>
              <p:cNvPr id="47264" name="Rectangle 160"/>
              <p:cNvSpPr>
                <a:spLocks noChangeArrowheads="1"/>
              </p:cNvSpPr>
              <p:nvPr/>
            </p:nvSpPr>
            <p:spPr bwMode="auto">
              <a:xfrm>
                <a:off x="3516" y="2624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chemeClr val="accent2"/>
                    </a:solidFill>
                  </a:rPr>
                  <a:t>1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265" name="Rectangle 161"/>
              <p:cNvSpPr>
                <a:spLocks noChangeArrowheads="1"/>
              </p:cNvSpPr>
              <p:nvPr/>
            </p:nvSpPr>
            <p:spPr bwMode="auto">
              <a:xfrm>
                <a:off x="2918" y="2746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FF3300"/>
                    </a:solidFill>
                  </a:rPr>
                  <a:t>1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7266" name="Rectangle 162"/>
              <p:cNvSpPr>
                <a:spLocks noChangeArrowheads="1"/>
              </p:cNvSpPr>
              <p:nvPr/>
            </p:nvSpPr>
            <p:spPr bwMode="auto">
              <a:xfrm>
                <a:off x="2424" y="2512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000000"/>
                    </a:solidFill>
                  </a:rPr>
                  <a:t>2</a:t>
                </a:r>
                <a:endParaRPr lang="en-US" altLang="zh-CN"/>
              </a:p>
            </p:txBody>
          </p:sp>
          <p:sp>
            <p:nvSpPr>
              <p:cNvPr id="47267" name="Rectangle 163"/>
              <p:cNvSpPr>
                <a:spLocks noChangeArrowheads="1"/>
              </p:cNvSpPr>
              <p:nvPr/>
            </p:nvSpPr>
            <p:spPr bwMode="auto">
              <a:xfrm>
                <a:off x="1804" y="2746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FF3300"/>
                    </a:solidFill>
                  </a:rPr>
                  <a:t>1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7229" name="Text Box 125"/>
              <p:cNvSpPr txBox="1">
                <a:spLocks noChangeArrowheads="1"/>
              </p:cNvSpPr>
              <p:nvPr/>
            </p:nvSpPr>
            <p:spPr bwMode="auto">
              <a:xfrm>
                <a:off x="624" y="2592"/>
                <a:ext cx="86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i="1">
                    <a:solidFill>
                      <a:srgbClr val="FF3300"/>
                    </a:solidFill>
                  </a:rPr>
                  <a:t>S</a:t>
                </a:r>
                <a:r>
                  <a:rPr lang="en-US" altLang="zh-CN" sz="2400" b="1" baseline="30000">
                    <a:solidFill>
                      <a:schemeClr val="accent2"/>
                    </a:solidFill>
                  </a:rPr>
                  <a:t>[</a:t>
                </a:r>
                <a:r>
                  <a:rPr lang="en-US" altLang="zh-CN" sz="2400" b="1" i="1" baseline="30000">
                    <a:solidFill>
                      <a:schemeClr val="accent2"/>
                    </a:solidFill>
                  </a:rPr>
                  <a:t>j</a:t>
                </a:r>
                <a:r>
                  <a:rPr lang="en-US" altLang="zh-CN" sz="2400" b="1" baseline="30000">
                    <a:solidFill>
                      <a:schemeClr val="accent2"/>
                    </a:solidFill>
                  </a:rPr>
                  <a:t>]</a:t>
                </a:r>
                <a:r>
                  <a:rPr lang="zh-CN" altLang="en-US" sz="2400" b="1" i="1">
                    <a:solidFill>
                      <a:srgbClr val="FF3300"/>
                    </a:solidFill>
                  </a:rPr>
                  <a:t>’</a:t>
                </a:r>
                <a:r>
                  <a:rPr lang="en-US" altLang="zh-CN" sz="2400" b="1"/>
                  <a:t>(</a:t>
                </a:r>
                <a:r>
                  <a:rPr lang="en-US" altLang="zh-CN" sz="2400" b="1" i="1"/>
                  <a:t>x</a:t>
                </a:r>
                <a:r>
                  <a:rPr lang="en-US" altLang="zh-CN" sz="2400" b="1"/>
                  <a:t>) =</a:t>
                </a:r>
              </a:p>
            </p:txBody>
          </p:sp>
        </p:grpSp>
      </p:grpSp>
      <p:grpSp>
        <p:nvGrpSpPr>
          <p:cNvPr id="47311" name="Group 207"/>
          <p:cNvGrpSpPr>
            <a:grpSpLocks/>
          </p:cNvGrpSpPr>
          <p:nvPr/>
        </p:nvGrpSpPr>
        <p:grpSpPr bwMode="auto">
          <a:xfrm>
            <a:off x="838200" y="5257800"/>
            <a:ext cx="5867400" cy="990600"/>
            <a:chOff x="576" y="3289"/>
            <a:chExt cx="3696" cy="624"/>
          </a:xfrm>
        </p:grpSpPr>
        <p:sp>
          <p:nvSpPr>
            <p:cNvPr id="47310" name="AutoShape 206" descr="新闻纸"/>
            <p:cNvSpPr>
              <a:spLocks noChangeArrowheads="1"/>
            </p:cNvSpPr>
            <p:nvPr/>
          </p:nvSpPr>
          <p:spPr bwMode="auto">
            <a:xfrm>
              <a:off x="576" y="3289"/>
              <a:ext cx="3696" cy="624"/>
            </a:xfrm>
            <a:prstGeom prst="bevel">
              <a:avLst>
                <a:gd name="adj" fmla="val 7213"/>
              </a:avLst>
            </a:prstGeom>
            <a:blipFill dpi="0" rotWithShape="0">
              <a:blip r:embed="rId9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7307" name="Group 203"/>
            <p:cNvGrpSpPr>
              <a:grpSpLocks/>
            </p:cNvGrpSpPr>
            <p:nvPr/>
          </p:nvGrpSpPr>
          <p:grpSpPr bwMode="auto">
            <a:xfrm>
              <a:off x="624" y="3360"/>
              <a:ext cx="3572" cy="472"/>
              <a:chOff x="624" y="3181"/>
              <a:chExt cx="3572" cy="472"/>
            </a:xfrm>
          </p:grpSpPr>
          <p:sp>
            <p:nvSpPr>
              <p:cNvPr id="47269" name="Line 165"/>
              <p:cNvSpPr>
                <a:spLocks noChangeShapeType="1"/>
              </p:cNvSpPr>
              <p:nvPr/>
            </p:nvSpPr>
            <p:spPr bwMode="auto">
              <a:xfrm>
                <a:off x="1768" y="3433"/>
                <a:ext cx="603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70" name="Line 166"/>
              <p:cNvSpPr>
                <a:spLocks noChangeShapeType="1"/>
              </p:cNvSpPr>
              <p:nvPr/>
            </p:nvSpPr>
            <p:spPr bwMode="auto">
              <a:xfrm>
                <a:off x="2774" y="3433"/>
                <a:ext cx="704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71" name="Rectangle 167"/>
              <p:cNvSpPr>
                <a:spLocks noChangeArrowheads="1"/>
              </p:cNvSpPr>
              <p:nvPr/>
            </p:nvSpPr>
            <p:spPr bwMode="auto">
              <a:xfrm>
                <a:off x="4169" y="3429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rgbClr val="FF3300"/>
                    </a:solidFill>
                  </a:rPr>
                  <a:t>j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7272" name="Rectangle 168"/>
              <p:cNvSpPr>
                <a:spLocks noChangeArrowheads="1"/>
              </p:cNvSpPr>
              <p:nvPr/>
            </p:nvSpPr>
            <p:spPr bwMode="auto">
              <a:xfrm>
                <a:off x="3757" y="3429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rgbClr val="FF3300"/>
                    </a:solidFill>
                  </a:rPr>
                  <a:t>j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7273" name="Rectangle 169"/>
              <p:cNvSpPr>
                <a:spLocks noChangeArrowheads="1"/>
              </p:cNvSpPr>
              <p:nvPr/>
            </p:nvSpPr>
            <p:spPr bwMode="auto">
              <a:xfrm>
                <a:off x="3192" y="3538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chemeClr val="accent2"/>
                    </a:solidFill>
                  </a:rPr>
                  <a:t>j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274" name="Rectangle 170"/>
              <p:cNvSpPr>
                <a:spLocks noChangeArrowheads="1"/>
              </p:cNvSpPr>
              <p:nvPr/>
            </p:nvSpPr>
            <p:spPr bwMode="auto">
              <a:xfrm>
                <a:off x="3197" y="3303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chemeClr val="accent2"/>
                    </a:solidFill>
                  </a:rPr>
                  <a:t>j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275" name="Rectangle 171"/>
              <p:cNvSpPr>
                <a:spLocks noChangeArrowheads="1"/>
              </p:cNvSpPr>
              <p:nvPr/>
            </p:nvSpPr>
            <p:spPr bwMode="auto">
              <a:xfrm>
                <a:off x="2703" y="3429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rgbClr val="FF3300"/>
                    </a:solidFill>
                  </a:rPr>
                  <a:t>j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7276" name="Rectangle 172"/>
              <p:cNvSpPr>
                <a:spLocks noChangeArrowheads="1"/>
              </p:cNvSpPr>
              <p:nvPr/>
            </p:nvSpPr>
            <p:spPr bwMode="auto">
              <a:xfrm>
                <a:off x="2136" y="3538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chemeClr val="accent2"/>
                    </a:solidFill>
                  </a:rPr>
                  <a:t>j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277" name="Rectangle 173"/>
              <p:cNvSpPr>
                <a:spLocks noChangeArrowheads="1"/>
              </p:cNvSpPr>
              <p:nvPr/>
            </p:nvSpPr>
            <p:spPr bwMode="auto">
              <a:xfrm>
                <a:off x="1947" y="3303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chemeClr val="accent2"/>
                    </a:solidFill>
                  </a:rPr>
                  <a:t>j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278" name="Rectangle 174"/>
              <p:cNvSpPr>
                <a:spLocks noChangeArrowheads="1"/>
              </p:cNvSpPr>
              <p:nvPr/>
            </p:nvSpPr>
            <p:spPr bwMode="auto">
              <a:xfrm>
                <a:off x="1596" y="3429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rgbClr val="FF3300"/>
                    </a:solidFill>
                  </a:rPr>
                  <a:t>j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7279" name="Rectangle 175"/>
              <p:cNvSpPr>
                <a:spLocks noChangeArrowheads="1"/>
              </p:cNvSpPr>
              <p:nvPr/>
            </p:nvSpPr>
            <p:spPr bwMode="auto">
              <a:xfrm>
                <a:off x="4046" y="3326"/>
                <a:ext cx="11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FF3300"/>
                    </a:solidFill>
                  </a:rPr>
                  <a:t>B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7280" name="Rectangle 176"/>
              <p:cNvSpPr>
                <a:spLocks noChangeArrowheads="1"/>
              </p:cNvSpPr>
              <p:nvPr/>
            </p:nvSpPr>
            <p:spPr bwMode="auto">
              <a:xfrm>
                <a:off x="3809" y="3326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</a:rPr>
                  <a:t>x</a:t>
                </a:r>
                <a:endParaRPr lang="en-US" altLang="zh-CN"/>
              </a:p>
            </p:txBody>
          </p:sp>
          <p:sp>
            <p:nvSpPr>
              <p:cNvPr id="47281" name="Rectangle 177"/>
              <p:cNvSpPr>
                <a:spLocks noChangeArrowheads="1"/>
              </p:cNvSpPr>
              <p:nvPr/>
            </p:nvSpPr>
            <p:spPr bwMode="auto">
              <a:xfrm>
                <a:off x="3643" y="3326"/>
                <a:ext cx="11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FF3300"/>
                    </a:solidFill>
                  </a:rPr>
                  <a:t>A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7282" name="Rectangle 178"/>
              <p:cNvSpPr>
                <a:spLocks noChangeArrowheads="1"/>
              </p:cNvSpPr>
              <p:nvPr/>
            </p:nvSpPr>
            <p:spPr bwMode="auto">
              <a:xfrm>
                <a:off x="3095" y="3436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chemeClr val="accent2"/>
                    </a:solidFill>
                  </a:rPr>
                  <a:t>h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283" name="Rectangle 179"/>
              <p:cNvSpPr>
                <a:spLocks noChangeArrowheads="1"/>
              </p:cNvSpPr>
              <p:nvPr/>
            </p:nvSpPr>
            <p:spPr bwMode="auto">
              <a:xfrm>
                <a:off x="3095" y="3200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chemeClr val="accent2"/>
                    </a:solidFill>
                  </a:rPr>
                  <a:t>x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284" name="Rectangle 180"/>
              <p:cNvSpPr>
                <a:spLocks noChangeArrowheads="1"/>
              </p:cNvSpPr>
              <p:nvPr/>
            </p:nvSpPr>
            <p:spPr bwMode="auto">
              <a:xfrm>
                <a:off x="2853" y="3200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</a:rPr>
                  <a:t>x</a:t>
                </a:r>
                <a:endParaRPr lang="en-US" altLang="zh-CN"/>
              </a:p>
            </p:txBody>
          </p:sp>
          <p:sp>
            <p:nvSpPr>
              <p:cNvPr id="47285" name="Rectangle 181"/>
              <p:cNvSpPr>
                <a:spLocks noChangeArrowheads="1"/>
              </p:cNvSpPr>
              <p:nvPr/>
            </p:nvSpPr>
            <p:spPr bwMode="auto">
              <a:xfrm>
                <a:off x="2531" y="3326"/>
                <a:ext cx="149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FF3300"/>
                    </a:solidFill>
                  </a:rPr>
                  <a:t>M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7286" name="Rectangle 182"/>
              <p:cNvSpPr>
                <a:spLocks noChangeArrowheads="1"/>
              </p:cNvSpPr>
              <p:nvPr/>
            </p:nvSpPr>
            <p:spPr bwMode="auto">
              <a:xfrm>
                <a:off x="2039" y="3436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chemeClr val="accent2"/>
                    </a:solidFill>
                  </a:rPr>
                  <a:t>h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287" name="Rectangle 183"/>
              <p:cNvSpPr>
                <a:spLocks noChangeArrowheads="1"/>
              </p:cNvSpPr>
              <p:nvPr/>
            </p:nvSpPr>
            <p:spPr bwMode="auto">
              <a:xfrm>
                <a:off x="2151" y="3200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</a:rPr>
                  <a:t>x</a:t>
                </a:r>
                <a:endParaRPr lang="en-US" altLang="zh-CN"/>
              </a:p>
            </p:txBody>
          </p:sp>
          <p:sp>
            <p:nvSpPr>
              <p:cNvPr id="47288" name="Rectangle 184"/>
              <p:cNvSpPr>
                <a:spLocks noChangeArrowheads="1"/>
              </p:cNvSpPr>
              <p:nvPr/>
            </p:nvSpPr>
            <p:spPr bwMode="auto">
              <a:xfrm>
                <a:off x="1846" y="3200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chemeClr val="accent2"/>
                    </a:solidFill>
                  </a:rPr>
                  <a:t>x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289" name="Rectangle 185"/>
              <p:cNvSpPr>
                <a:spLocks noChangeArrowheads="1"/>
              </p:cNvSpPr>
              <p:nvPr/>
            </p:nvSpPr>
            <p:spPr bwMode="auto">
              <a:xfrm>
                <a:off x="1424" y="3326"/>
                <a:ext cx="149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FF3300"/>
                    </a:solidFill>
                  </a:rPr>
                  <a:t>M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7290" name="Rectangle 186"/>
              <p:cNvSpPr>
                <a:spLocks noChangeArrowheads="1"/>
              </p:cNvSpPr>
              <p:nvPr/>
            </p:nvSpPr>
            <p:spPr bwMode="auto">
              <a:xfrm>
                <a:off x="3921" y="3307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  <a:latin typeface="Symbol" charset="0"/>
                  </a:rPr>
                  <a:t>+</a:t>
                </a:r>
                <a:endParaRPr lang="en-US" altLang="zh-CN"/>
              </a:p>
            </p:txBody>
          </p:sp>
          <p:sp>
            <p:nvSpPr>
              <p:cNvPr id="47291" name="Rectangle 187"/>
              <p:cNvSpPr>
                <a:spLocks noChangeArrowheads="1"/>
              </p:cNvSpPr>
              <p:nvPr/>
            </p:nvSpPr>
            <p:spPr bwMode="auto">
              <a:xfrm>
                <a:off x="3510" y="3307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  <a:latin typeface="Symbol" charset="0"/>
                  </a:rPr>
                  <a:t>+</a:t>
                </a:r>
                <a:endParaRPr lang="en-US" altLang="zh-CN"/>
              </a:p>
            </p:txBody>
          </p:sp>
          <p:sp>
            <p:nvSpPr>
              <p:cNvPr id="47292" name="Rectangle 188"/>
              <p:cNvSpPr>
                <a:spLocks noChangeArrowheads="1"/>
              </p:cNvSpPr>
              <p:nvPr/>
            </p:nvSpPr>
            <p:spPr bwMode="auto">
              <a:xfrm>
                <a:off x="2965" y="3181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  <a:latin typeface="Symbol" charset="0"/>
                  </a:rPr>
                  <a:t>-</a:t>
                </a:r>
                <a:endParaRPr lang="en-US" altLang="zh-CN"/>
              </a:p>
            </p:txBody>
          </p:sp>
          <p:sp>
            <p:nvSpPr>
              <p:cNvPr id="47293" name="Rectangle 189"/>
              <p:cNvSpPr>
                <a:spLocks noChangeArrowheads="1"/>
              </p:cNvSpPr>
              <p:nvPr/>
            </p:nvSpPr>
            <p:spPr bwMode="auto">
              <a:xfrm>
                <a:off x="2403" y="3307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  <a:latin typeface="Symbol" charset="0"/>
                  </a:rPr>
                  <a:t>+</a:t>
                </a:r>
                <a:endParaRPr lang="en-US" altLang="zh-CN"/>
              </a:p>
            </p:txBody>
          </p:sp>
          <p:sp>
            <p:nvSpPr>
              <p:cNvPr id="47294" name="Rectangle 190"/>
              <p:cNvSpPr>
                <a:spLocks noChangeArrowheads="1"/>
              </p:cNvSpPr>
              <p:nvPr/>
            </p:nvSpPr>
            <p:spPr bwMode="auto">
              <a:xfrm>
                <a:off x="2021" y="3181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  <a:latin typeface="Symbol" charset="0"/>
                  </a:rPr>
                  <a:t>-</a:t>
                </a:r>
                <a:endParaRPr lang="en-US" altLang="zh-CN"/>
              </a:p>
            </p:txBody>
          </p:sp>
          <p:sp>
            <p:nvSpPr>
              <p:cNvPr id="47295" name="Rectangle 191"/>
              <p:cNvSpPr>
                <a:spLocks noChangeArrowheads="1"/>
              </p:cNvSpPr>
              <p:nvPr/>
            </p:nvSpPr>
            <p:spPr bwMode="auto">
              <a:xfrm>
                <a:off x="3232" y="3293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chemeClr val="accent2"/>
                    </a:solidFill>
                    <a:latin typeface="Symbol" charset="0"/>
                  </a:rPr>
                  <a:t>-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296" name="Rectangle 192"/>
              <p:cNvSpPr>
                <a:spLocks noChangeArrowheads="1"/>
              </p:cNvSpPr>
              <p:nvPr/>
            </p:nvSpPr>
            <p:spPr bwMode="auto">
              <a:xfrm>
                <a:off x="1631" y="3419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FF3300"/>
                    </a:solidFill>
                    <a:latin typeface="Symbol" charset="0"/>
                  </a:rPr>
                  <a:t>-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7297" name="Rectangle 193"/>
              <p:cNvSpPr>
                <a:spLocks noChangeArrowheads="1"/>
              </p:cNvSpPr>
              <p:nvPr/>
            </p:nvSpPr>
            <p:spPr bwMode="auto">
              <a:xfrm>
                <a:off x="3013" y="3436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chemeClr val="accent2"/>
                    </a:solidFill>
                  </a:rPr>
                  <a:t>6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298" name="Rectangle 194"/>
              <p:cNvSpPr>
                <a:spLocks noChangeArrowheads="1"/>
              </p:cNvSpPr>
              <p:nvPr/>
            </p:nvSpPr>
            <p:spPr bwMode="auto">
              <a:xfrm>
                <a:off x="3348" y="3200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)</a:t>
                </a:r>
                <a:endParaRPr lang="en-US" altLang="zh-CN"/>
              </a:p>
            </p:txBody>
          </p:sp>
          <p:sp>
            <p:nvSpPr>
              <p:cNvPr id="47299" name="Rectangle 195"/>
              <p:cNvSpPr>
                <a:spLocks noChangeArrowheads="1"/>
              </p:cNvSpPr>
              <p:nvPr/>
            </p:nvSpPr>
            <p:spPr bwMode="auto">
              <a:xfrm>
                <a:off x="2780" y="3200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(</a:t>
                </a:r>
                <a:endParaRPr lang="en-US" altLang="zh-CN"/>
              </a:p>
            </p:txBody>
          </p:sp>
          <p:sp>
            <p:nvSpPr>
              <p:cNvPr id="47300" name="Rectangle 196"/>
              <p:cNvSpPr>
                <a:spLocks noChangeArrowheads="1"/>
              </p:cNvSpPr>
              <p:nvPr/>
            </p:nvSpPr>
            <p:spPr bwMode="auto">
              <a:xfrm>
                <a:off x="1956" y="3436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chemeClr val="accent2"/>
                    </a:solidFill>
                  </a:rPr>
                  <a:t>6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301" name="Rectangle 197"/>
              <p:cNvSpPr>
                <a:spLocks noChangeArrowheads="1"/>
              </p:cNvSpPr>
              <p:nvPr/>
            </p:nvSpPr>
            <p:spPr bwMode="auto">
              <a:xfrm>
                <a:off x="2241" y="3200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)</a:t>
                </a:r>
                <a:endParaRPr lang="en-US" altLang="zh-CN"/>
              </a:p>
            </p:txBody>
          </p:sp>
          <p:sp>
            <p:nvSpPr>
              <p:cNvPr id="47302" name="Rectangle 198"/>
              <p:cNvSpPr>
                <a:spLocks noChangeArrowheads="1"/>
              </p:cNvSpPr>
              <p:nvPr/>
            </p:nvSpPr>
            <p:spPr bwMode="auto">
              <a:xfrm>
                <a:off x="1774" y="3200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(</a:t>
                </a:r>
                <a:endParaRPr lang="en-US" altLang="zh-CN"/>
              </a:p>
            </p:txBody>
          </p:sp>
          <p:sp>
            <p:nvSpPr>
              <p:cNvPr id="47303" name="Rectangle 199"/>
              <p:cNvSpPr>
                <a:spLocks noChangeArrowheads="1"/>
              </p:cNvSpPr>
              <p:nvPr/>
            </p:nvSpPr>
            <p:spPr bwMode="auto">
              <a:xfrm>
                <a:off x="3407" y="3185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000000"/>
                    </a:solidFill>
                  </a:rPr>
                  <a:t>3</a:t>
                </a:r>
                <a:endParaRPr lang="en-US" altLang="zh-CN"/>
              </a:p>
            </p:txBody>
          </p:sp>
          <p:sp>
            <p:nvSpPr>
              <p:cNvPr id="47304" name="Rectangle 200"/>
              <p:cNvSpPr>
                <a:spLocks noChangeArrowheads="1"/>
              </p:cNvSpPr>
              <p:nvPr/>
            </p:nvSpPr>
            <p:spPr bwMode="auto">
              <a:xfrm>
                <a:off x="3284" y="3302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chemeClr val="accent2"/>
                    </a:solidFill>
                  </a:rPr>
                  <a:t>1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305" name="Rectangle 201"/>
              <p:cNvSpPr>
                <a:spLocks noChangeArrowheads="1"/>
              </p:cNvSpPr>
              <p:nvPr/>
            </p:nvSpPr>
            <p:spPr bwMode="auto">
              <a:xfrm>
                <a:off x="2300" y="3185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000000"/>
                    </a:solidFill>
                  </a:rPr>
                  <a:t>3</a:t>
                </a:r>
                <a:endParaRPr lang="en-US" altLang="zh-CN"/>
              </a:p>
            </p:txBody>
          </p:sp>
          <p:sp>
            <p:nvSpPr>
              <p:cNvPr id="47306" name="Rectangle 202"/>
              <p:cNvSpPr>
                <a:spLocks noChangeArrowheads="1"/>
              </p:cNvSpPr>
              <p:nvPr/>
            </p:nvSpPr>
            <p:spPr bwMode="auto">
              <a:xfrm>
                <a:off x="1683" y="3428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FF3300"/>
                    </a:solidFill>
                  </a:rPr>
                  <a:t>1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7230" name="Text Box 126"/>
              <p:cNvSpPr txBox="1">
                <a:spLocks noChangeArrowheads="1"/>
              </p:cNvSpPr>
              <p:nvPr/>
            </p:nvSpPr>
            <p:spPr bwMode="auto">
              <a:xfrm>
                <a:off x="624" y="3264"/>
                <a:ext cx="86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i="1">
                    <a:solidFill>
                      <a:srgbClr val="FF3300"/>
                    </a:solidFill>
                  </a:rPr>
                  <a:t>S</a:t>
                </a:r>
                <a:r>
                  <a:rPr lang="en-US" altLang="zh-CN" sz="2400" b="1" baseline="30000">
                    <a:solidFill>
                      <a:schemeClr val="accent2"/>
                    </a:solidFill>
                  </a:rPr>
                  <a:t>[</a:t>
                </a:r>
                <a:r>
                  <a:rPr lang="en-US" altLang="zh-CN" sz="2400" b="1" i="1" baseline="30000">
                    <a:solidFill>
                      <a:schemeClr val="accent2"/>
                    </a:solidFill>
                  </a:rPr>
                  <a:t>j</a:t>
                </a:r>
                <a:r>
                  <a:rPr lang="en-US" altLang="zh-CN" sz="2400" b="1" baseline="30000">
                    <a:solidFill>
                      <a:schemeClr val="accent2"/>
                    </a:solidFill>
                  </a:rPr>
                  <a:t>]</a:t>
                </a:r>
                <a:r>
                  <a:rPr lang="en-US" altLang="zh-CN" sz="2400" b="1"/>
                  <a:t>(</a:t>
                </a:r>
                <a:r>
                  <a:rPr lang="en-US" altLang="zh-CN" sz="2400" b="1" i="1"/>
                  <a:t>x</a:t>
                </a:r>
                <a:r>
                  <a:rPr lang="en-US" altLang="zh-CN" sz="2400" b="1"/>
                  <a:t>) =</a:t>
                </a:r>
              </a:p>
            </p:txBody>
          </p:sp>
        </p:grpSp>
      </p:grpSp>
      <p:grpSp>
        <p:nvGrpSpPr>
          <p:cNvPr id="47314" name="Group 210"/>
          <p:cNvGrpSpPr>
            <a:grpSpLocks/>
          </p:cNvGrpSpPr>
          <p:nvPr/>
        </p:nvGrpSpPr>
        <p:grpSpPr bwMode="auto">
          <a:xfrm>
            <a:off x="6553200" y="4419600"/>
            <a:ext cx="2209800" cy="1600200"/>
            <a:chOff x="4128" y="2784"/>
            <a:chExt cx="1392" cy="1008"/>
          </a:xfrm>
        </p:grpSpPr>
        <p:sp>
          <p:nvSpPr>
            <p:cNvPr id="47312" name="AutoShape 208"/>
            <p:cNvSpPr>
              <a:spLocks noChangeArrowheads="1"/>
            </p:cNvSpPr>
            <p:nvPr/>
          </p:nvSpPr>
          <p:spPr bwMode="auto">
            <a:xfrm>
              <a:off x="4464" y="2784"/>
              <a:ext cx="1056" cy="1008"/>
            </a:xfrm>
            <a:prstGeom prst="wedgeRectCallout">
              <a:avLst>
                <a:gd name="adj1" fmla="val -93657"/>
                <a:gd name="adj2" fmla="val -39486"/>
              </a:avLst>
            </a:prstGeom>
            <a:gradFill rotWithShape="0">
              <a:gsLst>
                <a:gs pos="0">
                  <a:srgbClr val="CCFFCC"/>
                </a:gs>
                <a:gs pos="100000">
                  <a:srgbClr val="FFFFCC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zh-CN" altLang="en-US" sz="2400" b="1"/>
                <a:t>利用已知</a:t>
              </a:r>
              <a:r>
                <a:rPr lang="en-US" altLang="zh-CN" sz="2000" b="1" i="1">
                  <a:solidFill>
                    <a:srgbClr val="FF3300"/>
                  </a:solidFill>
                </a:rPr>
                <a:t>S</a:t>
              </a:r>
              <a:r>
                <a:rPr lang="en-US" altLang="zh-CN" sz="2000" b="1" baseline="30000">
                  <a:solidFill>
                    <a:schemeClr val="accent2"/>
                  </a:solidFill>
                </a:rPr>
                <a:t>[</a:t>
              </a:r>
              <a:r>
                <a:rPr lang="en-US" altLang="zh-CN" sz="2000" b="1" i="1" baseline="30000">
                  <a:solidFill>
                    <a:schemeClr val="accent2"/>
                  </a:solidFill>
                </a:rPr>
                <a:t>j</a:t>
              </a:r>
              <a:r>
                <a:rPr lang="en-US" altLang="zh-CN" sz="2000" b="1" baseline="30000">
                  <a:solidFill>
                    <a:schemeClr val="accent2"/>
                  </a:solidFill>
                </a:rPr>
                <a:t>]</a:t>
              </a:r>
              <a:r>
                <a:rPr lang="en-US" altLang="zh-CN" sz="2000" b="1"/>
                <a:t>(</a:t>
              </a:r>
              <a:r>
                <a:rPr lang="en-US" altLang="zh-CN" sz="2000" b="1" i="1">
                  <a:solidFill>
                    <a:schemeClr val="accent2"/>
                  </a:solidFill>
                </a:rPr>
                <a:t>x</a:t>
              </a:r>
              <a:r>
                <a:rPr lang="en-US" altLang="zh-CN" sz="2000" b="1" i="1" baseline="-25000">
                  <a:solidFill>
                    <a:schemeClr val="accent2"/>
                  </a:solidFill>
                </a:rPr>
                <a:t>j</a:t>
              </a:r>
              <a:r>
                <a:rPr lang="en-US" altLang="zh-CN" sz="2000" b="1" baseline="-25000">
                  <a:solidFill>
                    <a:schemeClr val="accent2"/>
                  </a:solidFill>
                  <a:sym typeface="Symbol" charset="0"/>
                </a:rPr>
                <a:t>1</a:t>
              </a:r>
              <a:r>
                <a:rPr lang="en-US" altLang="zh-CN" sz="2000" b="1"/>
                <a:t>) = </a:t>
              </a:r>
              <a:r>
                <a:rPr lang="en-US" altLang="zh-CN" sz="2000" b="1" i="1">
                  <a:solidFill>
                    <a:schemeClr val="accent2"/>
                  </a:solidFill>
                </a:rPr>
                <a:t>y</a:t>
              </a:r>
              <a:r>
                <a:rPr lang="en-US" altLang="zh-CN" sz="2000" b="1" i="1" baseline="-25000">
                  <a:solidFill>
                    <a:schemeClr val="accent2"/>
                  </a:solidFill>
                </a:rPr>
                <a:t>j</a:t>
              </a:r>
              <a:r>
                <a:rPr lang="en-US" altLang="zh-CN" sz="2000" b="1" baseline="-25000">
                  <a:solidFill>
                    <a:schemeClr val="accent2"/>
                  </a:solidFill>
                  <a:sym typeface="Symbol" charset="0"/>
                </a:rPr>
                <a:t>1 </a:t>
              </a:r>
              <a:r>
                <a:rPr lang="en-US" altLang="zh-CN" sz="2000" b="1" i="1">
                  <a:solidFill>
                    <a:srgbClr val="FF3300"/>
                  </a:solidFill>
                </a:rPr>
                <a:t>S</a:t>
              </a:r>
              <a:r>
                <a:rPr lang="en-US" altLang="zh-CN" sz="2000" b="1" baseline="30000">
                  <a:solidFill>
                    <a:schemeClr val="accent2"/>
                  </a:solidFill>
                </a:rPr>
                <a:t>[</a:t>
              </a:r>
              <a:r>
                <a:rPr lang="en-US" altLang="zh-CN" sz="2000" b="1" i="1" baseline="30000">
                  <a:solidFill>
                    <a:schemeClr val="accent2"/>
                  </a:solidFill>
                </a:rPr>
                <a:t>j</a:t>
              </a:r>
              <a:r>
                <a:rPr lang="en-US" altLang="zh-CN" sz="2000" b="1" baseline="30000">
                  <a:solidFill>
                    <a:schemeClr val="accent2"/>
                  </a:solidFill>
                </a:rPr>
                <a:t>]</a:t>
              </a:r>
              <a:r>
                <a:rPr lang="en-US" altLang="zh-CN" sz="2000" b="1"/>
                <a:t>(</a:t>
              </a:r>
              <a:r>
                <a:rPr lang="en-US" altLang="zh-CN" sz="2000" b="1" i="1">
                  <a:solidFill>
                    <a:schemeClr val="accent2"/>
                  </a:solidFill>
                </a:rPr>
                <a:t>x</a:t>
              </a:r>
              <a:r>
                <a:rPr lang="en-US" altLang="zh-CN" sz="2000" b="1" i="1" baseline="-25000">
                  <a:solidFill>
                    <a:schemeClr val="accent2"/>
                  </a:solidFill>
                </a:rPr>
                <a:t>j</a:t>
              </a:r>
              <a:r>
                <a:rPr lang="en-US" altLang="zh-CN" sz="2000" b="1"/>
                <a:t>) = </a:t>
              </a:r>
              <a:r>
                <a:rPr lang="en-US" altLang="zh-CN" sz="2000" b="1" i="1">
                  <a:solidFill>
                    <a:schemeClr val="accent2"/>
                  </a:solidFill>
                </a:rPr>
                <a:t>y</a:t>
              </a:r>
              <a:r>
                <a:rPr lang="en-US" altLang="zh-CN" sz="2000" b="1" i="1" baseline="-25000">
                  <a:solidFill>
                    <a:schemeClr val="accent2"/>
                  </a:solidFill>
                </a:rPr>
                <a:t>j</a:t>
              </a:r>
              <a:r>
                <a:rPr lang="en-US" altLang="zh-CN" sz="2400" b="1">
                  <a:solidFill>
                    <a:schemeClr val="accent2"/>
                  </a:solidFill>
                  <a:sym typeface="Symbol" charset="0"/>
                </a:rPr>
                <a:t> </a:t>
              </a:r>
            </a:p>
            <a:p>
              <a:r>
                <a:rPr lang="zh-CN" altLang="en-US" sz="2400" b="1"/>
                <a:t>可解</a:t>
              </a:r>
              <a:endParaRPr lang="en-US" altLang="zh-CN" sz="2400" b="1"/>
            </a:p>
          </p:txBody>
        </p:sp>
        <p:sp>
          <p:nvSpPr>
            <p:cNvPr id="47313" name="AutoShape 209"/>
            <p:cNvSpPr>
              <a:spLocks noChangeArrowheads="1"/>
            </p:cNvSpPr>
            <p:nvPr/>
          </p:nvSpPr>
          <p:spPr bwMode="auto">
            <a:xfrm flipH="1">
              <a:off x="4128" y="3216"/>
              <a:ext cx="336" cy="384"/>
            </a:xfrm>
            <a:prstGeom prst="rtTriangle">
              <a:avLst/>
            </a:prstGeom>
            <a:solidFill>
              <a:srgbClr val="CCFFCC"/>
            </a:solidFill>
            <a:ln w="9525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6102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1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71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71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1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471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1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71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472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72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500"/>
                                        <p:tgtEl>
                                          <p:spTgt spid="473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473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73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autoUpdateAnimBg="0"/>
      <p:bldP spid="47115" grpId="0" animBg="1" autoUpdateAnimBg="0"/>
      <p:bldP spid="47152" grpId="0" autoUpdateAnimBg="0"/>
      <p:bldP spid="47153" grpId="0" autoUpdateAnimBg="0"/>
      <p:bldP spid="47154" grpId="0" autoUpdateAnimBg="0"/>
      <p:bldP spid="47155" grpId="0" autoUpdateAnimBg="0"/>
      <p:bldP spid="47156" grpId="0" animBg="1" autoUpdateAnimBg="0"/>
      <p:bldP spid="47157" grpId="0" autoUpdateAnimBg="0"/>
      <p:bldP spid="47158" grpId="0" autoUpdateAnimBg="0"/>
      <p:bldP spid="4721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ChangeArrowheads="1"/>
          </p:cNvSpPr>
          <p:nvPr/>
        </p:nvSpPr>
        <p:spPr bwMode="auto">
          <a:xfrm>
            <a:off x="6858000" y="0"/>
            <a:ext cx="2286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zh-CN" sz="1800" b="1">
                <a:cs typeface="宋体" charset="0"/>
              </a:rPr>
              <a:t>§5  Cubic  Spline</a:t>
            </a:r>
          </a:p>
        </p:txBody>
      </p:sp>
      <p:grpSp>
        <p:nvGrpSpPr>
          <p:cNvPr id="48212" name="Group 84"/>
          <p:cNvGrpSpPr>
            <a:grpSpLocks/>
          </p:cNvGrpSpPr>
          <p:nvPr/>
        </p:nvGrpSpPr>
        <p:grpSpPr bwMode="auto">
          <a:xfrm>
            <a:off x="152400" y="457200"/>
            <a:ext cx="2895600" cy="914400"/>
            <a:chOff x="336" y="288"/>
            <a:chExt cx="2448" cy="576"/>
          </a:xfrm>
        </p:grpSpPr>
        <p:sp>
          <p:nvSpPr>
            <p:cNvPr id="48133" name="AutoShape 5" descr="新闻纸"/>
            <p:cNvSpPr>
              <a:spLocks noChangeArrowheads="1"/>
            </p:cNvSpPr>
            <p:nvPr/>
          </p:nvSpPr>
          <p:spPr bwMode="auto">
            <a:xfrm>
              <a:off x="336" y="288"/>
              <a:ext cx="2448" cy="576"/>
            </a:xfrm>
            <a:prstGeom prst="bevel">
              <a:avLst>
                <a:gd name="adj" fmla="val 6440"/>
              </a:avLst>
            </a:prstGeom>
            <a:blipFill dpi="0" rotWithShape="0">
              <a:blip r:embed="rId7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35" name="Line 7"/>
            <p:cNvSpPr>
              <a:spLocks noChangeShapeType="1"/>
            </p:cNvSpPr>
            <p:nvPr/>
          </p:nvSpPr>
          <p:spPr bwMode="auto">
            <a:xfrm>
              <a:off x="844" y="582"/>
              <a:ext cx="65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36" name="Line 8"/>
            <p:cNvSpPr>
              <a:spLocks noChangeShapeType="1"/>
            </p:cNvSpPr>
            <p:nvPr/>
          </p:nvSpPr>
          <p:spPr bwMode="auto">
            <a:xfrm>
              <a:off x="1670" y="582"/>
              <a:ext cx="80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37" name="Rectangle 9"/>
            <p:cNvSpPr>
              <a:spLocks noChangeArrowheads="1"/>
            </p:cNvSpPr>
            <p:nvPr/>
          </p:nvSpPr>
          <p:spPr bwMode="auto">
            <a:xfrm>
              <a:off x="2618" y="578"/>
              <a:ext cx="3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38" name="Rectangle 10"/>
            <p:cNvSpPr>
              <a:spLocks noChangeArrowheads="1"/>
            </p:cNvSpPr>
            <p:nvPr/>
          </p:nvSpPr>
          <p:spPr bwMode="auto">
            <a:xfrm>
              <a:off x="2304" y="455"/>
              <a:ext cx="3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FF3300"/>
                  </a:solidFill>
                </a:rPr>
                <a:t>j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139" name="Rectangle 11"/>
            <p:cNvSpPr>
              <a:spLocks noChangeArrowheads="1"/>
            </p:cNvSpPr>
            <p:nvPr/>
          </p:nvSpPr>
          <p:spPr bwMode="auto">
            <a:xfrm>
              <a:off x="1883" y="455"/>
              <a:ext cx="3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FF3300"/>
                  </a:solidFill>
                </a:rPr>
                <a:t>j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140" name="Rectangle 12"/>
            <p:cNvSpPr>
              <a:spLocks noChangeArrowheads="1"/>
            </p:cNvSpPr>
            <p:nvPr/>
          </p:nvSpPr>
          <p:spPr bwMode="auto">
            <a:xfrm>
              <a:off x="1200" y="686"/>
              <a:ext cx="3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41" name="Rectangle 13"/>
            <p:cNvSpPr>
              <a:spLocks noChangeArrowheads="1"/>
            </p:cNvSpPr>
            <p:nvPr/>
          </p:nvSpPr>
          <p:spPr bwMode="auto">
            <a:xfrm>
              <a:off x="1322" y="455"/>
              <a:ext cx="3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42" name="Rectangle 14"/>
            <p:cNvSpPr>
              <a:spLocks noChangeArrowheads="1"/>
            </p:cNvSpPr>
            <p:nvPr/>
          </p:nvSpPr>
          <p:spPr bwMode="auto">
            <a:xfrm>
              <a:off x="982" y="455"/>
              <a:ext cx="3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43" name="Rectangle 15"/>
            <p:cNvSpPr>
              <a:spLocks noChangeArrowheads="1"/>
            </p:cNvSpPr>
            <p:nvPr/>
          </p:nvSpPr>
          <p:spPr bwMode="auto">
            <a:xfrm>
              <a:off x="603" y="578"/>
              <a:ext cx="3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FF3300"/>
                  </a:solidFill>
                </a:rPr>
                <a:t>j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144" name="Rectangle 16"/>
            <p:cNvSpPr>
              <a:spLocks noChangeArrowheads="1"/>
            </p:cNvSpPr>
            <p:nvPr/>
          </p:nvSpPr>
          <p:spPr bwMode="auto">
            <a:xfrm>
              <a:off x="2508" y="477"/>
              <a:ext cx="12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h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45" name="Rectangle 17"/>
            <p:cNvSpPr>
              <a:spLocks noChangeArrowheads="1"/>
            </p:cNvSpPr>
            <p:nvPr/>
          </p:nvSpPr>
          <p:spPr bwMode="auto">
            <a:xfrm>
              <a:off x="2108" y="354"/>
              <a:ext cx="200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3300"/>
                  </a:solidFill>
                </a:rPr>
                <a:t>M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146" name="Rectangle 18"/>
            <p:cNvSpPr>
              <a:spLocks noChangeArrowheads="1"/>
            </p:cNvSpPr>
            <p:nvPr/>
          </p:nvSpPr>
          <p:spPr bwMode="auto">
            <a:xfrm>
              <a:off x="1690" y="354"/>
              <a:ext cx="200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3300"/>
                  </a:solidFill>
                </a:rPr>
                <a:t>M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147" name="Rectangle 19"/>
            <p:cNvSpPr>
              <a:spLocks noChangeArrowheads="1"/>
            </p:cNvSpPr>
            <p:nvPr/>
          </p:nvSpPr>
          <p:spPr bwMode="auto">
            <a:xfrm>
              <a:off x="1092" y="585"/>
              <a:ext cx="12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h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48" name="Rectangle 20"/>
            <p:cNvSpPr>
              <a:spLocks noChangeArrowheads="1"/>
            </p:cNvSpPr>
            <p:nvPr/>
          </p:nvSpPr>
          <p:spPr bwMode="auto">
            <a:xfrm>
              <a:off x="1220" y="354"/>
              <a:ext cx="10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y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49" name="Rectangle 21"/>
            <p:cNvSpPr>
              <a:spLocks noChangeArrowheads="1"/>
            </p:cNvSpPr>
            <p:nvPr/>
          </p:nvSpPr>
          <p:spPr bwMode="auto">
            <a:xfrm>
              <a:off x="880" y="354"/>
              <a:ext cx="100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y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50" name="Rectangle 22"/>
            <p:cNvSpPr>
              <a:spLocks noChangeArrowheads="1"/>
            </p:cNvSpPr>
            <p:nvPr/>
          </p:nvSpPr>
          <p:spPr bwMode="auto">
            <a:xfrm>
              <a:off x="474" y="477"/>
              <a:ext cx="15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3300"/>
                  </a:solidFill>
                </a:rPr>
                <a:t>A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151" name="Rectangle 23"/>
            <p:cNvSpPr>
              <a:spLocks noChangeArrowheads="1"/>
            </p:cNvSpPr>
            <p:nvPr/>
          </p:nvSpPr>
          <p:spPr bwMode="auto">
            <a:xfrm>
              <a:off x="2030" y="585"/>
              <a:ext cx="11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chemeClr val="accent2"/>
                  </a:solidFill>
                </a:rPr>
                <a:t>6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52" name="Rectangle 24"/>
            <p:cNvSpPr>
              <a:spLocks noChangeArrowheads="1"/>
            </p:cNvSpPr>
            <p:nvPr/>
          </p:nvSpPr>
          <p:spPr bwMode="auto">
            <a:xfrm>
              <a:off x="2402" y="454"/>
              <a:ext cx="6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3300"/>
                  </a:solidFill>
                </a:rPr>
                <a:t>1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153" name="Rectangle 25"/>
            <p:cNvSpPr>
              <a:spLocks noChangeArrowheads="1"/>
            </p:cNvSpPr>
            <p:nvPr/>
          </p:nvSpPr>
          <p:spPr bwMode="auto">
            <a:xfrm>
              <a:off x="1420" y="454"/>
              <a:ext cx="65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</a:rPr>
                <a:t>1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54" name="Rectangle 26"/>
            <p:cNvSpPr>
              <a:spLocks noChangeArrowheads="1"/>
            </p:cNvSpPr>
            <p:nvPr/>
          </p:nvSpPr>
          <p:spPr bwMode="auto">
            <a:xfrm>
              <a:off x="2342" y="445"/>
              <a:ext cx="7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3300"/>
                  </a:solidFill>
                  <a:latin typeface="Symbol" charset="0"/>
                </a:rPr>
                <a:t>-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155" name="Rectangle 27"/>
            <p:cNvSpPr>
              <a:spLocks noChangeArrowheads="1"/>
            </p:cNvSpPr>
            <p:nvPr/>
          </p:nvSpPr>
          <p:spPr bwMode="auto">
            <a:xfrm>
              <a:off x="1361" y="445"/>
              <a:ext cx="7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  <a:latin typeface="Symbol" charset="0"/>
                </a:rPr>
                <a:t>-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56" name="Rectangle 28"/>
            <p:cNvSpPr>
              <a:spLocks noChangeArrowheads="1"/>
            </p:cNvSpPr>
            <p:nvPr/>
          </p:nvSpPr>
          <p:spPr bwMode="auto">
            <a:xfrm>
              <a:off x="1967" y="335"/>
              <a:ext cx="12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-</a:t>
              </a:r>
              <a:endParaRPr lang="en-US" altLang="zh-CN"/>
            </a:p>
          </p:txBody>
        </p:sp>
        <p:sp>
          <p:nvSpPr>
            <p:cNvPr id="48157" name="Rectangle 29"/>
            <p:cNvSpPr>
              <a:spLocks noChangeArrowheads="1"/>
            </p:cNvSpPr>
            <p:nvPr/>
          </p:nvSpPr>
          <p:spPr bwMode="auto">
            <a:xfrm>
              <a:off x="1535" y="458"/>
              <a:ext cx="12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-</a:t>
              </a:r>
              <a:endParaRPr lang="en-US" altLang="zh-CN"/>
            </a:p>
          </p:txBody>
        </p:sp>
        <p:sp>
          <p:nvSpPr>
            <p:cNvPr id="48158" name="Rectangle 30"/>
            <p:cNvSpPr>
              <a:spLocks noChangeArrowheads="1"/>
            </p:cNvSpPr>
            <p:nvPr/>
          </p:nvSpPr>
          <p:spPr bwMode="auto">
            <a:xfrm>
              <a:off x="1065" y="335"/>
              <a:ext cx="12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-</a:t>
              </a:r>
              <a:endParaRPr lang="en-US" altLang="zh-CN"/>
            </a:p>
          </p:txBody>
        </p:sp>
        <p:sp>
          <p:nvSpPr>
            <p:cNvPr id="48159" name="Rectangle 31"/>
            <p:cNvSpPr>
              <a:spLocks noChangeArrowheads="1"/>
            </p:cNvSpPr>
            <p:nvPr/>
          </p:nvSpPr>
          <p:spPr bwMode="auto">
            <a:xfrm>
              <a:off x="697" y="458"/>
              <a:ext cx="12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=</a:t>
              </a:r>
              <a:endParaRPr lang="en-US" altLang="zh-CN"/>
            </a:p>
          </p:txBody>
        </p:sp>
      </p:grpSp>
      <p:grpSp>
        <p:nvGrpSpPr>
          <p:cNvPr id="48213" name="Group 85"/>
          <p:cNvGrpSpPr>
            <a:grpSpLocks/>
          </p:cNvGrpSpPr>
          <p:nvPr/>
        </p:nvGrpSpPr>
        <p:grpSpPr bwMode="auto">
          <a:xfrm>
            <a:off x="3048000" y="457200"/>
            <a:ext cx="5943600" cy="914400"/>
            <a:chOff x="336" y="1200"/>
            <a:chExt cx="4368" cy="576"/>
          </a:xfrm>
        </p:grpSpPr>
        <p:sp>
          <p:nvSpPr>
            <p:cNvPr id="48134" name="AutoShape 6" descr="新闻纸"/>
            <p:cNvSpPr>
              <a:spLocks noChangeArrowheads="1"/>
            </p:cNvSpPr>
            <p:nvPr/>
          </p:nvSpPr>
          <p:spPr bwMode="auto">
            <a:xfrm>
              <a:off x="336" y="1200"/>
              <a:ext cx="4368" cy="576"/>
            </a:xfrm>
            <a:prstGeom prst="bevel">
              <a:avLst>
                <a:gd name="adj" fmla="val 6440"/>
              </a:avLst>
            </a:prstGeom>
            <a:blipFill dpi="0" rotWithShape="0">
              <a:blip r:embed="rId7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60" name="Line 32"/>
            <p:cNvSpPr>
              <a:spLocks noChangeShapeType="1"/>
            </p:cNvSpPr>
            <p:nvPr/>
          </p:nvSpPr>
          <p:spPr bwMode="auto">
            <a:xfrm>
              <a:off x="1741" y="1493"/>
              <a:ext cx="380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61" name="Line 33"/>
            <p:cNvSpPr>
              <a:spLocks noChangeShapeType="1"/>
            </p:cNvSpPr>
            <p:nvPr/>
          </p:nvSpPr>
          <p:spPr bwMode="auto">
            <a:xfrm>
              <a:off x="2411" y="1493"/>
              <a:ext cx="464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62" name="Line 34"/>
            <p:cNvSpPr>
              <a:spLocks noChangeShapeType="1"/>
            </p:cNvSpPr>
            <p:nvPr/>
          </p:nvSpPr>
          <p:spPr bwMode="auto">
            <a:xfrm>
              <a:off x="3438" y="1493"/>
              <a:ext cx="270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63" name="Line 35"/>
            <p:cNvSpPr>
              <a:spLocks noChangeShapeType="1"/>
            </p:cNvSpPr>
            <p:nvPr/>
          </p:nvSpPr>
          <p:spPr bwMode="auto">
            <a:xfrm>
              <a:off x="3998" y="1493"/>
              <a:ext cx="574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64" name="Rectangle 36"/>
            <p:cNvSpPr>
              <a:spLocks noChangeArrowheads="1"/>
            </p:cNvSpPr>
            <p:nvPr/>
          </p:nvSpPr>
          <p:spPr bwMode="auto">
            <a:xfrm>
              <a:off x="4314" y="1600"/>
              <a:ext cx="3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65" name="Rectangle 37"/>
            <p:cNvSpPr>
              <a:spLocks noChangeArrowheads="1"/>
            </p:cNvSpPr>
            <p:nvPr/>
          </p:nvSpPr>
          <p:spPr bwMode="auto">
            <a:xfrm>
              <a:off x="4401" y="1362"/>
              <a:ext cx="3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66" name="Rectangle 38"/>
            <p:cNvSpPr>
              <a:spLocks noChangeArrowheads="1"/>
            </p:cNvSpPr>
            <p:nvPr/>
          </p:nvSpPr>
          <p:spPr bwMode="auto">
            <a:xfrm>
              <a:off x="3845" y="1489"/>
              <a:ext cx="3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67" name="Rectangle 39"/>
            <p:cNvSpPr>
              <a:spLocks noChangeArrowheads="1"/>
            </p:cNvSpPr>
            <p:nvPr/>
          </p:nvSpPr>
          <p:spPr bwMode="auto">
            <a:xfrm>
              <a:off x="3648" y="1362"/>
              <a:ext cx="3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FF3300"/>
                  </a:solidFill>
                </a:rPr>
                <a:t>j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168" name="Rectangle 40"/>
            <p:cNvSpPr>
              <a:spLocks noChangeArrowheads="1"/>
            </p:cNvSpPr>
            <p:nvPr/>
          </p:nvSpPr>
          <p:spPr bwMode="auto">
            <a:xfrm>
              <a:off x="3226" y="1489"/>
              <a:ext cx="3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69" name="Rectangle 41"/>
            <p:cNvSpPr>
              <a:spLocks noChangeArrowheads="1"/>
            </p:cNvSpPr>
            <p:nvPr/>
          </p:nvSpPr>
          <p:spPr bwMode="auto">
            <a:xfrm>
              <a:off x="2672" y="1600"/>
              <a:ext cx="3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70" name="Rectangle 42"/>
            <p:cNvSpPr>
              <a:spLocks noChangeArrowheads="1"/>
            </p:cNvSpPr>
            <p:nvPr/>
          </p:nvSpPr>
          <p:spPr bwMode="auto">
            <a:xfrm>
              <a:off x="2548" y="1362"/>
              <a:ext cx="3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71" name="Rectangle 43"/>
            <p:cNvSpPr>
              <a:spLocks noChangeArrowheads="1"/>
            </p:cNvSpPr>
            <p:nvPr/>
          </p:nvSpPr>
          <p:spPr bwMode="auto">
            <a:xfrm>
              <a:off x="2258" y="1489"/>
              <a:ext cx="31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72" name="Rectangle 44"/>
            <p:cNvSpPr>
              <a:spLocks noChangeArrowheads="1"/>
            </p:cNvSpPr>
            <p:nvPr/>
          </p:nvSpPr>
          <p:spPr bwMode="auto">
            <a:xfrm>
              <a:off x="1952" y="1362"/>
              <a:ext cx="3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FF3300"/>
                  </a:solidFill>
                </a:rPr>
                <a:t>j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173" name="Rectangle 45"/>
            <p:cNvSpPr>
              <a:spLocks noChangeArrowheads="1"/>
            </p:cNvSpPr>
            <p:nvPr/>
          </p:nvSpPr>
          <p:spPr bwMode="auto">
            <a:xfrm>
              <a:off x="1418" y="1489"/>
              <a:ext cx="3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74" name="Rectangle 46"/>
            <p:cNvSpPr>
              <a:spLocks noChangeArrowheads="1"/>
            </p:cNvSpPr>
            <p:nvPr/>
          </p:nvSpPr>
          <p:spPr bwMode="auto">
            <a:xfrm>
              <a:off x="1002" y="1489"/>
              <a:ext cx="31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FF3300"/>
                  </a:solidFill>
                </a:rPr>
                <a:t>j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175" name="Rectangle 47"/>
            <p:cNvSpPr>
              <a:spLocks noChangeArrowheads="1"/>
            </p:cNvSpPr>
            <p:nvPr/>
          </p:nvSpPr>
          <p:spPr bwMode="auto">
            <a:xfrm>
              <a:off x="549" y="1489"/>
              <a:ext cx="31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FF3300"/>
                  </a:solidFill>
                </a:rPr>
                <a:t>j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176" name="Rectangle 48"/>
            <p:cNvSpPr>
              <a:spLocks noChangeArrowheads="1"/>
            </p:cNvSpPr>
            <p:nvPr/>
          </p:nvSpPr>
          <p:spPr bwMode="auto">
            <a:xfrm>
              <a:off x="4207" y="1495"/>
              <a:ext cx="10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h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77" name="Rectangle 49"/>
            <p:cNvSpPr>
              <a:spLocks noChangeArrowheads="1"/>
            </p:cNvSpPr>
            <p:nvPr/>
          </p:nvSpPr>
          <p:spPr bwMode="auto">
            <a:xfrm>
              <a:off x="4289" y="1257"/>
              <a:ext cx="9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x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78" name="Rectangle 50"/>
            <p:cNvSpPr>
              <a:spLocks noChangeArrowheads="1"/>
            </p:cNvSpPr>
            <p:nvPr/>
          </p:nvSpPr>
          <p:spPr bwMode="auto">
            <a:xfrm>
              <a:off x="4023" y="1257"/>
              <a:ext cx="9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48179" name="Rectangle 51"/>
            <p:cNvSpPr>
              <a:spLocks noChangeArrowheads="1"/>
            </p:cNvSpPr>
            <p:nvPr/>
          </p:nvSpPr>
          <p:spPr bwMode="auto">
            <a:xfrm>
              <a:off x="3738" y="1384"/>
              <a:ext cx="10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h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80" name="Rectangle 52"/>
            <p:cNvSpPr>
              <a:spLocks noChangeArrowheads="1"/>
            </p:cNvSpPr>
            <p:nvPr/>
          </p:nvSpPr>
          <p:spPr bwMode="auto">
            <a:xfrm>
              <a:off x="3459" y="1257"/>
              <a:ext cx="17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3300"/>
                  </a:solidFill>
                </a:rPr>
                <a:t>M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181" name="Rectangle 53"/>
            <p:cNvSpPr>
              <a:spLocks noChangeArrowheads="1"/>
            </p:cNvSpPr>
            <p:nvPr/>
          </p:nvSpPr>
          <p:spPr bwMode="auto">
            <a:xfrm>
              <a:off x="3126" y="1384"/>
              <a:ext cx="87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y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82" name="Rectangle 54"/>
            <p:cNvSpPr>
              <a:spLocks noChangeArrowheads="1"/>
            </p:cNvSpPr>
            <p:nvPr/>
          </p:nvSpPr>
          <p:spPr bwMode="auto">
            <a:xfrm>
              <a:off x="2566" y="1495"/>
              <a:ext cx="10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h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83" name="Rectangle 55"/>
            <p:cNvSpPr>
              <a:spLocks noChangeArrowheads="1"/>
            </p:cNvSpPr>
            <p:nvPr/>
          </p:nvSpPr>
          <p:spPr bwMode="auto">
            <a:xfrm>
              <a:off x="2772" y="1257"/>
              <a:ext cx="9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48184" name="Rectangle 56"/>
            <p:cNvSpPr>
              <a:spLocks noChangeArrowheads="1"/>
            </p:cNvSpPr>
            <p:nvPr/>
          </p:nvSpPr>
          <p:spPr bwMode="auto">
            <a:xfrm>
              <a:off x="2436" y="1257"/>
              <a:ext cx="9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x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85" name="Rectangle 57"/>
            <p:cNvSpPr>
              <a:spLocks noChangeArrowheads="1"/>
            </p:cNvSpPr>
            <p:nvPr/>
          </p:nvSpPr>
          <p:spPr bwMode="auto">
            <a:xfrm>
              <a:off x="2153" y="1384"/>
              <a:ext cx="10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h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86" name="Rectangle 58"/>
            <p:cNvSpPr>
              <a:spLocks noChangeArrowheads="1"/>
            </p:cNvSpPr>
            <p:nvPr/>
          </p:nvSpPr>
          <p:spPr bwMode="auto">
            <a:xfrm>
              <a:off x="1761" y="1257"/>
              <a:ext cx="17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3300"/>
                  </a:solidFill>
                </a:rPr>
                <a:t>M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187" name="Rectangle 59"/>
            <p:cNvSpPr>
              <a:spLocks noChangeArrowheads="1"/>
            </p:cNvSpPr>
            <p:nvPr/>
          </p:nvSpPr>
          <p:spPr bwMode="auto">
            <a:xfrm>
              <a:off x="1317" y="1384"/>
              <a:ext cx="8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y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88" name="Rectangle 60"/>
            <p:cNvSpPr>
              <a:spLocks noChangeArrowheads="1"/>
            </p:cNvSpPr>
            <p:nvPr/>
          </p:nvSpPr>
          <p:spPr bwMode="auto">
            <a:xfrm>
              <a:off x="869" y="1384"/>
              <a:ext cx="131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3300"/>
                  </a:solidFill>
                </a:rPr>
                <a:t>B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189" name="Rectangle 61"/>
            <p:cNvSpPr>
              <a:spLocks noChangeArrowheads="1"/>
            </p:cNvSpPr>
            <p:nvPr/>
          </p:nvSpPr>
          <p:spPr bwMode="auto">
            <a:xfrm>
              <a:off x="607" y="1384"/>
              <a:ext cx="9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48190" name="Rectangle 62"/>
            <p:cNvSpPr>
              <a:spLocks noChangeArrowheads="1"/>
            </p:cNvSpPr>
            <p:nvPr/>
          </p:nvSpPr>
          <p:spPr bwMode="auto">
            <a:xfrm>
              <a:off x="424" y="1384"/>
              <a:ext cx="130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3300"/>
                  </a:solidFill>
                </a:rPr>
                <a:t>A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191" name="Rectangle 63"/>
            <p:cNvSpPr>
              <a:spLocks noChangeArrowheads="1"/>
            </p:cNvSpPr>
            <p:nvPr/>
          </p:nvSpPr>
          <p:spPr bwMode="auto">
            <a:xfrm>
              <a:off x="4498" y="1360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</a:rPr>
                <a:t>1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92" name="Rectangle 64"/>
            <p:cNvSpPr>
              <a:spLocks noChangeArrowheads="1"/>
            </p:cNvSpPr>
            <p:nvPr/>
          </p:nvSpPr>
          <p:spPr bwMode="auto">
            <a:xfrm>
              <a:off x="3841" y="1369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48193" name="Rectangle 65"/>
            <p:cNvSpPr>
              <a:spLocks noChangeArrowheads="1"/>
            </p:cNvSpPr>
            <p:nvPr/>
          </p:nvSpPr>
          <p:spPr bwMode="auto">
            <a:xfrm>
              <a:off x="2254" y="1369"/>
              <a:ext cx="5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48194" name="Rectangle 66"/>
            <p:cNvSpPr>
              <a:spLocks noChangeArrowheads="1"/>
            </p:cNvSpPr>
            <p:nvPr/>
          </p:nvSpPr>
          <p:spPr bwMode="auto">
            <a:xfrm>
              <a:off x="2048" y="1360"/>
              <a:ext cx="5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3300"/>
                  </a:solidFill>
                </a:rPr>
                <a:t>1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195" name="Rectangle 67"/>
            <p:cNvSpPr>
              <a:spLocks noChangeArrowheads="1"/>
            </p:cNvSpPr>
            <p:nvPr/>
          </p:nvSpPr>
          <p:spPr bwMode="auto">
            <a:xfrm>
              <a:off x="1516" y="1487"/>
              <a:ext cx="5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</a:rPr>
                <a:t>1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96" name="Rectangle 68"/>
            <p:cNvSpPr>
              <a:spLocks noChangeArrowheads="1"/>
            </p:cNvSpPr>
            <p:nvPr/>
          </p:nvSpPr>
          <p:spPr bwMode="auto">
            <a:xfrm>
              <a:off x="3915" y="1384"/>
              <a:ext cx="6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48197" name="Rectangle 69"/>
            <p:cNvSpPr>
              <a:spLocks noChangeArrowheads="1"/>
            </p:cNvSpPr>
            <p:nvPr/>
          </p:nvSpPr>
          <p:spPr bwMode="auto">
            <a:xfrm>
              <a:off x="3530" y="1495"/>
              <a:ext cx="9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chemeClr val="accent2"/>
                  </a:solidFill>
                </a:rPr>
                <a:t>6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198" name="Rectangle 70"/>
            <p:cNvSpPr>
              <a:spLocks noChangeArrowheads="1"/>
            </p:cNvSpPr>
            <p:nvPr/>
          </p:nvSpPr>
          <p:spPr bwMode="auto">
            <a:xfrm>
              <a:off x="3037" y="1384"/>
              <a:ext cx="6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48199" name="Rectangle 71"/>
            <p:cNvSpPr>
              <a:spLocks noChangeArrowheads="1"/>
            </p:cNvSpPr>
            <p:nvPr/>
          </p:nvSpPr>
          <p:spPr bwMode="auto">
            <a:xfrm>
              <a:off x="2328" y="1384"/>
              <a:ext cx="6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48200" name="Rectangle 72"/>
            <p:cNvSpPr>
              <a:spLocks noChangeArrowheads="1"/>
            </p:cNvSpPr>
            <p:nvPr/>
          </p:nvSpPr>
          <p:spPr bwMode="auto">
            <a:xfrm>
              <a:off x="1887" y="1495"/>
              <a:ext cx="9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chemeClr val="accent2"/>
                  </a:solidFill>
                </a:rPr>
                <a:t>6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01" name="Rectangle 73"/>
            <p:cNvSpPr>
              <a:spLocks noChangeArrowheads="1"/>
            </p:cNvSpPr>
            <p:nvPr/>
          </p:nvSpPr>
          <p:spPr bwMode="auto">
            <a:xfrm>
              <a:off x="1229" y="1384"/>
              <a:ext cx="6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48202" name="Rectangle 74"/>
            <p:cNvSpPr>
              <a:spLocks noChangeArrowheads="1"/>
            </p:cNvSpPr>
            <p:nvPr/>
          </p:nvSpPr>
          <p:spPr bwMode="auto">
            <a:xfrm>
              <a:off x="4440" y="1351"/>
              <a:ext cx="6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  <a:latin typeface="Symbol" charset="0"/>
                </a:rPr>
                <a:t>-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03" name="Rectangle 75"/>
            <p:cNvSpPr>
              <a:spLocks noChangeArrowheads="1"/>
            </p:cNvSpPr>
            <p:nvPr/>
          </p:nvSpPr>
          <p:spPr bwMode="auto">
            <a:xfrm>
              <a:off x="1989" y="1351"/>
              <a:ext cx="6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3300"/>
                  </a:solidFill>
                  <a:latin typeface="Symbol" charset="0"/>
                </a:rPr>
                <a:t>-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204" name="Rectangle 76"/>
            <p:cNvSpPr>
              <a:spLocks noChangeArrowheads="1"/>
            </p:cNvSpPr>
            <p:nvPr/>
          </p:nvSpPr>
          <p:spPr bwMode="auto">
            <a:xfrm>
              <a:off x="1456" y="1478"/>
              <a:ext cx="6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  <a:latin typeface="Symbol" charset="0"/>
                </a:rPr>
                <a:t>-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05" name="Rectangle 77"/>
            <p:cNvSpPr>
              <a:spLocks noChangeArrowheads="1"/>
            </p:cNvSpPr>
            <p:nvPr/>
          </p:nvSpPr>
          <p:spPr bwMode="auto">
            <a:xfrm>
              <a:off x="4148" y="1238"/>
              <a:ext cx="107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-</a:t>
              </a:r>
              <a:endParaRPr lang="en-US" altLang="zh-CN"/>
            </a:p>
          </p:txBody>
        </p:sp>
        <p:sp>
          <p:nvSpPr>
            <p:cNvPr id="48206" name="Rectangle 78"/>
            <p:cNvSpPr>
              <a:spLocks noChangeArrowheads="1"/>
            </p:cNvSpPr>
            <p:nvPr/>
          </p:nvSpPr>
          <p:spPr bwMode="auto">
            <a:xfrm>
              <a:off x="3306" y="1365"/>
              <a:ext cx="10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-</a:t>
              </a:r>
              <a:endParaRPr lang="en-US" altLang="zh-CN"/>
            </a:p>
          </p:txBody>
        </p:sp>
        <p:sp>
          <p:nvSpPr>
            <p:cNvPr id="48207" name="Rectangle 79"/>
            <p:cNvSpPr>
              <a:spLocks noChangeArrowheads="1"/>
            </p:cNvSpPr>
            <p:nvPr/>
          </p:nvSpPr>
          <p:spPr bwMode="auto">
            <a:xfrm>
              <a:off x="2910" y="1365"/>
              <a:ext cx="107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48208" name="Rectangle 80"/>
            <p:cNvSpPr>
              <a:spLocks noChangeArrowheads="1"/>
            </p:cNvSpPr>
            <p:nvPr/>
          </p:nvSpPr>
          <p:spPr bwMode="auto">
            <a:xfrm>
              <a:off x="2629" y="1238"/>
              <a:ext cx="107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-</a:t>
              </a:r>
              <a:endParaRPr lang="en-US" altLang="zh-CN"/>
            </a:p>
          </p:txBody>
        </p:sp>
        <p:sp>
          <p:nvSpPr>
            <p:cNvPr id="48209" name="Rectangle 81"/>
            <p:cNvSpPr>
              <a:spLocks noChangeArrowheads="1"/>
            </p:cNvSpPr>
            <p:nvPr/>
          </p:nvSpPr>
          <p:spPr bwMode="auto">
            <a:xfrm>
              <a:off x="1609" y="1365"/>
              <a:ext cx="107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-</a:t>
              </a:r>
              <a:endParaRPr lang="en-US" altLang="zh-CN"/>
            </a:p>
          </p:txBody>
        </p:sp>
        <p:sp>
          <p:nvSpPr>
            <p:cNvPr id="48210" name="Rectangle 82"/>
            <p:cNvSpPr>
              <a:spLocks noChangeArrowheads="1"/>
            </p:cNvSpPr>
            <p:nvPr/>
          </p:nvSpPr>
          <p:spPr bwMode="auto">
            <a:xfrm>
              <a:off x="1094" y="1365"/>
              <a:ext cx="10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=</a:t>
              </a:r>
              <a:endParaRPr lang="en-US" altLang="zh-CN"/>
            </a:p>
          </p:txBody>
        </p:sp>
        <p:sp>
          <p:nvSpPr>
            <p:cNvPr id="48211" name="Rectangle 83"/>
            <p:cNvSpPr>
              <a:spLocks noChangeArrowheads="1"/>
            </p:cNvSpPr>
            <p:nvPr/>
          </p:nvSpPr>
          <p:spPr bwMode="auto">
            <a:xfrm>
              <a:off x="732" y="1365"/>
              <a:ext cx="107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</p:grpSp>
      <p:sp>
        <p:nvSpPr>
          <p:cNvPr id="48214" name="Text Box 86"/>
          <p:cNvSpPr txBox="1">
            <a:spLocks noChangeArrowheads="1"/>
          </p:cNvSpPr>
          <p:nvPr/>
        </p:nvSpPr>
        <p:spPr bwMode="auto">
          <a:xfrm>
            <a:off x="457200" y="1371600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下面解决</a:t>
            </a:r>
            <a:r>
              <a:rPr lang="en-US" altLang="zh-CN" sz="2400" b="1"/>
              <a:t> </a:t>
            </a:r>
            <a:r>
              <a:rPr lang="en-US" altLang="zh-CN" sz="2400" b="1" i="1">
                <a:solidFill>
                  <a:srgbClr val="FF3300"/>
                </a:solidFill>
              </a:rPr>
              <a:t>M</a:t>
            </a:r>
            <a:r>
              <a:rPr lang="en-US" altLang="zh-CN" sz="2400" b="1" i="1" baseline="-25000">
                <a:solidFill>
                  <a:srgbClr val="FF3300"/>
                </a:solidFill>
              </a:rPr>
              <a:t>j</a:t>
            </a:r>
            <a:r>
              <a:rPr lang="en-US" altLang="zh-CN" sz="2400" b="1">
                <a:solidFill>
                  <a:srgbClr val="FF3300"/>
                </a:solidFill>
                <a:sym typeface="Symbol" charset="0"/>
              </a:rPr>
              <a:t> </a:t>
            </a:r>
            <a:r>
              <a:rPr lang="zh-CN" altLang="en-US" sz="2400" b="1">
                <a:sym typeface="Symbol" charset="0"/>
              </a:rPr>
              <a:t>：</a:t>
            </a:r>
            <a:endParaRPr lang="en-US" altLang="zh-CN" sz="2400" b="1">
              <a:sym typeface="Symbol" charset="0"/>
            </a:endParaRPr>
          </a:p>
        </p:txBody>
      </p:sp>
      <p:sp>
        <p:nvSpPr>
          <p:cNvPr id="48215" name="Text Box 87"/>
          <p:cNvSpPr txBox="1">
            <a:spLocks noChangeArrowheads="1"/>
          </p:cNvSpPr>
          <p:nvPr/>
        </p:nvSpPr>
        <p:spPr bwMode="auto">
          <a:xfrm>
            <a:off x="2590800" y="1371600"/>
            <a:ext cx="320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利用</a:t>
            </a:r>
            <a:r>
              <a:rPr lang="en-US" altLang="zh-CN" sz="2400" b="1" i="1">
                <a:solidFill>
                  <a:srgbClr val="FF3300"/>
                </a:solidFill>
              </a:rPr>
              <a:t>S</a:t>
            </a:r>
            <a:r>
              <a:rPr lang="zh-CN" altLang="en-US" sz="2400" b="1" i="1">
                <a:solidFill>
                  <a:srgbClr val="FF3300"/>
                </a:solidFill>
              </a:rPr>
              <a:t>’</a:t>
            </a:r>
            <a:r>
              <a:rPr lang="en-US" altLang="zh-CN" sz="2400" b="1" i="1"/>
              <a:t> </a:t>
            </a:r>
            <a:r>
              <a:rPr lang="zh-CN" altLang="en-US" sz="2400" b="1"/>
              <a:t>在</a:t>
            </a:r>
            <a:r>
              <a:rPr lang="en-US" altLang="zh-CN" sz="2400" b="1"/>
              <a:t> </a:t>
            </a:r>
            <a:r>
              <a:rPr lang="en-US" altLang="zh-CN" sz="2400" b="1" i="1">
                <a:solidFill>
                  <a:schemeClr val="accent2"/>
                </a:solidFill>
              </a:rPr>
              <a:t>x</a:t>
            </a:r>
            <a:r>
              <a:rPr lang="en-US" altLang="zh-CN" sz="2400" b="1" i="1" baseline="-25000">
                <a:solidFill>
                  <a:schemeClr val="accent2"/>
                </a:solidFill>
              </a:rPr>
              <a:t>j </a:t>
            </a:r>
            <a:r>
              <a:rPr lang="zh-CN" altLang="en-US" sz="2400" b="1"/>
              <a:t>的</a:t>
            </a:r>
            <a:r>
              <a:rPr lang="zh-CN" altLang="en-US" sz="2400" b="1">
                <a:solidFill>
                  <a:schemeClr val="accent2"/>
                </a:solidFill>
              </a:rPr>
              <a:t>连续性</a:t>
            </a:r>
            <a:endParaRPr lang="en-US" altLang="zh-CN" sz="2400" b="1">
              <a:solidFill>
                <a:schemeClr val="accent2"/>
              </a:solidFill>
            </a:endParaRPr>
          </a:p>
        </p:txBody>
      </p:sp>
      <p:sp>
        <p:nvSpPr>
          <p:cNvPr id="48216" name="Text Box 88"/>
          <p:cNvSpPr txBox="1">
            <a:spLocks noChangeArrowheads="1"/>
          </p:cNvSpPr>
          <p:nvPr/>
        </p:nvSpPr>
        <p:spPr bwMode="auto">
          <a:xfrm>
            <a:off x="304800" y="20574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ym typeface="Symbol" charset="0"/>
              </a:rPr>
              <a:t>[</a:t>
            </a:r>
            <a:r>
              <a:rPr lang="en-US" altLang="zh-CN" sz="2000" b="1" i="1">
                <a:solidFill>
                  <a:schemeClr val="accent2"/>
                </a:solidFill>
              </a:rPr>
              <a:t>x</a:t>
            </a:r>
            <a:r>
              <a:rPr lang="en-US" altLang="zh-CN" sz="2000" b="1" i="1" baseline="-25000">
                <a:solidFill>
                  <a:schemeClr val="accent2"/>
                </a:solidFill>
              </a:rPr>
              <a:t>j</a:t>
            </a:r>
            <a:r>
              <a:rPr lang="en-US" altLang="zh-CN" sz="2000" b="1" baseline="-25000">
                <a:solidFill>
                  <a:schemeClr val="accent2"/>
                </a:solidFill>
                <a:sym typeface="Symbol" charset="0"/>
              </a:rPr>
              <a:t>1</a:t>
            </a:r>
            <a:r>
              <a:rPr lang="en-US" altLang="zh-CN" sz="2000" b="1">
                <a:sym typeface="Symbol" charset="0"/>
              </a:rPr>
              <a:t>, </a:t>
            </a:r>
            <a:r>
              <a:rPr lang="en-US" altLang="zh-CN" sz="2000" b="1" baseline="-25000">
                <a:solidFill>
                  <a:schemeClr val="accent2"/>
                </a:solidFill>
                <a:sym typeface="Symbol" charset="0"/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</a:rPr>
              <a:t>x</a:t>
            </a:r>
            <a:r>
              <a:rPr lang="en-US" altLang="zh-CN" sz="2000" b="1" i="1" baseline="-25000">
                <a:solidFill>
                  <a:schemeClr val="accent2"/>
                </a:solidFill>
              </a:rPr>
              <a:t>j</a:t>
            </a:r>
            <a:r>
              <a:rPr lang="en-US" altLang="zh-CN" sz="2000" b="1" baseline="-25000">
                <a:solidFill>
                  <a:schemeClr val="accent2"/>
                </a:solidFill>
                <a:sym typeface="Symbol" charset="0"/>
              </a:rPr>
              <a:t> </a:t>
            </a:r>
            <a:r>
              <a:rPr lang="en-US" altLang="zh-CN" sz="2000" b="1">
                <a:sym typeface="Symbol" charset="0"/>
              </a:rPr>
              <a:t>]:</a:t>
            </a:r>
            <a:r>
              <a:rPr lang="en-US" altLang="zh-CN" sz="2400" b="1">
                <a:sym typeface="Symbol" charset="0"/>
              </a:rPr>
              <a:t> </a:t>
            </a:r>
            <a:r>
              <a:rPr lang="en-US" altLang="zh-CN" sz="2400" b="1" i="1">
                <a:solidFill>
                  <a:srgbClr val="FF3300"/>
                </a:solidFill>
              </a:rPr>
              <a:t>S</a:t>
            </a:r>
            <a:r>
              <a:rPr lang="en-US" altLang="zh-CN" sz="2400" b="1" baseline="30000">
                <a:solidFill>
                  <a:schemeClr val="accent2"/>
                </a:solidFill>
              </a:rPr>
              <a:t>[</a:t>
            </a:r>
            <a:r>
              <a:rPr lang="en-US" altLang="zh-CN" sz="2400" b="1" i="1" baseline="30000">
                <a:solidFill>
                  <a:schemeClr val="accent2"/>
                </a:solidFill>
              </a:rPr>
              <a:t>j</a:t>
            </a:r>
            <a:r>
              <a:rPr lang="en-US" altLang="zh-CN" sz="2400" b="1" baseline="30000">
                <a:solidFill>
                  <a:schemeClr val="accent2"/>
                </a:solidFill>
              </a:rPr>
              <a:t>]</a:t>
            </a:r>
            <a:r>
              <a:rPr lang="zh-CN" altLang="en-US" sz="2400" b="1" i="1">
                <a:solidFill>
                  <a:srgbClr val="FF3300"/>
                </a:solidFill>
              </a:rPr>
              <a:t>’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 =</a:t>
            </a:r>
          </a:p>
        </p:txBody>
      </p:sp>
      <p:grpSp>
        <p:nvGrpSpPr>
          <p:cNvPr id="48273" name="Group 145"/>
          <p:cNvGrpSpPr>
            <a:grpSpLocks/>
          </p:cNvGrpSpPr>
          <p:nvPr/>
        </p:nvGrpSpPr>
        <p:grpSpPr bwMode="auto">
          <a:xfrm>
            <a:off x="2819400" y="1905000"/>
            <a:ext cx="5624513" cy="739775"/>
            <a:chOff x="1893" y="1212"/>
            <a:chExt cx="3543" cy="466"/>
          </a:xfrm>
        </p:grpSpPr>
        <p:sp>
          <p:nvSpPr>
            <p:cNvPr id="48218" name="Line 90"/>
            <p:cNvSpPr>
              <a:spLocks noChangeShapeType="1"/>
            </p:cNvSpPr>
            <p:nvPr/>
          </p:nvSpPr>
          <p:spPr bwMode="auto">
            <a:xfrm>
              <a:off x="2303" y="1459"/>
              <a:ext cx="528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219" name="Line 91"/>
            <p:cNvSpPr>
              <a:spLocks noChangeShapeType="1"/>
            </p:cNvSpPr>
            <p:nvPr/>
          </p:nvSpPr>
          <p:spPr bwMode="auto">
            <a:xfrm>
              <a:off x="3184" y="1459"/>
              <a:ext cx="615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220" name="Line 92"/>
            <p:cNvSpPr>
              <a:spLocks noChangeShapeType="1"/>
            </p:cNvSpPr>
            <p:nvPr/>
          </p:nvSpPr>
          <p:spPr bwMode="auto">
            <a:xfrm>
              <a:off x="4673" y="1459"/>
              <a:ext cx="62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221" name="Rectangle 93"/>
            <p:cNvSpPr>
              <a:spLocks noChangeArrowheads="1"/>
            </p:cNvSpPr>
            <p:nvPr/>
          </p:nvSpPr>
          <p:spPr bwMode="auto">
            <a:xfrm>
              <a:off x="5409" y="1455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22" name="Rectangle 94"/>
            <p:cNvSpPr>
              <a:spLocks noChangeArrowheads="1"/>
            </p:cNvSpPr>
            <p:nvPr/>
          </p:nvSpPr>
          <p:spPr bwMode="auto">
            <a:xfrm>
              <a:off x="5164" y="1332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FF3300"/>
                  </a:solidFill>
                </a:rPr>
                <a:t>j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223" name="Rectangle 95"/>
            <p:cNvSpPr>
              <a:spLocks noChangeArrowheads="1"/>
            </p:cNvSpPr>
            <p:nvPr/>
          </p:nvSpPr>
          <p:spPr bwMode="auto">
            <a:xfrm>
              <a:off x="4839" y="1332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FF3300"/>
                  </a:solidFill>
                </a:rPr>
                <a:t>j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224" name="Rectangle 96"/>
            <p:cNvSpPr>
              <a:spLocks noChangeArrowheads="1"/>
            </p:cNvSpPr>
            <p:nvPr/>
          </p:nvSpPr>
          <p:spPr bwMode="auto">
            <a:xfrm>
              <a:off x="4464" y="1455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25" name="Rectangle 97"/>
            <p:cNvSpPr>
              <a:spLocks noChangeArrowheads="1"/>
            </p:cNvSpPr>
            <p:nvPr/>
          </p:nvSpPr>
          <p:spPr bwMode="auto">
            <a:xfrm>
              <a:off x="4181" y="1455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26" name="Rectangle 98"/>
            <p:cNvSpPr>
              <a:spLocks noChangeArrowheads="1"/>
            </p:cNvSpPr>
            <p:nvPr/>
          </p:nvSpPr>
          <p:spPr bwMode="auto">
            <a:xfrm>
              <a:off x="3551" y="1563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27" name="Rectangle 99"/>
            <p:cNvSpPr>
              <a:spLocks noChangeArrowheads="1"/>
            </p:cNvSpPr>
            <p:nvPr/>
          </p:nvSpPr>
          <p:spPr bwMode="auto">
            <a:xfrm>
              <a:off x="3553" y="1332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28" name="Rectangle 100"/>
            <p:cNvSpPr>
              <a:spLocks noChangeArrowheads="1"/>
            </p:cNvSpPr>
            <p:nvPr/>
          </p:nvSpPr>
          <p:spPr bwMode="auto">
            <a:xfrm>
              <a:off x="3122" y="1455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FF3300"/>
                  </a:solidFill>
                </a:rPr>
                <a:t>j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229" name="Rectangle 101"/>
            <p:cNvSpPr>
              <a:spLocks noChangeArrowheads="1"/>
            </p:cNvSpPr>
            <p:nvPr/>
          </p:nvSpPr>
          <p:spPr bwMode="auto">
            <a:xfrm>
              <a:off x="2627" y="1563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30" name="Rectangle 102"/>
            <p:cNvSpPr>
              <a:spLocks noChangeArrowheads="1"/>
            </p:cNvSpPr>
            <p:nvPr/>
          </p:nvSpPr>
          <p:spPr bwMode="auto">
            <a:xfrm>
              <a:off x="2461" y="1332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31" name="Rectangle 103"/>
            <p:cNvSpPr>
              <a:spLocks noChangeArrowheads="1"/>
            </p:cNvSpPr>
            <p:nvPr/>
          </p:nvSpPr>
          <p:spPr bwMode="auto">
            <a:xfrm>
              <a:off x="2153" y="1455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FF3300"/>
                  </a:solidFill>
                </a:rPr>
                <a:t>j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232" name="Rectangle 104"/>
            <p:cNvSpPr>
              <a:spLocks noChangeArrowheads="1"/>
            </p:cNvSpPr>
            <p:nvPr/>
          </p:nvSpPr>
          <p:spPr bwMode="auto">
            <a:xfrm>
              <a:off x="5324" y="1354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h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33" name="Rectangle 105"/>
            <p:cNvSpPr>
              <a:spLocks noChangeArrowheads="1"/>
            </p:cNvSpPr>
            <p:nvPr/>
          </p:nvSpPr>
          <p:spPr bwMode="auto">
            <a:xfrm>
              <a:off x="5013" y="1231"/>
              <a:ext cx="14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3300"/>
                  </a:solidFill>
                </a:rPr>
                <a:t>M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234" name="Rectangle 106"/>
            <p:cNvSpPr>
              <a:spLocks noChangeArrowheads="1"/>
            </p:cNvSpPr>
            <p:nvPr/>
          </p:nvSpPr>
          <p:spPr bwMode="auto">
            <a:xfrm>
              <a:off x="4689" y="1231"/>
              <a:ext cx="14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3300"/>
                  </a:solidFill>
                </a:rPr>
                <a:t>M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235" name="Rectangle 107"/>
            <p:cNvSpPr>
              <a:spLocks noChangeArrowheads="1"/>
            </p:cNvSpPr>
            <p:nvPr/>
          </p:nvSpPr>
          <p:spPr bwMode="auto">
            <a:xfrm>
              <a:off x="4375" y="1354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x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36" name="Rectangle 108"/>
            <p:cNvSpPr>
              <a:spLocks noChangeArrowheads="1"/>
            </p:cNvSpPr>
            <p:nvPr/>
          </p:nvSpPr>
          <p:spPr bwMode="auto">
            <a:xfrm>
              <a:off x="4092" y="1354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x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37" name="Rectangle 109"/>
            <p:cNvSpPr>
              <a:spLocks noChangeArrowheads="1"/>
            </p:cNvSpPr>
            <p:nvPr/>
          </p:nvSpPr>
          <p:spPr bwMode="auto">
            <a:xfrm>
              <a:off x="3961" y="1354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000000"/>
                  </a:solidFill>
                </a:rPr>
                <a:t>f</a:t>
              </a:r>
              <a:endParaRPr lang="en-US" altLang="zh-CN"/>
            </a:p>
          </p:txBody>
        </p:sp>
        <p:sp>
          <p:nvSpPr>
            <p:cNvPr id="48238" name="Rectangle 110"/>
            <p:cNvSpPr>
              <a:spLocks noChangeArrowheads="1"/>
            </p:cNvSpPr>
            <p:nvPr/>
          </p:nvSpPr>
          <p:spPr bwMode="auto">
            <a:xfrm>
              <a:off x="3466" y="1462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h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39" name="Rectangle 111"/>
            <p:cNvSpPr>
              <a:spLocks noChangeArrowheads="1"/>
            </p:cNvSpPr>
            <p:nvPr/>
          </p:nvSpPr>
          <p:spPr bwMode="auto">
            <a:xfrm>
              <a:off x="3465" y="1231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x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40" name="Rectangle 112"/>
            <p:cNvSpPr>
              <a:spLocks noChangeArrowheads="1"/>
            </p:cNvSpPr>
            <p:nvPr/>
          </p:nvSpPr>
          <p:spPr bwMode="auto">
            <a:xfrm>
              <a:off x="3252" y="1231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48241" name="Rectangle 113"/>
            <p:cNvSpPr>
              <a:spLocks noChangeArrowheads="1"/>
            </p:cNvSpPr>
            <p:nvPr/>
          </p:nvSpPr>
          <p:spPr bwMode="auto">
            <a:xfrm>
              <a:off x="2971" y="1354"/>
              <a:ext cx="14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3300"/>
                  </a:solidFill>
                </a:rPr>
                <a:t>M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242" name="Rectangle 114"/>
            <p:cNvSpPr>
              <a:spLocks noChangeArrowheads="1"/>
            </p:cNvSpPr>
            <p:nvPr/>
          </p:nvSpPr>
          <p:spPr bwMode="auto">
            <a:xfrm>
              <a:off x="2542" y="1462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h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43" name="Rectangle 115"/>
            <p:cNvSpPr>
              <a:spLocks noChangeArrowheads="1"/>
            </p:cNvSpPr>
            <p:nvPr/>
          </p:nvSpPr>
          <p:spPr bwMode="auto">
            <a:xfrm>
              <a:off x="2639" y="1231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48244" name="Rectangle 116"/>
            <p:cNvSpPr>
              <a:spLocks noChangeArrowheads="1"/>
            </p:cNvSpPr>
            <p:nvPr/>
          </p:nvSpPr>
          <p:spPr bwMode="auto">
            <a:xfrm>
              <a:off x="2372" y="1231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x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45" name="Rectangle 117"/>
            <p:cNvSpPr>
              <a:spLocks noChangeArrowheads="1"/>
            </p:cNvSpPr>
            <p:nvPr/>
          </p:nvSpPr>
          <p:spPr bwMode="auto">
            <a:xfrm>
              <a:off x="2003" y="1354"/>
              <a:ext cx="14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3300"/>
                  </a:solidFill>
                </a:rPr>
                <a:t>M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246" name="Rectangle 118"/>
            <p:cNvSpPr>
              <a:spLocks noChangeArrowheads="1"/>
            </p:cNvSpPr>
            <p:nvPr/>
          </p:nvSpPr>
          <p:spPr bwMode="auto">
            <a:xfrm>
              <a:off x="4952" y="1462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chemeClr val="accent2"/>
                  </a:solidFill>
                </a:rPr>
                <a:t>6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47" name="Rectangle 119"/>
            <p:cNvSpPr>
              <a:spLocks noChangeArrowheads="1"/>
            </p:cNvSpPr>
            <p:nvPr/>
          </p:nvSpPr>
          <p:spPr bwMode="auto">
            <a:xfrm>
              <a:off x="4506" y="1354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]</a:t>
              </a:r>
              <a:endParaRPr lang="en-US" altLang="zh-CN"/>
            </a:p>
          </p:txBody>
        </p:sp>
        <p:sp>
          <p:nvSpPr>
            <p:cNvPr id="48248" name="Rectangle 120"/>
            <p:cNvSpPr>
              <a:spLocks noChangeArrowheads="1"/>
            </p:cNvSpPr>
            <p:nvPr/>
          </p:nvSpPr>
          <p:spPr bwMode="auto">
            <a:xfrm>
              <a:off x="4312" y="1354"/>
              <a:ext cx="4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chemeClr val="accent2"/>
                  </a:solidFill>
                </a:rPr>
                <a:t>,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49" name="Rectangle 121"/>
            <p:cNvSpPr>
              <a:spLocks noChangeArrowheads="1"/>
            </p:cNvSpPr>
            <p:nvPr/>
          </p:nvSpPr>
          <p:spPr bwMode="auto">
            <a:xfrm>
              <a:off x="4031" y="1354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[</a:t>
              </a:r>
              <a:endParaRPr lang="en-US" altLang="zh-CN"/>
            </a:p>
          </p:txBody>
        </p:sp>
        <p:sp>
          <p:nvSpPr>
            <p:cNvPr id="48250" name="Rectangle 122"/>
            <p:cNvSpPr>
              <a:spLocks noChangeArrowheads="1"/>
            </p:cNvSpPr>
            <p:nvPr/>
          </p:nvSpPr>
          <p:spPr bwMode="auto">
            <a:xfrm>
              <a:off x="3394" y="1462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chemeClr val="accent2"/>
                  </a:solidFill>
                </a:rPr>
                <a:t>2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51" name="Rectangle 123"/>
            <p:cNvSpPr>
              <a:spLocks noChangeArrowheads="1"/>
            </p:cNvSpPr>
            <p:nvPr/>
          </p:nvSpPr>
          <p:spPr bwMode="auto">
            <a:xfrm>
              <a:off x="3686" y="1231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48252" name="Rectangle 124"/>
            <p:cNvSpPr>
              <a:spLocks noChangeArrowheads="1"/>
            </p:cNvSpPr>
            <p:nvPr/>
          </p:nvSpPr>
          <p:spPr bwMode="auto">
            <a:xfrm>
              <a:off x="3189" y="1231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48253" name="Rectangle 125"/>
            <p:cNvSpPr>
              <a:spLocks noChangeArrowheads="1"/>
            </p:cNvSpPr>
            <p:nvPr/>
          </p:nvSpPr>
          <p:spPr bwMode="auto">
            <a:xfrm>
              <a:off x="2469" y="1462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chemeClr val="accent2"/>
                  </a:solidFill>
                </a:rPr>
                <a:t>2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54" name="Rectangle 126"/>
            <p:cNvSpPr>
              <a:spLocks noChangeArrowheads="1"/>
            </p:cNvSpPr>
            <p:nvPr/>
          </p:nvSpPr>
          <p:spPr bwMode="auto">
            <a:xfrm>
              <a:off x="2718" y="1231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48255" name="Rectangle 127"/>
            <p:cNvSpPr>
              <a:spLocks noChangeArrowheads="1"/>
            </p:cNvSpPr>
            <p:nvPr/>
          </p:nvSpPr>
          <p:spPr bwMode="auto">
            <a:xfrm>
              <a:off x="2309" y="1231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48256" name="Rectangle 128"/>
            <p:cNvSpPr>
              <a:spLocks noChangeArrowheads="1"/>
            </p:cNvSpPr>
            <p:nvPr/>
          </p:nvSpPr>
          <p:spPr bwMode="auto">
            <a:xfrm>
              <a:off x="5241" y="1331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3300"/>
                  </a:solidFill>
                </a:rPr>
                <a:t>1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257" name="Rectangle 129"/>
            <p:cNvSpPr>
              <a:spLocks noChangeArrowheads="1"/>
            </p:cNvSpPr>
            <p:nvPr/>
          </p:nvSpPr>
          <p:spPr bwMode="auto">
            <a:xfrm>
              <a:off x="4258" y="1454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</a:rPr>
                <a:t>1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58" name="Rectangle 130"/>
            <p:cNvSpPr>
              <a:spLocks noChangeArrowheads="1"/>
            </p:cNvSpPr>
            <p:nvPr/>
          </p:nvSpPr>
          <p:spPr bwMode="auto">
            <a:xfrm>
              <a:off x="3738" y="1217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48259" name="Rectangle 131"/>
            <p:cNvSpPr>
              <a:spLocks noChangeArrowheads="1"/>
            </p:cNvSpPr>
            <p:nvPr/>
          </p:nvSpPr>
          <p:spPr bwMode="auto">
            <a:xfrm>
              <a:off x="3630" y="1331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</a:rPr>
                <a:t>1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60" name="Rectangle 132"/>
            <p:cNvSpPr>
              <a:spLocks noChangeArrowheads="1"/>
            </p:cNvSpPr>
            <p:nvPr/>
          </p:nvSpPr>
          <p:spPr bwMode="auto">
            <a:xfrm>
              <a:off x="2769" y="1217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48261" name="Rectangle 133"/>
            <p:cNvSpPr>
              <a:spLocks noChangeArrowheads="1"/>
            </p:cNvSpPr>
            <p:nvPr/>
          </p:nvSpPr>
          <p:spPr bwMode="auto">
            <a:xfrm>
              <a:off x="2230" y="1454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3300"/>
                  </a:solidFill>
                </a:rPr>
                <a:t>1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262" name="Rectangle 134"/>
            <p:cNvSpPr>
              <a:spLocks noChangeArrowheads="1"/>
            </p:cNvSpPr>
            <p:nvPr/>
          </p:nvSpPr>
          <p:spPr bwMode="auto">
            <a:xfrm>
              <a:off x="5195" y="1322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3300"/>
                  </a:solidFill>
                  <a:latin typeface="Symbol" charset="0"/>
                </a:rPr>
                <a:t>-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263" name="Rectangle 135"/>
            <p:cNvSpPr>
              <a:spLocks noChangeArrowheads="1"/>
            </p:cNvSpPr>
            <p:nvPr/>
          </p:nvSpPr>
          <p:spPr bwMode="auto">
            <a:xfrm>
              <a:off x="4212" y="1445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  <a:latin typeface="Symbol" charset="0"/>
                </a:rPr>
                <a:t>-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64" name="Rectangle 136"/>
            <p:cNvSpPr>
              <a:spLocks noChangeArrowheads="1"/>
            </p:cNvSpPr>
            <p:nvPr/>
          </p:nvSpPr>
          <p:spPr bwMode="auto">
            <a:xfrm>
              <a:off x="3584" y="1322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  <a:latin typeface="Symbol" charset="0"/>
                </a:rPr>
                <a:t>-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65" name="Rectangle 137"/>
            <p:cNvSpPr>
              <a:spLocks noChangeArrowheads="1"/>
            </p:cNvSpPr>
            <p:nvPr/>
          </p:nvSpPr>
          <p:spPr bwMode="auto">
            <a:xfrm>
              <a:off x="2184" y="1445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3300"/>
                  </a:solidFill>
                  <a:latin typeface="Symbol" charset="0"/>
                </a:rPr>
                <a:t>-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266" name="Rectangle 138"/>
            <p:cNvSpPr>
              <a:spLocks noChangeArrowheads="1"/>
            </p:cNvSpPr>
            <p:nvPr/>
          </p:nvSpPr>
          <p:spPr bwMode="auto">
            <a:xfrm>
              <a:off x="4904" y="1212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-</a:t>
              </a:r>
              <a:endParaRPr lang="en-US" altLang="zh-CN"/>
            </a:p>
          </p:txBody>
        </p:sp>
        <p:sp>
          <p:nvSpPr>
            <p:cNvPr id="48267" name="Rectangle 139"/>
            <p:cNvSpPr>
              <a:spLocks noChangeArrowheads="1"/>
            </p:cNvSpPr>
            <p:nvPr/>
          </p:nvSpPr>
          <p:spPr bwMode="auto">
            <a:xfrm>
              <a:off x="4568" y="1335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-</a:t>
              </a:r>
              <a:endParaRPr lang="en-US" altLang="zh-CN"/>
            </a:p>
          </p:txBody>
        </p:sp>
        <p:sp>
          <p:nvSpPr>
            <p:cNvPr id="48268" name="Rectangle 140"/>
            <p:cNvSpPr>
              <a:spLocks noChangeArrowheads="1"/>
            </p:cNvSpPr>
            <p:nvPr/>
          </p:nvSpPr>
          <p:spPr bwMode="auto">
            <a:xfrm>
              <a:off x="3828" y="1335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48269" name="Rectangle 141"/>
            <p:cNvSpPr>
              <a:spLocks noChangeArrowheads="1"/>
            </p:cNvSpPr>
            <p:nvPr/>
          </p:nvSpPr>
          <p:spPr bwMode="auto">
            <a:xfrm>
              <a:off x="3351" y="1212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latin typeface="Symbol" charset="0"/>
                </a:rPr>
                <a:t>-</a:t>
              </a:r>
              <a:endParaRPr lang="en-US" altLang="zh-CN"/>
            </a:p>
          </p:txBody>
        </p:sp>
        <p:sp>
          <p:nvSpPr>
            <p:cNvPr id="48270" name="Rectangle 142"/>
            <p:cNvSpPr>
              <a:spLocks noChangeArrowheads="1"/>
            </p:cNvSpPr>
            <p:nvPr/>
          </p:nvSpPr>
          <p:spPr bwMode="auto">
            <a:xfrm>
              <a:off x="2859" y="1335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48271" name="Rectangle 143"/>
            <p:cNvSpPr>
              <a:spLocks noChangeArrowheads="1"/>
            </p:cNvSpPr>
            <p:nvPr/>
          </p:nvSpPr>
          <p:spPr bwMode="auto">
            <a:xfrm>
              <a:off x="2525" y="1212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-</a:t>
              </a:r>
              <a:endParaRPr lang="en-US" altLang="zh-CN"/>
            </a:p>
          </p:txBody>
        </p:sp>
        <p:sp>
          <p:nvSpPr>
            <p:cNvPr id="48272" name="Rectangle 144"/>
            <p:cNvSpPr>
              <a:spLocks noChangeArrowheads="1"/>
            </p:cNvSpPr>
            <p:nvPr/>
          </p:nvSpPr>
          <p:spPr bwMode="auto">
            <a:xfrm>
              <a:off x="1893" y="1335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-</a:t>
              </a:r>
              <a:endParaRPr lang="en-US" altLang="zh-CN"/>
            </a:p>
          </p:txBody>
        </p:sp>
      </p:grpSp>
      <p:grpSp>
        <p:nvGrpSpPr>
          <p:cNvPr id="48343" name="Group 215"/>
          <p:cNvGrpSpPr>
            <a:grpSpLocks/>
          </p:cNvGrpSpPr>
          <p:nvPr/>
        </p:nvGrpSpPr>
        <p:grpSpPr bwMode="auto">
          <a:xfrm>
            <a:off x="2819400" y="2667000"/>
            <a:ext cx="5816600" cy="742950"/>
            <a:chOff x="1849" y="1693"/>
            <a:chExt cx="3664" cy="468"/>
          </a:xfrm>
        </p:grpSpPr>
        <p:sp>
          <p:nvSpPr>
            <p:cNvPr id="48276" name="Line 148"/>
            <p:cNvSpPr>
              <a:spLocks noChangeShapeType="1"/>
            </p:cNvSpPr>
            <p:nvPr/>
          </p:nvSpPr>
          <p:spPr bwMode="auto">
            <a:xfrm>
              <a:off x="2163" y="1942"/>
              <a:ext cx="62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277" name="Line 149"/>
            <p:cNvSpPr>
              <a:spLocks noChangeShapeType="1"/>
            </p:cNvSpPr>
            <p:nvPr/>
          </p:nvSpPr>
          <p:spPr bwMode="auto">
            <a:xfrm>
              <a:off x="3230" y="1942"/>
              <a:ext cx="53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278" name="Line 150"/>
            <p:cNvSpPr>
              <a:spLocks noChangeShapeType="1"/>
            </p:cNvSpPr>
            <p:nvPr/>
          </p:nvSpPr>
          <p:spPr bwMode="auto">
            <a:xfrm>
              <a:off x="4644" y="1942"/>
              <a:ext cx="63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279" name="Rectangle 151"/>
            <p:cNvSpPr>
              <a:spLocks noChangeArrowheads="1"/>
            </p:cNvSpPr>
            <p:nvPr/>
          </p:nvSpPr>
          <p:spPr bwMode="auto">
            <a:xfrm>
              <a:off x="5465" y="1937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</a:rPr>
                <a:t>1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80" name="Rectangle 152"/>
            <p:cNvSpPr>
              <a:spLocks noChangeArrowheads="1"/>
            </p:cNvSpPr>
            <p:nvPr/>
          </p:nvSpPr>
          <p:spPr bwMode="auto">
            <a:xfrm>
              <a:off x="4890" y="1812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3300"/>
                  </a:solidFill>
                </a:rPr>
                <a:t>1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281" name="Rectangle 153"/>
            <p:cNvSpPr>
              <a:spLocks noChangeArrowheads="1"/>
            </p:cNvSpPr>
            <p:nvPr/>
          </p:nvSpPr>
          <p:spPr bwMode="auto">
            <a:xfrm>
              <a:off x="4422" y="1937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</a:rPr>
                <a:t>1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82" name="Rectangle 154"/>
            <p:cNvSpPr>
              <a:spLocks noChangeArrowheads="1"/>
            </p:cNvSpPr>
            <p:nvPr/>
          </p:nvSpPr>
          <p:spPr bwMode="auto">
            <a:xfrm>
              <a:off x="3590" y="2045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</a:rPr>
                <a:t>1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83" name="Rectangle 155"/>
            <p:cNvSpPr>
              <a:spLocks noChangeArrowheads="1"/>
            </p:cNvSpPr>
            <p:nvPr/>
          </p:nvSpPr>
          <p:spPr bwMode="auto">
            <a:xfrm>
              <a:off x="3700" y="1697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48284" name="Rectangle 156"/>
            <p:cNvSpPr>
              <a:spLocks noChangeArrowheads="1"/>
            </p:cNvSpPr>
            <p:nvPr/>
          </p:nvSpPr>
          <p:spPr bwMode="auto">
            <a:xfrm>
              <a:off x="3156" y="1937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3300"/>
                  </a:solidFill>
                </a:rPr>
                <a:t>1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285" name="Rectangle 157"/>
            <p:cNvSpPr>
              <a:spLocks noChangeArrowheads="1"/>
            </p:cNvSpPr>
            <p:nvPr/>
          </p:nvSpPr>
          <p:spPr bwMode="auto">
            <a:xfrm>
              <a:off x="2567" y="2045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</a:rPr>
                <a:t>1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86" name="Rectangle 158"/>
            <p:cNvSpPr>
              <a:spLocks noChangeArrowheads="1"/>
            </p:cNvSpPr>
            <p:nvPr/>
          </p:nvSpPr>
          <p:spPr bwMode="auto">
            <a:xfrm>
              <a:off x="2722" y="1697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48287" name="Rectangle 159"/>
            <p:cNvSpPr>
              <a:spLocks noChangeArrowheads="1"/>
            </p:cNvSpPr>
            <p:nvPr/>
          </p:nvSpPr>
          <p:spPr bwMode="auto">
            <a:xfrm>
              <a:off x="2400" y="1812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</a:rPr>
                <a:t>1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89" name="Rectangle 161"/>
            <p:cNvSpPr>
              <a:spLocks noChangeArrowheads="1"/>
            </p:cNvSpPr>
            <p:nvPr/>
          </p:nvSpPr>
          <p:spPr bwMode="auto">
            <a:xfrm>
              <a:off x="4926" y="1945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chemeClr val="accent2"/>
                  </a:solidFill>
                </a:rPr>
                <a:t>6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90" name="Rectangle 162"/>
            <p:cNvSpPr>
              <a:spLocks noChangeArrowheads="1"/>
            </p:cNvSpPr>
            <p:nvPr/>
          </p:nvSpPr>
          <p:spPr bwMode="auto">
            <a:xfrm>
              <a:off x="4476" y="1836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]</a:t>
              </a:r>
              <a:endParaRPr lang="en-US" altLang="zh-CN"/>
            </a:p>
          </p:txBody>
        </p:sp>
        <p:sp>
          <p:nvSpPr>
            <p:cNvPr id="48291" name="Rectangle 163"/>
            <p:cNvSpPr>
              <a:spLocks noChangeArrowheads="1"/>
            </p:cNvSpPr>
            <p:nvPr/>
          </p:nvSpPr>
          <p:spPr bwMode="auto">
            <a:xfrm>
              <a:off x="4190" y="1836"/>
              <a:ext cx="4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chemeClr val="accent2"/>
                  </a:solidFill>
                </a:rPr>
                <a:t>,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92" name="Rectangle 164"/>
            <p:cNvSpPr>
              <a:spLocks noChangeArrowheads="1"/>
            </p:cNvSpPr>
            <p:nvPr/>
          </p:nvSpPr>
          <p:spPr bwMode="auto">
            <a:xfrm>
              <a:off x="3996" y="1836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/>
                <a:t>[</a:t>
              </a:r>
              <a:endParaRPr lang="en-US" altLang="zh-CN"/>
            </a:p>
          </p:txBody>
        </p:sp>
        <p:sp>
          <p:nvSpPr>
            <p:cNvPr id="48293" name="Rectangle 165"/>
            <p:cNvSpPr>
              <a:spLocks noChangeArrowheads="1"/>
            </p:cNvSpPr>
            <p:nvPr/>
          </p:nvSpPr>
          <p:spPr bwMode="auto">
            <a:xfrm>
              <a:off x="3353" y="1945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chemeClr val="accent2"/>
                  </a:solidFill>
                </a:rPr>
                <a:t>2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94" name="Rectangle 166"/>
            <p:cNvSpPr>
              <a:spLocks noChangeArrowheads="1"/>
            </p:cNvSpPr>
            <p:nvPr/>
          </p:nvSpPr>
          <p:spPr bwMode="auto">
            <a:xfrm>
              <a:off x="3648" y="1712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48295" name="Rectangle 167"/>
            <p:cNvSpPr>
              <a:spLocks noChangeArrowheads="1"/>
            </p:cNvSpPr>
            <p:nvPr/>
          </p:nvSpPr>
          <p:spPr bwMode="auto">
            <a:xfrm>
              <a:off x="3235" y="1712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48296" name="Rectangle 168"/>
            <p:cNvSpPr>
              <a:spLocks noChangeArrowheads="1"/>
            </p:cNvSpPr>
            <p:nvPr/>
          </p:nvSpPr>
          <p:spPr bwMode="auto">
            <a:xfrm>
              <a:off x="2330" y="1945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chemeClr val="accent2"/>
                  </a:solidFill>
                </a:rPr>
                <a:t>2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297" name="Rectangle 169"/>
            <p:cNvSpPr>
              <a:spLocks noChangeArrowheads="1"/>
            </p:cNvSpPr>
            <p:nvPr/>
          </p:nvSpPr>
          <p:spPr bwMode="auto">
            <a:xfrm>
              <a:off x="2671" y="1712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48298" name="Rectangle 170"/>
            <p:cNvSpPr>
              <a:spLocks noChangeArrowheads="1"/>
            </p:cNvSpPr>
            <p:nvPr/>
          </p:nvSpPr>
          <p:spPr bwMode="auto">
            <a:xfrm>
              <a:off x="2168" y="1712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48299" name="Rectangle 171"/>
            <p:cNvSpPr>
              <a:spLocks noChangeArrowheads="1"/>
            </p:cNvSpPr>
            <p:nvPr/>
          </p:nvSpPr>
          <p:spPr bwMode="auto">
            <a:xfrm>
              <a:off x="5418" y="1928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  <a:latin typeface="Symbol" charset="0"/>
                </a:rPr>
                <a:t>+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300" name="Rectangle 172"/>
            <p:cNvSpPr>
              <a:spLocks noChangeArrowheads="1"/>
            </p:cNvSpPr>
            <p:nvPr/>
          </p:nvSpPr>
          <p:spPr bwMode="auto">
            <a:xfrm>
              <a:off x="4843" y="1803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3300"/>
                  </a:solidFill>
                  <a:latin typeface="Symbol" charset="0"/>
                </a:rPr>
                <a:t>+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301" name="Rectangle 173"/>
            <p:cNvSpPr>
              <a:spLocks noChangeArrowheads="1"/>
            </p:cNvSpPr>
            <p:nvPr/>
          </p:nvSpPr>
          <p:spPr bwMode="auto">
            <a:xfrm>
              <a:off x="4374" y="1928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  <a:latin typeface="Symbol" charset="0"/>
                </a:rPr>
                <a:t>+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302" name="Rectangle 174"/>
            <p:cNvSpPr>
              <a:spLocks noChangeArrowheads="1"/>
            </p:cNvSpPr>
            <p:nvPr/>
          </p:nvSpPr>
          <p:spPr bwMode="auto">
            <a:xfrm>
              <a:off x="3542" y="2036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  <a:latin typeface="Symbol" charset="0"/>
                </a:rPr>
                <a:t>+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303" name="Rectangle 175"/>
            <p:cNvSpPr>
              <a:spLocks noChangeArrowheads="1"/>
            </p:cNvSpPr>
            <p:nvPr/>
          </p:nvSpPr>
          <p:spPr bwMode="auto">
            <a:xfrm>
              <a:off x="3109" y="1928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3300"/>
                  </a:solidFill>
                  <a:latin typeface="Symbol" charset="0"/>
                </a:rPr>
                <a:t>+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304" name="Rectangle 176"/>
            <p:cNvSpPr>
              <a:spLocks noChangeArrowheads="1"/>
            </p:cNvSpPr>
            <p:nvPr/>
          </p:nvSpPr>
          <p:spPr bwMode="auto">
            <a:xfrm>
              <a:off x="2520" y="2036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  <a:latin typeface="Symbol" charset="0"/>
                </a:rPr>
                <a:t>+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305" name="Rectangle 177"/>
            <p:cNvSpPr>
              <a:spLocks noChangeArrowheads="1"/>
            </p:cNvSpPr>
            <p:nvPr/>
          </p:nvSpPr>
          <p:spPr bwMode="auto">
            <a:xfrm>
              <a:off x="2352" y="1803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  <a:latin typeface="Symbol" charset="0"/>
                </a:rPr>
                <a:t>+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307" name="Rectangle 179"/>
            <p:cNvSpPr>
              <a:spLocks noChangeArrowheads="1"/>
            </p:cNvSpPr>
            <p:nvPr/>
          </p:nvSpPr>
          <p:spPr bwMode="auto">
            <a:xfrm>
              <a:off x="4967" y="1693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-</a:t>
              </a:r>
              <a:endParaRPr lang="en-US" altLang="zh-CN"/>
            </a:p>
          </p:txBody>
        </p:sp>
        <p:sp>
          <p:nvSpPr>
            <p:cNvPr id="48308" name="Rectangle 180"/>
            <p:cNvSpPr>
              <a:spLocks noChangeArrowheads="1"/>
            </p:cNvSpPr>
            <p:nvPr/>
          </p:nvSpPr>
          <p:spPr bwMode="auto">
            <a:xfrm>
              <a:off x="4538" y="1817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-</a:t>
              </a:r>
              <a:endParaRPr lang="en-US" altLang="zh-CN"/>
            </a:p>
          </p:txBody>
        </p:sp>
        <p:sp>
          <p:nvSpPr>
            <p:cNvPr id="48309" name="Rectangle 181"/>
            <p:cNvSpPr>
              <a:spLocks noChangeArrowheads="1"/>
            </p:cNvSpPr>
            <p:nvPr/>
          </p:nvSpPr>
          <p:spPr bwMode="auto">
            <a:xfrm>
              <a:off x="3791" y="1817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48310" name="Rectangle 182"/>
            <p:cNvSpPr>
              <a:spLocks noChangeArrowheads="1"/>
            </p:cNvSpPr>
            <p:nvPr/>
          </p:nvSpPr>
          <p:spPr bwMode="auto">
            <a:xfrm>
              <a:off x="3399" y="1693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-</a:t>
              </a:r>
              <a:endParaRPr lang="en-US" altLang="zh-CN"/>
            </a:p>
          </p:txBody>
        </p:sp>
        <p:sp>
          <p:nvSpPr>
            <p:cNvPr id="48311" name="Rectangle 183"/>
            <p:cNvSpPr>
              <a:spLocks noChangeArrowheads="1"/>
            </p:cNvSpPr>
            <p:nvPr/>
          </p:nvSpPr>
          <p:spPr bwMode="auto">
            <a:xfrm>
              <a:off x="2813" y="1817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48312" name="Rectangle 184"/>
            <p:cNvSpPr>
              <a:spLocks noChangeArrowheads="1"/>
            </p:cNvSpPr>
            <p:nvPr/>
          </p:nvSpPr>
          <p:spPr bwMode="auto">
            <a:xfrm>
              <a:off x="2476" y="1693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-</a:t>
              </a:r>
              <a:endParaRPr lang="en-US" altLang="zh-CN"/>
            </a:p>
          </p:txBody>
        </p:sp>
        <p:sp>
          <p:nvSpPr>
            <p:cNvPr id="48313" name="Rectangle 185"/>
            <p:cNvSpPr>
              <a:spLocks noChangeArrowheads="1"/>
            </p:cNvSpPr>
            <p:nvPr/>
          </p:nvSpPr>
          <p:spPr bwMode="auto">
            <a:xfrm>
              <a:off x="1849" y="1799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-</a:t>
              </a:r>
              <a:endParaRPr lang="en-US" altLang="zh-CN"/>
            </a:p>
          </p:txBody>
        </p:sp>
        <p:sp>
          <p:nvSpPr>
            <p:cNvPr id="48314" name="Rectangle 186"/>
            <p:cNvSpPr>
              <a:spLocks noChangeArrowheads="1"/>
            </p:cNvSpPr>
            <p:nvPr/>
          </p:nvSpPr>
          <p:spPr bwMode="auto">
            <a:xfrm>
              <a:off x="5387" y="1938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315" name="Rectangle 187"/>
            <p:cNvSpPr>
              <a:spLocks noChangeArrowheads="1"/>
            </p:cNvSpPr>
            <p:nvPr/>
          </p:nvSpPr>
          <p:spPr bwMode="auto">
            <a:xfrm>
              <a:off x="5229" y="1813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FF3300"/>
                  </a:solidFill>
                </a:rPr>
                <a:t>j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316" name="Rectangle 188"/>
            <p:cNvSpPr>
              <a:spLocks noChangeArrowheads="1"/>
            </p:cNvSpPr>
            <p:nvPr/>
          </p:nvSpPr>
          <p:spPr bwMode="auto">
            <a:xfrm>
              <a:off x="4812" y="1813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FF3300"/>
                  </a:solidFill>
                </a:rPr>
                <a:t>j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317" name="Rectangle 189"/>
            <p:cNvSpPr>
              <a:spLocks noChangeArrowheads="1"/>
            </p:cNvSpPr>
            <p:nvPr/>
          </p:nvSpPr>
          <p:spPr bwMode="auto">
            <a:xfrm>
              <a:off x="4343" y="1938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318" name="Rectangle 190"/>
            <p:cNvSpPr>
              <a:spLocks noChangeArrowheads="1"/>
            </p:cNvSpPr>
            <p:nvPr/>
          </p:nvSpPr>
          <p:spPr bwMode="auto">
            <a:xfrm>
              <a:off x="4147" y="1938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319" name="Rectangle 191"/>
            <p:cNvSpPr>
              <a:spLocks noChangeArrowheads="1"/>
            </p:cNvSpPr>
            <p:nvPr/>
          </p:nvSpPr>
          <p:spPr bwMode="auto">
            <a:xfrm>
              <a:off x="3511" y="2046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320" name="Rectangle 192"/>
            <p:cNvSpPr>
              <a:spLocks noChangeArrowheads="1"/>
            </p:cNvSpPr>
            <p:nvPr/>
          </p:nvSpPr>
          <p:spPr bwMode="auto">
            <a:xfrm>
              <a:off x="3603" y="1813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321" name="Rectangle 193"/>
            <p:cNvSpPr>
              <a:spLocks noChangeArrowheads="1"/>
            </p:cNvSpPr>
            <p:nvPr/>
          </p:nvSpPr>
          <p:spPr bwMode="auto">
            <a:xfrm>
              <a:off x="3078" y="1938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FF3300"/>
                  </a:solidFill>
                </a:rPr>
                <a:t>j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322" name="Rectangle 194"/>
            <p:cNvSpPr>
              <a:spLocks noChangeArrowheads="1"/>
            </p:cNvSpPr>
            <p:nvPr/>
          </p:nvSpPr>
          <p:spPr bwMode="auto">
            <a:xfrm>
              <a:off x="2489" y="2046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323" name="Rectangle 195"/>
            <p:cNvSpPr>
              <a:spLocks noChangeArrowheads="1"/>
            </p:cNvSpPr>
            <p:nvPr/>
          </p:nvSpPr>
          <p:spPr bwMode="auto">
            <a:xfrm>
              <a:off x="2322" y="1813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324" name="Rectangle 196"/>
            <p:cNvSpPr>
              <a:spLocks noChangeArrowheads="1"/>
            </p:cNvSpPr>
            <p:nvPr/>
          </p:nvSpPr>
          <p:spPr bwMode="auto">
            <a:xfrm>
              <a:off x="2112" y="1920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FF3300"/>
                  </a:solidFill>
                </a:rPr>
                <a:t>j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325" name="Rectangle 197"/>
            <p:cNvSpPr>
              <a:spLocks noChangeArrowheads="1"/>
            </p:cNvSpPr>
            <p:nvPr/>
          </p:nvSpPr>
          <p:spPr bwMode="auto">
            <a:xfrm>
              <a:off x="5301" y="1836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h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326" name="Rectangle 198"/>
            <p:cNvSpPr>
              <a:spLocks noChangeArrowheads="1"/>
            </p:cNvSpPr>
            <p:nvPr/>
          </p:nvSpPr>
          <p:spPr bwMode="auto">
            <a:xfrm>
              <a:off x="5077" y="1712"/>
              <a:ext cx="14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3300"/>
                  </a:solidFill>
                </a:rPr>
                <a:t>M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327" name="Rectangle 199"/>
            <p:cNvSpPr>
              <a:spLocks noChangeArrowheads="1"/>
            </p:cNvSpPr>
            <p:nvPr/>
          </p:nvSpPr>
          <p:spPr bwMode="auto">
            <a:xfrm>
              <a:off x="4660" y="1712"/>
              <a:ext cx="14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3300"/>
                  </a:solidFill>
                </a:rPr>
                <a:t>M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328" name="Rectangle 200"/>
            <p:cNvSpPr>
              <a:spLocks noChangeArrowheads="1"/>
            </p:cNvSpPr>
            <p:nvPr/>
          </p:nvSpPr>
          <p:spPr bwMode="auto">
            <a:xfrm>
              <a:off x="4254" y="1836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x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329" name="Rectangle 201"/>
            <p:cNvSpPr>
              <a:spLocks noChangeArrowheads="1"/>
            </p:cNvSpPr>
            <p:nvPr/>
          </p:nvSpPr>
          <p:spPr bwMode="auto">
            <a:xfrm>
              <a:off x="4058" y="1836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x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330" name="Rectangle 202"/>
            <p:cNvSpPr>
              <a:spLocks noChangeArrowheads="1"/>
            </p:cNvSpPr>
            <p:nvPr/>
          </p:nvSpPr>
          <p:spPr bwMode="auto">
            <a:xfrm>
              <a:off x="3925" y="1836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000000"/>
                  </a:solidFill>
                </a:rPr>
                <a:t>f</a:t>
              </a:r>
              <a:endParaRPr lang="en-US" altLang="zh-CN"/>
            </a:p>
          </p:txBody>
        </p:sp>
        <p:sp>
          <p:nvSpPr>
            <p:cNvPr id="48331" name="Rectangle 203"/>
            <p:cNvSpPr>
              <a:spLocks noChangeArrowheads="1"/>
            </p:cNvSpPr>
            <p:nvPr/>
          </p:nvSpPr>
          <p:spPr bwMode="auto">
            <a:xfrm>
              <a:off x="3426" y="1945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h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332" name="Rectangle 204"/>
            <p:cNvSpPr>
              <a:spLocks noChangeArrowheads="1"/>
            </p:cNvSpPr>
            <p:nvPr/>
          </p:nvSpPr>
          <p:spPr bwMode="auto">
            <a:xfrm>
              <a:off x="3513" y="1712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x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333" name="Rectangle 205"/>
            <p:cNvSpPr>
              <a:spLocks noChangeArrowheads="1"/>
            </p:cNvSpPr>
            <p:nvPr/>
          </p:nvSpPr>
          <p:spPr bwMode="auto">
            <a:xfrm>
              <a:off x="3299" y="1712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48334" name="Rectangle 206"/>
            <p:cNvSpPr>
              <a:spLocks noChangeArrowheads="1"/>
            </p:cNvSpPr>
            <p:nvPr/>
          </p:nvSpPr>
          <p:spPr bwMode="auto">
            <a:xfrm>
              <a:off x="2926" y="1836"/>
              <a:ext cx="14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3300"/>
                  </a:solidFill>
                </a:rPr>
                <a:t>M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335" name="Rectangle 207"/>
            <p:cNvSpPr>
              <a:spLocks noChangeArrowheads="1"/>
            </p:cNvSpPr>
            <p:nvPr/>
          </p:nvSpPr>
          <p:spPr bwMode="auto">
            <a:xfrm>
              <a:off x="2403" y="1945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h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336" name="Rectangle 208"/>
            <p:cNvSpPr>
              <a:spLocks noChangeArrowheads="1"/>
            </p:cNvSpPr>
            <p:nvPr/>
          </p:nvSpPr>
          <p:spPr bwMode="auto">
            <a:xfrm>
              <a:off x="2591" y="1712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000000"/>
                  </a:solidFill>
                </a:rPr>
                <a:t>x</a:t>
              </a:r>
              <a:endParaRPr lang="en-US" altLang="zh-CN"/>
            </a:p>
          </p:txBody>
        </p:sp>
        <p:sp>
          <p:nvSpPr>
            <p:cNvPr id="48337" name="Rectangle 209"/>
            <p:cNvSpPr>
              <a:spLocks noChangeArrowheads="1"/>
            </p:cNvSpPr>
            <p:nvPr/>
          </p:nvSpPr>
          <p:spPr bwMode="auto">
            <a:xfrm>
              <a:off x="2232" y="1712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x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338" name="Rectangle 210"/>
            <p:cNvSpPr>
              <a:spLocks noChangeArrowheads="1"/>
            </p:cNvSpPr>
            <p:nvPr/>
          </p:nvSpPr>
          <p:spPr bwMode="auto">
            <a:xfrm>
              <a:off x="1960" y="1818"/>
              <a:ext cx="14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3300"/>
                  </a:solidFill>
                </a:rPr>
                <a:t>M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</p:grpSp>
      <p:sp>
        <p:nvSpPr>
          <p:cNvPr id="48275" name="Text Box 147"/>
          <p:cNvSpPr txBox="1">
            <a:spLocks noChangeArrowheads="1"/>
          </p:cNvSpPr>
          <p:nvPr/>
        </p:nvSpPr>
        <p:spPr bwMode="auto">
          <a:xfrm>
            <a:off x="304800" y="281940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ym typeface="Symbol" charset="0"/>
              </a:rPr>
              <a:t>[</a:t>
            </a:r>
            <a:r>
              <a:rPr lang="en-US" altLang="zh-CN" sz="2000" b="1" i="1">
                <a:solidFill>
                  <a:schemeClr val="accent2"/>
                </a:solidFill>
              </a:rPr>
              <a:t>x</a:t>
            </a:r>
            <a:r>
              <a:rPr lang="en-US" altLang="zh-CN" sz="2000" b="1" i="1" baseline="-25000">
                <a:solidFill>
                  <a:schemeClr val="accent2"/>
                </a:solidFill>
              </a:rPr>
              <a:t>j </a:t>
            </a:r>
            <a:r>
              <a:rPr lang="en-US" altLang="zh-CN" sz="2000" b="1">
                <a:sym typeface="Symbol" charset="0"/>
              </a:rPr>
              <a:t>, </a:t>
            </a:r>
            <a:r>
              <a:rPr lang="en-US" altLang="zh-CN" sz="2000" b="1" baseline="-25000">
                <a:solidFill>
                  <a:schemeClr val="accent2"/>
                </a:solidFill>
                <a:sym typeface="Symbol" charset="0"/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</a:rPr>
              <a:t>x</a:t>
            </a:r>
            <a:r>
              <a:rPr lang="en-US" altLang="zh-CN" sz="2000" b="1" i="1" baseline="-25000">
                <a:solidFill>
                  <a:schemeClr val="accent2"/>
                </a:solidFill>
              </a:rPr>
              <a:t>j</a:t>
            </a:r>
            <a:r>
              <a:rPr lang="en-US" altLang="zh-CN" sz="2000" b="1" baseline="-25000">
                <a:solidFill>
                  <a:schemeClr val="accent2"/>
                </a:solidFill>
              </a:rPr>
              <a:t>+1</a:t>
            </a:r>
            <a:r>
              <a:rPr lang="en-US" altLang="zh-CN" sz="2000" b="1">
                <a:sym typeface="Symbol" charset="0"/>
              </a:rPr>
              <a:t>]:</a:t>
            </a:r>
            <a:r>
              <a:rPr lang="en-US" altLang="zh-CN" sz="2400" b="1">
                <a:sym typeface="Symbol" charset="0"/>
              </a:rPr>
              <a:t> </a:t>
            </a:r>
            <a:r>
              <a:rPr lang="en-US" altLang="zh-CN" sz="2400" b="1" i="1">
                <a:solidFill>
                  <a:srgbClr val="FF3300"/>
                </a:solidFill>
              </a:rPr>
              <a:t>S</a:t>
            </a:r>
            <a:r>
              <a:rPr lang="en-US" altLang="zh-CN" sz="2400" b="1" baseline="30000">
                <a:solidFill>
                  <a:schemeClr val="accent2"/>
                </a:solidFill>
              </a:rPr>
              <a:t>[</a:t>
            </a:r>
            <a:r>
              <a:rPr lang="en-US" altLang="zh-CN" sz="2400" b="1" i="1" baseline="30000">
                <a:solidFill>
                  <a:schemeClr val="accent2"/>
                </a:solidFill>
              </a:rPr>
              <a:t>j</a:t>
            </a:r>
            <a:r>
              <a:rPr lang="en-US" altLang="zh-CN" sz="2400" b="1" baseline="30000">
                <a:solidFill>
                  <a:schemeClr val="accent2"/>
                </a:solidFill>
              </a:rPr>
              <a:t>+1]</a:t>
            </a:r>
            <a:r>
              <a:rPr lang="zh-CN" altLang="en-US" sz="2400" b="1" i="1">
                <a:solidFill>
                  <a:srgbClr val="FF3300"/>
                </a:solidFill>
              </a:rPr>
              <a:t>’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 =</a:t>
            </a:r>
          </a:p>
        </p:txBody>
      </p:sp>
      <p:sp>
        <p:nvSpPr>
          <p:cNvPr id="48341" name="Oval 213"/>
          <p:cNvSpPr>
            <a:spLocks noChangeArrowheads="1"/>
          </p:cNvSpPr>
          <p:nvPr/>
        </p:nvSpPr>
        <p:spPr bwMode="auto">
          <a:xfrm>
            <a:off x="914400" y="2133600"/>
            <a:ext cx="304800" cy="457200"/>
          </a:xfrm>
          <a:prstGeom prst="ellips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342" name="Oval 214"/>
          <p:cNvSpPr>
            <a:spLocks noChangeArrowheads="1"/>
          </p:cNvSpPr>
          <p:nvPr/>
        </p:nvSpPr>
        <p:spPr bwMode="auto">
          <a:xfrm>
            <a:off x="381000" y="2895600"/>
            <a:ext cx="304800" cy="457200"/>
          </a:xfrm>
          <a:prstGeom prst="ellipse">
            <a:avLst/>
          </a:prstGeom>
          <a:noFill/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8510" name="Group 382"/>
          <p:cNvGrpSpPr>
            <a:grpSpLocks/>
          </p:cNvGrpSpPr>
          <p:nvPr/>
        </p:nvGrpSpPr>
        <p:grpSpPr bwMode="auto">
          <a:xfrm>
            <a:off x="381000" y="3352800"/>
            <a:ext cx="8382000" cy="1735138"/>
            <a:chOff x="192" y="2256"/>
            <a:chExt cx="5280" cy="1093"/>
          </a:xfrm>
        </p:grpSpPr>
        <p:sp>
          <p:nvSpPr>
            <p:cNvPr id="48344" name="Text Box 216"/>
            <p:cNvSpPr txBox="1">
              <a:spLocks noChangeArrowheads="1"/>
            </p:cNvSpPr>
            <p:nvPr/>
          </p:nvSpPr>
          <p:spPr bwMode="auto">
            <a:xfrm>
              <a:off x="192" y="2256"/>
              <a:ext cx="5280" cy="10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sz="2400" b="1"/>
                <a:t>利用</a:t>
              </a:r>
              <a:r>
                <a:rPr lang="en-US" altLang="zh-CN" sz="2400" b="1" i="1">
                  <a:solidFill>
                    <a:srgbClr val="FF3300"/>
                  </a:solidFill>
                </a:rPr>
                <a:t>S</a:t>
              </a:r>
              <a:r>
                <a:rPr lang="en-US" altLang="zh-CN" sz="2400" b="1" baseline="30000">
                  <a:solidFill>
                    <a:schemeClr val="accent2"/>
                  </a:solidFill>
                </a:rPr>
                <a:t>[</a:t>
              </a:r>
              <a:r>
                <a:rPr lang="en-US" altLang="zh-CN" sz="2400" b="1" i="1" baseline="30000">
                  <a:solidFill>
                    <a:schemeClr val="accent2"/>
                  </a:solidFill>
                </a:rPr>
                <a:t>j</a:t>
              </a:r>
              <a:r>
                <a:rPr lang="en-US" altLang="zh-CN" sz="2400" b="1" baseline="30000">
                  <a:solidFill>
                    <a:schemeClr val="accent2"/>
                  </a:solidFill>
                </a:rPr>
                <a:t>]</a:t>
              </a:r>
              <a:r>
                <a:rPr lang="zh-CN" altLang="en-US" sz="2400" b="1" i="1">
                  <a:solidFill>
                    <a:srgbClr val="FF3300"/>
                  </a:solidFill>
                </a:rPr>
                <a:t>’</a:t>
              </a:r>
              <a:r>
                <a:rPr lang="en-US" altLang="zh-CN" sz="2400" b="1"/>
                <a:t>(</a:t>
              </a:r>
              <a:r>
                <a:rPr lang="en-US" altLang="zh-CN" sz="2000" b="1" i="1">
                  <a:solidFill>
                    <a:schemeClr val="accent2"/>
                  </a:solidFill>
                </a:rPr>
                <a:t>x</a:t>
              </a:r>
              <a:r>
                <a:rPr lang="en-US" altLang="zh-CN" sz="2000" b="1" i="1" baseline="-25000">
                  <a:solidFill>
                    <a:schemeClr val="accent2"/>
                  </a:solidFill>
                </a:rPr>
                <a:t>j</a:t>
              </a:r>
              <a:r>
                <a:rPr lang="en-US" altLang="zh-CN" sz="2400" b="1"/>
                <a:t>) = </a:t>
              </a:r>
              <a:r>
                <a:rPr lang="en-US" altLang="zh-CN" sz="2400" b="1" i="1">
                  <a:solidFill>
                    <a:srgbClr val="FF3300"/>
                  </a:solidFill>
                </a:rPr>
                <a:t>S</a:t>
              </a:r>
              <a:r>
                <a:rPr lang="en-US" altLang="zh-CN" sz="2400" b="1" baseline="30000">
                  <a:solidFill>
                    <a:schemeClr val="accent2"/>
                  </a:solidFill>
                </a:rPr>
                <a:t>[</a:t>
              </a:r>
              <a:r>
                <a:rPr lang="en-US" altLang="zh-CN" sz="2400" b="1" i="1" baseline="30000">
                  <a:solidFill>
                    <a:schemeClr val="accent2"/>
                  </a:solidFill>
                </a:rPr>
                <a:t>j</a:t>
              </a:r>
              <a:r>
                <a:rPr lang="en-US" altLang="zh-CN" sz="2400" b="1" baseline="30000">
                  <a:solidFill>
                    <a:schemeClr val="accent2"/>
                  </a:solidFill>
                </a:rPr>
                <a:t>+1]</a:t>
              </a:r>
              <a:r>
                <a:rPr lang="zh-CN" altLang="en-US" sz="2400" b="1" i="1">
                  <a:solidFill>
                    <a:srgbClr val="FF3300"/>
                  </a:solidFill>
                </a:rPr>
                <a:t>’</a:t>
              </a:r>
              <a:r>
                <a:rPr lang="en-US" altLang="zh-CN" sz="2400" b="1"/>
                <a:t>(</a:t>
              </a:r>
              <a:r>
                <a:rPr lang="en-US" altLang="zh-CN" sz="2000" b="1" i="1">
                  <a:solidFill>
                    <a:schemeClr val="accent2"/>
                  </a:solidFill>
                </a:rPr>
                <a:t>x</a:t>
              </a:r>
              <a:r>
                <a:rPr lang="en-US" altLang="zh-CN" sz="2000" b="1" i="1" baseline="-25000">
                  <a:solidFill>
                    <a:schemeClr val="accent2"/>
                  </a:solidFill>
                </a:rPr>
                <a:t>j</a:t>
              </a:r>
              <a:r>
                <a:rPr lang="en-US" altLang="zh-CN" sz="2400" b="1"/>
                <a:t>)</a:t>
              </a:r>
              <a:r>
                <a:rPr lang="zh-CN" altLang="en-US" sz="2400" b="1"/>
                <a:t>，合并关于</a:t>
              </a:r>
              <a:r>
                <a:rPr lang="en-US" altLang="zh-CN" sz="2000" b="1" i="1">
                  <a:solidFill>
                    <a:srgbClr val="FF3300"/>
                  </a:solidFill>
                </a:rPr>
                <a:t>M</a:t>
              </a:r>
              <a:r>
                <a:rPr lang="en-US" altLang="zh-CN" sz="2000" b="1" i="1" baseline="-25000">
                  <a:solidFill>
                    <a:srgbClr val="FF3300"/>
                  </a:solidFill>
                </a:rPr>
                <a:t>j</a:t>
              </a:r>
              <a:r>
                <a:rPr lang="en-US" altLang="zh-CN" sz="2000" b="1" baseline="-25000">
                  <a:solidFill>
                    <a:srgbClr val="FF3300"/>
                  </a:solidFill>
                  <a:sym typeface="Symbol" charset="0"/>
                </a:rPr>
                <a:t>1</a:t>
              </a:r>
              <a:r>
                <a:rPr lang="zh-CN" altLang="en-US" sz="2000" b="1">
                  <a:sym typeface="Symbol" charset="0"/>
                </a:rPr>
                <a:t>、</a:t>
              </a:r>
              <a:r>
                <a:rPr lang="en-US" altLang="zh-CN" sz="2000" b="1">
                  <a:solidFill>
                    <a:srgbClr val="FF3300"/>
                  </a:solidFill>
                  <a:sym typeface="Symbol" charset="0"/>
                </a:rPr>
                <a:t> </a:t>
              </a:r>
              <a:r>
                <a:rPr lang="en-US" altLang="zh-CN" sz="2000" b="1" i="1">
                  <a:solidFill>
                    <a:srgbClr val="FF3300"/>
                  </a:solidFill>
                </a:rPr>
                <a:t>M</a:t>
              </a:r>
              <a:r>
                <a:rPr lang="en-US" altLang="zh-CN" sz="2000" b="1" i="1" baseline="-25000">
                  <a:solidFill>
                    <a:srgbClr val="FF3300"/>
                  </a:solidFill>
                </a:rPr>
                <a:t>j</a:t>
              </a:r>
              <a:r>
                <a:rPr lang="zh-CN" altLang="en-US" sz="2000" b="1"/>
                <a:t>、</a:t>
              </a:r>
              <a:r>
                <a:rPr lang="en-US" altLang="zh-CN" sz="2000" b="1"/>
                <a:t> </a:t>
              </a:r>
              <a:r>
                <a:rPr lang="en-US" altLang="zh-CN" sz="2000" b="1" i="1">
                  <a:solidFill>
                    <a:srgbClr val="FF3300"/>
                  </a:solidFill>
                </a:rPr>
                <a:t>M</a:t>
              </a:r>
              <a:r>
                <a:rPr lang="en-US" altLang="zh-CN" sz="2000" b="1" i="1" baseline="-25000">
                  <a:solidFill>
                    <a:srgbClr val="FF3300"/>
                  </a:solidFill>
                </a:rPr>
                <a:t>j</a:t>
              </a:r>
              <a:r>
                <a:rPr lang="en-US" altLang="zh-CN" sz="2000" b="1" baseline="-25000">
                  <a:solidFill>
                    <a:srgbClr val="FF3300"/>
                  </a:solidFill>
                </a:rPr>
                <a:t>+1</a:t>
              </a:r>
              <a:r>
                <a:rPr lang="zh-CN" altLang="en-US" sz="2400" b="1"/>
                <a:t>的同类项，并记</a:t>
              </a:r>
              <a:r>
                <a:rPr lang="en-US" altLang="zh-CN" sz="2400" b="1"/>
                <a:t>                     ,                ,                                                    , </a:t>
              </a:r>
              <a:r>
                <a:rPr lang="zh-CN" altLang="en-US" sz="2400" b="1"/>
                <a:t>整理后得到：</a:t>
              </a:r>
              <a:endParaRPr lang="en-US" altLang="zh-CN" sz="2400" b="1"/>
            </a:p>
          </p:txBody>
        </p:sp>
        <p:grpSp>
          <p:nvGrpSpPr>
            <p:cNvPr id="48466" name="Group 338"/>
            <p:cNvGrpSpPr>
              <a:grpSpLocks/>
            </p:cNvGrpSpPr>
            <p:nvPr/>
          </p:nvGrpSpPr>
          <p:grpSpPr bwMode="auto">
            <a:xfrm>
              <a:off x="480" y="2592"/>
              <a:ext cx="922" cy="480"/>
              <a:chOff x="503" y="3186"/>
              <a:chExt cx="922" cy="480"/>
            </a:xfrm>
          </p:grpSpPr>
          <p:sp>
            <p:nvSpPr>
              <p:cNvPr id="48408" name="Line 280"/>
              <p:cNvSpPr>
                <a:spLocks noChangeShapeType="1"/>
              </p:cNvSpPr>
              <p:nvPr/>
            </p:nvSpPr>
            <p:spPr bwMode="auto">
              <a:xfrm>
                <a:off x="840" y="3422"/>
                <a:ext cx="585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24" name="Rectangle 296"/>
              <p:cNvSpPr>
                <a:spLocks noChangeArrowheads="1"/>
              </p:cNvSpPr>
              <p:nvPr/>
            </p:nvSpPr>
            <p:spPr bwMode="auto">
              <a:xfrm>
                <a:off x="1353" y="3550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000000"/>
                    </a:solidFill>
                  </a:rPr>
                  <a:t>1</a:t>
                </a:r>
                <a:endParaRPr lang="en-US" altLang="zh-CN"/>
              </a:p>
            </p:txBody>
          </p:sp>
          <p:sp>
            <p:nvSpPr>
              <p:cNvPr id="48425" name="Rectangle 297"/>
              <p:cNvSpPr>
                <a:spLocks noChangeArrowheads="1"/>
              </p:cNvSpPr>
              <p:nvPr/>
            </p:nvSpPr>
            <p:spPr bwMode="auto">
              <a:xfrm>
                <a:off x="1200" y="3290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000000"/>
                    </a:solidFill>
                  </a:rPr>
                  <a:t>1</a:t>
                </a:r>
                <a:endParaRPr lang="en-US" altLang="zh-CN"/>
              </a:p>
            </p:txBody>
          </p:sp>
          <p:sp>
            <p:nvSpPr>
              <p:cNvPr id="48435" name="Rectangle 307"/>
              <p:cNvSpPr>
                <a:spLocks noChangeArrowheads="1"/>
              </p:cNvSpPr>
              <p:nvPr/>
            </p:nvSpPr>
            <p:spPr bwMode="auto">
              <a:xfrm>
                <a:off x="1261" y="3551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rgbClr val="000000"/>
                    </a:solidFill>
                  </a:rPr>
                  <a:t>j</a:t>
                </a:r>
                <a:endParaRPr lang="en-US" altLang="zh-CN"/>
              </a:p>
            </p:txBody>
          </p:sp>
          <p:sp>
            <p:nvSpPr>
              <p:cNvPr id="48436" name="Rectangle 308"/>
              <p:cNvSpPr>
                <a:spLocks noChangeArrowheads="1"/>
              </p:cNvSpPr>
              <p:nvPr/>
            </p:nvSpPr>
            <p:spPr bwMode="auto">
              <a:xfrm>
                <a:off x="955" y="3551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rgbClr val="000000"/>
                    </a:solidFill>
                  </a:rPr>
                  <a:t>j</a:t>
                </a:r>
                <a:endParaRPr lang="en-US" altLang="zh-CN"/>
              </a:p>
            </p:txBody>
          </p:sp>
          <p:sp>
            <p:nvSpPr>
              <p:cNvPr id="48437" name="Rectangle 309"/>
              <p:cNvSpPr>
                <a:spLocks noChangeArrowheads="1"/>
              </p:cNvSpPr>
              <p:nvPr/>
            </p:nvSpPr>
            <p:spPr bwMode="auto">
              <a:xfrm>
                <a:off x="1108" y="3291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rgbClr val="000000"/>
                    </a:solidFill>
                  </a:rPr>
                  <a:t>j</a:t>
                </a:r>
                <a:endParaRPr lang="en-US" altLang="zh-CN"/>
              </a:p>
            </p:txBody>
          </p:sp>
          <p:sp>
            <p:nvSpPr>
              <p:cNvPr id="48438" name="Rectangle 310"/>
              <p:cNvSpPr>
                <a:spLocks noChangeArrowheads="1"/>
              </p:cNvSpPr>
              <p:nvPr/>
            </p:nvSpPr>
            <p:spPr bwMode="auto">
              <a:xfrm>
                <a:off x="616" y="3418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chemeClr val="accent2"/>
                    </a:solidFill>
                  </a:rPr>
                  <a:t>j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8448" name="Rectangle 320"/>
              <p:cNvSpPr>
                <a:spLocks noChangeArrowheads="1"/>
              </p:cNvSpPr>
              <p:nvPr/>
            </p:nvSpPr>
            <p:spPr bwMode="auto">
              <a:xfrm>
                <a:off x="1158" y="3446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</a:rPr>
                  <a:t>h</a:t>
                </a:r>
                <a:endParaRPr lang="en-US" altLang="zh-CN"/>
              </a:p>
            </p:txBody>
          </p:sp>
          <p:sp>
            <p:nvSpPr>
              <p:cNvPr id="48449" name="Rectangle 321"/>
              <p:cNvSpPr>
                <a:spLocks noChangeArrowheads="1"/>
              </p:cNvSpPr>
              <p:nvPr/>
            </p:nvSpPr>
            <p:spPr bwMode="auto">
              <a:xfrm>
                <a:off x="851" y="3446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</a:rPr>
                  <a:t>h</a:t>
                </a:r>
                <a:endParaRPr lang="en-US" altLang="zh-CN"/>
              </a:p>
            </p:txBody>
          </p:sp>
          <p:sp>
            <p:nvSpPr>
              <p:cNvPr id="48450" name="Rectangle 322"/>
              <p:cNvSpPr>
                <a:spLocks noChangeArrowheads="1"/>
              </p:cNvSpPr>
              <p:nvPr/>
            </p:nvSpPr>
            <p:spPr bwMode="auto">
              <a:xfrm>
                <a:off x="1005" y="3186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</a:rPr>
                  <a:t>h</a:t>
                </a:r>
                <a:endParaRPr lang="en-US" altLang="zh-CN"/>
              </a:p>
            </p:txBody>
          </p:sp>
          <p:sp>
            <p:nvSpPr>
              <p:cNvPr id="48454" name="Rectangle 326"/>
              <p:cNvSpPr>
                <a:spLocks noChangeArrowheads="1"/>
              </p:cNvSpPr>
              <p:nvPr/>
            </p:nvSpPr>
            <p:spPr bwMode="auto">
              <a:xfrm>
                <a:off x="1298" y="3541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>
                    <a:solidFill>
                      <a:srgbClr val="000000"/>
                    </a:solidFill>
                    <a:latin typeface="Symbol" charset="0"/>
                  </a:rPr>
                  <a:t>+</a:t>
                </a:r>
                <a:endParaRPr lang="en-US" altLang="zh-CN"/>
              </a:p>
            </p:txBody>
          </p:sp>
          <p:sp>
            <p:nvSpPr>
              <p:cNvPr id="48455" name="Rectangle 327"/>
              <p:cNvSpPr>
                <a:spLocks noChangeArrowheads="1"/>
              </p:cNvSpPr>
              <p:nvPr/>
            </p:nvSpPr>
            <p:spPr bwMode="auto">
              <a:xfrm>
                <a:off x="1145" y="3281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>
                    <a:solidFill>
                      <a:srgbClr val="000000"/>
                    </a:solidFill>
                    <a:latin typeface="Symbol" charset="0"/>
                  </a:rPr>
                  <a:t>+</a:t>
                </a:r>
                <a:endParaRPr lang="en-US" altLang="zh-CN"/>
              </a:p>
            </p:txBody>
          </p:sp>
          <p:sp>
            <p:nvSpPr>
              <p:cNvPr id="48461" name="Rectangle 333"/>
              <p:cNvSpPr>
                <a:spLocks noChangeArrowheads="1"/>
              </p:cNvSpPr>
              <p:nvPr/>
            </p:nvSpPr>
            <p:spPr bwMode="auto">
              <a:xfrm>
                <a:off x="1033" y="3426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>
                    <a:solidFill>
                      <a:srgbClr val="000000"/>
                    </a:solidFill>
                    <a:latin typeface="Symbol" charset="0"/>
                  </a:rPr>
                  <a:t>+</a:t>
                </a:r>
                <a:endParaRPr lang="en-US" altLang="zh-CN"/>
              </a:p>
            </p:txBody>
          </p:sp>
          <p:sp>
            <p:nvSpPr>
              <p:cNvPr id="48462" name="Rectangle 334"/>
              <p:cNvSpPr>
                <a:spLocks noChangeArrowheads="1"/>
              </p:cNvSpPr>
              <p:nvPr/>
            </p:nvSpPr>
            <p:spPr bwMode="auto">
              <a:xfrm>
                <a:off x="705" y="3294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>
                    <a:solidFill>
                      <a:srgbClr val="000000"/>
                    </a:solidFill>
                    <a:latin typeface="Symbol" charset="0"/>
                  </a:rPr>
                  <a:t>=</a:t>
                </a:r>
                <a:endParaRPr lang="en-US" altLang="zh-CN"/>
              </a:p>
            </p:txBody>
          </p:sp>
          <p:sp>
            <p:nvSpPr>
              <p:cNvPr id="48465" name="Rectangle 337"/>
              <p:cNvSpPr>
                <a:spLocks noChangeArrowheads="1"/>
              </p:cNvSpPr>
              <p:nvPr/>
            </p:nvSpPr>
            <p:spPr bwMode="auto">
              <a:xfrm>
                <a:off x="503" y="3294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chemeClr val="accent2"/>
                    </a:solidFill>
                    <a:latin typeface="Symbol" charset="0"/>
                  </a:rPr>
                  <a:t>l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48467" name="Group 339"/>
            <p:cNvGrpSpPr>
              <a:grpSpLocks/>
            </p:cNvGrpSpPr>
            <p:nvPr/>
          </p:nvGrpSpPr>
          <p:grpSpPr bwMode="auto">
            <a:xfrm>
              <a:off x="1536" y="2736"/>
              <a:ext cx="703" cy="239"/>
              <a:chOff x="1248" y="1152"/>
              <a:chExt cx="703" cy="239"/>
            </a:xfrm>
          </p:grpSpPr>
          <p:sp>
            <p:nvSpPr>
              <p:cNvPr id="48468" name="Rectangle 340"/>
              <p:cNvSpPr>
                <a:spLocks noChangeArrowheads="1"/>
              </p:cNvSpPr>
              <p:nvPr/>
            </p:nvSpPr>
            <p:spPr bwMode="auto">
              <a:xfrm>
                <a:off x="1586" y="1172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1</a:t>
                </a:r>
                <a:endParaRPr lang="en-US" altLang="zh-CN"/>
              </a:p>
            </p:txBody>
          </p:sp>
          <p:sp>
            <p:nvSpPr>
              <p:cNvPr id="48469" name="Rectangle 341"/>
              <p:cNvSpPr>
                <a:spLocks noChangeArrowheads="1"/>
              </p:cNvSpPr>
              <p:nvPr/>
            </p:nvSpPr>
            <p:spPr bwMode="auto">
              <a:xfrm>
                <a:off x="1924" y="1276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rgbClr val="000000"/>
                    </a:solidFill>
                  </a:rPr>
                  <a:t>j</a:t>
                </a:r>
                <a:endParaRPr lang="en-US" altLang="zh-CN"/>
              </a:p>
            </p:txBody>
          </p:sp>
          <p:sp>
            <p:nvSpPr>
              <p:cNvPr id="48470" name="Rectangle 342"/>
              <p:cNvSpPr>
                <a:spLocks noChangeArrowheads="1"/>
              </p:cNvSpPr>
              <p:nvPr/>
            </p:nvSpPr>
            <p:spPr bwMode="auto">
              <a:xfrm>
                <a:off x="1375" y="1276"/>
                <a:ext cx="2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chemeClr val="accent2"/>
                    </a:solidFill>
                  </a:rPr>
                  <a:t>j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8471" name="Rectangle 343"/>
              <p:cNvSpPr>
                <a:spLocks noChangeArrowheads="1"/>
              </p:cNvSpPr>
              <p:nvPr/>
            </p:nvSpPr>
            <p:spPr bwMode="auto">
              <a:xfrm>
                <a:off x="1692" y="1152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>
                    <a:solidFill>
                      <a:srgbClr val="000000"/>
                    </a:solidFill>
                    <a:latin typeface="Symbol" charset="0"/>
                  </a:rPr>
                  <a:t>-</a:t>
                </a:r>
                <a:endParaRPr lang="en-US" altLang="zh-CN"/>
              </a:p>
            </p:txBody>
          </p:sp>
          <p:sp>
            <p:nvSpPr>
              <p:cNvPr id="48472" name="Rectangle 344"/>
              <p:cNvSpPr>
                <a:spLocks noChangeArrowheads="1"/>
              </p:cNvSpPr>
              <p:nvPr/>
            </p:nvSpPr>
            <p:spPr bwMode="auto">
              <a:xfrm>
                <a:off x="1464" y="1152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>
                    <a:solidFill>
                      <a:srgbClr val="000000"/>
                    </a:solidFill>
                    <a:latin typeface="Symbol" charset="0"/>
                  </a:rPr>
                  <a:t>=</a:t>
                </a:r>
                <a:endParaRPr lang="en-US" altLang="zh-CN"/>
              </a:p>
            </p:txBody>
          </p:sp>
          <p:sp>
            <p:nvSpPr>
              <p:cNvPr id="48473" name="Rectangle 345"/>
              <p:cNvSpPr>
                <a:spLocks noChangeArrowheads="1"/>
              </p:cNvSpPr>
              <p:nvPr/>
            </p:nvSpPr>
            <p:spPr bwMode="auto">
              <a:xfrm>
                <a:off x="1812" y="1152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  <a:latin typeface="Symbol" charset="0"/>
                  </a:rPr>
                  <a:t>l</a:t>
                </a:r>
                <a:endParaRPr lang="en-US" altLang="zh-CN"/>
              </a:p>
            </p:txBody>
          </p:sp>
          <p:sp>
            <p:nvSpPr>
              <p:cNvPr id="48474" name="Rectangle 346"/>
              <p:cNvSpPr>
                <a:spLocks noChangeArrowheads="1"/>
              </p:cNvSpPr>
              <p:nvPr/>
            </p:nvSpPr>
            <p:spPr bwMode="auto">
              <a:xfrm>
                <a:off x="1248" y="1152"/>
                <a:ext cx="97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chemeClr val="accent2"/>
                    </a:solidFill>
                    <a:latin typeface="Symbol" charset="0"/>
                  </a:rPr>
                  <a:t>m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48475" name="Group 347"/>
            <p:cNvGrpSpPr>
              <a:grpSpLocks/>
            </p:cNvGrpSpPr>
            <p:nvPr/>
          </p:nvGrpSpPr>
          <p:grpSpPr bwMode="auto">
            <a:xfrm>
              <a:off x="2400" y="2640"/>
              <a:ext cx="2403" cy="459"/>
              <a:chOff x="2595" y="1047"/>
              <a:chExt cx="2717" cy="459"/>
            </a:xfrm>
          </p:grpSpPr>
          <p:sp>
            <p:nvSpPr>
              <p:cNvPr id="48476" name="Line 348"/>
              <p:cNvSpPr>
                <a:spLocks noChangeShapeType="1"/>
              </p:cNvSpPr>
              <p:nvPr/>
            </p:nvSpPr>
            <p:spPr bwMode="auto">
              <a:xfrm>
                <a:off x="2927" y="1262"/>
                <a:ext cx="585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77" name="Rectangle 349"/>
              <p:cNvSpPr>
                <a:spLocks noChangeArrowheads="1"/>
              </p:cNvSpPr>
              <p:nvPr/>
            </p:nvSpPr>
            <p:spPr bwMode="auto">
              <a:xfrm>
                <a:off x="5185" y="1154"/>
                <a:ext cx="127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])</a:t>
                </a:r>
                <a:endParaRPr lang="en-US" altLang="zh-CN"/>
              </a:p>
            </p:txBody>
          </p:sp>
          <p:sp>
            <p:nvSpPr>
              <p:cNvPr id="48478" name="Rectangle 350"/>
              <p:cNvSpPr>
                <a:spLocks noChangeArrowheads="1"/>
              </p:cNvSpPr>
              <p:nvPr/>
            </p:nvSpPr>
            <p:spPr bwMode="auto">
              <a:xfrm>
                <a:off x="4949" y="1154"/>
                <a:ext cx="47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,</a:t>
                </a:r>
                <a:endParaRPr lang="en-US" altLang="zh-CN"/>
              </a:p>
            </p:txBody>
          </p:sp>
          <p:sp>
            <p:nvSpPr>
              <p:cNvPr id="48479" name="Rectangle 351"/>
              <p:cNvSpPr>
                <a:spLocks noChangeArrowheads="1"/>
              </p:cNvSpPr>
              <p:nvPr/>
            </p:nvSpPr>
            <p:spPr bwMode="auto">
              <a:xfrm>
                <a:off x="4610" y="1154"/>
                <a:ext cx="6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[</a:t>
                </a:r>
                <a:endParaRPr lang="en-US" altLang="zh-CN"/>
              </a:p>
            </p:txBody>
          </p:sp>
          <p:sp>
            <p:nvSpPr>
              <p:cNvPr id="48480" name="Rectangle 352"/>
              <p:cNvSpPr>
                <a:spLocks noChangeArrowheads="1"/>
              </p:cNvSpPr>
              <p:nvPr/>
            </p:nvSpPr>
            <p:spPr bwMode="auto">
              <a:xfrm>
                <a:off x="4294" y="1154"/>
                <a:ext cx="6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]</a:t>
                </a:r>
                <a:endParaRPr lang="en-US" altLang="zh-CN"/>
              </a:p>
            </p:txBody>
          </p:sp>
          <p:sp>
            <p:nvSpPr>
              <p:cNvPr id="48481" name="Rectangle 353"/>
              <p:cNvSpPr>
                <a:spLocks noChangeArrowheads="1"/>
              </p:cNvSpPr>
              <p:nvPr/>
            </p:nvSpPr>
            <p:spPr bwMode="auto">
              <a:xfrm>
                <a:off x="3952" y="1154"/>
                <a:ext cx="47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,</a:t>
                </a:r>
                <a:endParaRPr lang="en-US" altLang="zh-CN"/>
              </a:p>
            </p:txBody>
          </p:sp>
          <p:sp>
            <p:nvSpPr>
              <p:cNvPr id="48482" name="Rectangle 354"/>
              <p:cNvSpPr>
                <a:spLocks noChangeArrowheads="1"/>
              </p:cNvSpPr>
              <p:nvPr/>
            </p:nvSpPr>
            <p:spPr bwMode="auto">
              <a:xfrm>
                <a:off x="3719" y="1154"/>
                <a:ext cx="6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[</a:t>
                </a:r>
                <a:endParaRPr lang="en-US" altLang="zh-CN"/>
              </a:p>
            </p:txBody>
          </p:sp>
          <p:sp>
            <p:nvSpPr>
              <p:cNvPr id="48483" name="Rectangle 355"/>
              <p:cNvSpPr>
                <a:spLocks noChangeArrowheads="1"/>
              </p:cNvSpPr>
              <p:nvPr/>
            </p:nvSpPr>
            <p:spPr bwMode="auto">
              <a:xfrm>
                <a:off x="3536" y="1154"/>
                <a:ext cx="6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(</a:t>
                </a:r>
                <a:endParaRPr lang="en-US" altLang="zh-CN"/>
              </a:p>
            </p:txBody>
          </p:sp>
          <p:sp>
            <p:nvSpPr>
              <p:cNvPr id="48484" name="Rectangle 356"/>
              <p:cNvSpPr>
                <a:spLocks noChangeArrowheads="1"/>
              </p:cNvSpPr>
              <p:nvPr/>
            </p:nvSpPr>
            <p:spPr bwMode="auto">
              <a:xfrm>
                <a:off x="3178" y="1047"/>
                <a:ext cx="95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6</a:t>
                </a:r>
                <a:endParaRPr lang="en-US" altLang="zh-CN"/>
              </a:p>
            </p:txBody>
          </p:sp>
          <p:sp>
            <p:nvSpPr>
              <p:cNvPr id="48485" name="Rectangle 357"/>
              <p:cNvSpPr>
                <a:spLocks noChangeArrowheads="1"/>
              </p:cNvSpPr>
              <p:nvPr/>
            </p:nvSpPr>
            <p:spPr bwMode="auto">
              <a:xfrm>
                <a:off x="4884" y="1257"/>
                <a:ext cx="55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000000"/>
                    </a:solidFill>
                  </a:rPr>
                  <a:t>1</a:t>
                </a:r>
                <a:endParaRPr lang="en-US" altLang="zh-CN"/>
              </a:p>
            </p:txBody>
          </p:sp>
          <p:sp>
            <p:nvSpPr>
              <p:cNvPr id="48486" name="Rectangle 358"/>
              <p:cNvSpPr>
                <a:spLocks noChangeArrowheads="1"/>
              </p:cNvSpPr>
              <p:nvPr/>
            </p:nvSpPr>
            <p:spPr bwMode="auto">
              <a:xfrm>
                <a:off x="4229" y="1257"/>
                <a:ext cx="5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000000"/>
                    </a:solidFill>
                  </a:rPr>
                  <a:t>1</a:t>
                </a:r>
                <a:endParaRPr lang="en-US" altLang="zh-CN"/>
              </a:p>
            </p:txBody>
          </p:sp>
          <p:sp>
            <p:nvSpPr>
              <p:cNvPr id="48487" name="Rectangle 359"/>
              <p:cNvSpPr>
                <a:spLocks noChangeArrowheads="1"/>
              </p:cNvSpPr>
              <p:nvPr/>
            </p:nvSpPr>
            <p:spPr bwMode="auto">
              <a:xfrm>
                <a:off x="3440" y="1390"/>
                <a:ext cx="5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000000"/>
                    </a:solidFill>
                  </a:rPr>
                  <a:t>1</a:t>
                </a:r>
                <a:endParaRPr lang="en-US" altLang="zh-CN"/>
              </a:p>
            </p:txBody>
          </p:sp>
          <p:sp>
            <p:nvSpPr>
              <p:cNvPr id="48488" name="Rectangle 360"/>
              <p:cNvSpPr>
                <a:spLocks noChangeArrowheads="1"/>
              </p:cNvSpPr>
              <p:nvPr/>
            </p:nvSpPr>
            <p:spPr bwMode="auto">
              <a:xfrm>
                <a:off x="5133" y="1258"/>
                <a:ext cx="31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rgbClr val="000000"/>
                    </a:solidFill>
                  </a:rPr>
                  <a:t>j</a:t>
                </a:r>
                <a:endParaRPr lang="en-US" altLang="zh-CN"/>
              </a:p>
            </p:txBody>
          </p:sp>
          <p:sp>
            <p:nvSpPr>
              <p:cNvPr id="48489" name="Rectangle 361"/>
              <p:cNvSpPr>
                <a:spLocks noChangeArrowheads="1"/>
              </p:cNvSpPr>
              <p:nvPr/>
            </p:nvSpPr>
            <p:spPr bwMode="auto">
              <a:xfrm>
                <a:off x="4792" y="1258"/>
                <a:ext cx="29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rgbClr val="000000"/>
                    </a:solidFill>
                  </a:rPr>
                  <a:t>j</a:t>
                </a:r>
                <a:endParaRPr lang="en-US" altLang="zh-CN"/>
              </a:p>
            </p:txBody>
          </p:sp>
          <p:sp>
            <p:nvSpPr>
              <p:cNvPr id="48490" name="Rectangle 362"/>
              <p:cNvSpPr>
                <a:spLocks noChangeArrowheads="1"/>
              </p:cNvSpPr>
              <p:nvPr/>
            </p:nvSpPr>
            <p:spPr bwMode="auto">
              <a:xfrm>
                <a:off x="4138" y="1258"/>
                <a:ext cx="31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rgbClr val="000000"/>
                    </a:solidFill>
                  </a:rPr>
                  <a:t>j</a:t>
                </a:r>
                <a:endParaRPr lang="en-US" altLang="zh-CN"/>
              </a:p>
            </p:txBody>
          </p:sp>
          <p:sp>
            <p:nvSpPr>
              <p:cNvPr id="48491" name="Rectangle 363"/>
              <p:cNvSpPr>
                <a:spLocks noChangeArrowheads="1"/>
              </p:cNvSpPr>
              <p:nvPr/>
            </p:nvSpPr>
            <p:spPr bwMode="auto">
              <a:xfrm>
                <a:off x="3900" y="1258"/>
                <a:ext cx="29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rgbClr val="000000"/>
                    </a:solidFill>
                  </a:rPr>
                  <a:t>j</a:t>
                </a:r>
                <a:endParaRPr lang="en-US" altLang="zh-CN"/>
              </a:p>
            </p:txBody>
          </p:sp>
          <p:sp>
            <p:nvSpPr>
              <p:cNvPr id="48492" name="Rectangle 364"/>
              <p:cNvSpPr>
                <a:spLocks noChangeArrowheads="1"/>
              </p:cNvSpPr>
              <p:nvPr/>
            </p:nvSpPr>
            <p:spPr bwMode="auto">
              <a:xfrm>
                <a:off x="3347" y="1391"/>
                <a:ext cx="29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rgbClr val="000000"/>
                    </a:solidFill>
                  </a:rPr>
                  <a:t>j</a:t>
                </a:r>
                <a:endParaRPr lang="en-US" altLang="zh-CN"/>
              </a:p>
            </p:txBody>
          </p:sp>
          <p:sp>
            <p:nvSpPr>
              <p:cNvPr id="48493" name="Rectangle 365"/>
              <p:cNvSpPr>
                <a:spLocks noChangeArrowheads="1"/>
              </p:cNvSpPr>
              <p:nvPr/>
            </p:nvSpPr>
            <p:spPr bwMode="auto">
              <a:xfrm>
                <a:off x="3041" y="1391"/>
                <a:ext cx="29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rgbClr val="000000"/>
                    </a:solidFill>
                  </a:rPr>
                  <a:t>j</a:t>
                </a:r>
                <a:endParaRPr lang="en-US" altLang="zh-CN"/>
              </a:p>
            </p:txBody>
          </p:sp>
          <p:sp>
            <p:nvSpPr>
              <p:cNvPr id="48494" name="Rectangle 366"/>
              <p:cNvSpPr>
                <a:spLocks noChangeArrowheads="1"/>
              </p:cNvSpPr>
              <p:nvPr/>
            </p:nvSpPr>
            <p:spPr bwMode="auto">
              <a:xfrm>
                <a:off x="2702" y="1258"/>
                <a:ext cx="30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chemeClr val="accent2"/>
                    </a:solidFill>
                  </a:rPr>
                  <a:t>j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8495" name="Rectangle 367"/>
              <p:cNvSpPr>
                <a:spLocks noChangeArrowheads="1"/>
              </p:cNvSpPr>
              <p:nvPr/>
            </p:nvSpPr>
            <p:spPr bwMode="auto">
              <a:xfrm>
                <a:off x="5026" y="1154"/>
                <a:ext cx="95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</a:rPr>
                  <a:t>x</a:t>
                </a:r>
                <a:endParaRPr lang="en-US" altLang="zh-CN"/>
              </a:p>
            </p:txBody>
          </p:sp>
          <p:sp>
            <p:nvSpPr>
              <p:cNvPr id="48496" name="Rectangle 368"/>
              <p:cNvSpPr>
                <a:spLocks noChangeArrowheads="1"/>
              </p:cNvSpPr>
              <p:nvPr/>
            </p:nvSpPr>
            <p:spPr bwMode="auto">
              <a:xfrm>
                <a:off x="4685" y="1154"/>
                <a:ext cx="95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</a:rPr>
                  <a:t>x</a:t>
                </a:r>
                <a:endParaRPr lang="en-US" altLang="zh-CN"/>
              </a:p>
            </p:txBody>
          </p:sp>
          <p:sp>
            <p:nvSpPr>
              <p:cNvPr id="48497" name="Rectangle 369"/>
              <p:cNvSpPr>
                <a:spLocks noChangeArrowheads="1"/>
              </p:cNvSpPr>
              <p:nvPr/>
            </p:nvSpPr>
            <p:spPr bwMode="auto">
              <a:xfrm>
                <a:off x="4526" y="1154"/>
                <a:ext cx="6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</a:rPr>
                  <a:t>f</a:t>
                </a:r>
                <a:endParaRPr lang="en-US" altLang="zh-CN"/>
              </a:p>
            </p:txBody>
          </p:sp>
          <p:sp>
            <p:nvSpPr>
              <p:cNvPr id="48498" name="Rectangle 370"/>
              <p:cNvSpPr>
                <a:spLocks noChangeArrowheads="1"/>
              </p:cNvSpPr>
              <p:nvPr/>
            </p:nvSpPr>
            <p:spPr bwMode="auto">
              <a:xfrm>
                <a:off x="4029" y="1154"/>
                <a:ext cx="95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</a:rPr>
                  <a:t>x</a:t>
                </a:r>
                <a:endParaRPr lang="en-US" altLang="zh-CN"/>
              </a:p>
            </p:txBody>
          </p:sp>
          <p:sp>
            <p:nvSpPr>
              <p:cNvPr id="48499" name="Rectangle 371"/>
              <p:cNvSpPr>
                <a:spLocks noChangeArrowheads="1"/>
              </p:cNvSpPr>
              <p:nvPr/>
            </p:nvSpPr>
            <p:spPr bwMode="auto">
              <a:xfrm>
                <a:off x="3792" y="1154"/>
                <a:ext cx="95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</a:rPr>
                  <a:t>x</a:t>
                </a:r>
                <a:endParaRPr lang="en-US" altLang="zh-CN"/>
              </a:p>
            </p:txBody>
          </p:sp>
          <p:sp>
            <p:nvSpPr>
              <p:cNvPr id="48500" name="Rectangle 372"/>
              <p:cNvSpPr>
                <a:spLocks noChangeArrowheads="1"/>
              </p:cNvSpPr>
              <p:nvPr/>
            </p:nvSpPr>
            <p:spPr bwMode="auto">
              <a:xfrm>
                <a:off x="3634" y="1154"/>
                <a:ext cx="6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</a:rPr>
                  <a:t>f</a:t>
                </a:r>
                <a:endParaRPr lang="en-US" altLang="zh-CN"/>
              </a:p>
            </p:txBody>
          </p:sp>
          <p:sp>
            <p:nvSpPr>
              <p:cNvPr id="48501" name="Rectangle 373"/>
              <p:cNvSpPr>
                <a:spLocks noChangeArrowheads="1"/>
              </p:cNvSpPr>
              <p:nvPr/>
            </p:nvSpPr>
            <p:spPr bwMode="auto">
              <a:xfrm>
                <a:off x="3244" y="1286"/>
                <a:ext cx="105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</a:rPr>
                  <a:t>h</a:t>
                </a:r>
                <a:endParaRPr lang="en-US" altLang="zh-CN"/>
              </a:p>
            </p:txBody>
          </p:sp>
          <p:sp>
            <p:nvSpPr>
              <p:cNvPr id="48502" name="Rectangle 374"/>
              <p:cNvSpPr>
                <a:spLocks noChangeArrowheads="1"/>
              </p:cNvSpPr>
              <p:nvPr/>
            </p:nvSpPr>
            <p:spPr bwMode="auto">
              <a:xfrm>
                <a:off x="2938" y="1286"/>
                <a:ext cx="105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</a:rPr>
                  <a:t>h</a:t>
                </a:r>
                <a:endParaRPr lang="en-US" altLang="zh-CN"/>
              </a:p>
            </p:txBody>
          </p:sp>
          <p:sp>
            <p:nvSpPr>
              <p:cNvPr id="48503" name="Rectangle 375"/>
              <p:cNvSpPr>
                <a:spLocks noChangeArrowheads="1"/>
              </p:cNvSpPr>
              <p:nvPr/>
            </p:nvSpPr>
            <p:spPr bwMode="auto">
              <a:xfrm>
                <a:off x="2595" y="1154"/>
                <a:ext cx="95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chemeClr val="accent2"/>
                    </a:solidFill>
                  </a:rPr>
                  <a:t>g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8504" name="Rectangle 376"/>
              <p:cNvSpPr>
                <a:spLocks noChangeArrowheads="1"/>
              </p:cNvSpPr>
              <p:nvPr/>
            </p:nvSpPr>
            <p:spPr bwMode="auto">
              <a:xfrm>
                <a:off x="4830" y="1248"/>
                <a:ext cx="60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>
                    <a:solidFill>
                      <a:srgbClr val="000000"/>
                    </a:solidFill>
                    <a:latin typeface="Symbol" charset="0"/>
                  </a:rPr>
                  <a:t>-</a:t>
                </a:r>
                <a:endParaRPr lang="en-US" altLang="zh-CN"/>
              </a:p>
            </p:txBody>
          </p:sp>
          <p:sp>
            <p:nvSpPr>
              <p:cNvPr id="48505" name="Rectangle 377"/>
              <p:cNvSpPr>
                <a:spLocks noChangeArrowheads="1"/>
              </p:cNvSpPr>
              <p:nvPr/>
            </p:nvSpPr>
            <p:spPr bwMode="auto">
              <a:xfrm>
                <a:off x="4174" y="1248"/>
                <a:ext cx="60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>
                    <a:solidFill>
                      <a:srgbClr val="000000"/>
                    </a:solidFill>
                    <a:latin typeface="Symbol" charset="0"/>
                  </a:rPr>
                  <a:t>+</a:t>
                </a:r>
                <a:endParaRPr lang="en-US" altLang="zh-CN"/>
              </a:p>
            </p:txBody>
          </p:sp>
          <p:sp>
            <p:nvSpPr>
              <p:cNvPr id="48506" name="Rectangle 378"/>
              <p:cNvSpPr>
                <a:spLocks noChangeArrowheads="1"/>
              </p:cNvSpPr>
              <p:nvPr/>
            </p:nvSpPr>
            <p:spPr bwMode="auto">
              <a:xfrm>
                <a:off x="3384" y="1381"/>
                <a:ext cx="60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>
                    <a:solidFill>
                      <a:srgbClr val="000000"/>
                    </a:solidFill>
                    <a:latin typeface="Symbol" charset="0"/>
                  </a:rPr>
                  <a:t>+</a:t>
                </a:r>
                <a:endParaRPr lang="en-US" altLang="zh-CN"/>
              </a:p>
            </p:txBody>
          </p:sp>
          <p:sp>
            <p:nvSpPr>
              <p:cNvPr id="48507" name="Rectangle 379"/>
              <p:cNvSpPr>
                <a:spLocks noChangeArrowheads="1"/>
              </p:cNvSpPr>
              <p:nvPr/>
            </p:nvSpPr>
            <p:spPr bwMode="auto">
              <a:xfrm>
                <a:off x="4369" y="1134"/>
                <a:ext cx="10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>
                    <a:solidFill>
                      <a:srgbClr val="000000"/>
                    </a:solidFill>
                    <a:latin typeface="Symbol" charset="0"/>
                  </a:rPr>
                  <a:t>-</a:t>
                </a:r>
                <a:endParaRPr lang="en-US" altLang="zh-CN"/>
              </a:p>
            </p:txBody>
          </p:sp>
          <p:sp>
            <p:nvSpPr>
              <p:cNvPr id="48508" name="Rectangle 380"/>
              <p:cNvSpPr>
                <a:spLocks noChangeArrowheads="1"/>
              </p:cNvSpPr>
              <p:nvPr/>
            </p:nvSpPr>
            <p:spPr bwMode="auto">
              <a:xfrm>
                <a:off x="3118" y="1266"/>
                <a:ext cx="10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>
                    <a:solidFill>
                      <a:srgbClr val="000000"/>
                    </a:solidFill>
                    <a:latin typeface="Symbol" charset="0"/>
                  </a:rPr>
                  <a:t>+</a:t>
                </a:r>
                <a:endParaRPr lang="en-US" altLang="zh-CN"/>
              </a:p>
            </p:txBody>
          </p:sp>
          <p:sp>
            <p:nvSpPr>
              <p:cNvPr id="48509" name="Rectangle 381"/>
              <p:cNvSpPr>
                <a:spLocks noChangeArrowheads="1"/>
              </p:cNvSpPr>
              <p:nvPr/>
            </p:nvSpPr>
            <p:spPr bwMode="auto">
              <a:xfrm>
                <a:off x="2791" y="1134"/>
                <a:ext cx="10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>
                    <a:solidFill>
                      <a:srgbClr val="000000"/>
                    </a:solidFill>
                    <a:latin typeface="Symbol" charset="0"/>
                  </a:rPr>
                  <a:t>=</a:t>
                </a:r>
                <a:endParaRPr lang="en-US" altLang="zh-CN"/>
              </a:p>
            </p:txBody>
          </p:sp>
        </p:grpSp>
      </p:grpSp>
      <p:grpSp>
        <p:nvGrpSpPr>
          <p:cNvPr id="48539" name="Group 411"/>
          <p:cNvGrpSpPr>
            <a:grpSpLocks/>
          </p:cNvGrpSpPr>
          <p:nvPr/>
        </p:nvGrpSpPr>
        <p:grpSpPr bwMode="auto">
          <a:xfrm>
            <a:off x="1752600" y="4648200"/>
            <a:ext cx="3235325" cy="369888"/>
            <a:chOff x="1295" y="3312"/>
            <a:chExt cx="2038" cy="233"/>
          </a:xfrm>
        </p:grpSpPr>
        <p:sp>
          <p:nvSpPr>
            <p:cNvPr id="48515" name="Rectangle 387"/>
            <p:cNvSpPr>
              <a:spLocks noChangeArrowheads="1"/>
            </p:cNvSpPr>
            <p:nvPr/>
          </p:nvSpPr>
          <p:spPr bwMode="auto">
            <a:xfrm>
              <a:off x="1988" y="3330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chemeClr val="accent2"/>
                  </a:solidFill>
                </a:rPr>
                <a:t>2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516" name="Rectangle 388"/>
            <p:cNvSpPr>
              <a:spLocks noChangeArrowheads="1"/>
            </p:cNvSpPr>
            <p:nvPr/>
          </p:nvSpPr>
          <p:spPr bwMode="auto">
            <a:xfrm>
              <a:off x="2939" y="3429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3300"/>
                  </a:solidFill>
                </a:rPr>
                <a:t>1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517" name="Rectangle 389"/>
            <p:cNvSpPr>
              <a:spLocks noChangeArrowheads="1"/>
            </p:cNvSpPr>
            <p:nvPr/>
          </p:nvSpPr>
          <p:spPr bwMode="auto">
            <a:xfrm>
              <a:off x="1763" y="3429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3300"/>
                  </a:solidFill>
                </a:rPr>
                <a:t>1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520" name="Rectangle 392"/>
            <p:cNvSpPr>
              <a:spLocks noChangeArrowheads="1"/>
            </p:cNvSpPr>
            <p:nvPr/>
          </p:nvSpPr>
          <p:spPr bwMode="auto">
            <a:xfrm>
              <a:off x="3195" y="3330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g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521" name="Rectangle 393"/>
            <p:cNvSpPr>
              <a:spLocks noChangeArrowheads="1"/>
            </p:cNvSpPr>
            <p:nvPr/>
          </p:nvSpPr>
          <p:spPr bwMode="auto">
            <a:xfrm>
              <a:off x="2653" y="3330"/>
              <a:ext cx="14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3300"/>
                  </a:solidFill>
                </a:rPr>
                <a:t>M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522" name="Rectangle 394"/>
            <p:cNvSpPr>
              <a:spLocks noChangeArrowheads="1"/>
            </p:cNvSpPr>
            <p:nvPr/>
          </p:nvSpPr>
          <p:spPr bwMode="auto">
            <a:xfrm>
              <a:off x="2087" y="3330"/>
              <a:ext cx="14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3300"/>
                  </a:solidFill>
                </a:rPr>
                <a:t>M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523" name="Rectangle 395"/>
            <p:cNvSpPr>
              <a:spLocks noChangeArrowheads="1"/>
            </p:cNvSpPr>
            <p:nvPr/>
          </p:nvSpPr>
          <p:spPr bwMode="auto">
            <a:xfrm>
              <a:off x="1478" y="3330"/>
              <a:ext cx="14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3300"/>
                  </a:solidFill>
                </a:rPr>
                <a:t>M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524" name="Rectangle 396"/>
            <p:cNvSpPr>
              <a:spLocks noChangeArrowheads="1"/>
            </p:cNvSpPr>
            <p:nvPr/>
          </p:nvSpPr>
          <p:spPr bwMode="auto">
            <a:xfrm>
              <a:off x="3306" y="3430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525" name="Rectangle 397"/>
            <p:cNvSpPr>
              <a:spLocks noChangeArrowheads="1"/>
            </p:cNvSpPr>
            <p:nvPr/>
          </p:nvSpPr>
          <p:spPr bwMode="auto">
            <a:xfrm>
              <a:off x="2843" y="3430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FF3300"/>
                  </a:solidFill>
                </a:rPr>
                <a:t>j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526" name="Rectangle 398"/>
            <p:cNvSpPr>
              <a:spLocks noChangeArrowheads="1"/>
            </p:cNvSpPr>
            <p:nvPr/>
          </p:nvSpPr>
          <p:spPr bwMode="auto">
            <a:xfrm>
              <a:off x="2602" y="3430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527" name="Rectangle 399"/>
            <p:cNvSpPr>
              <a:spLocks noChangeArrowheads="1"/>
            </p:cNvSpPr>
            <p:nvPr/>
          </p:nvSpPr>
          <p:spPr bwMode="auto">
            <a:xfrm>
              <a:off x="2277" y="3430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FF3300"/>
                  </a:solidFill>
                </a:rPr>
                <a:t>j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528" name="Rectangle 400"/>
            <p:cNvSpPr>
              <a:spLocks noChangeArrowheads="1"/>
            </p:cNvSpPr>
            <p:nvPr/>
          </p:nvSpPr>
          <p:spPr bwMode="auto">
            <a:xfrm>
              <a:off x="1668" y="3430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rgbClr val="FF3300"/>
                  </a:solidFill>
                </a:rPr>
                <a:t>j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529" name="Rectangle 401"/>
            <p:cNvSpPr>
              <a:spLocks noChangeArrowheads="1"/>
            </p:cNvSpPr>
            <p:nvPr/>
          </p:nvSpPr>
          <p:spPr bwMode="auto">
            <a:xfrm>
              <a:off x="1427" y="3430"/>
              <a:ext cx="2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 i="1">
                  <a:solidFill>
                    <a:schemeClr val="accent2"/>
                  </a:solidFill>
                </a:rPr>
                <a:t>j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531" name="Rectangle 403"/>
            <p:cNvSpPr>
              <a:spLocks noChangeArrowheads="1"/>
            </p:cNvSpPr>
            <p:nvPr/>
          </p:nvSpPr>
          <p:spPr bwMode="auto">
            <a:xfrm>
              <a:off x="3046" y="3312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>
                  <a:solidFill>
                    <a:srgbClr val="000000"/>
                  </a:solidFill>
                  <a:latin typeface="Symbol" charset="0"/>
                </a:rPr>
                <a:t>=</a:t>
              </a:r>
              <a:endParaRPr lang="en-US" altLang="zh-CN"/>
            </a:p>
          </p:txBody>
        </p:sp>
        <p:sp>
          <p:nvSpPr>
            <p:cNvPr id="48532" name="Rectangle 404"/>
            <p:cNvSpPr>
              <a:spLocks noChangeArrowheads="1"/>
            </p:cNvSpPr>
            <p:nvPr/>
          </p:nvSpPr>
          <p:spPr bwMode="auto">
            <a:xfrm>
              <a:off x="2358" y="3312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48533" name="Rectangle 405"/>
            <p:cNvSpPr>
              <a:spLocks noChangeArrowheads="1"/>
            </p:cNvSpPr>
            <p:nvPr/>
          </p:nvSpPr>
          <p:spPr bwMode="auto">
            <a:xfrm>
              <a:off x="1858" y="3312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48535" name="Rectangle 407"/>
            <p:cNvSpPr>
              <a:spLocks noChangeArrowheads="1"/>
            </p:cNvSpPr>
            <p:nvPr/>
          </p:nvSpPr>
          <p:spPr bwMode="auto">
            <a:xfrm>
              <a:off x="2881" y="3420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>
                  <a:solidFill>
                    <a:srgbClr val="FF3300"/>
                  </a:solidFill>
                  <a:latin typeface="Symbol" charset="0"/>
                </a:rPr>
                <a:t>+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536" name="Rectangle 408"/>
            <p:cNvSpPr>
              <a:spLocks noChangeArrowheads="1"/>
            </p:cNvSpPr>
            <p:nvPr/>
          </p:nvSpPr>
          <p:spPr bwMode="auto">
            <a:xfrm>
              <a:off x="1707" y="3420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>
                  <a:solidFill>
                    <a:srgbClr val="FF3300"/>
                  </a:solidFill>
                  <a:latin typeface="Symbol" charset="0"/>
                </a:rPr>
                <a:t>-</a:t>
              </a:r>
              <a:endParaRPr lang="en-US" altLang="zh-CN">
                <a:solidFill>
                  <a:srgbClr val="FF3300"/>
                </a:solidFill>
              </a:endParaRPr>
            </a:p>
          </p:txBody>
        </p:sp>
        <p:sp>
          <p:nvSpPr>
            <p:cNvPr id="48537" name="Rectangle 409"/>
            <p:cNvSpPr>
              <a:spLocks noChangeArrowheads="1"/>
            </p:cNvSpPr>
            <p:nvPr/>
          </p:nvSpPr>
          <p:spPr bwMode="auto">
            <a:xfrm>
              <a:off x="2485" y="3312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  <a:latin typeface="Symbol" charset="0"/>
                </a:rPr>
                <a:t>l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8538" name="Rectangle 410"/>
            <p:cNvSpPr>
              <a:spLocks noChangeArrowheads="1"/>
            </p:cNvSpPr>
            <p:nvPr/>
          </p:nvSpPr>
          <p:spPr bwMode="auto">
            <a:xfrm>
              <a:off x="1295" y="3312"/>
              <a:ext cx="97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  <a:latin typeface="Symbol" charset="0"/>
                </a:rPr>
                <a:t>m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48540" name="Text Box 412"/>
          <p:cNvSpPr txBox="1">
            <a:spLocks noChangeArrowheads="1"/>
          </p:cNvSpPr>
          <p:nvPr/>
        </p:nvSpPr>
        <p:spPr bwMode="auto">
          <a:xfrm>
            <a:off x="609600" y="50292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>
                <a:sym typeface="Symbol" charset="0"/>
              </a:rPr>
              <a:t></a:t>
            </a:r>
            <a:r>
              <a:rPr lang="en-US" altLang="zh-CN" sz="2400" b="1"/>
              <a:t> </a:t>
            </a:r>
            <a:r>
              <a:rPr lang="en-US" altLang="zh-CN" sz="2000" b="1" i="1">
                <a:solidFill>
                  <a:schemeClr val="accent2"/>
                </a:solidFill>
              </a:rPr>
              <a:t>j</a:t>
            </a:r>
            <a:r>
              <a:rPr lang="en-US" altLang="zh-CN" sz="2400" b="1" i="1"/>
              <a:t> </a:t>
            </a:r>
            <a:r>
              <a:rPr lang="en-US" altLang="zh-CN" sz="2400" b="1">
                <a:sym typeface="Symbol" charset="0"/>
              </a:rPr>
              <a:t></a:t>
            </a:r>
          </a:p>
        </p:txBody>
      </p:sp>
      <p:sp>
        <p:nvSpPr>
          <p:cNvPr id="48541" name="Rectangle 413"/>
          <p:cNvSpPr>
            <a:spLocks noChangeArrowheads="1"/>
          </p:cNvSpPr>
          <p:nvPr/>
        </p:nvSpPr>
        <p:spPr bwMode="auto">
          <a:xfrm>
            <a:off x="457200" y="5105400"/>
            <a:ext cx="304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 b="1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48542" name="Rectangle 414"/>
          <p:cNvSpPr>
            <a:spLocks noChangeArrowheads="1"/>
          </p:cNvSpPr>
          <p:nvPr/>
        </p:nvSpPr>
        <p:spPr bwMode="auto">
          <a:xfrm>
            <a:off x="1295400" y="5105400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 b="1" i="1">
                <a:solidFill>
                  <a:schemeClr val="accent2"/>
                </a:solidFill>
              </a:rPr>
              <a:t>n</a:t>
            </a:r>
            <a:r>
              <a:rPr lang="en-US" altLang="zh-CN" sz="2000" b="1">
                <a:solidFill>
                  <a:schemeClr val="accent2"/>
                </a:solidFill>
                <a:sym typeface="Symbol" charset="0"/>
              </a:rPr>
              <a:t></a:t>
            </a:r>
            <a:r>
              <a:rPr lang="en-US" altLang="zh-CN" sz="2000" b="1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48544" name="Text Box 416"/>
          <p:cNvSpPr txBox="1">
            <a:spLocks noChangeArrowheads="1"/>
          </p:cNvSpPr>
          <p:nvPr/>
        </p:nvSpPr>
        <p:spPr bwMode="auto">
          <a:xfrm>
            <a:off x="381000" y="5562600"/>
            <a:ext cx="480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即：有</a:t>
            </a:r>
            <a:r>
              <a:rPr lang="en-US" altLang="zh-CN" sz="2400" b="1"/>
              <a:t>      </a:t>
            </a:r>
            <a:r>
              <a:rPr lang="zh-CN" altLang="en-US" sz="2400" b="1"/>
              <a:t>个未知数，</a:t>
            </a:r>
            <a:r>
              <a:rPr lang="en-US" altLang="zh-CN" sz="2400" b="1"/>
              <a:t>     </a:t>
            </a:r>
            <a:r>
              <a:rPr lang="zh-CN" altLang="en-US" sz="2400" b="1"/>
              <a:t>个方程。</a:t>
            </a:r>
            <a:endParaRPr lang="en-US" altLang="zh-CN" sz="2400" b="1"/>
          </a:p>
        </p:txBody>
      </p:sp>
      <p:sp>
        <p:nvSpPr>
          <p:cNvPr id="48545" name="Rectangle 417"/>
          <p:cNvSpPr>
            <a:spLocks noChangeArrowheads="1"/>
          </p:cNvSpPr>
          <p:nvPr/>
        </p:nvSpPr>
        <p:spPr bwMode="auto">
          <a:xfrm>
            <a:off x="3200400" y="5638800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 b="1" i="1">
                <a:solidFill>
                  <a:schemeClr val="accent2"/>
                </a:solidFill>
              </a:rPr>
              <a:t>n</a:t>
            </a:r>
            <a:r>
              <a:rPr lang="en-US" altLang="zh-CN" sz="2000" b="1">
                <a:solidFill>
                  <a:schemeClr val="accent2"/>
                </a:solidFill>
                <a:sym typeface="Symbol" charset="0"/>
              </a:rPr>
              <a:t></a:t>
            </a:r>
            <a:r>
              <a:rPr lang="en-US" altLang="zh-CN" sz="2000" b="1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48546" name="Rectangle 418"/>
          <p:cNvSpPr>
            <a:spLocks noChangeArrowheads="1"/>
          </p:cNvSpPr>
          <p:nvPr/>
        </p:nvSpPr>
        <p:spPr bwMode="auto">
          <a:xfrm>
            <a:off x="1295400" y="5638800"/>
            <a:ext cx="60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000" b="1" i="1">
                <a:solidFill>
                  <a:schemeClr val="accent2"/>
                </a:solidFill>
              </a:rPr>
              <a:t>n</a:t>
            </a:r>
            <a:r>
              <a:rPr lang="en-US" altLang="zh-CN" sz="2000" b="1">
                <a:solidFill>
                  <a:schemeClr val="accent2"/>
                </a:solidFill>
                <a:sym typeface="Symbol" charset="0"/>
              </a:rPr>
              <a:t>+</a:t>
            </a:r>
            <a:r>
              <a:rPr lang="en-US" altLang="zh-CN" sz="2000" b="1">
                <a:solidFill>
                  <a:schemeClr val="accent2"/>
                </a:solidFill>
              </a:rPr>
              <a:t>1</a:t>
            </a:r>
          </a:p>
        </p:txBody>
      </p:sp>
      <p:grpSp>
        <p:nvGrpSpPr>
          <p:cNvPr id="48552" name="Group 424"/>
          <p:cNvGrpSpPr>
            <a:grpSpLocks/>
          </p:cNvGrpSpPr>
          <p:nvPr/>
        </p:nvGrpSpPr>
        <p:grpSpPr bwMode="auto">
          <a:xfrm>
            <a:off x="5105400" y="4648200"/>
            <a:ext cx="3403600" cy="1979613"/>
            <a:chOff x="3360" y="2945"/>
            <a:chExt cx="2144" cy="1247"/>
          </a:xfrm>
        </p:grpSpPr>
        <p:graphicFrame>
          <p:nvGraphicFramePr>
            <p:cNvPr id="48543" name="Object 415"/>
            <p:cNvGraphicFramePr>
              <a:graphicFrameLocks noChangeAspect="1"/>
            </p:cNvGraphicFramePr>
            <p:nvPr/>
          </p:nvGraphicFramePr>
          <p:xfrm>
            <a:off x="3360" y="2945"/>
            <a:ext cx="2144" cy="1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793960" imgH="1625400" progId="Equation.3">
                    <p:embed/>
                  </p:oleObj>
                </mc:Choice>
                <mc:Fallback>
                  <p:oleObj name="Equation" r:id="rId8" imgW="2793960" imgH="1625400" progId="Equation.3">
                    <p:embed/>
                    <p:pic>
                      <p:nvPicPr>
                        <p:cNvPr id="48543" name="Object 4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2945"/>
                          <a:ext cx="2144" cy="1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547" name="Line 419"/>
            <p:cNvSpPr>
              <a:spLocks noChangeShapeType="1"/>
            </p:cNvSpPr>
            <p:nvPr/>
          </p:nvSpPr>
          <p:spPr bwMode="auto">
            <a:xfrm>
              <a:off x="3552" y="3408"/>
              <a:ext cx="480" cy="384"/>
            </a:xfrm>
            <a:prstGeom prst="line">
              <a:avLst/>
            </a:prstGeom>
            <a:noFill/>
            <a:ln w="317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548" name="Line 420"/>
            <p:cNvSpPr>
              <a:spLocks noChangeShapeType="1"/>
            </p:cNvSpPr>
            <p:nvPr/>
          </p:nvSpPr>
          <p:spPr bwMode="auto">
            <a:xfrm>
              <a:off x="4032" y="3408"/>
              <a:ext cx="480" cy="384"/>
            </a:xfrm>
            <a:prstGeom prst="line">
              <a:avLst/>
            </a:prstGeom>
            <a:noFill/>
            <a:ln w="317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549" name="Line 421"/>
            <p:cNvSpPr>
              <a:spLocks noChangeShapeType="1"/>
            </p:cNvSpPr>
            <p:nvPr/>
          </p:nvSpPr>
          <p:spPr bwMode="auto">
            <a:xfrm>
              <a:off x="3792" y="3408"/>
              <a:ext cx="480" cy="384"/>
            </a:xfrm>
            <a:prstGeom prst="line">
              <a:avLst/>
            </a:prstGeom>
            <a:noFill/>
            <a:ln w="317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550" name="Line 422"/>
            <p:cNvSpPr>
              <a:spLocks noChangeShapeType="1"/>
            </p:cNvSpPr>
            <p:nvPr/>
          </p:nvSpPr>
          <p:spPr bwMode="auto">
            <a:xfrm>
              <a:off x="4896" y="3168"/>
              <a:ext cx="0" cy="768"/>
            </a:xfrm>
            <a:prstGeom prst="line">
              <a:avLst/>
            </a:prstGeom>
            <a:noFill/>
            <a:ln w="317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551" name="Line 423"/>
            <p:cNvSpPr>
              <a:spLocks noChangeShapeType="1"/>
            </p:cNvSpPr>
            <p:nvPr/>
          </p:nvSpPr>
          <p:spPr bwMode="auto">
            <a:xfrm>
              <a:off x="5328" y="3408"/>
              <a:ext cx="0" cy="336"/>
            </a:xfrm>
            <a:prstGeom prst="line">
              <a:avLst/>
            </a:prstGeom>
            <a:noFill/>
            <a:ln w="317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553" name="Text Box 425"/>
          <p:cNvSpPr txBox="1">
            <a:spLocks noChangeArrowheads="1"/>
          </p:cNvSpPr>
          <p:nvPr/>
        </p:nvSpPr>
        <p:spPr bwMode="auto">
          <a:xfrm>
            <a:off x="381000" y="6172200"/>
            <a:ext cx="594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还需</a:t>
            </a:r>
            <a:r>
              <a:rPr lang="en-US" altLang="zh-CN" sz="2400" b="1">
                <a:solidFill>
                  <a:srgbClr val="FF3300"/>
                </a:solidFill>
              </a:rPr>
              <a:t>2</a:t>
            </a:r>
            <a:r>
              <a:rPr lang="zh-CN" altLang="en-US" sz="2400" b="1"/>
              <a:t>个</a:t>
            </a:r>
            <a:r>
              <a:rPr lang="zh-CN" altLang="en-US" sz="2400" b="1">
                <a:solidFill>
                  <a:schemeClr val="accent2"/>
                </a:solidFill>
              </a:rPr>
              <a:t>边界条件</a:t>
            </a:r>
            <a:r>
              <a:rPr lang="en-US" altLang="zh-CN" sz="2400" b="1">
                <a:solidFill>
                  <a:srgbClr val="FF3300"/>
                </a:solidFill>
              </a:rPr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charset="0"/>
              </a:rPr>
              <a:t>/* boundary conditions */</a:t>
            </a:r>
          </a:p>
        </p:txBody>
      </p:sp>
    </p:spTree>
    <p:extLst>
      <p:ext uri="{BB962C8B-B14F-4D97-AF65-F5344CB8AC3E}">
        <p14:creationId xmlns:p14="http://schemas.microsoft.com/office/powerpoint/2010/main" val="379412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82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82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2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2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2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2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2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3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8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8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8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8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485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85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8" dur="500"/>
                                        <p:tgtEl>
                                          <p:spTgt spid="485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85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85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85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85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485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8" dur="500"/>
                                        <p:tgtEl>
                                          <p:spTgt spid="485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85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14" grpId="0" autoUpdateAnimBg="0"/>
      <p:bldP spid="48215" grpId="0" autoUpdateAnimBg="0"/>
      <p:bldP spid="48216" grpId="0" autoUpdateAnimBg="0"/>
      <p:bldP spid="48275" grpId="0" autoUpdateAnimBg="0"/>
      <p:bldP spid="48341" grpId="0" animBg="1"/>
      <p:bldP spid="48342" grpId="0" animBg="1"/>
      <p:bldP spid="48540" grpId="0" autoUpdateAnimBg="0"/>
      <p:bldP spid="48541" grpId="0" autoUpdateAnimBg="0"/>
      <p:bldP spid="48542" grpId="0" autoUpdateAnimBg="0"/>
      <p:bldP spid="48544" grpId="0" autoUpdateAnimBg="0"/>
      <p:bldP spid="48545" grpId="0" autoUpdateAnimBg="0"/>
      <p:bldP spid="48546" grpId="0" autoUpdateAnimBg="0"/>
      <p:bldP spid="48553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6858000" y="0"/>
            <a:ext cx="2286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zh-CN" sz="1800" b="1">
                <a:cs typeface="宋体" charset="0"/>
              </a:rPr>
              <a:t>§5  Cubic  Spline</a:t>
            </a: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381000" y="228600"/>
            <a:ext cx="845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008000"/>
                </a:solidFill>
                <a:sym typeface="Wingdings" charset="0"/>
              </a:rPr>
              <a:t></a:t>
            </a:r>
            <a:r>
              <a:rPr lang="en-US" altLang="zh-CN" b="1">
                <a:sym typeface="Wingdings" charset="0"/>
              </a:rPr>
              <a:t> </a:t>
            </a:r>
            <a:r>
              <a:rPr lang="zh-CN" altLang="en-US" sz="2400" b="1">
                <a:sym typeface="Wingdings" charset="0"/>
              </a:rPr>
              <a:t>第</a:t>
            </a:r>
            <a:r>
              <a:rPr lang="en-US" altLang="zh-CN" sz="2400" b="1">
                <a:solidFill>
                  <a:schemeClr val="accent2"/>
                </a:solidFill>
                <a:sym typeface="Wingdings" charset="0"/>
              </a:rPr>
              <a:t>1</a:t>
            </a:r>
            <a:r>
              <a:rPr lang="zh-CN" altLang="en-US" sz="2400" b="1">
                <a:sym typeface="Wingdings" charset="0"/>
              </a:rPr>
              <a:t>类边条件</a:t>
            </a:r>
            <a:r>
              <a:rPr lang="en-US" altLang="zh-CN" sz="2000" b="1"/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charset="0"/>
              </a:rPr>
              <a:t>/* clamped boundary */</a:t>
            </a:r>
            <a:r>
              <a:rPr lang="zh-CN" altLang="en-US" sz="2400" b="1">
                <a:sym typeface="Wingdings" charset="0"/>
              </a:rPr>
              <a:t>：</a:t>
            </a:r>
            <a:r>
              <a:rPr lang="en-US" altLang="zh-CN" sz="2400" b="1">
                <a:sym typeface="Wingdings" charset="0"/>
              </a:rPr>
              <a:t> </a:t>
            </a:r>
            <a:r>
              <a:rPr lang="en-US" altLang="zh-CN" sz="2000" b="1" i="1">
                <a:solidFill>
                  <a:srgbClr val="FF3300"/>
                </a:solidFill>
              </a:rPr>
              <a:t>S</a:t>
            </a:r>
            <a:r>
              <a:rPr lang="zh-CN" altLang="en-US" sz="2000" b="1" i="1">
                <a:solidFill>
                  <a:srgbClr val="FF3300"/>
                </a:solidFill>
              </a:rPr>
              <a:t>’</a:t>
            </a:r>
            <a:r>
              <a:rPr lang="en-US" altLang="zh-CN" sz="2000" b="1"/>
              <a:t>(</a:t>
            </a:r>
            <a:r>
              <a:rPr lang="en-US" altLang="zh-CN" sz="2000" b="1" i="1">
                <a:solidFill>
                  <a:schemeClr val="accent2"/>
                </a:solidFill>
              </a:rPr>
              <a:t>a</a:t>
            </a:r>
            <a:r>
              <a:rPr lang="en-US" altLang="zh-CN" sz="2000" b="1"/>
              <a:t>) = </a:t>
            </a:r>
            <a:r>
              <a:rPr lang="en-US" altLang="zh-CN" sz="2000" b="1" i="1">
                <a:solidFill>
                  <a:schemeClr val="accent2"/>
                </a:solidFill>
              </a:rPr>
              <a:t>y</a:t>
            </a:r>
            <a:r>
              <a:rPr lang="en-US" altLang="zh-CN" sz="2000" b="1" baseline="-25000">
                <a:solidFill>
                  <a:schemeClr val="accent2"/>
                </a:solidFill>
              </a:rPr>
              <a:t>0</a:t>
            </a:r>
            <a:r>
              <a:rPr lang="zh-CN" altLang="en-US" sz="2000" b="1" i="1">
                <a:solidFill>
                  <a:schemeClr val="accent2"/>
                </a:solidFill>
              </a:rPr>
              <a:t>’</a:t>
            </a:r>
            <a:r>
              <a:rPr lang="zh-CN" altLang="en-US" sz="2000" b="1"/>
              <a:t>，</a:t>
            </a:r>
            <a:r>
              <a:rPr lang="en-US" altLang="zh-CN" sz="2000" b="1"/>
              <a:t> </a:t>
            </a:r>
            <a:r>
              <a:rPr lang="en-US" altLang="zh-CN" sz="2000" b="1" i="1">
                <a:solidFill>
                  <a:srgbClr val="FF3300"/>
                </a:solidFill>
              </a:rPr>
              <a:t>S</a:t>
            </a:r>
            <a:r>
              <a:rPr lang="zh-CN" altLang="en-US" sz="2000" b="1" i="1">
                <a:solidFill>
                  <a:srgbClr val="FF3300"/>
                </a:solidFill>
              </a:rPr>
              <a:t>’</a:t>
            </a:r>
            <a:r>
              <a:rPr lang="en-US" altLang="zh-CN" sz="2000" b="1"/>
              <a:t>(</a:t>
            </a:r>
            <a:r>
              <a:rPr lang="en-US" altLang="zh-CN" sz="2000" b="1" i="1">
                <a:solidFill>
                  <a:schemeClr val="accent2"/>
                </a:solidFill>
              </a:rPr>
              <a:t>b</a:t>
            </a:r>
            <a:r>
              <a:rPr lang="en-US" altLang="zh-CN" sz="2000" b="1"/>
              <a:t>) = </a:t>
            </a:r>
            <a:r>
              <a:rPr lang="en-US" altLang="zh-CN" sz="2000" b="1" i="1">
                <a:solidFill>
                  <a:schemeClr val="accent2"/>
                </a:solidFill>
              </a:rPr>
              <a:t>y</a:t>
            </a:r>
            <a:r>
              <a:rPr lang="en-US" altLang="zh-CN" sz="2000" b="1" i="1" baseline="-25000">
                <a:solidFill>
                  <a:schemeClr val="accent2"/>
                </a:solidFill>
              </a:rPr>
              <a:t>n</a:t>
            </a:r>
            <a:r>
              <a:rPr lang="zh-CN" altLang="en-US" sz="2000" b="1" i="1">
                <a:solidFill>
                  <a:schemeClr val="accent2"/>
                </a:solidFill>
              </a:rPr>
              <a:t>’</a:t>
            </a:r>
            <a:endParaRPr lang="en-US" altLang="zh-CN" sz="2000" b="1" i="1">
              <a:solidFill>
                <a:schemeClr val="accent2"/>
              </a:solidFill>
            </a:endParaRPr>
          </a:p>
        </p:txBody>
      </p:sp>
      <p:grpSp>
        <p:nvGrpSpPr>
          <p:cNvPr id="49225" name="Group 73"/>
          <p:cNvGrpSpPr>
            <a:grpSpLocks/>
          </p:cNvGrpSpPr>
          <p:nvPr/>
        </p:nvGrpSpPr>
        <p:grpSpPr bwMode="auto">
          <a:xfrm>
            <a:off x="381000" y="762000"/>
            <a:ext cx="7246938" cy="715963"/>
            <a:chOff x="240" y="480"/>
            <a:chExt cx="4565" cy="451"/>
          </a:xfrm>
        </p:grpSpPr>
        <p:sp>
          <p:nvSpPr>
            <p:cNvPr id="49176" name="Text Box 24"/>
            <p:cNvSpPr txBox="1">
              <a:spLocks noChangeArrowheads="1"/>
            </p:cNvSpPr>
            <p:nvPr/>
          </p:nvSpPr>
          <p:spPr bwMode="auto">
            <a:xfrm>
              <a:off x="240" y="553"/>
              <a:ext cx="17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ym typeface="Symbol" charset="0"/>
                </a:rPr>
                <a:t>[</a:t>
              </a:r>
              <a:r>
                <a:rPr lang="en-US" altLang="zh-CN" sz="2000" b="1" i="1">
                  <a:solidFill>
                    <a:schemeClr val="accent2"/>
                  </a:solidFill>
                </a:rPr>
                <a:t>a </a:t>
              </a:r>
              <a:r>
                <a:rPr lang="en-US" altLang="zh-CN" sz="2000" b="1">
                  <a:sym typeface="Symbol" charset="0"/>
                </a:rPr>
                <a:t>, </a:t>
              </a:r>
              <a:r>
                <a:rPr lang="en-US" altLang="zh-CN" sz="2000" b="1" baseline="-25000">
                  <a:solidFill>
                    <a:schemeClr val="accent2"/>
                  </a:solidFill>
                  <a:sym typeface="Symbol" charset="0"/>
                </a:rPr>
                <a:t> </a:t>
              </a:r>
              <a:r>
                <a:rPr lang="en-US" altLang="zh-CN" sz="2000" b="1" i="1">
                  <a:solidFill>
                    <a:schemeClr val="accent2"/>
                  </a:solidFill>
                </a:rPr>
                <a:t>x</a:t>
              </a:r>
              <a:r>
                <a:rPr lang="en-US" altLang="zh-CN" sz="2000" b="1" baseline="-25000">
                  <a:solidFill>
                    <a:schemeClr val="accent2"/>
                  </a:solidFill>
                </a:rPr>
                <a:t>1</a:t>
              </a:r>
              <a:r>
                <a:rPr lang="en-US" altLang="zh-CN" sz="2000" b="1" baseline="-25000">
                  <a:solidFill>
                    <a:schemeClr val="accent2"/>
                  </a:solidFill>
                  <a:sym typeface="Symbol" charset="0"/>
                </a:rPr>
                <a:t> </a:t>
              </a:r>
              <a:r>
                <a:rPr lang="en-US" altLang="zh-CN" sz="2000" b="1">
                  <a:sym typeface="Symbol" charset="0"/>
                </a:rPr>
                <a:t>]:</a:t>
              </a:r>
              <a:r>
                <a:rPr lang="en-US" altLang="zh-CN" sz="2400" b="1">
                  <a:sym typeface="Symbol" charset="0"/>
                </a:rPr>
                <a:t> </a:t>
              </a:r>
              <a:r>
                <a:rPr lang="en-US" altLang="zh-CN" sz="2400" b="1" i="1">
                  <a:solidFill>
                    <a:srgbClr val="FF3300"/>
                  </a:solidFill>
                </a:rPr>
                <a:t>S</a:t>
              </a:r>
              <a:r>
                <a:rPr lang="en-US" altLang="zh-CN" sz="2400" b="1" baseline="30000">
                  <a:solidFill>
                    <a:schemeClr val="accent2"/>
                  </a:solidFill>
                </a:rPr>
                <a:t>[1]</a:t>
              </a:r>
              <a:r>
                <a:rPr lang="zh-CN" altLang="en-US" sz="2400" b="1" i="1">
                  <a:solidFill>
                    <a:srgbClr val="FF3300"/>
                  </a:solidFill>
                </a:rPr>
                <a:t>’</a:t>
              </a:r>
              <a:r>
                <a:rPr lang="en-US" altLang="zh-CN" sz="2400" b="1"/>
                <a:t>(</a:t>
              </a:r>
              <a:r>
                <a:rPr lang="en-US" altLang="zh-CN" sz="2400" b="1" i="1"/>
                <a:t>x</a:t>
              </a:r>
              <a:r>
                <a:rPr lang="en-US" altLang="zh-CN" sz="2400" b="1"/>
                <a:t>) =</a:t>
              </a:r>
            </a:p>
          </p:txBody>
        </p:sp>
        <p:grpSp>
          <p:nvGrpSpPr>
            <p:cNvPr id="49224" name="Group 72"/>
            <p:cNvGrpSpPr>
              <a:grpSpLocks/>
            </p:cNvGrpSpPr>
            <p:nvPr/>
          </p:nvGrpSpPr>
          <p:grpSpPr bwMode="auto">
            <a:xfrm>
              <a:off x="1632" y="480"/>
              <a:ext cx="3173" cy="451"/>
              <a:chOff x="1606" y="499"/>
              <a:chExt cx="3173" cy="451"/>
            </a:xfrm>
          </p:grpSpPr>
          <p:sp>
            <p:nvSpPr>
              <p:cNvPr id="49178" name="Line 26"/>
              <p:cNvSpPr>
                <a:spLocks noChangeShapeType="1"/>
              </p:cNvSpPr>
              <p:nvPr/>
            </p:nvSpPr>
            <p:spPr bwMode="auto">
              <a:xfrm>
                <a:off x="1935" y="731"/>
                <a:ext cx="534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179" name="Line 27"/>
              <p:cNvSpPr>
                <a:spLocks noChangeShapeType="1"/>
              </p:cNvSpPr>
              <p:nvPr/>
            </p:nvSpPr>
            <p:spPr bwMode="auto">
              <a:xfrm>
                <a:off x="2824" y="731"/>
                <a:ext cx="472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180" name="Line 28"/>
              <p:cNvSpPr>
                <a:spLocks noChangeShapeType="1"/>
              </p:cNvSpPr>
              <p:nvPr/>
            </p:nvSpPr>
            <p:spPr bwMode="auto">
              <a:xfrm>
                <a:off x="4094" y="731"/>
                <a:ext cx="544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181" name="Rectangle 29"/>
              <p:cNvSpPr>
                <a:spLocks noChangeArrowheads="1"/>
              </p:cNvSpPr>
              <p:nvPr/>
            </p:nvSpPr>
            <p:spPr bwMode="auto">
              <a:xfrm>
                <a:off x="4731" y="726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chemeClr val="accent2"/>
                    </a:solidFill>
                  </a:rPr>
                  <a:t>1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182" name="Rectangle 30"/>
              <p:cNvSpPr>
                <a:spLocks noChangeArrowheads="1"/>
              </p:cNvSpPr>
              <p:nvPr/>
            </p:nvSpPr>
            <p:spPr bwMode="auto">
              <a:xfrm>
                <a:off x="4575" y="620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FF3300"/>
                    </a:solidFill>
                  </a:rPr>
                  <a:t>0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9183" name="Rectangle 31"/>
              <p:cNvSpPr>
                <a:spLocks noChangeArrowheads="1"/>
              </p:cNvSpPr>
              <p:nvPr/>
            </p:nvSpPr>
            <p:spPr bwMode="auto">
              <a:xfrm>
                <a:off x="4246" y="620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FF3300"/>
                    </a:solidFill>
                  </a:rPr>
                  <a:t>1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9184" name="Rectangle 32"/>
              <p:cNvSpPr>
                <a:spLocks noChangeArrowheads="1"/>
              </p:cNvSpPr>
              <p:nvPr/>
            </p:nvSpPr>
            <p:spPr bwMode="auto">
              <a:xfrm>
                <a:off x="3867" y="726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chemeClr val="accent2"/>
                    </a:solidFill>
                  </a:rPr>
                  <a:t>1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185" name="Rectangle 33"/>
              <p:cNvSpPr>
                <a:spLocks noChangeArrowheads="1"/>
              </p:cNvSpPr>
              <p:nvPr/>
            </p:nvSpPr>
            <p:spPr bwMode="auto">
              <a:xfrm>
                <a:off x="3673" y="726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chemeClr val="accent2"/>
                    </a:solidFill>
                  </a:rPr>
                  <a:t>0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186" name="Rectangle 34"/>
              <p:cNvSpPr>
                <a:spLocks noChangeArrowheads="1"/>
              </p:cNvSpPr>
              <p:nvPr/>
            </p:nvSpPr>
            <p:spPr bwMode="auto">
              <a:xfrm>
                <a:off x="3106" y="835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chemeClr val="accent2"/>
                    </a:solidFill>
                  </a:rPr>
                  <a:t>1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187" name="Rectangle 35"/>
              <p:cNvSpPr>
                <a:spLocks noChangeArrowheads="1"/>
              </p:cNvSpPr>
              <p:nvPr/>
            </p:nvSpPr>
            <p:spPr bwMode="auto">
              <a:xfrm>
                <a:off x="3233" y="510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000000"/>
                    </a:solidFill>
                  </a:rPr>
                  <a:t>2</a:t>
                </a:r>
                <a:endParaRPr lang="en-US" altLang="zh-CN"/>
              </a:p>
            </p:txBody>
          </p:sp>
          <p:sp>
            <p:nvSpPr>
              <p:cNvPr id="49188" name="Rectangle 36"/>
              <p:cNvSpPr>
                <a:spLocks noChangeArrowheads="1"/>
              </p:cNvSpPr>
              <p:nvPr/>
            </p:nvSpPr>
            <p:spPr bwMode="auto">
              <a:xfrm>
                <a:off x="2748" y="726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FF3300"/>
                    </a:solidFill>
                  </a:rPr>
                  <a:t>1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9189" name="Rectangle 37"/>
              <p:cNvSpPr>
                <a:spLocks noChangeArrowheads="1"/>
              </p:cNvSpPr>
              <p:nvPr/>
            </p:nvSpPr>
            <p:spPr bwMode="auto">
              <a:xfrm>
                <a:off x="2248" y="835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chemeClr val="accent2"/>
                    </a:solidFill>
                  </a:rPr>
                  <a:t>1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190" name="Rectangle 38"/>
              <p:cNvSpPr>
                <a:spLocks noChangeArrowheads="1"/>
              </p:cNvSpPr>
              <p:nvPr/>
            </p:nvSpPr>
            <p:spPr bwMode="auto">
              <a:xfrm>
                <a:off x="2406" y="504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000000"/>
                    </a:solidFill>
                  </a:rPr>
                  <a:t>2</a:t>
                </a:r>
                <a:endParaRPr lang="en-US" altLang="zh-CN"/>
              </a:p>
            </p:txBody>
          </p:sp>
          <p:sp>
            <p:nvSpPr>
              <p:cNvPr id="49191" name="Rectangle 39"/>
              <p:cNvSpPr>
                <a:spLocks noChangeArrowheads="1"/>
              </p:cNvSpPr>
              <p:nvPr/>
            </p:nvSpPr>
            <p:spPr bwMode="auto">
              <a:xfrm>
                <a:off x="2077" y="621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chemeClr val="accent2"/>
                    </a:solidFill>
                  </a:rPr>
                  <a:t>1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192" name="Rectangle 40"/>
              <p:cNvSpPr>
                <a:spLocks noChangeArrowheads="1"/>
              </p:cNvSpPr>
              <p:nvPr/>
            </p:nvSpPr>
            <p:spPr bwMode="auto">
              <a:xfrm>
                <a:off x="1857" y="726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FF3300"/>
                    </a:solidFill>
                  </a:rPr>
                  <a:t>0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9193" name="Rectangle 41"/>
              <p:cNvSpPr>
                <a:spLocks noChangeArrowheads="1"/>
              </p:cNvSpPr>
              <p:nvPr/>
            </p:nvSpPr>
            <p:spPr bwMode="auto">
              <a:xfrm>
                <a:off x="4331" y="73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chemeClr val="accent2"/>
                    </a:solidFill>
                  </a:rPr>
                  <a:t>6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194" name="Rectangle 42"/>
              <p:cNvSpPr>
                <a:spLocks noChangeArrowheads="1"/>
              </p:cNvSpPr>
              <p:nvPr/>
            </p:nvSpPr>
            <p:spPr bwMode="auto">
              <a:xfrm>
                <a:off x="3923" y="624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]</a:t>
                </a:r>
                <a:endParaRPr lang="en-US" altLang="zh-CN"/>
              </a:p>
            </p:txBody>
          </p:sp>
          <p:sp>
            <p:nvSpPr>
              <p:cNvPr id="49195" name="Rectangle 43"/>
              <p:cNvSpPr>
                <a:spLocks noChangeArrowheads="1"/>
              </p:cNvSpPr>
              <p:nvPr/>
            </p:nvSpPr>
            <p:spPr bwMode="auto">
              <a:xfrm>
                <a:off x="3731" y="624"/>
                <a:ext cx="4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chemeClr val="accent2"/>
                    </a:solidFill>
                  </a:rPr>
                  <a:t>,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196" name="Rectangle 44"/>
              <p:cNvSpPr>
                <a:spLocks noChangeArrowheads="1"/>
              </p:cNvSpPr>
              <p:nvPr/>
            </p:nvSpPr>
            <p:spPr bwMode="auto">
              <a:xfrm>
                <a:off x="3534" y="624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[</a:t>
                </a:r>
                <a:endParaRPr lang="en-US" altLang="zh-CN"/>
              </a:p>
            </p:txBody>
          </p:sp>
          <p:sp>
            <p:nvSpPr>
              <p:cNvPr id="49197" name="Rectangle 45"/>
              <p:cNvSpPr>
                <a:spLocks noChangeArrowheads="1"/>
              </p:cNvSpPr>
              <p:nvPr/>
            </p:nvSpPr>
            <p:spPr bwMode="auto">
              <a:xfrm>
                <a:off x="2964" y="73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chemeClr val="accent2"/>
                    </a:solidFill>
                  </a:rPr>
                  <a:t>2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198" name="Rectangle 46"/>
              <p:cNvSpPr>
                <a:spLocks noChangeArrowheads="1"/>
              </p:cNvSpPr>
              <p:nvPr/>
            </p:nvSpPr>
            <p:spPr bwMode="auto">
              <a:xfrm>
                <a:off x="3180" y="524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)</a:t>
                </a:r>
                <a:endParaRPr lang="en-US" altLang="zh-CN"/>
              </a:p>
            </p:txBody>
          </p:sp>
          <p:sp>
            <p:nvSpPr>
              <p:cNvPr id="49199" name="Rectangle 47"/>
              <p:cNvSpPr>
                <a:spLocks noChangeArrowheads="1"/>
              </p:cNvSpPr>
              <p:nvPr/>
            </p:nvSpPr>
            <p:spPr bwMode="auto">
              <a:xfrm>
                <a:off x="2829" y="524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(</a:t>
                </a:r>
                <a:endParaRPr lang="en-US" altLang="zh-CN"/>
              </a:p>
            </p:txBody>
          </p:sp>
          <p:sp>
            <p:nvSpPr>
              <p:cNvPr id="49200" name="Rectangle 48"/>
              <p:cNvSpPr>
                <a:spLocks noChangeArrowheads="1"/>
              </p:cNvSpPr>
              <p:nvPr/>
            </p:nvSpPr>
            <p:spPr bwMode="auto">
              <a:xfrm>
                <a:off x="2106" y="73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chemeClr val="accent2"/>
                    </a:solidFill>
                  </a:rPr>
                  <a:t>2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01" name="Rectangle 49"/>
              <p:cNvSpPr>
                <a:spLocks noChangeArrowheads="1"/>
              </p:cNvSpPr>
              <p:nvPr/>
            </p:nvSpPr>
            <p:spPr bwMode="auto">
              <a:xfrm>
                <a:off x="2353" y="519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)</a:t>
                </a:r>
                <a:endParaRPr lang="en-US" altLang="zh-CN"/>
              </a:p>
            </p:txBody>
          </p:sp>
          <p:sp>
            <p:nvSpPr>
              <p:cNvPr id="49202" name="Rectangle 50"/>
              <p:cNvSpPr>
                <a:spLocks noChangeArrowheads="1"/>
              </p:cNvSpPr>
              <p:nvPr/>
            </p:nvSpPr>
            <p:spPr bwMode="auto">
              <a:xfrm>
                <a:off x="1941" y="519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</a:rPr>
                  <a:t>(</a:t>
                </a:r>
                <a:endParaRPr lang="en-US" altLang="zh-CN"/>
              </a:p>
            </p:txBody>
          </p:sp>
          <p:sp>
            <p:nvSpPr>
              <p:cNvPr id="49203" name="Rectangle 51"/>
              <p:cNvSpPr>
                <a:spLocks noChangeArrowheads="1"/>
              </p:cNvSpPr>
              <p:nvPr/>
            </p:nvSpPr>
            <p:spPr bwMode="auto">
              <a:xfrm>
                <a:off x="4663" y="624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chemeClr val="accent2"/>
                    </a:solidFill>
                  </a:rPr>
                  <a:t>h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04" name="Rectangle 52"/>
              <p:cNvSpPr>
                <a:spLocks noChangeArrowheads="1"/>
              </p:cNvSpPr>
              <p:nvPr/>
            </p:nvSpPr>
            <p:spPr bwMode="auto">
              <a:xfrm>
                <a:off x="4436" y="518"/>
                <a:ext cx="149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FF3300"/>
                    </a:solidFill>
                  </a:rPr>
                  <a:t>M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9205" name="Rectangle 53"/>
              <p:cNvSpPr>
                <a:spLocks noChangeArrowheads="1"/>
              </p:cNvSpPr>
              <p:nvPr/>
            </p:nvSpPr>
            <p:spPr bwMode="auto">
              <a:xfrm>
                <a:off x="4110" y="518"/>
                <a:ext cx="149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FF3300"/>
                    </a:solidFill>
                  </a:rPr>
                  <a:t>M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9206" name="Rectangle 54"/>
              <p:cNvSpPr>
                <a:spLocks noChangeArrowheads="1"/>
              </p:cNvSpPr>
              <p:nvPr/>
            </p:nvSpPr>
            <p:spPr bwMode="auto">
              <a:xfrm>
                <a:off x="3796" y="62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chemeClr val="accent2"/>
                    </a:solidFill>
                  </a:rPr>
                  <a:t>x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07" name="Rectangle 55"/>
              <p:cNvSpPr>
                <a:spLocks noChangeArrowheads="1"/>
              </p:cNvSpPr>
              <p:nvPr/>
            </p:nvSpPr>
            <p:spPr bwMode="auto">
              <a:xfrm>
                <a:off x="3597" y="62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chemeClr val="accent2"/>
                    </a:solidFill>
                  </a:rPr>
                  <a:t>x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08" name="Rectangle 56"/>
              <p:cNvSpPr>
                <a:spLocks noChangeArrowheads="1"/>
              </p:cNvSpPr>
              <p:nvPr/>
            </p:nvSpPr>
            <p:spPr bwMode="auto">
              <a:xfrm>
                <a:off x="3462" y="624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</a:rPr>
                  <a:t>f</a:t>
                </a:r>
                <a:endParaRPr lang="en-US" altLang="zh-CN"/>
              </a:p>
            </p:txBody>
          </p:sp>
          <p:sp>
            <p:nvSpPr>
              <p:cNvPr id="49209" name="Rectangle 57"/>
              <p:cNvSpPr>
                <a:spLocks noChangeArrowheads="1"/>
              </p:cNvSpPr>
              <p:nvPr/>
            </p:nvSpPr>
            <p:spPr bwMode="auto">
              <a:xfrm>
                <a:off x="3038" y="734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chemeClr val="accent2"/>
                    </a:solidFill>
                  </a:rPr>
                  <a:t>h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10" name="Rectangle 58"/>
              <p:cNvSpPr>
                <a:spLocks noChangeArrowheads="1"/>
              </p:cNvSpPr>
              <p:nvPr/>
            </p:nvSpPr>
            <p:spPr bwMode="auto">
              <a:xfrm>
                <a:off x="3099" y="52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chemeClr val="accent2"/>
                    </a:solidFill>
                  </a:rPr>
                  <a:t>a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11" name="Rectangle 59"/>
              <p:cNvSpPr>
                <a:spLocks noChangeArrowheads="1"/>
              </p:cNvSpPr>
              <p:nvPr/>
            </p:nvSpPr>
            <p:spPr bwMode="auto">
              <a:xfrm>
                <a:off x="2895" y="52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</a:rPr>
                  <a:t>x</a:t>
                </a:r>
                <a:endParaRPr lang="en-US" altLang="zh-CN"/>
              </a:p>
            </p:txBody>
          </p:sp>
          <p:sp>
            <p:nvSpPr>
              <p:cNvPr id="49212" name="Rectangle 60"/>
              <p:cNvSpPr>
                <a:spLocks noChangeArrowheads="1"/>
              </p:cNvSpPr>
              <p:nvPr/>
            </p:nvSpPr>
            <p:spPr bwMode="auto">
              <a:xfrm>
                <a:off x="2613" y="624"/>
                <a:ext cx="149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FF3300"/>
                    </a:solidFill>
                  </a:rPr>
                  <a:t>M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9213" name="Rectangle 61"/>
              <p:cNvSpPr>
                <a:spLocks noChangeArrowheads="1"/>
              </p:cNvSpPr>
              <p:nvPr/>
            </p:nvSpPr>
            <p:spPr bwMode="auto">
              <a:xfrm>
                <a:off x="2180" y="734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chemeClr val="accent2"/>
                    </a:solidFill>
                  </a:rPr>
                  <a:t>h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14" name="Rectangle 62"/>
              <p:cNvSpPr>
                <a:spLocks noChangeArrowheads="1"/>
              </p:cNvSpPr>
              <p:nvPr/>
            </p:nvSpPr>
            <p:spPr bwMode="auto">
              <a:xfrm>
                <a:off x="2272" y="519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000000"/>
                    </a:solidFill>
                  </a:rPr>
                  <a:t>x</a:t>
                </a:r>
                <a:endParaRPr lang="en-US" altLang="zh-CN"/>
              </a:p>
            </p:txBody>
          </p:sp>
          <p:sp>
            <p:nvSpPr>
              <p:cNvPr id="49215" name="Rectangle 63"/>
              <p:cNvSpPr>
                <a:spLocks noChangeArrowheads="1"/>
              </p:cNvSpPr>
              <p:nvPr/>
            </p:nvSpPr>
            <p:spPr bwMode="auto">
              <a:xfrm>
                <a:off x="2006" y="519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chemeClr val="accent2"/>
                    </a:solidFill>
                  </a:rPr>
                  <a:t>x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16" name="Rectangle 64"/>
              <p:cNvSpPr>
                <a:spLocks noChangeArrowheads="1"/>
              </p:cNvSpPr>
              <p:nvPr/>
            </p:nvSpPr>
            <p:spPr bwMode="auto">
              <a:xfrm>
                <a:off x="1718" y="624"/>
                <a:ext cx="149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FF3300"/>
                    </a:solidFill>
                  </a:rPr>
                  <a:t>M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9217" name="Rectangle 65"/>
              <p:cNvSpPr>
                <a:spLocks noChangeArrowheads="1"/>
              </p:cNvSpPr>
              <p:nvPr/>
            </p:nvSpPr>
            <p:spPr bwMode="auto">
              <a:xfrm>
                <a:off x="4323" y="499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latin typeface="Symbol" charset="0"/>
                  </a:rPr>
                  <a:t>-</a:t>
                </a:r>
                <a:endParaRPr lang="en-US" altLang="zh-CN"/>
              </a:p>
            </p:txBody>
          </p:sp>
          <p:sp>
            <p:nvSpPr>
              <p:cNvPr id="49218" name="Rectangle 66"/>
              <p:cNvSpPr>
                <a:spLocks noChangeArrowheads="1"/>
              </p:cNvSpPr>
              <p:nvPr/>
            </p:nvSpPr>
            <p:spPr bwMode="auto">
              <a:xfrm>
                <a:off x="3986" y="605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  <a:latin typeface="Symbol" charset="0"/>
                  </a:rPr>
                  <a:t>-</a:t>
                </a:r>
                <a:endParaRPr lang="en-US" altLang="zh-CN"/>
              </a:p>
            </p:txBody>
          </p:sp>
          <p:sp>
            <p:nvSpPr>
              <p:cNvPr id="49219" name="Rectangle 67"/>
              <p:cNvSpPr>
                <a:spLocks noChangeArrowheads="1"/>
              </p:cNvSpPr>
              <p:nvPr/>
            </p:nvSpPr>
            <p:spPr bwMode="auto">
              <a:xfrm>
                <a:off x="3325" y="605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  <a:latin typeface="Symbol" charset="0"/>
                  </a:rPr>
                  <a:t>+</a:t>
                </a:r>
                <a:endParaRPr lang="en-US" altLang="zh-CN"/>
              </a:p>
            </p:txBody>
          </p:sp>
          <p:sp>
            <p:nvSpPr>
              <p:cNvPr id="49220" name="Rectangle 68"/>
              <p:cNvSpPr>
                <a:spLocks noChangeArrowheads="1"/>
              </p:cNvSpPr>
              <p:nvPr/>
            </p:nvSpPr>
            <p:spPr bwMode="auto">
              <a:xfrm>
                <a:off x="2996" y="505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  <a:latin typeface="Symbol" charset="0"/>
                  </a:rPr>
                  <a:t>-</a:t>
                </a:r>
                <a:endParaRPr lang="en-US" altLang="zh-CN"/>
              </a:p>
            </p:txBody>
          </p:sp>
          <p:sp>
            <p:nvSpPr>
              <p:cNvPr id="49221" name="Rectangle 69"/>
              <p:cNvSpPr>
                <a:spLocks noChangeArrowheads="1"/>
              </p:cNvSpPr>
              <p:nvPr/>
            </p:nvSpPr>
            <p:spPr bwMode="auto">
              <a:xfrm>
                <a:off x="2499" y="605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  <a:latin typeface="Symbol" charset="0"/>
                  </a:rPr>
                  <a:t>+</a:t>
                </a:r>
                <a:endParaRPr lang="en-US" altLang="zh-CN"/>
              </a:p>
            </p:txBody>
          </p:sp>
          <p:sp>
            <p:nvSpPr>
              <p:cNvPr id="49222" name="Rectangle 70"/>
              <p:cNvSpPr>
                <a:spLocks noChangeArrowheads="1"/>
              </p:cNvSpPr>
              <p:nvPr/>
            </p:nvSpPr>
            <p:spPr bwMode="auto">
              <a:xfrm>
                <a:off x="2155" y="500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  <a:latin typeface="Symbol" charset="0"/>
                  </a:rPr>
                  <a:t>-</a:t>
                </a:r>
                <a:endParaRPr lang="en-US" altLang="zh-CN"/>
              </a:p>
            </p:txBody>
          </p:sp>
          <p:sp>
            <p:nvSpPr>
              <p:cNvPr id="49223" name="Rectangle 71"/>
              <p:cNvSpPr>
                <a:spLocks noChangeArrowheads="1"/>
              </p:cNvSpPr>
              <p:nvPr/>
            </p:nvSpPr>
            <p:spPr bwMode="auto">
              <a:xfrm>
                <a:off x="1606" y="605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  <a:latin typeface="Symbol" charset="0"/>
                  </a:rPr>
                  <a:t>-</a:t>
                </a:r>
                <a:endParaRPr lang="en-US" altLang="zh-CN"/>
              </a:p>
            </p:txBody>
          </p:sp>
        </p:grpSp>
      </p:grpSp>
      <p:grpSp>
        <p:nvGrpSpPr>
          <p:cNvPr id="49288" name="Group 136"/>
          <p:cNvGrpSpPr>
            <a:grpSpLocks/>
          </p:cNvGrpSpPr>
          <p:nvPr/>
        </p:nvGrpSpPr>
        <p:grpSpPr bwMode="auto">
          <a:xfrm>
            <a:off x="3124200" y="1447800"/>
            <a:ext cx="5359400" cy="1239838"/>
            <a:chOff x="384" y="1111"/>
            <a:chExt cx="3376" cy="781"/>
          </a:xfrm>
        </p:grpSpPr>
        <p:grpSp>
          <p:nvGrpSpPr>
            <p:cNvPr id="49254" name="Group 102"/>
            <p:cNvGrpSpPr>
              <a:grpSpLocks/>
            </p:cNvGrpSpPr>
            <p:nvPr/>
          </p:nvGrpSpPr>
          <p:grpSpPr bwMode="auto">
            <a:xfrm>
              <a:off x="937" y="1111"/>
              <a:ext cx="2396" cy="391"/>
              <a:chOff x="937" y="1111"/>
              <a:chExt cx="2396" cy="391"/>
            </a:xfrm>
          </p:grpSpPr>
          <p:sp>
            <p:nvSpPr>
              <p:cNvPr id="49227" name="Line 75"/>
              <p:cNvSpPr>
                <a:spLocks noChangeShapeType="1"/>
              </p:cNvSpPr>
              <p:nvPr/>
            </p:nvSpPr>
            <p:spPr bwMode="auto">
              <a:xfrm>
                <a:off x="1802" y="1285"/>
                <a:ext cx="159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28" name="Rectangle 76"/>
              <p:cNvSpPr>
                <a:spLocks noChangeArrowheads="1"/>
              </p:cNvSpPr>
              <p:nvPr/>
            </p:nvSpPr>
            <p:spPr bwMode="auto">
              <a:xfrm>
                <a:off x="3285" y="1280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chemeClr val="accent2"/>
                    </a:solidFill>
                  </a:rPr>
                  <a:t>0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30" name="Rectangle 78"/>
              <p:cNvSpPr>
                <a:spLocks noChangeArrowheads="1"/>
              </p:cNvSpPr>
              <p:nvPr/>
            </p:nvSpPr>
            <p:spPr bwMode="auto">
              <a:xfrm>
                <a:off x="2544" y="1280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chemeClr val="accent2"/>
                    </a:solidFill>
                  </a:rPr>
                  <a:t>1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31" name="Rectangle 79"/>
              <p:cNvSpPr>
                <a:spLocks noChangeArrowheads="1"/>
              </p:cNvSpPr>
              <p:nvPr/>
            </p:nvSpPr>
            <p:spPr bwMode="auto">
              <a:xfrm>
                <a:off x="2320" y="1280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chemeClr val="accent2"/>
                    </a:solidFill>
                  </a:rPr>
                  <a:t>0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32" name="Rectangle 80"/>
              <p:cNvSpPr>
                <a:spLocks noChangeArrowheads="1"/>
              </p:cNvSpPr>
              <p:nvPr/>
            </p:nvSpPr>
            <p:spPr bwMode="auto">
              <a:xfrm>
                <a:off x="1891" y="1387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chemeClr val="accent2"/>
                    </a:solidFill>
                  </a:rPr>
                  <a:t>1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33" name="Rectangle 81"/>
              <p:cNvSpPr>
                <a:spLocks noChangeArrowheads="1"/>
              </p:cNvSpPr>
              <p:nvPr/>
            </p:nvSpPr>
            <p:spPr bwMode="auto">
              <a:xfrm>
                <a:off x="1568" y="1280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FF3300"/>
                    </a:solidFill>
                  </a:rPr>
                  <a:t>1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9234" name="Rectangle 82"/>
              <p:cNvSpPr>
                <a:spLocks noChangeArrowheads="1"/>
              </p:cNvSpPr>
              <p:nvPr/>
            </p:nvSpPr>
            <p:spPr bwMode="auto">
              <a:xfrm>
                <a:off x="1189" y="1280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FF3300"/>
                    </a:solidFill>
                  </a:rPr>
                  <a:t>0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9235" name="Rectangle 83"/>
              <p:cNvSpPr>
                <a:spLocks noChangeArrowheads="1"/>
              </p:cNvSpPr>
              <p:nvPr/>
            </p:nvSpPr>
            <p:spPr bwMode="auto">
              <a:xfrm>
                <a:off x="2967" y="1181"/>
                <a:ext cx="5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>
                    <a:solidFill>
                      <a:schemeClr val="accent2"/>
                    </a:solidFill>
                  </a:rPr>
                  <a:t>)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36" name="Rectangle 84"/>
              <p:cNvSpPr>
                <a:spLocks noChangeArrowheads="1"/>
              </p:cNvSpPr>
              <p:nvPr/>
            </p:nvSpPr>
            <p:spPr bwMode="auto">
              <a:xfrm>
                <a:off x="2607" y="1181"/>
                <a:ext cx="5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>
                    <a:solidFill>
                      <a:schemeClr val="accent2"/>
                    </a:solidFill>
                  </a:rPr>
                  <a:t>]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37" name="Rectangle 85"/>
              <p:cNvSpPr>
                <a:spLocks noChangeArrowheads="1"/>
              </p:cNvSpPr>
              <p:nvPr/>
            </p:nvSpPr>
            <p:spPr bwMode="auto">
              <a:xfrm>
                <a:off x="2387" y="1181"/>
                <a:ext cx="4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>
                    <a:solidFill>
                      <a:schemeClr val="accent2"/>
                    </a:solidFill>
                  </a:rPr>
                  <a:t>,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38" name="Rectangle 86"/>
              <p:cNvSpPr>
                <a:spLocks noChangeArrowheads="1"/>
              </p:cNvSpPr>
              <p:nvPr/>
            </p:nvSpPr>
            <p:spPr bwMode="auto">
              <a:xfrm>
                <a:off x="2162" y="1181"/>
                <a:ext cx="5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>
                    <a:solidFill>
                      <a:schemeClr val="accent2"/>
                    </a:solidFill>
                  </a:rPr>
                  <a:t>[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39" name="Rectangle 87"/>
              <p:cNvSpPr>
                <a:spLocks noChangeArrowheads="1"/>
              </p:cNvSpPr>
              <p:nvPr/>
            </p:nvSpPr>
            <p:spPr bwMode="auto">
              <a:xfrm>
                <a:off x="1984" y="1181"/>
                <a:ext cx="5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>
                    <a:solidFill>
                      <a:schemeClr val="accent2"/>
                    </a:solidFill>
                  </a:rPr>
                  <a:t>(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40" name="Rectangle 88"/>
              <p:cNvSpPr>
                <a:spLocks noChangeArrowheads="1"/>
              </p:cNvSpPr>
              <p:nvPr/>
            </p:nvSpPr>
            <p:spPr bwMode="auto">
              <a:xfrm>
                <a:off x="1841" y="1111"/>
                <a:ext cx="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>
                    <a:solidFill>
                      <a:schemeClr val="accent2"/>
                    </a:solidFill>
                  </a:rPr>
                  <a:t>6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41" name="Rectangle 89"/>
              <p:cNvSpPr>
                <a:spLocks noChangeArrowheads="1"/>
              </p:cNvSpPr>
              <p:nvPr/>
            </p:nvSpPr>
            <p:spPr bwMode="auto">
              <a:xfrm>
                <a:off x="937" y="1181"/>
                <a:ext cx="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>
                    <a:solidFill>
                      <a:schemeClr val="accent2"/>
                    </a:solidFill>
                  </a:rPr>
                  <a:t>2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42" name="Rectangle 90"/>
              <p:cNvSpPr>
                <a:spLocks noChangeArrowheads="1"/>
              </p:cNvSpPr>
              <p:nvPr/>
            </p:nvSpPr>
            <p:spPr bwMode="auto">
              <a:xfrm>
                <a:off x="3199" y="1181"/>
                <a:ext cx="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accent2"/>
                    </a:solidFill>
                  </a:rPr>
                  <a:t>g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43" name="Rectangle 91"/>
              <p:cNvSpPr>
                <a:spLocks noChangeArrowheads="1"/>
              </p:cNvSpPr>
              <p:nvPr/>
            </p:nvSpPr>
            <p:spPr bwMode="auto">
              <a:xfrm>
                <a:off x="2784" y="1200"/>
                <a:ext cx="17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accent2"/>
                    </a:solidFill>
                  </a:rPr>
                  <a:t>y</a:t>
                </a:r>
                <a:r>
                  <a:rPr lang="en-US" altLang="zh-CN" sz="2000" b="1" baseline="-25000">
                    <a:solidFill>
                      <a:schemeClr val="accent2"/>
                    </a:solidFill>
                  </a:rPr>
                  <a:t>0</a:t>
                </a:r>
                <a:r>
                  <a:rPr lang="zh-CN" altLang="en-US" sz="2000" b="1" i="1">
                    <a:solidFill>
                      <a:schemeClr val="accent2"/>
                    </a:solidFill>
                  </a:rPr>
                  <a:t>’</a:t>
                </a:r>
                <a:endParaRPr lang="en-US" altLang="zh-CN" sz="2000" b="1" i="1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44" name="Rectangle 92"/>
              <p:cNvSpPr>
                <a:spLocks noChangeArrowheads="1"/>
              </p:cNvSpPr>
              <p:nvPr/>
            </p:nvSpPr>
            <p:spPr bwMode="auto">
              <a:xfrm>
                <a:off x="2462" y="1181"/>
                <a:ext cx="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accent2"/>
                    </a:solidFill>
                  </a:rPr>
                  <a:t>x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45" name="Rectangle 93"/>
              <p:cNvSpPr>
                <a:spLocks noChangeArrowheads="1"/>
              </p:cNvSpPr>
              <p:nvPr/>
            </p:nvSpPr>
            <p:spPr bwMode="auto">
              <a:xfrm>
                <a:off x="2234" y="1181"/>
                <a:ext cx="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accent2"/>
                    </a:solidFill>
                  </a:rPr>
                  <a:t>x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46" name="Rectangle 94"/>
              <p:cNvSpPr>
                <a:spLocks noChangeArrowheads="1"/>
              </p:cNvSpPr>
              <p:nvPr/>
            </p:nvSpPr>
            <p:spPr bwMode="auto">
              <a:xfrm>
                <a:off x="2079" y="1181"/>
                <a:ext cx="5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accent2"/>
                    </a:solidFill>
                  </a:rPr>
                  <a:t>f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47" name="Rectangle 95"/>
              <p:cNvSpPr>
                <a:spLocks noChangeArrowheads="1"/>
              </p:cNvSpPr>
              <p:nvPr/>
            </p:nvSpPr>
            <p:spPr bwMode="auto">
              <a:xfrm>
                <a:off x="1813" y="1288"/>
                <a:ext cx="8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accent2"/>
                    </a:solidFill>
                  </a:rPr>
                  <a:t>h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48" name="Rectangle 96"/>
              <p:cNvSpPr>
                <a:spLocks noChangeArrowheads="1"/>
              </p:cNvSpPr>
              <p:nvPr/>
            </p:nvSpPr>
            <p:spPr bwMode="auto">
              <a:xfrm>
                <a:off x="1413" y="1181"/>
                <a:ext cx="14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 i="1">
                    <a:solidFill>
                      <a:srgbClr val="FF3300"/>
                    </a:solidFill>
                  </a:rPr>
                  <a:t>M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9249" name="Rectangle 97"/>
              <p:cNvSpPr>
                <a:spLocks noChangeArrowheads="1"/>
              </p:cNvSpPr>
              <p:nvPr/>
            </p:nvSpPr>
            <p:spPr bwMode="auto">
              <a:xfrm>
                <a:off x="1030" y="1181"/>
                <a:ext cx="14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 i="1">
                    <a:solidFill>
                      <a:srgbClr val="FF3300"/>
                    </a:solidFill>
                  </a:rPr>
                  <a:t>M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9250" name="Rectangle 98"/>
              <p:cNvSpPr>
                <a:spLocks noChangeArrowheads="1"/>
              </p:cNvSpPr>
              <p:nvPr/>
            </p:nvSpPr>
            <p:spPr bwMode="auto">
              <a:xfrm>
                <a:off x="3057" y="1162"/>
                <a:ext cx="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>
                    <a:solidFill>
                      <a:schemeClr val="accent2"/>
                    </a:solidFill>
                    <a:latin typeface="Symbol" charset="0"/>
                  </a:rPr>
                  <a:t>=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51" name="Rectangle 99"/>
              <p:cNvSpPr>
                <a:spLocks noChangeArrowheads="1"/>
              </p:cNvSpPr>
              <p:nvPr/>
            </p:nvSpPr>
            <p:spPr bwMode="auto">
              <a:xfrm>
                <a:off x="2680" y="1162"/>
                <a:ext cx="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>
                    <a:solidFill>
                      <a:schemeClr val="accent2"/>
                    </a:solidFill>
                    <a:latin typeface="Symbol" charset="0"/>
                  </a:rPr>
                  <a:t>-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52" name="Rectangle 100"/>
              <p:cNvSpPr>
                <a:spLocks noChangeArrowheads="1"/>
              </p:cNvSpPr>
              <p:nvPr/>
            </p:nvSpPr>
            <p:spPr bwMode="auto">
              <a:xfrm>
                <a:off x="1668" y="1162"/>
                <a:ext cx="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>
                    <a:solidFill>
                      <a:srgbClr val="000000"/>
                    </a:solidFill>
                    <a:latin typeface="Symbol" charset="0"/>
                  </a:rPr>
                  <a:t>=</a:t>
                </a:r>
                <a:endParaRPr lang="en-US" altLang="zh-CN"/>
              </a:p>
            </p:txBody>
          </p:sp>
          <p:sp>
            <p:nvSpPr>
              <p:cNvPr id="49253" name="Rectangle 101"/>
              <p:cNvSpPr>
                <a:spLocks noChangeArrowheads="1"/>
              </p:cNvSpPr>
              <p:nvPr/>
            </p:nvSpPr>
            <p:spPr bwMode="auto">
              <a:xfrm>
                <a:off x="1282" y="1162"/>
                <a:ext cx="8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>
                    <a:solidFill>
                      <a:srgbClr val="000000"/>
                    </a:solidFill>
                    <a:latin typeface="Symbol" charset="0"/>
                  </a:rPr>
                  <a:t>+</a:t>
                </a:r>
                <a:endParaRPr lang="en-US" altLang="zh-CN"/>
              </a:p>
            </p:txBody>
          </p:sp>
        </p:grpSp>
        <p:grpSp>
          <p:nvGrpSpPr>
            <p:cNvPr id="49285" name="Group 133"/>
            <p:cNvGrpSpPr>
              <a:grpSpLocks/>
            </p:cNvGrpSpPr>
            <p:nvPr/>
          </p:nvGrpSpPr>
          <p:grpSpPr bwMode="auto">
            <a:xfrm>
              <a:off x="912" y="1488"/>
              <a:ext cx="2848" cy="404"/>
              <a:chOff x="995" y="1759"/>
              <a:chExt cx="2848" cy="404"/>
            </a:xfrm>
          </p:grpSpPr>
          <p:sp>
            <p:nvSpPr>
              <p:cNvPr id="49256" name="Line 104"/>
              <p:cNvSpPr>
                <a:spLocks noChangeShapeType="1"/>
              </p:cNvSpPr>
              <p:nvPr/>
            </p:nvSpPr>
            <p:spPr bwMode="auto">
              <a:xfrm>
                <a:off x="2039" y="1940"/>
                <a:ext cx="184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57" name="Rectangle 105"/>
              <p:cNvSpPr>
                <a:spLocks noChangeArrowheads="1"/>
              </p:cNvSpPr>
              <p:nvPr/>
            </p:nvSpPr>
            <p:spPr bwMode="auto">
              <a:xfrm>
                <a:off x="3790" y="1928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chemeClr val="accent2"/>
                    </a:solidFill>
                  </a:rPr>
                  <a:t>n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58" name="Rectangle 106"/>
              <p:cNvSpPr>
                <a:spLocks noChangeArrowheads="1"/>
              </p:cNvSpPr>
              <p:nvPr/>
            </p:nvSpPr>
            <p:spPr bwMode="auto">
              <a:xfrm>
                <a:off x="3316" y="1928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chemeClr val="accent2"/>
                    </a:solidFill>
                  </a:rPr>
                  <a:t>n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59" name="Rectangle 107"/>
              <p:cNvSpPr>
                <a:spLocks noChangeArrowheads="1"/>
              </p:cNvSpPr>
              <p:nvPr/>
            </p:nvSpPr>
            <p:spPr bwMode="auto">
              <a:xfrm>
                <a:off x="2956" y="1928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chemeClr val="accent2"/>
                    </a:solidFill>
                  </a:rPr>
                  <a:t>n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60" name="Rectangle 108"/>
              <p:cNvSpPr>
                <a:spLocks noChangeArrowheads="1"/>
              </p:cNvSpPr>
              <p:nvPr/>
            </p:nvSpPr>
            <p:spPr bwMode="auto">
              <a:xfrm>
                <a:off x="2140" y="2048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chemeClr val="accent2"/>
                    </a:solidFill>
                  </a:rPr>
                  <a:t>n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61" name="Rectangle 109"/>
              <p:cNvSpPr>
                <a:spLocks noChangeArrowheads="1"/>
              </p:cNvSpPr>
              <p:nvPr/>
            </p:nvSpPr>
            <p:spPr bwMode="auto">
              <a:xfrm>
                <a:off x="1781" y="1936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rgbClr val="FF3300"/>
                    </a:solidFill>
                  </a:rPr>
                  <a:t>n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9262" name="Rectangle 110"/>
              <p:cNvSpPr>
                <a:spLocks noChangeArrowheads="1"/>
              </p:cNvSpPr>
              <p:nvPr/>
            </p:nvSpPr>
            <p:spPr bwMode="auto">
              <a:xfrm>
                <a:off x="1166" y="1936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 i="1">
                    <a:solidFill>
                      <a:srgbClr val="FF3300"/>
                    </a:solidFill>
                  </a:rPr>
                  <a:t>n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9263" name="Rectangle 111"/>
              <p:cNvSpPr>
                <a:spLocks noChangeArrowheads="1"/>
              </p:cNvSpPr>
              <p:nvPr/>
            </p:nvSpPr>
            <p:spPr bwMode="auto">
              <a:xfrm>
                <a:off x="3696" y="182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chemeClr val="accent2"/>
                    </a:solidFill>
                  </a:rPr>
                  <a:t>g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64" name="Rectangle 112"/>
              <p:cNvSpPr>
                <a:spLocks noChangeArrowheads="1"/>
              </p:cNvSpPr>
              <p:nvPr/>
            </p:nvSpPr>
            <p:spPr bwMode="auto">
              <a:xfrm>
                <a:off x="3222" y="182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chemeClr val="accent2"/>
                    </a:solidFill>
                  </a:rPr>
                  <a:t>x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65" name="Rectangle 113"/>
              <p:cNvSpPr>
                <a:spLocks noChangeArrowheads="1"/>
              </p:cNvSpPr>
              <p:nvPr/>
            </p:nvSpPr>
            <p:spPr bwMode="auto">
              <a:xfrm>
                <a:off x="2862" y="1824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chemeClr val="accent2"/>
                    </a:solidFill>
                  </a:rPr>
                  <a:t>x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66" name="Rectangle 114"/>
              <p:cNvSpPr>
                <a:spLocks noChangeArrowheads="1"/>
              </p:cNvSpPr>
              <p:nvPr/>
            </p:nvSpPr>
            <p:spPr bwMode="auto">
              <a:xfrm>
                <a:off x="2698" y="1824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chemeClr val="accent2"/>
                    </a:solidFill>
                  </a:rPr>
                  <a:t>f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67" name="Rectangle 115"/>
              <p:cNvSpPr>
                <a:spLocks noChangeArrowheads="1"/>
              </p:cNvSpPr>
              <p:nvPr/>
            </p:nvSpPr>
            <p:spPr bwMode="auto">
              <a:xfrm>
                <a:off x="2335" y="1832"/>
                <a:ext cx="18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 i="1">
                    <a:solidFill>
                      <a:schemeClr val="accent2"/>
                    </a:solidFill>
                  </a:rPr>
                  <a:t>y</a:t>
                </a:r>
                <a:r>
                  <a:rPr lang="en-US" altLang="zh-CN" sz="2000" b="1" i="1" baseline="-25000">
                    <a:solidFill>
                      <a:schemeClr val="accent2"/>
                    </a:solidFill>
                  </a:rPr>
                  <a:t>n</a:t>
                </a:r>
                <a:r>
                  <a:rPr lang="zh-CN" altLang="en-US" sz="2000" b="1" i="1">
                    <a:solidFill>
                      <a:schemeClr val="accent2"/>
                    </a:solidFill>
                  </a:rPr>
                  <a:t>’</a:t>
                </a:r>
                <a:endParaRPr lang="en-US" altLang="zh-CN" sz="2000" b="1" i="1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68" name="Rectangle 116"/>
              <p:cNvSpPr>
                <a:spLocks noChangeArrowheads="1"/>
              </p:cNvSpPr>
              <p:nvPr/>
            </p:nvSpPr>
            <p:spPr bwMode="auto">
              <a:xfrm>
                <a:off x="2051" y="1943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chemeClr val="accent2"/>
                    </a:solidFill>
                  </a:rPr>
                  <a:t>h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69" name="Rectangle 117"/>
              <p:cNvSpPr>
                <a:spLocks noChangeArrowheads="1"/>
              </p:cNvSpPr>
              <p:nvPr/>
            </p:nvSpPr>
            <p:spPr bwMode="auto">
              <a:xfrm>
                <a:off x="1610" y="1832"/>
                <a:ext cx="149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FF3300"/>
                    </a:solidFill>
                  </a:rPr>
                  <a:t>M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9270" name="Rectangle 118"/>
              <p:cNvSpPr>
                <a:spLocks noChangeArrowheads="1"/>
              </p:cNvSpPr>
              <p:nvPr/>
            </p:nvSpPr>
            <p:spPr bwMode="auto">
              <a:xfrm>
                <a:off x="995" y="1832"/>
                <a:ext cx="149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 i="1">
                    <a:solidFill>
                      <a:srgbClr val="FF3300"/>
                    </a:solidFill>
                  </a:rPr>
                  <a:t>M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9271" name="Rectangle 119"/>
              <p:cNvSpPr>
                <a:spLocks noChangeArrowheads="1"/>
              </p:cNvSpPr>
              <p:nvPr/>
            </p:nvSpPr>
            <p:spPr bwMode="auto">
              <a:xfrm>
                <a:off x="3546" y="1804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chemeClr val="accent2"/>
                    </a:solidFill>
                    <a:latin typeface="Symbol" charset="0"/>
                  </a:rPr>
                  <a:t>=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72" name="Rectangle 120"/>
              <p:cNvSpPr>
                <a:spLocks noChangeArrowheads="1"/>
              </p:cNvSpPr>
              <p:nvPr/>
            </p:nvSpPr>
            <p:spPr bwMode="auto">
              <a:xfrm>
                <a:off x="2534" y="1804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chemeClr val="accent2"/>
                    </a:solidFill>
                    <a:latin typeface="Symbol" charset="0"/>
                  </a:rPr>
                  <a:t>-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73" name="Rectangle 121"/>
              <p:cNvSpPr>
                <a:spLocks noChangeArrowheads="1"/>
              </p:cNvSpPr>
              <p:nvPr/>
            </p:nvSpPr>
            <p:spPr bwMode="auto">
              <a:xfrm>
                <a:off x="1897" y="1812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  <a:latin typeface="Symbol" charset="0"/>
                  </a:rPr>
                  <a:t>=</a:t>
                </a:r>
                <a:endParaRPr lang="en-US" altLang="zh-CN"/>
              </a:p>
            </p:txBody>
          </p:sp>
          <p:sp>
            <p:nvSpPr>
              <p:cNvPr id="49274" name="Rectangle 122"/>
              <p:cNvSpPr>
                <a:spLocks noChangeArrowheads="1"/>
              </p:cNvSpPr>
              <p:nvPr/>
            </p:nvSpPr>
            <p:spPr bwMode="auto">
              <a:xfrm>
                <a:off x="1380" y="1812"/>
                <a:ext cx="9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rgbClr val="000000"/>
                    </a:solidFill>
                    <a:latin typeface="Symbol" charset="0"/>
                  </a:rPr>
                  <a:t>+</a:t>
                </a:r>
                <a:endParaRPr lang="en-US" altLang="zh-CN"/>
              </a:p>
            </p:txBody>
          </p:sp>
          <p:sp>
            <p:nvSpPr>
              <p:cNvPr id="49275" name="Rectangle 123"/>
              <p:cNvSpPr>
                <a:spLocks noChangeArrowheads="1"/>
              </p:cNvSpPr>
              <p:nvPr/>
            </p:nvSpPr>
            <p:spPr bwMode="auto">
              <a:xfrm>
                <a:off x="3018" y="1917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chemeClr val="accent2"/>
                    </a:solidFill>
                    <a:latin typeface="Symbol" charset="0"/>
                  </a:rPr>
                  <a:t>-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76" name="Rectangle 124"/>
              <p:cNvSpPr>
                <a:spLocks noChangeArrowheads="1"/>
              </p:cNvSpPr>
              <p:nvPr/>
            </p:nvSpPr>
            <p:spPr bwMode="auto">
              <a:xfrm>
                <a:off x="1228" y="1925"/>
                <a:ext cx="5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FF3300"/>
                    </a:solidFill>
                    <a:latin typeface="Symbol" charset="0"/>
                  </a:rPr>
                  <a:t>-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  <p:sp>
            <p:nvSpPr>
              <p:cNvPr id="49277" name="Rectangle 125"/>
              <p:cNvSpPr>
                <a:spLocks noChangeArrowheads="1"/>
              </p:cNvSpPr>
              <p:nvPr/>
            </p:nvSpPr>
            <p:spPr bwMode="auto">
              <a:xfrm>
                <a:off x="3393" y="1824"/>
                <a:ext cx="11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chemeClr val="accent2"/>
                    </a:solidFill>
                  </a:rPr>
                  <a:t>])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78" name="Rectangle 126"/>
              <p:cNvSpPr>
                <a:spLocks noChangeArrowheads="1"/>
              </p:cNvSpPr>
              <p:nvPr/>
            </p:nvSpPr>
            <p:spPr bwMode="auto">
              <a:xfrm>
                <a:off x="3143" y="1824"/>
                <a:ext cx="42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chemeClr val="accent2"/>
                    </a:solidFill>
                  </a:rPr>
                  <a:t>,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79" name="Rectangle 127"/>
              <p:cNvSpPr>
                <a:spLocks noChangeArrowheads="1"/>
              </p:cNvSpPr>
              <p:nvPr/>
            </p:nvSpPr>
            <p:spPr bwMode="auto">
              <a:xfrm>
                <a:off x="2785" y="1824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chemeClr val="accent2"/>
                    </a:solidFill>
                  </a:rPr>
                  <a:t>[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80" name="Rectangle 128"/>
              <p:cNvSpPr>
                <a:spLocks noChangeArrowheads="1"/>
              </p:cNvSpPr>
              <p:nvPr/>
            </p:nvSpPr>
            <p:spPr bwMode="auto">
              <a:xfrm>
                <a:off x="2248" y="1832"/>
                <a:ext cx="56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chemeClr val="accent2"/>
                    </a:solidFill>
                  </a:rPr>
                  <a:t>(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81" name="Rectangle 129"/>
              <p:cNvSpPr>
                <a:spLocks noChangeArrowheads="1"/>
              </p:cNvSpPr>
              <p:nvPr/>
            </p:nvSpPr>
            <p:spPr bwMode="auto">
              <a:xfrm>
                <a:off x="2089" y="1759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chemeClr val="accent2"/>
                    </a:solidFill>
                  </a:rPr>
                  <a:t>6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82" name="Rectangle 130"/>
              <p:cNvSpPr>
                <a:spLocks noChangeArrowheads="1"/>
              </p:cNvSpPr>
              <p:nvPr/>
            </p:nvSpPr>
            <p:spPr bwMode="auto">
              <a:xfrm>
                <a:off x="1512" y="1832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100" b="1">
                    <a:solidFill>
                      <a:schemeClr val="accent2"/>
                    </a:solidFill>
                  </a:rPr>
                  <a:t>2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83" name="Rectangle 131"/>
              <p:cNvSpPr>
                <a:spLocks noChangeArrowheads="1"/>
              </p:cNvSpPr>
              <p:nvPr/>
            </p:nvSpPr>
            <p:spPr bwMode="auto">
              <a:xfrm>
                <a:off x="3075" y="1927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chemeClr val="accent2"/>
                    </a:solidFill>
                  </a:rPr>
                  <a:t>1</a:t>
                </a:r>
                <a:endParaRPr lang="en-US" altLang="zh-CN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9284" name="Rectangle 132"/>
              <p:cNvSpPr>
                <a:spLocks noChangeArrowheads="1"/>
              </p:cNvSpPr>
              <p:nvPr/>
            </p:nvSpPr>
            <p:spPr bwMode="auto">
              <a:xfrm>
                <a:off x="1285" y="1935"/>
                <a:ext cx="48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200" b="1">
                    <a:solidFill>
                      <a:srgbClr val="FF3300"/>
                    </a:solidFill>
                  </a:rPr>
                  <a:t>1</a:t>
                </a:r>
                <a:endParaRPr lang="en-US" altLang="zh-CN">
                  <a:solidFill>
                    <a:srgbClr val="FF3300"/>
                  </a:solidFill>
                </a:endParaRPr>
              </a:p>
            </p:txBody>
          </p:sp>
        </p:grpSp>
        <p:sp>
          <p:nvSpPr>
            <p:cNvPr id="49286" name="AutoShape 134"/>
            <p:cNvSpPr>
              <a:spLocks/>
            </p:cNvSpPr>
            <p:nvPr/>
          </p:nvSpPr>
          <p:spPr bwMode="auto">
            <a:xfrm>
              <a:off x="768" y="1296"/>
              <a:ext cx="48" cy="384"/>
            </a:xfrm>
            <a:prstGeom prst="leftBrace">
              <a:avLst>
                <a:gd name="adj1" fmla="val 66667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87" name="AutoShape 135"/>
            <p:cNvSpPr>
              <a:spLocks noChangeArrowheads="1"/>
            </p:cNvSpPr>
            <p:nvPr/>
          </p:nvSpPr>
          <p:spPr bwMode="auto">
            <a:xfrm>
              <a:off x="384" y="1392"/>
              <a:ext cx="288" cy="192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9290" name="Text Box 138"/>
          <p:cNvSpPr txBox="1">
            <a:spLocks noChangeArrowheads="1"/>
          </p:cNvSpPr>
          <p:nvPr/>
        </p:nvSpPr>
        <p:spPr bwMode="auto">
          <a:xfrm>
            <a:off x="381000" y="1524000"/>
            <a:ext cx="3048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ym typeface="Symbol" charset="0"/>
              </a:rPr>
              <a:t>类似地利用</a:t>
            </a:r>
            <a:r>
              <a:rPr lang="en-US" altLang="zh-CN" sz="2000" b="1">
                <a:sym typeface="Symbol" charset="0"/>
              </a:rPr>
              <a:t>[ </a:t>
            </a:r>
            <a:r>
              <a:rPr lang="en-US" altLang="zh-CN" sz="2000" b="1" i="1">
                <a:solidFill>
                  <a:schemeClr val="accent2"/>
                </a:solidFill>
              </a:rPr>
              <a:t>x</a:t>
            </a:r>
            <a:r>
              <a:rPr lang="en-US" altLang="zh-CN" sz="2000" b="1" i="1" baseline="-25000">
                <a:solidFill>
                  <a:schemeClr val="accent2"/>
                </a:solidFill>
              </a:rPr>
              <a:t>n</a:t>
            </a:r>
            <a:r>
              <a:rPr lang="en-US" altLang="zh-CN" sz="2000" b="1" baseline="-25000">
                <a:solidFill>
                  <a:schemeClr val="accent2"/>
                </a:solidFill>
                <a:sym typeface="Symbol" charset="0"/>
              </a:rPr>
              <a:t>1</a:t>
            </a:r>
            <a:r>
              <a:rPr lang="en-US" altLang="zh-CN" sz="2000" b="1">
                <a:sym typeface="Symbol" charset="0"/>
              </a:rPr>
              <a:t>, </a:t>
            </a:r>
            <a:r>
              <a:rPr lang="en-US" altLang="zh-CN" sz="2000" b="1" baseline="-25000">
                <a:solidFill>
                  <a:schemeClr val="accent2"/>
                </a:solidFill>
                <a:sym typeface="Symbol" charset="0"/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</a:rPr>
              <a:t>b </a:t>
            </a:r>
            <a:r>
              <a:rPr lang="en-US" altLang="zh-CN" sz="2000" b="1">
                <a:sym typeface="Symbol" charset="0"/>
              </a:rPr>
              <a:t>] </a:t>
            </a:r>
            <a:r>
              <a:rPr lang="zh-CN" altLang="en-US" sz="2400" b="1">
                <a:sym typeface="Symbol" charset="0"/>
              </a:rPr>
              <a:t>上的</a:t>
            </a:r>
            <a:r>
              <a:rPr lang="en-US" altLang="zh-CN" sz="2000" b="1">
                <a:sym typeface="Symbol" charset="0"/>
              </a:rPr>
              <a:t> </a:t>
            </a:r>
            <a:r>
              <a:rPr lang="en-US" altLang="zh-CN" sz="2400" b="1" i="1">
                <a:solidFill>
                  <a:srgbClr val="FF3300"/>
                </a:solidFill>
              </a:rPr>
              <a:t>S</a:t>
            </a:r>
            <a:r>
              <a:rPr lang="en-US" altLang="zh-CN" sz="2400" b="1" baseline="30000">
                <a:solidFill>
                  <a:schemeClr val="accent2"/>
                </a:solidFill>
              </a:rPr>
              <a:t>[</a:t>
            </a:r>
            <a:r>
              <a:rPr lang="en-US" altLang="zh-CN" sz="2400" b="1" i="1" baseline="30000">
                <a:solidFill>
                  <a:schemeClr val="accent2"/>
                </a:solidFill>
              </a:rPr>
              <a:t>n</a:t>
            </a:r>
            <a:r>
              <a:rPr lang="en-US" altLang="zh-CN" sz="2400" b="1" baseline="30000">
                <a:solidFill>
                  <a:schemeClr val="accent2"/>
                </a:solidFill>
              </a:rPr>
              <a:t>]</a:t>
            </a:r>
            <a:r>
              <a:rPr lang="zh-CN" altLang="en-US" sz="2400" b="1" i="1">
                <a:solidFill>
                  <a:srgbClr val="FF3300"/>
                </a:solidFill>
              </a:rPr>
              <a:t>’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</a:t>
            </a:r>
          </a:p>
        </p:txBody>
      </p:sp>
      <p:sp>
        <p:nvSpPr>
          <p:cNvPr id="49291" name="Text Box 139"/>
          <p:cNvSpPr txBox="1">
            <a:spLocks noChangeArrowheads="1"/>
          </p:cNvSpPr>
          <p:nvPr/>
        </p:nvSpPr>
        <p:spPr bwMode="auto">
          <a:xfrm>
            <a:off x="381000" y="2590800"/>
            <a:ext cx="701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008000"/>
                </a:solidFill>
                <a:sym typeface="Wingdings" charset="0"/>
              </a:rPr>
              <a:t></a:t>
            </a:r>
            <a:r>
              <a:rPr lang="en-US" altLang="zh-CN" b="1">
                <a:sym typeface="Wingdings" charset="0"/>
              </a:rPr>
              <a:t> </a:t>
            </a:r>
            <a:r>
              <a:rPr lang="zh-CN" altLang="en-US" sz="2400" b="1">
                <a:sym typeface="Wingdings" charset="0"/>
              </a:rPr>
              <a:t>第</a:t>
            </a:r>
            <a:r>
              <a:rPr lang="en-US" altLang="zh-CN" sz="2400" b="1">
                <a:solidFill>
                  <a:schemeClr val="accent2"/>
                </a:solidFill>
                <a:sym typeface="Wingdings" charset="0"/>
              </a:rPr>
              <a:t>2</a:t>
            </a:r>
            <a:r>
              <a:rPr lang="zh-CN" altLang="en-US" sz="2400" b="1">
                <a:sym typeface="Wingdings" charset="0"/>
              </a:rPr>
              <a:t>类边条件：</a:t>
            </a:r>
            <a:r>
              <a:rPr lang="en-US" altLang="zh-CN" sz="2400" b="1">
                <a:sym typeface="Wingdings" charset="0"/>
              </a:rPr>
              <a:t> </a:t>
            </a:r>
            <a:r>
              <a:rPr lang="en-US" altLang="zh-CN" sz="2000" b="1" i="1">
                <a:solidFill>
                  <a:srgbClr val="FF3300"/>
                </a:solidFill>
              </a:rPr>
              <a:t>S</a:t>
            </a:r>
            <a:r>
              <a:rPr lang="zh-CN" altLang="en-US" sz="2000" b="1" i="1">
                <a:solidFill>
                  <a:srgbClr val="FF3300"/>
                </a:solidFill>
              </a:rPr>
              <a:t>”</a:t>
            </a:r>
            <a:r>
              <a:rPr lang="en-US" altLang="zh-CN" sz="2000" b="1"/>
              <a:t>(</a:t>
            </a:r>
            <a:r>
              <a:rPr lang="en-US" altLang="zh-CN" sz="2000" b="1" i="1">
                <a:solidFill>
                  <a:schemeClr val="accent2"/>
                </a:solidFill>
              </a:rPr>
              <a:t>a</a:t>
            </a:r>
            <a:r>
              <a:rPr lang="en-US" altLang="zh-CN" sz="2000" b="1"/>
              <a:t>) = </a:t>
            </a:r>
            <a:r>
              <a:rPr lang="en-US" altLang="zh-CN" sz="2000" b="1" i="1">
                <a:solidFill>
                  <a:schemeClr val="accent2"/>
                </a:solidFill>
              </a:rPr>
              <a:t>y</a:t>
            </a:r>
            <a:r>
              <a:rPr lang="en-US" altLang="zh-CN" sz="2000" b="1" baseline="-25000">
                <a:solidFill>
                  <a:schemeClr val="accent2"/>
                </a:solidFill>
              </a:rPr>
              <a:t>0</a:t>
            </a:r>
            <a:r>
              <a:rPr lang="zh-CN" altLang="en-US" sz="2000" b="1" i="1">
                <a:solidFill>
                  <a:schemeClr val="accent2"/>
                </a:solidFill>
              </a:rPr>
              <a:t>”</a:t>
            </a:r>
            <a:r>
              <a:rPr lang="en-US" altLang="zh-CN" sz="2000" b="1" i="1">
                <a:solidFill>
                  <a:schemeClr val="accent2"/>
                </a:solidFill>
              </a:rPr>
              <a:t> </a:t>
            </a:r>
            <a:r>
              <a:rPr lang="en-US" altLang="zh-CN" sz="2000" b="1"/>
              <a:t>=</a:t>
            </a:r>
            <a:r>
              <a:rPr lang="en-US" altLang="zh-CN" sz="2000" b="1" i="1">
                <a:solidFill>
                  <a:schemeClr val="accent2"/>
                </a:solidFill>
              </a:rPr>
              <a:t> </a:t>
            </a:r>
            <a:r>
              <a:rPr lang="en-US" altLang="zh-CN" sz="2000" b="1" i="1">
                <a:solidFill>
                  <a:srgbClr val="FF3300"/>
                </a:solidFill>
              </a:rPr>
              <a:t>M</a:t>
            </a:r>
            <a:r>
              <a:rPr lang="en-US" altLang="zh-CN" sz="2000" b="1" baseline="-25000">
                <a:solidFill>
                  <a:srgbClr val="FF3300"/>
                </a:solidFill>
              </a:rPr>
              <a:t>0</a:t>
            </a:r>
            <a:r>
              <a:rPr lang="zh-CN" altLang="en-US" sz="2000" b="1"/>
              <a:t>，</a:t>
            </a:r>
            <a:r>
              <a:rPr lang="en-US" altLang="zh-CN" sz="2000" b="1"/>
              <a:t> </a:t>
            </a:r>
            <a:r>
              <a:rPr lang="en-US" altLang="zh-CN" sz="2000" b="1" i="1">
                <a:solidFill>
                  <a:srgbClr val="FF3300"/>
                </a:solidFill>
              </a:rPr>
              <a:t>S</a:t>
            </a:r>
            <a:r>
              <a:rPr lang="zh-CN" altLang="en-US" sz="2000" b="1" i="1">
                <a:solidFill>
                  <a:srgbClr val="FF3300"/>
                </a:solidFill>
              </a:rPr>
              <a:t>”</a:t>
            </a:r>
            <a:r>
              <a:rPr lang="en-US" altLang="zh-CN" sz="2000" b="1"/>
              <a:t>(</a:t>
            </a:r>
            <a:r>
              <a:rPr lang="en-US" altLang="zh-CN" sz="2000" b="1" i="1">
                <a:solidFill>
                  <a:schemeClr val="accent2"/>
                </a:solidFill>
              </a:rPr>
              <a:t>b</a:t>
            </a:r>
            <a:r>
              <a:rPr lang="en-US" altLang="zh-CN" sz="2000" b="1"/>
              <a:t>) = </a:t>
            </a:r>
            <a:r>
              <a:rPr lang="en-US" altLang="zh-CN" sz="2000" b="1" i="1">
                <a:solidFill>
                  <a:schemeClr val="accent2"/>
                </a:solidFill>
              </a:rPr>
              <a:t>y</a:t>
            </a:r>
            <a:r>
              <a:rPr lang="en-US" altLang="zh-CN" sz="2000" b="1" i="1" baseline="-25000">
                <a:solidFill>
                  <a:schemeClr val="accent2"/>
                </a:solidFill>
              </a:rPr>
              <a:t>n</a:t>
            </a:r>
            <a:r>
              <a:rPr lang="zh-CN" altLang="en-US" sz="2000" b="1" i="1">
                <a:solidFill>
                  <a:schemeClr val="accent2"/>
                </a:solidFill>
              </a:rPr>
              <a:t>”</a:t>
            </a:r>
            <a:r>
              <a:rPr lang="en-US" altLang="zh-CN" sz="2000" b="1" i="1">
                <a:solidFill>
                  <a:schemeClr val="accent2"/>
                </a:solidFill>
              </a:rPr>
              <a:t> </a:t>
            </a:r>
            <a:r>
              <a:rPr lang="en-US" altLang="zh-CN" sz="2000" b="1"/>
              <a:t>=</a:t>
            </a:r>
            <a:r>
              <a:rPr lang="en-US" altLang="zh-CN" sz="2000" b="1" i="1">
                <a:solidFill>
                  <a:schemeClr val="accent2"/>
                </a:solidFill>
              </a:rPr>
              <a:t> </a:t>
            </a:r>
            <a:r>
              <a:rPr lang="en-US" altLang="zh-CN" sz="2000" b="1" i="1">
                <a:solidFill>
                  <a:srgbClr val="FF3300"/>
                </a:solidFill>
              </a:rPr>
              <a:t>M</a:t>
            </a:r>
            <a:r>
              <a:rPr lang="en-US" altLang="zh-CN" sz="2000" b="1" i="1" baseline="-25000">
                <a:solidFill>
                  <a:srgbClr val="FF3300"/>
                </a:solidFill>
              </a:rPr>
              <a:t>n</a:t>
            </a:r>
          </a:p>
        </p:txBody>
      </p:sp>
      <p:grpSp>
        <p:nvGrpSpPr>
          <p:cNvPr id="49295" name="Group 143"/>
          <p:cNvGrpSpPr>
            <a:grpSpLocks/>
          </p:cNvGrpSpPr>
          <p:nvPr/>
        </p:nvGrpSpPr>
        <p:grpSpPr bwMode="auto">
          <a:xfrm>
            <a:off x="762000" y="3048000"/>
            <a:ext cx="5029200" cy="506413"/>
            <a:chOff x="672" y="2640"/>
            <a:chExt cx="3168" cy="319"/>
          </a:xfrm>
        </p:grpSpPr>
        <p:sp>
          <p:nvSpPr>
            <p:cNvPr id="49293" name="Text Box 141"/>
            <p:cNvSpPr txBox="1">
              <a:spLocks noChangeArrowheads="1"/>
            </p:cNvSpPr>
            <p:nvPr/>
          </p:nvSpPr>
          <p:spPr bwMode="auto">
            <a:xfrm>
              <a:off x="672" y="2640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这时：</a:t>
              </a:r>
              <a:endParaRPr lang="en-US" altLang="zh-CN" sz="2400" b="1"/>
            </a:p>
          </p:txBody>
        </p:sp>
        <p:graphicFrame>
          <p:nvGraphicFramePr>
            <p:cNvPr id="49294" name="Object 142"/>
            <p:cNvGraphicFramePr>
              <a:graphicFrameLocks noChangeAspect="1"/>
            </p:cNvGraphicFramePr>
            <p:nvPr/>
          </p:nvGraphicFramePr>
          <p:xfrm>
            <a:off x="1200" y="2688"/>
            <a:ext cx="2640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412720" imgH="228600" progId="Equation.3">
                    <p:embed/>
                  </p:oleObj>
                </mc:Choice>
                <mc:Fallback>
                  <p:oleObj name="Equation" r:id="rId5" imgW="2412720" imgH="228600" progId="Equation.3">
                    <p:embed/>
                    <p:pic>
                      <p:nvPicPr>
                        <p:cNvPr id="49294" name="Object 1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2688"/>
                          <a:ext cx="2640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296" name="Text Box 144"/>
          <p:cNvSpPr txBox="1">
            <a:spLocks noChangeArrowheads="1"/>
          </p:cNvSpPr>
          <p:nvPr/>
        </p:nvSpPr>
        <p:spPr bwMode="auto">
          <a:xfrm>
            <a:off x="457200" y="3505200"/>
            <a:ext cx="81534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宋体" charset="0"/>
              </a:defRPr>
            </a:lvl1pPr>
            <a:lvl2pPr marL="1425575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1616075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806575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1997075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4542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9114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3686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82587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cs typeface="楷体_GB2312" charset="0"/>
              </a:rPr>
              <a:t>特别地，</a:t>
            </a:r>
            <a:r>
              <a:rPr lang="en-US" altLang="zh-CN" sz="2000" b="1" i="1">
                <a:solidFill>
                  <a:srgbClr val="FF3300"/>
                </a:solidFill>
                <a:cs typeface="楷体_GB2312" charset="0"/>
              </a:rPr>
              <a:t>M</a:t>
            </a:r>
            <a:r>
              <a:rPr lang="en-US" altLang="zh-CN" sz="2000" b="1" baseline="-25000">
                <a:solidFill>
                  <a:srgbClr val="FF3300"/>
                </a:solidFill>
                <a:cs typeface="楷体_GB2312" charset="0"/>
              </a:rPr>
              <a:t>0 </a:t>
            </a:r>
            <a:r>
              <a:rPr lang="en-US" altLang="zh-CN" sz="2000" b="1">
                <a:cs typeface="楷体_GB2312" charset="0"/>
              </a:rPr>
              <a:t>=</a:t>
            </a:r>
            <a:r>
              <a:rPr lang="en-US" altLang="zh-CN" sz="2000" b="1" i="1">
                <a:solidFill>
                  <a:schemeClr val="accent2"/>
                </a:solidFill>
                <a:cs typeface="楷体_GB2312" charset="0"/>
              </a:rPr>
              <a:t> </a:t>
            </a:r>
            <a:r>
              <a:rPr lang="en-US" altLang="zh-CN" sz="2000" b="1" i="1">
                <a:solidFill>
                  <a:srgbClr val="FF3300"/>
                </a:solidFill>
                <a:cs typeface="楷体_GB2312" charset="0"/>
              </a:rPr>
              <a:t>M</a:t>
            </a:r>
            <a:r>
              <a:rPr lang="en-US" altLang="zh-CN" sz="2000" b="1" i="1" baseline="-25000">
                <a:solidFill>
                  <a:srgbClr val="FF3300"/>
                </a:solidFill>
                <a:cs typeface="楷体_GB2312" charset="0"/>
              </a:rPr>
              <a:t>n </a:t>
            </a:r>
            <a:r>
              <a:rPr lang="en-US" altLang="zh-CN" sz="2000" b="1">
                <a:cs typeface="楷体_GB2312" charset="0"/>
              </a:rPr>
              <a:t>= </a:t>
            </a:r>
            <a:r>
              <a:rPr lang="en-US" altLang="zh-CN" sz="2000" b="1">
                <a:solidFill>
                  <a:srgbClr val="FF3300"/>
                </a:solidFill>
                <a:cs typeface="楷体_GB2312" charset="0"/>
              </a:rPr>
              <a:t>0</a:t>
            </a:r>
            <a:r>
              <a:rPr lang="en-US" altLang="zh-CN" sz="2000" b="1">
                <a:cs typeface="楷体_GB2312" charset="0"/>
              </a:rPr>
              <a:t> </a:t>
            </a:r>
            <a:r>
              <a:rPr lang="zh-CN" altLang="en-US" b="1">
                <a:cs typeface="楷体_GB2312" charset="0"/>
              </a:rPr>
              <a:t>称为</a:t>
            </a:r>
            <a:r>
              <a:rPr lang="zh-CN" altLang="en-US" b="1">
                <a:solidFill>
                  <a:schemeClr val="accent2"/>
                </a:solidFill>
                <a:cs typeface="楷体_GB2312" charset="0"/>
              </a:rPr>
              <a:t>自由边界</a:t>
            </a:r>
            <a:r>
              <a:rPr lang="en-US" altLang="zh-CN" b="1">
                <a:cs typeface="楷体_GB2312" charset="0"/>
              </a:rPr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charset="0"/>
                <a:cs typeface="楷体_GB2312" charset="0"/>
              </a:rPr>
              <a:t>/* free boundary */</a:t>
            </a:r>
            <a:r>
              <a:rPr lang="zh-CN" altLang="en-US" sz="2000" b="1">
                <a:latin typeface="Arial" charset="0"/>
                <a:cs typeface="楷体_GB2312" charset="0"/>
              </a:rPr>
              <a:t>，</a:t>
            </a:r>
            <a:r>
              <a:rPr lang="zh-CN" altLang="en-US" b="1">
                <a:cs typeface="楷体_GB2312" charset="0"/>
              </a:rPr>
              <a:t>对应的样条函数称为</a:t>
            </a:r>
            <a:r>
              <a:rPr lang="zh-CN" altLang="en-US" b="1">
                <a:solidFill>
                  <a:schemeClr val="accent2"/>
                </a:solidFill>
                <a:cs typeface="楷体_GB2312" charset="0"/>
              </a:rPr>
              <a:t>自然样条</a:t>
            </a:r>
            <a:r>
              <a:rPr lang="en-US" altLang="zh-CN" b="1">
                <a:cs typeface="楷体_GB2312" charset="0"/>
              </a:rPr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charset="0"/>
                <a:cs typeface="楷体_GB2312" charset="0"/>
              </a:rPr>
              <a:t>/* Natural Spline */</a:t>
            </a:r>
            <a:r>
              <a:rPr lang="zh-CN" altLang="en-US" sz="2000" b="1">
                <a:latin typeface="Arial" charset="0"/>
                <a:cs typeface="楷体_GB2312" charset="0"/>
              </a:rPr>
              <a:t>。</a:t>
            </a:r>
            <a:endParaRPr lang="en-US" altLang="zh-CN" sz="2000" b="1">
              <a:solidFill>
                <a:srgbClr val="008000"/>
              </a:solidFill>
              <a:latin typeface="Arial" charset="0"/>
              <a:cs typeface="楷体_GB2312" charset="0"/>
            </a:endParaRPr>
          </a:p>
        </p:txBody>
      </p:sp>
      <p:sp>
        <p:nvSpPr>
          <p:cNvPr id="49297" name="Text Box 145"/>
          <p:cNvSpPr txBox="1">
            <a:spLocks noChangeArrowheads="1"/>
          </p:cNvSpPr>
          <p:nvPr/>
        </p:nvSpPr>
        <p:spPr bwMode="auto">
          <a:xfrm>
            <a:off x="381000" y="4267200"/>
            <a:ext cx="8229600" cy="176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b="1">
                <a:solidFill>
                  <a:srgbClr val="008000"/>
                </a:solidFill>
                <a:sym typeface="Wingdings" charset="0"/>
              </a:rPr>
              <a:t></a:t>
            </a:r>
            <a:r>
              <a:rPr lang="en-US" altLang="zh-CN" b="1">
                <a:sym typeface="Wingdings" charset="0"/>
              </a:rPr>
              <a:t> </a:t>
            </a:r>
            <a:r>
              <a:rPr lang="zh-CN" altLang="en-US" sz="2400" b="1">
                <a:sym typeface="Wingdings" charset="0"/>
              </a:rPr>
              <a:t>第</a:t>
            </a:r>
            <a:r>
              <a:rPr lang="en-US" altLang="zh-CN" sz="2400" b="1">
                <a:solidFill>
                  <a:schemeClr val="accent2"/>
                </a:solidFill>
                <a:sym typeface="Wingdings" charset="0"/>
              </a:rPr>
              <a:t>3</a:t>
            </a:r>
            <a:r>
              <a:rPr lang="zh-CN" altLang="en-US" sz="2400" b="1">
                <a:sym typeface="Wingdings" charset="0"/>
              </a:rPr>
              <a:t>类边条件</a:t>
            </a:r>
            <a:r>
              <a:rPr lang="en-US" altLang="zh-CN" sz="2400" b="1">
                <a:sym typeface="Wingdings" charset="0"/>
              </a:rPr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charset="0"/>
              </a:rPr>
              <a:t>/* periodic boundary */</a:t>
            </a:r>
            <a:r>
              <a:rPr lang="en-US" altLang="zh-CN" sz="2400" b="1">
                <a:sym typeface="Wingdings" charset="0"/>
              </a:rPr>
              <a:t> </a:t>
            </a:r>
            <a:r>
              <a:rPr lang="zh-CN" altLang="en-US" sz="2400" b="1">
                <a:sym typeface="Wingdings" charset="0"/>
              </a:rPr>
              <a:t>：</a:t>
            </a:r>
            <a:endParaRPr lang="en-US" altLang="zh-CN" sz="2400" b="1">
              <a:sym typeface="Wingdings" charset="0"/>
            </a:endParaRPr>
          </a:p>
          <a:p>
            <a:pPr>
              <a:spcBef>
                <a:spcPct val="20000"/>
              </a:spcBef>
            </a:pPr>
            <a:r>
              <a:rPr lang="en-US" altLang="zh-CN" sz="2400" b="1">
                <a:sym typeface="Wingdings" charset="0"/>
              </a:rPr>
              <a:t>     </a:t>
            </a:r>
            <a:r>
              <a:rPr lang="zh-CN" altLang="en-US" sz="2400" b="1">
                <a:sym typeface="Wingdings" charset="0"/>
              </a:rPr>
              <a:t>当</a:t>
            </a:r>
            <a:r>
              <a:rPr lang="en-US" altLang="zh-CN" sz="2400" b="1">
                <a:sym typeface="Wingdings" charset="0"/>
              </a:rPr>
              <a:t> </a:t>
            </a:r>
            <a:r>
              <a:rPr lang="en-US" altLang="zh-CN" sz="2000" b="1" i="1">
                <a:sym typeface="Wingdings" charset="0"/>
              </a:rPr>
              <a:t>f</a:t>
            </a:r>
            <a:r>
              <a:rPr lang="en-US" altLang="zh-CN" sz="2000" b="1">
                <a:sym typeface="Wingdings" charset="0"/>
              </a:rPr>
              <a:t> </a:t>
            </a:r>
            <a:r>
              <a:rPr lang="zh-CN" altLang="en-US" sz="2400" b="1">
                <a:sym typeface="Wingdings" charset="0"/>
              </a:rPr>
              <a:t>为</a:t>
            </a:r>
            <a:r>
              <a:rPr lang="zh-CN" altLang="en-US" sz="2400" b="1">
                <a:solidFill>
                  <a:schemeClr val="accent2"/>
                </a:solidFill>
                <a:sym typeface="Wingdings" charset="0"/>
              </a:rPr>
              <a:t>周期函数</a:t>
            </a:r>
            <a:r>
              <a:rPr lang="zh-CN" altLang="en-US" sz="2400" b="1">
                <a:sym typeface="Wingdings" charset="0"/>
              </a:rPr>
              <a:t>时，</a:t>
            </a:r>
            <a:endParaRPr lang="en-US" altLang="zh-CN" sz="2400" b="1">
              <a:sym typeface="Wingdings" charset="0"/>
            </a:endParaRPr>
          </a:p>
          <a:p>
            <a:pPr>
              <a:spcBef>
                <a:spcPct val="20000"/>
              </a:spcBef>
            </a:pPr>
            <a:r>
              <a:rPr lang="en-US" altLang="zh-CN" sz="2400" b="1">
                <a:sym typeface="Wingdings" charset="0"/>
              </a:rPr>
              <a:t>      </a:t>
            </a:r>
            <a:r>
              <a:rPr lang="en-US" altLang="zh-CN" sz="2000" b="1" i="1">
                <a:solidFill>
                  <a:schemeClr val="accent2"/>
                </a:solidFill>
              </a:rPr>
              <a:t>y</a:t>
            </a:r>
            <a:r>
              <a:rPr lang="en-US" altLang="zh-CN" sz="2000" b="1" i="1" baseline="-25000">
                <a:solidFill>
                  <a:schemeClr val="accent2"/>
                </a:solidFill>
              </a:rPr>
              <a:t>n</a:t>
            </a:r>
            <a:r>
              <a:rPr lang="en-US" altLang="zh-CN" sz="2000" b="1" i="1">
                <a:solidFill>
                  <a:schemeClr val="accent2"/>
                </a:solidFill>
              </a:rPr>
              <a:t> </a:t>
            </a:r>
            <a:r>
              <a:rPr lang="en-US" altLang="zh-CN" sz="2000" b="1"/>
              <a:t>=</a:t>
            </a:r>
            <a:r>
              <a:rPr lang="en-US" altLang="zh-CN" sz="2000" b="1" i="1">
                <a:solidFill>
                  <a:schemeClr val="accent2"/>
                </a:solidFill>
              </a:rPr>
              <a:t> y</a:t>
            </a:r>
            <a:r>
              <a:rPr lang="en-US" altLang="zh-CN" sz="2000" b="1" baseline="-25000">
                <a:solidFill>
                  <a:schemeClr val="accent2"/>
                </a:solidFill>
              </a:rPr>
              <a:t>0</a:t>
            </a:r>
            <a:r>
              <a:rPr lang="en-US" altLang="zh-CN" sz="2000" b="1" i="1">
                <a:solidFill>
                  <a:schemeClr val="accent2"/>
                </a:solidFill>
              </a:rPr>
              <a:t> </a:t>
            </a:r>
            <a:r>
              <a:rPr lang="zh-CN" altLang="en-US" sz="2000" b="1"/>
              <a:t>，</a:t>
            </a:r>
            <a:r>
              <a:rPr lang="en-US" altLang="zh-CN" sz="2000" b="1" i="1">
                <a:solidFill>
                  <a:schemeClr val="accent2"/>
                </a:solidFill>
              </a:rPr>
              <a:t> </a:t>
            </a:r>
            <a:r>
              <a:rPr lang="en-US" altLang="zh-CN" sz="2000" b="1" i="1">
                <a:solidFill>
                  <a:srgbClr val="FF3300"/>
                </a:solidFill>
              </a:rPr>
              <a:t>S</a:t>
            </a:r>
            <a:r>
              <a:rPr lang="zh-CN" altLang="en-US" sz="2000" b="1" i="1">
                <a:solidFill>
                  <a:srgbClr val="FF3300"/>
                </a:solidFill>
              </a:rPr>
              <a:t>’</a:t>
            </a:r>
            <a:r>
              <a:rPr lang="en-US" altLang="zh-CN" sz="2000" b="1"/>
              <a:t>(</a:t>
            </a:r>
            <a:r>
              <a:rPr lang="en-US" altLang="zh-CN" sz="2000" b="1" i="1">
                <a:solidFill>
                  <a:schemeClr val="accent2"/>
                </a:solidFill>
              </a:rPr>
              <a:t>a</a:t>
            </a:r>
            <a:r>
              <a:rPr lang="en-US" altLang="zh-CN" sz="2000" b="1" baseline="30000">
                <a:solidFill>
                  <a:schemeClr val="accent2"/>
                </a:solidFill>
              </a:rPr>
              <a:t>+</a:t>
            </a:r>
            <a:r>
              <a:rPr lang="en-US" altLang="zh-CN" sz="2000" b="1"/>
              <a:t>) = </a:t>
            </a:r>
            <a:r>
              <a:rPr lang="en-US" altLang="zh-CN" sz="2000" b="1" i="1">
                <a:solidFill>
                  <a:srgbClr val="FF3300"/>
                </a:solidFill>
              </a:rPr>
              <a:t>S</a:t>
            </a:r>
            <a:r>
              <a:rPr lang="zh-CN" altLang="en-US" sz="2000" b="1" i="1">
                <a:solidFill>
                  <a:srgbClr val="FF3300"/>
                </a:solidFill>
              </a:rPr>
              <a:t>’</a:t>
            </a:r>
            <a:r>
              <a:rPr lang="en-US" altLang="zh-CN" sz="2000" b="1"/>
              <a:t>(</a:t>
            </a:r>
            <a:r>
              <a:rPr lang="en-US" altLang="zh-CN" sz="2000" b="1" i="1">
                <a:solidFill>
                  <a:schemeClr val="accent2"/>
                </a:solidFill>
              </a:rPr>
              <a:t>b</a:t>
            </a:r>
            <a:r>
              <a:rPr lang="en-US" altLang="zh-CN" sz="2000" b="1" baseline="30000">
                <a:solidFill>
                  <a:schemeClr val="accent2"/>
                </a:solidFill>
                <a:sym typeface="Symbol" charset="0"/>
              </a:rPr>
              <a:t></a:t>
            </a:r>
            <a:r>
              <a:rPr lang="en-US" altLang="zh-CN" sz="2000" b="1"/>
              <a:t>)   </a:t>
            </a:r>
          </a:p>
          <a:p>
            <a:pPr>
              <a:spcBef>
                <a:spcPct val="20000"/>
              </a:spcBef>
            </a:pPr>
            <a:r>
              <a:rPr lang="en-US" altLang="zh-CN" sz="2000" b="1"/>
              <a:t>       </a:t>
            </a:r>
            <a:r>
              <a:rPr lang="en-US" altLang="zh-CN" sz="2000" b="1">
                <a:sym typeface="Symbol" charset="0"/>
              </a:rPr>
              <a:t>   </a:t>
            </a:r>
            <a:r>
              <a:rPr lang="en-US" altLang="zh-CN" sz="2000" b="1" i="1">
                <a:solidFill>
                  <a:srgbClr val="FF3300"/>
                </a:solidFill>
              </a:rPr>
              <a:t>M</a:t>
            </a:r>
            <a:r>
              <a:rPr lang="en-US" altLang="zh-CN" sz="2000" b="1" baseline="-25000">
                <a:solidFill>
                  <a:srgbClr val="FF3300"/>
                </a:solidFill>
              </a:rPr>
              <a:t>0 </a:t>
            </a:r>
            <a:r>
              <a:rPr lang="en-US" altLang="zh-CN" sz="2000" b="1"/>
              <a:t>=</a:t>
            </a:r>
            <a:r>
              <a:rPr lang="en-US" altLang="zh-CN" sz="2000" b="1" i="1">
                <a:solidFill>
                  <a:schemeClr val="accent2"/>
                </a:solidFill>
              </a:rPr>
              <a:t> </a:t>
            </a:r>
            <a:r>
              <a:rPr lang="en-US" altLang="zh-CN" sz="2000" b="1" i="1">
                <a:solidFill>
                  <a:srgbClr val="FF3300"/>
                </a:solidFill>
              </a:rPr>
              <a:t>M</a:t>
            </a:r>
            <a:r>
              <a:rPr lang="en-US" altLang="zh-CN" sz="2000" b="1" i="1" baseline="-25000">
                <a:solidFill>
                  <a:srgbClr val="FF3300"/>
                </a:solidFill>
              </a:rPr>
              <a:t>n </a:t>
            </a:r>
          </a:p>
        </p:txBody>
      </p:sp>
      <p:grpSp>
        <p:nvGrpSpPr>
          <p:cNvPr id="49312" name="Group 160"/>
          <p:cNvGrpSpPr>
            <a:grpSpLocks/>
          </p:cNvGrpSpPr>
          <p:nvPr/>
        </p:nvGrpSpPr>
        <p:grpSpPr bwMode="auto">
          <a:xfrm>
            <a:off x="3962400" y="4876800"/>
            <a:ext cx="3481388" cy="1700213"/>
            <a:chOff x="2496" y="3024"/>
            <a:chExt cx="2193" cy="1071"/>
          </a:xfrm>
        </p:grpSpPr>
        <p:graphicFrame>
          <p:nvGraphicFramePr>
            <p:cNvPr id="49299" name="Object 147"/>
            <p:cNvGraphicFramePr>
              <a:graphicFrameLocks noChangeAspect="1"/>
            </p:cNvGraphicFramePr>
            <p:nvPr/>
          </p:nvGraphicFramePr>
          <p:xfrm>
            <a:off x="2496" y="3024"/>
            <a:ext cx="2193" cy="10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857320" imgH="1396800" progId="Equation.3">
                    <p:embed/>
                  </p:oleObj>
                </mc:Choice>
                <mc:Fallback>
                  <p:oleObj name="Equation" r:id="rId7" imgW="2857320" imgH="1396800" progId="Equation.3">
                    <p:embed/>
                    <p:pic>
                      <p:nvPicPr>
                        <p:cNvPr id="49299" name="Object 1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3024"/>
                          <a:ext cx="2193" cy="10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305" name="Line 153"/>
            <p:cNvSpPr>
              <a:spLocks noChangeShapeType="1"/>
            </p:cNvSpPr>
            <p:nvPr/>
          </p:nvSpPr>
          <p:spPr bwMode="auto">
            <a:xfrm>
              <a:off x="3216" y="3408"/>
              <a:ext cx="576" cy="336"/>
            </a:xfrm>
            <a:prstGeom prst="line">
              <a:avLst/>
            </a:prstGeom>
            <a:noFill/>
            <a:ln w="317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06" name="Line 154"/>
            <p:cNvSpPr>
              <a:spLocks noChangeShapeType="1"/>
            </p:cNvSpPr>
            <p:nvPr/>
          </p:nvSpPr>
          <p:spPr bwMode="auto">
            <a:xfrm>
              <a:off x="2976" y="3408"/>
              <a:ext cx="576" cy="336"/>
            </a:xfrm>
            <a:prstGeom prst="line">
              <a:avLst/>
            </a:prstGeom>
            <a:noFill/>
            <a:ln w="317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07" name="Line 155"/>
            <p:cNvSpPr>
              <a:spLocks noChangeShapeType="1"/>
            </p:cNvSpPr>
            <p:nvPr/>
          </p:nvSpPr>
          <p:spPr bwMode="auto">
            <a:xfrm>
              <a:off x="2688" y="3408"/>
              <a:ext cx="576" cy="336"/>
            </a:xfrm>
            <a:prstGeom prst="line">
              <a:avLst/>
            </a:prstGeom>
            <a:noFill/>
            <a:ln w="317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08" name="Line 156"/>
            <p:cNvSpPr>
              <a:spLocks noChangeShapeType="1"/>
            </p:cNvSpPr>
            <p:nvPr/>
          </p:nvSpPr>
          <p:spPr bwMode="auto">
            <a:xfrm>
              <a:off x="4176" y="3264"/>
              <a:ext cx="0" cy="576"/>
            </a:xfrm>
            <a:prstGeom prst="line">
              <a:avLst/>
            </a:prstGeom>
            <a:noFill/>
            <a:ln w="317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09" name="Line 157"/>
            <p:cNvSpPr>
              <a:spLocks noChangeShapeType="1"/>
            </p:cNvSpPr>
            <p:nvPr/>
          </p:nvSpPr>
          <p:spPr bwMode="auto">
            <a:xfrm>
              <a:off x="4560" y="3264"/>
              <a:ext cx="0" cy="576"/>
            </a:xfrm>
            <a:prstGeom prst="line">
              <a:avLst/>
            </a:prstGeom>
            <a:noFill/>
            <a:ln w="3175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310" name="Oval 158"/>
            <p:cNvSpPr>
              <a:spLocks noChangeArrowheads="1"/>
            </p:cNvSpPr>
            <p:nvPr/>
          </p:nvSpPr>
          <p:spPr bwMode="auto">
            <a:xfrm>
              <a:off x="2688" y="3696"/>
              <a:ext cx="336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311" name="Oval 159"/>
            <p:cNvSpPr>
              <a:spLocks noChangeArrowheads="1"/>
            </p:cNvSpPr>
            <p:nvPr/>
          </p:nvSpPr>
          <p:spPr bwMode="auto">
            <a:xfrm>
              <a:off x="3408" y="3168"/>
              <a:ext cx="336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864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2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2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2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2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2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492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2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493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autoUpdateAnimBg="0"/>
      <p:bldP spid="49290" grpId="0" autoUpdateAnimBg="0"/>
      <p:bldP spid="49291" grpId="0" autoUpdateAnimBg="0"/>
      <p:bldP spid="49296" grpId="0" autoUpdateAnimBg="0"/>
      <p:bldP spid="49297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6858000" y="0"/>
            <a:ext cx="2286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zh-CN" sz="1800" b="1">
                <a:cs typeface="宋体" charset="0"/>
              </a:rPr>
              <a:t>§5  Cubic  Spline</a:t>
            </a:r>
          </a:p>
        </p:txBody>
      </p:sp>
      <p:sp>
        <p:nvSpPr>
          <p:cNvPr id="50179" name="AutoShape 3" descr="再生纸"/>
          <p:cNvSpPr>
            <a:spLocks noChangeArrowheads="1"/>
          </p:cNvSpPr>
          <p:nvPr/>
        </p:nvSpPr>
        <p:spPr bwMode="auto">
          <a:xfrm>
            <a:off x="381000" y="381000"/>
            <a:ext cx="8382000" cy="5334000"/>
          </a:xfrm>
          <a:prstGeom prst="roundRect">
            <a:avLst>
              <a:gd name="adj" fmla="val 7356"/>
            </a:avLst>
          </a:pr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952500" indent="-952500"/>
            <a:r>
              <a:rPr lang="zh-CN" altLang="en-US" sz="2400" b="1">
                <a:solidFill>
                  <a:schemeClr val="accent2"/>
                </a:solidFill>
              </a:rPr>
              <a:t>注：</a:t>
            </a:r>
            <a:r>
              <a:rPr lang="en-US" altLang="zh-CN" sz="3200" b="1">
                <a:solidFill>
                  <a:schemeClr val="accent2"/>
                </a:solidFill>
                <a:sym typeface="Wingdings" charset="0"/>
              </a:rPr>
              <a:t></a:t>
            </a:r>
            <a:r>
              <a:rPr lang="zh-CN" altLang="en-US" sz="2400" b="1">
                <a:sym typeface="Wingdings" charset="0"/>
              </a:rPr>
              <a:t>另有</a:t>
            </a:r>
            <a:r>
              <a:rPr lang="zh-CN" altLang="en-US" sz="2400" b="1">
                <a:solidFill>
                  <a:schemeClr val="accent2"/>
                </a:solidFill>
              </a:rPr>
              <a:t>三转角法</a:t>
            </a:r>
            <a:r>
              <a:rPr lang="zh-CN" altLang="en-US" sz="2400" b="1"/>
              <a:t>得到样条函数，即设</a:t>
            </a:r>
            <a:r>
              <a:rPr lang="en-US" altLang="zh-CN" sz="2400" b="1"/>
              <a:t> </a:t>
            </a:r>
            <a:r>
              <a:rPr lang="en-US" altLang="zh-CN" sz="2400" b="1" i="1">
                <a:solidFill>
                  <a:srgbClr val="FF3300"/>
                </a:solidFill>
              </a:rPr>
              <a:t>S</a:t>
            </a:r>
            <a:r>
              <a:rPr lang="en-US" altLang="zh-CN" sz="2400" b="1" baseline="30000">
                <a:solidFill>
                  <a:schemeClr val="accent2"/>
                </a:solidFill>
              </a:rPr>
              <a:t>[</a:t>
            </a:r>
            <a:r>
              <a:rPr lang="en-US" altLang="zh-CN" sz="2400" b="1" i="1" baseline="30000">
                <a:solidFill>
                  <a:schemeClr val="accent2"/>
                </a:solidFill>
              </a:rPr>
              <a:t>j</a:t>
            </a:r>
            <a:r>
              <a:rPr lang="en-US" altLang="zh-CN" sz="2400" b="1" baseline="30000">
                <a:solidFill>
                  <a:schemeClr val="accent2"/>
                </a:solidFill>
              </a:rPr>
              <a:t>]</a:t>
            </a:r>
            <a:r>
              <a:rPr lang="zh-CN" altLang="en-US" sz="2400" b="1" i="1">
                <a:solidFill>
                  <a:srgbClr val="FF3300"/>
                </a:solidFill>
              </a:rPr>
              <a:t>’</a:t>
            </a:r>
            <a:r>
              <a:rPr lang="en-US" altLang="zh-CN" sz="2400" b="1"/>
              <a:t>(</a:t>
            </a:r>
            <a:r>
              <a:rPr lang="en-US" altLang="zh-CN" sz="2400" b="1" i="1">
                <a:solidFill>
                  <a:schemeClr val="accent2"/>
                </a:solidFill>
              </a:rPr>
              <a:t>x</a:t>
            </a:r>
            <a:r>
              <a:rPr lang="en-US" altLang="zh-CN" sz="2400" b="1" i="1" baseline="-25000">
                <a:solidFill>
                  <a:schemeClr val="accent2"/>
                </a:solidFill>
              </a:rPr>
              <a:t>j</a:t>
            </a:r>
            <a:r>
              <a:rPr lang="en-US" altLang="zh-CN" sz="2400" b="1"/>
              <a:t>) = </a:t>
            </a:r>
            <a:r>
              <a:rPr lang="en-US" altLang="zh-CN" sz="2400" b="1" i="1">
                <a:solidFill>
                  <a:srgbClr val="FF3300"/>
                </a:solidFill>
              </a:rPr>
              <a:t>m</a:t>
            </a:r>
            <a:r>
              <a:rPr lang="en-US" altLang="zh-CN" sz="2400" b="1" i="1" baseline="-25000">
                <a:solidFill>
                  <a:srgbClr val="FF3300"/>
                </a:solidFill>
              </a:rPr>
              <a:t>j</a:t>
            </a:r>
            <a:r>
              <a:rPr lang="zh-CN" altLang="en-US" sz="2400" b="1">
                <a:sym typeface="Symbol" charset="0"/>
              </a:rPr>
              <a:t>，则易知</a:t>
            </a:r>
            <a:r>
              <a:rPr lang="en-US" altLang="zh-CN" sz="2000" b="1">
                <a:sym typeface="Symbol" charset="0"/>
              </a:rPr>
              <a:t>[</a:t>
            </a:r>
            <a:r>
              <a:rPr lang="en-US" altLang="zh-CN" sz="2000" b="1" i="1">
                <a:solidFill>
                  <a:schemeClr val="accent2"/>
                </a:solidFill>
              </a:rPr>
              <a:t>x</a:t>
            </a:r>
            <a:r>
              <a:rPr lang="en-US" altLang="zh-CN" sz="2000" b="1" i="1" baseline="-25000">
                <a:solidFill>
                  <a:schemeClr val="accent2"/>
                </a:solidFill>
              </a:rPr>
              <a:t>j</a:t>
            </a:r>
            <a:r>
              <a:rPr lang="en-US" altLang="zh-CN" sz="2000" b="1" baseline="-25000">
                <a:solidFill>
                  <a:schemeClr val="accent2"/>
                </a:solidFill>
                <a:sym typeface="Symbol" charset="0"/>
              </a:rPr>
              <a:t>1</a:t>
            </a:r>
            <a:r>
              <a:rPr lang="en-US" altLang="zh-CN" sz="2000" b="1">
                <a:sym typeface="Symbol" charset="0"/>
              </a:rPr>
              <a:t>, </a:t>
            </a:r>
            <a:r>
              <a:rPr lang="en-US" altLang="zh-CN" sz="2000" b="1" baseline="-25000">
                <a:solidFill>
                  <a:schemeClr val="accent2"/>
                </a:solidFill>
                <a:sym typeface="Symbol" charset="0"/>
              </a:rPr>
              <a:t> </a:t>
            </a:r>
            <a:r>
              <a:rPr lang="en-US" altLang="zh-CN" sz="2000" b="1" i="1">
                <a:solidFill>
                  <a:schemeClr val="accent2"/>
                </a:solidFill>
              </a:rPr>
              <a:t>x</a:t>
            </a:r>
            <a:r>
              <a:rPr lang="en-US" altLang="zh-CN" sz="2000" b="1" i="1" baseline="-25000">
                <a:solidFill>
                  <a:schemeClr val="accent2"/>
                </a:solidFill>
              </a:rPr>
              <a:t>j</a:t>
            </a:r>
            <a:r>
              <a:rPr lang="en-US" altLang="zh-CN" sz="2000" b="1" baseline="-25000">
                <a:solidFill>
                  <a:schemeClr val="accent2"/>
                </a:solidFill>
                <a:sym typeface="Symbol" charset="0"/>
              </a:rPr>
              <a:t> </a:t>
            </a:r>
            <a:r>
              <a:rPr lang="en-US" altLang="zh-CN" sz="2000" b="1">
                <a:sym typeface="Symbol" charset="0"/>
              </a:rPr>
              <a:t>]</a:t>
            </a:r>
            <a:r>
              <a:rPr lang="zh-CN" altLang="en-US" sz="2400" b="1">
                <a:sym typeface="Symbol" charset="0"/>
              </a:rPr>
              <a:t>上的</a:t>
            </a:r>
            <a:r>
              <a:rPr lang="en-US" altLang="zh-CN" sz="2400" b="1" i="1">
                <a:solidFill>
                  <a:srgbClr val="FF3300"/>
                </a:solidFill>
              </a:rPr>
              <a:t>S</a:t>
            </a:r>
            <a:r>
              <a:rPr lang="en-US" altLang="zh-CN" sz="2400" b="1" baseline="30000">
                <a:solidFill>
                  <a:schemeClr val="accent2"/>
                </a:solidFill>
              </a:rPr>
              <a:t>[</a:t>
            </a:r>
            <a:r>
              <a:rPr lang="en-US" altLang="zh-CN" sz="2400" b="1" i="1" baseline="30000">
                <a:solidFill>
                  <a:schemeClr val="accent2"/>
                </a:solidFill>
              </a:rPr>
              <a:t>j</a:t>
            </a:r>
            <a:r>
              <a:rPr lang="en-US" altLang="zh-CN" sz="2400" b="1" baseline="30000">
                <a:solidFill>
                  <a:schemeClr val="accent2"/>
                </a:solidFill>
              </a:rPr>
              <a:t>]</a:t>
            </a:r>
            <a:r>
              <a:rPr lang="en-US" altLang="zh-CN" sz="2400" b="1"/>
              <a:t>(</a:t>
            </a:r>
            <a:r>
              <a:rPr lang="en-US" altLang="zh-CN" sz="2400" b="1" i="1"/>
              <a:t>x</a:t>
            </a:r>
            <a:r>
              <a:rPr lang="en-US" altLang="zh-CN" sz="2400" b="1"/>
              <a:t>) </a:t>
            </a:r>
            <a:r>
              <a:rPr lang="zh-CN" altLang="en-US" sz="2400" b="1"/>
              <a:t>就是</a:t>
            </a:r>
            <a:r>
              <a:rPr lang="en-US" altLang="zh-CN" sz="2400" b="1">
                <a:solidFill>
                  <a:schemeClr val="accent2"/>
                </a:solidFill>
              </a:rPr>
              <a:t>Hermite</a:t>
            </a:r>
            <a:r>
              <a:rPr lang="zh-CN" altLang="en-US" sz="2400" b="1">
                <a:solidFill>
                  <a:schemeClr val="accent2"/>
                </a:solidFill>
              </a:rPr>
              <a:t>函数</a:t>
            </a:r>
            <a:r>
              <a:rPr lang="zh-CN" altLang="en-US" sz="2400" b="1"/>
              <a:t>。再利用</a:t>
            </a:r>
            <a:r>
              <a:rPr lang="en-US" altLang="zh-CN" sz="2400" b="1" i="1">
                <a:solidFill>
                  <a:srgbClr val="FF3300"/>
                </a:solidFill>
              </a:rPr>
              <a:t>S</a:t>
            </a:r>
            <a:r>
              <a:rPr lang="zh-CN" altLang="en-US" sz="2400" b="1" i="1">
                <a:solidFill>
                  <a:srgbClr val="FF3300"/>
                </a:solidFill>
              </a:rPr>
              <a:t>”</a:t>
            </a:r>
            <a:r>
              <a:rPr lang="zh-CN" altLang="en-US" sz="2400" b="1"/>
              <a:t>的连续性，可导出关于</a:t>
            </a:r>
            <a:r>
              <a:rPr lang="en-US" altLang="zh-CN" sz="2400" b="1" i="1">
                <a:solidFill>
                  <a:srgbClr val="FF3300"/>
                </a:solidFill>
              </a:rPr>
              <a:t>m</a:t>
            </a:r>
            <a:r>
              <a:rPr lang="en-US" altLang="zh-CN" sz="2400" b="1" i="1" baseline="-25000">
                <a:solidFill>
                  <a:srgbClr val="FF3300"/>
                </a:solidFill>
              </a:rPr>
              <a:t>j </a:t>
            </a:r>
            <a:r>
              <a:rPr lang="zh-CN" altLang="en-US" sz="2400" b="1"/>
              <a:t>的方程组，加上边界条件即可解。</a:t>
            </a:r>
            <a:endParaRPr lang="en-US" altLang="zh-CN" sz="2400" b="1"/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1143000" y="2133600"/>
            <a:ext cx="7315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chemeClr val="accent2"/>
                </a:solidFill>
                <a:sym typeface="Wingdings" charset="0"/>
              </a:rPr>
              <a:t></a:t>
            </a:r>
            <a:r>
              <a:rPr lang="en-US" altLang="zh-CN" sz="2400" b="1"/>
              <a:t>Cubic Spline </a:t>
            </a:r>
            <a:r>
              <a:rPr lang="zh-CN" altLang="en-US" sz="2400" b="1"/>
              <a:t>由</a:t>
            </a:r>
            <a:r>
              <a:rPr lang="en-US" altLang="zh-CN" sz="2400" b="1"/>
              <a:t>boundary conditions </a:t>
            </a:r>
            <a:r>
              <a:rPr lang="zh-CN" altLang="en-US" sz="2400" b="1">
                <a:solidFill>
                  <a:schemeClr val="accent2"/>
                </a:solidFill>
              </a:rPr>
              <a:t>唯一</a:t>
            </a:r>
            <a:r>
              <a:rPr lang="zh-CN" altLang="en-US" sz="2400" b="1"/>
              <a:t>确定。</a:t>
            </a:r>
            <a:endParaRPr lang="en-US" altLang="zh-CN" sz="2400" b="1"/>
          </a:p>
        </p:txBody>
      </p:sp>
      <p:grpSp>
        <p:nvGrpSpPr>
          <p:cNvPr id="50188" name="Group 12"/>
          <p:cNvGrpSpPr>
            <a:grpSpLocks/>
          </p:cNvGrpSpPr>
          <p:nvPr/>
        </p:nvGrpSpPr>
        <p:grpSpPr bwMode="auto">
          <a:xfrm>
            <a:off x="1143000" y="2743200"/>
            <a:ext cx="7239000" cy="1112838"/>
            <a:chOff x="720" y="1824"/>
            <a:chExt cx="4560" cy="701"/>
          </a:xfrm>
        </p:grpSpPr>
        <p:sp>
          <p:nvSpPr>
            <p:cNvPr id="50181" name="Text Box 5"/>
            <p:cNvSpPr txBox="1">
              <a:spLocks noChangeArrowheads="1"/>
            </p:cNvSpPr>
            <p:nvPr/>
          </p:nvSpPr>
          <p:spPr bwMode="auto">
            <a:xfrm>
              <a:off x="720" y="1824"/>
              <a:ext cx="456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>
                  <a:solidFill>
                    <a:schemeClr val="accent2"/>
                  </a:solidFill>
                  <a:sym typeface="Wingdings" charset="0"/>
                </a:rPr>
                <a:t></a:t>
              </a:r>
              <a:r>
                <a:rPr lang="zh-CN" altLang="en-US" sz="2400" b="1">
                  <a:solidFill>
                    <a:schemeClr val="accent2"/>
                  </a:solidFill>
                </a:rPr>
                <a:t>收敛性：</a:t>
              </a:r>
              <a:r>
                <a:rPr lang="zh-CN" altLang="en-US" sz="2400" b="1"/>
                <a:t>若</a:t>
              </a:r>
              <a:r>
                <a:rPr lang="en-US" altLang="zh-CN" sz="2400" b="1"/>
                <a:t>                  </a:t>
              </a:r>
              <a:r>
                <a:rPr lang="zh-CN" altLang="en-US" sz="2400" b="1"/>
                <a:t>，且</a:t>
              </a:r>
              <a:r>
                <a:rPr lang="en-US" altLang="zh-CN" sz="2400" b="1"/>
                <a:t>                       </a:t>
              </a:r>
              <a:r>
                <a:rPr lang="zh-CN" altLang="en-US" sz="2400" b="1"/>
                <a:t>，则</a:t>
              </a:r>
              <a:endParaRPr lang="en-US" altLang="zh-CN" sz="2400" b="1"/>
            </a:p>
          </p:txBody>
        </p:sp>
        <p:graphicFrame>
          <p:nvGraphicFramePr>
            <p:cNvPr id="50182" name="Object 6"/>
            <p:cNvGraphicFramePr>
              <a:graphicFrameLocks noChangeAspect="1"/>
            </p:cNvGraphicFramePr>
            <p:nvPr/>
          </p:nvGraphicFramePr>
          <p:xfrm>
            <a:off x="1968" y="1920"/>
            <a:ext cx="900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23600" imgH="203040" progId="Equation.3">
                    <p:embed/>
                  </p:oleObj>
                </mc:Choice>
                <mc:Fallback>
                  <p:oleObj name="Equation" r:id="rId6" imgW="723600" imgH="203040" progId="Equation.3">
                    <p:embed/>
                    <p:pic>
                      <p:nvPicPr>
                        <p:cNvPr id="50182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1920"/>
                          <a:ext cx="900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183" name="Object 7"/>
            <p:cNvGraphicFramePr>
              <a:graphicFrameLocks noChangeAspect="1"/>
            </p:cNvGraphicFramePr>
            <p:nvPr/>
          </p:nvGraphicFramePr>
          <p:xfrm>
            <a:off x="3264" y="1824"/>
            <a:ext cx="1008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028520" imgH="406080" progId="Equation.3">
                    <p:embed/>
                  </p:oleObj>
                </mc:Choice>
                <mc:Fallback>
                  <p:oleObj name="Equation" r:id="rId8" imgW="1028520" imgH="406080" progId="Equation.3">
                    <p:embed/>
                    <p:pic>
                      <p:nvPicPr>
                        <p:cNvPr id="50183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1824"/>
                          <a:ext cx="1008" cy="3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0186" name="Group 10"/>
            <p:cNvGrpSpPr>
              <a:grpSpLocks/>
            </p:cNvGrpSpPr>
            <p:nvPr/>
          </p:nvGrpSpPr>
          <p:grpSpPr bwMode="auto">
            <a:xfrm>
              <a:off x="1008" y="2112"/>
              <a:ext cx="1344" cy="413"/>
              <a:chOff x="768" y="2688"/>
              <a:chExt cx="1344" cy="413"/>
            </a:xfrm>
          </p:grpSpPr>
          <p:sp>
            <p:nvSpPr>
              <p:cNvPr id="50184" name="Text Box 8"/>
              <p:cNvSpPr txBox="1">
                <a:spLocks noChangeArrowheads="1"/>
              </p:cNvSpPr>
              <p:nvPr/>
            </p:nvSpPr>
            <p:spPr bwMode="auto">
              <a:xfrm>
                <a:off x="1056" y="2688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1800" b="1"/>
                  <a:t>一致</a:t>
                </a:r>
                <a:endParaRPr lang="en-US" altLang="zh-CN" sz="1800" b="1"/>
              </a:p>
            </p:txBody>
          </p:sp>
          <p:sp>
            <p:nvSpPr>
              <p:cNvPr id="50185" name="Text Box 9"/>
              <p:cNvSpPr txBox="1">
                <a:spLocks noChangeArrowheads="1"/>
              </p:cNvSpPr>
              <p:nvPr/>
            </p:nvSpPr>
            <p:spPr bwMode="auto">
              <a:xfrm>
                <a:off x="768" y="2736"/>
                <a:ext cx="13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i="1"/>
                  <a:t>S</a:t>
                </a:r>
                <a:r>
                  <a:rPr lang="en-US" altLang="zh-CN" sz="2400" b="1"/>
                  <a:t>(</a:t>
                </a:r>
                <a:r>
                  <a:rPr lang="en-US" altLang="zh-CN" sz="2400" b="1" i="1"/>
                  <a:t>x</a:t>
                </a:r>
                <a:r>
                  <a:rPr lang="en-US" altLang="zh-CN" sz="2400" b="1"/>
                  <a:t>) </a:t>
                </a:r>
                <a:r>
                  <a:rPr lang="en-US" altLang="zh-CN" sz="3200" b="1">
                    <a:sym typeface="Symbol" charset="0"/>
                  </a:rPr>
                  <a:t></a:t>
                </a:r>
                <a:r>
                  <a:rPr lang="en-US" altLang="zh-CN" sz="2400" b="1">
                    <a:sym typeface="Symbol" charset="0"/>
                  </a:rPr>
                  <a:t> </a:t>
                </a:r>
                <a:r>
                  <a:rPr lang="en-US" altLang="zh-CN" sz="2400" b="1" i="1">
                    <a:sym typeface="Symbol" charset="0"/>
                  </a:rPr>
                  <a:t>f</a:t>
                </a:r>
                <a:r>
                  <a:rPr lang="en-US" altLang="zh-CN" sz="2400" b="1">
                    <a:sym typeface="Symbol" charset="0"/>
                  </a:rPr>
                  <a:t>(</a:t>
                </a:r>
                <a:r>
                  <a:rPr lang="en-US" altLang="zh-CN" sz="2400" b="1" i="1">
                    <a:sym typeface="Symbol" charset="0"/>
                  </a:rPr>
                  <a:t>x</a:t>
                </a:r>
                <a:r>
                  <a:rPr lang="en-US" altLang="zh-CN" sz="2400" b="1">
                    <a:sym typeface="Symbol" charset="0"/>
                  </a:rPr>
                  <a:t>)</a:t>
                </a:r>
                <a:endParaRPr lang="en-US" altLang="zh-CN" sz="2400" b="1" i="1"/>
              </a:p>
            </p:txBody>
          </p:sp>
        </p:grpSp>
        <p:graphicFrame>
          <p:nvGraphicFramePr>
            <p:cNvPr id="50187" name="Object 11"/>
            <p:cNvGraphicFramePr>
              <a:graphicFrameLocks noChangeAspect="1"/>
            </p:cNvGraphicFramePr>
            <p:nvPr/>
          </p:nvGraphicFramePr>
          <p:xfrm>
            <a:off x="2208" y="2256"/>
            <a:ext cx="120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041120" imgH="228600" progId="Equation.3">
                    <p:embed/>
                  </p:oleObj>
                </mc:Choice>
                <mc:Fallback>
                  <p:oleObj name="Equation" r:id="rId10" imgW="1041120" imgH="228600" progId="Equation.3">
                    <p:embed/>
                    <p:pic>
                      <p:nvPicPr>
                        <p:cNvPr id="50187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2256"/>
                          <a:ext cx="1200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189" name="Text Box 13"/>
          <p:cNvSpPr txBox="1">
            <a:spLocks noChangeArrowheads="1"/>
          </p:cNvSpPr>
          <p:nvPr/>
        </p:nvSpPr>
        <p:spPr bwMode="auto">
          <a:xfrm>
            <a:off x="1447800" y="3886200"/>
            <a:ext cx="701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即</a:t>
            </a:r>
            <a:r>
              <a:rPr lang="en-US" altLang="zh-CN" sz="2400" b="1"/>
              <a:t>:</a:t>
            </a:r>
            <a:r>
              <a:rPr lang="zh-CN" altLang="en-US" sz="2400" b="1"/>
              <a:t>提高精度只须</a:t>
            </a:r>
            <a:r>
              <a:rPr lang="zh-CN" altLang="en-US" sz="2400" b="1">
                <a:solidFill>
                  <a:schemeClr val="accent2"/>
                </a:solidFill>
              </a:rPr>
              <a:t>增加节点</a:t>
            </a:r>
            <a:r>
              <a:rPr lang="en-US" altLang="zh-CN" sz="2400" b="1"/>
              <a:t>, </a:t>
            </a:r>
            <a:r>
              <a:rPr lang="zh-CN" altLang="en-US" sz="2400" b="1"/>
              <a:t>而无须提高样条阶数。</a:t>
            </a:r>
            <a:endParaRPr lang="en-US" altLang="zh-CN" sz="2400" b="1"/>
          </a:p>
        </p:txBody>
      </p:sp>
      <p:sp>
        <p:nvSpPr>
          <p:cNvPr id="50190" name="Text Box 14"/>
          <p:cNvSpPr txBox="1">
            <a:spLocks noChangeArrowheads="1"/>
          </p:cNvSpPr>
          <p:nvPr/>
        </p:nvSpPr>
        <p:spPr bwMode="auto">
          <a:xfrm>
            <a:off x="1143000" y="4419600"/>
            <a:ext cx="71628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77825" indent="-377825">
              <a:defRPr kumimoji="1"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宋体" charset="0"/>
              </a:defRPr>
            </a:lvl1pPr>
            <a:lvl2pPr marL="568325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2"/>
                </a:solidFill>
                <a:cs typeface="楷体_GB2312" charset="0"/>
                <a:sym typeface="Wingdings" charset="0"/>
              </a:rPr>
              <a:t></a:t>
            </a:r>
            <a:r>
              <a:rPr lang="zh-CN" altLang="en-US" b="1" dirty="0">
                <a:solidFill>
                  <a:schemeClr val="accent2"/>
                </a:solidFill>
                <a:cs typeface="楷体_GB2312" charset="0"/>
              </a:rPr>
              <a:t>稳定性：</a:t>
            </a:r>
            <a:r>
              <a:rPr lang="zh-CN" altLang="en-US" b="1" dirty="0">
                <a:cs typeface="楷体_GB2312" charset="0"/>
              </a:rPr>
              <a:t>只要边条件保证</a:t>
            </a:r>
            <a:r>
              <a:rPr lang="en-US" altLang="zh-CN" b="1" dirty="0">
                <a:cs typeface="楷体_GB2312" charset="0"/>
              </a:rPr>
              <a:t> </a:t>
            </a:r>
            <a:r>
              <a:rPr lang="en-US" altLang="zh-CN" sz="2000" b="1" dirty="0">
                <a:cs typeface="楷体_GB2312" charset="0"/>
              </a:rPr>
              <a:t>| </a:t>
            </a:r>
            <a:r>
              <a:rPr lang="en-US" altLang="zh-CN" sz="2000" b="1" i="1" dirty="0">
                <a:cs typeface="楷体_GB2312" charset="0"/>
                <a:sym typeface="Symbol" charset="0"/>
              </a:rPr>
              <a:t></a:t>
            </a:r>
            <a:r>
              <a:rPr lang="en-US" altLang="zh-CN" sz="2000" b="1" baseline="-25000" dirty="0">
                <a:cs typeface="楷体_GB2312" charset="0"/>
                <a:sym typeface="Symbol" charset="0"/>
              </a:rPr>
              <a:t>0</a:t>
            </a:r>
            <a:r>
              <a:rPr lang="en-US" altLang="zh-CN" sz="2000" b="1" dirty="0">
                <a:cs typeface="楷体_GB2312" charset="0"/>
              </a:rPr>
              <a:t> |, | </a:t>
            </a:r>
            <a:r>
              <a:rPr lang="en-US" altLang="zh-CN" sz="2000" b="1" i="1" dirty="0">
                <a:cs typeface="楷体_GB2312" charset="0"/>
                <a:sym typeface="Symbol" charset="0"/>
              </a:rPr>
              <a:t></a:t>
            </a:r>
            <a:r>
              <a:rPr lang="en-US" altLang="zh-CN" sz="2000" b="1" baseline="-25000" dirty="0">
                <a:cs typeface="楷体_GB2312" charset="0"/>
                <a:sym typeface="Symbol" charset="0"/>
              </a:rPr>
              <a:t>0</a:t>
            </a:r>
            <a:r>
              <a:rPr lang="en-US" altLang="zh-CN" sz="2000" b="1" dirty="0">
                <a:cs typeface="楷体_GB2312" charset="0"/>
              </a:rPr>
              <a:t> |, | </a:t>
            </a:r>
            <a:r>
              <a:rPr lang="en-US" altLang="zh-CN" sz="2000" b="1" i="1" dirty="0">
                <a:cs typeface="楷体_GB2312" charset="0"/>
                <a:sym typeface="Symbol" charset="0"/>
              </a:rPr>
              <a:t></a:t>
            </a:r>
            <a:r>
              <a:rPr lang="en-US" altLang="zh-CN" sz="2000" b="1" i="1" baseline="-25000" dirty="0">
                <a:cs typeface="楷体_GB2312" charset="0"/>
                <a:sym typeface="Symbol" charset="0"/>
              </a:rPr>
              <a:t>n</a:t>
            </a:r>
            <a:r>
              <a:rPr lang="en-US" altLang="zh-CN" sz="2000" b="1" dirty="0">
                <a:cs typeface="楷体_GB2312" charset="0"/>
              </a:rPr>
              <a:t> |, | </a:t>
            </a:r>
            <a:r>
              <a:rPr lang="en-US" altLang="zh-CN" sz="2000" b="1" i="1" dirty="0">
                <a:cs typeface="楷体_GB2312" charset="0"/>
                <a:sym typeface="Symbol" charset="0"/>
              </a:rPr>
              <a:t> </a:t>
            </a:r>
            <a:r>
              <a:rPr lang="en-US" altLang="zh-CN" sz="2000" b="1" i="1" baseline="-25000" dirty="0">
                <a:cs typeface="楷体_GB2312" charset="0"/>
                <a:sym typeface="Symbol" charset="0"/>
              </a:rPr>
              <a:t>n</a:t>
            </a:r>
            <a:r>
              <a:rPr lang="en-US" altLang="zh-CN" sz="2000" b="1" dirty="0">
                <a:cs typeface="楷体_GB2312" charset="0"/>
              </a:rPr>
              <a:t> | &lt; </a:t>
            </a:r>
            <a:r>
              <a:rPr lang="en-US" altLang="zh-CN" b="1" dirty="0">
                <a:cs typeface="楷体_GB2312" charset="0"/>
              </a:rPr>
              <a:t>2</a:t>
            </a:r>
            <a:r>
              <a:rPr lang="zh-CN" altLang="en-US" b="1" dirty="0">
                <a:cs typeface="楷体_GB2312" charset="0"/>
              </a:rPr>
              <a:t>，则方程组系数阵为</a:t>
            </a:r>
            <a:r>
              <a:rPr lang="en-US" altLang="zh-CN" b="1" dirty="0">
                <a:solidFill>
                  <a:schemeClr val="accent2"/>
                </a:solidFill>
                <a:cs typeface="楷体_GB2312" charset="0"/>
              </a:rPr>
              <a:t>SDD</a:t>
            </a:r>
            <a:r>
              <a:rPr lang="zh-CN" altLang="en-US" b="1" dirty="0">
                <a:solidFill>
                  <a:schemeClr val="accent2"/>
                </a:solidFill>
                <a:cs typeface="楷体_GB2312" charset="0"/>
              </a:rPr>
              <a:t>阵（正定对角占优矩阵）</a:t>
            </a:r>
            <a:r>
              <a:rPr lang="zh-CN" altLang="en-US" b="1" dirty="0">
                <a:cs typeface="楷体_GB2312" charset="0"/>
              </a:rPr>
              <a:t>，</a:t>
            </a:r>
            <a:r>
              <a:rPr lang="zh-CN" altLang="en-US" b="1" dirty="0">
                <a:cs typeface="楷体_GB2312" charset="0"/>
                <a:sym typeface="Symbol" charset="0"/>
              </a:rPr>
              <a:t>保证数值稳定。</a:t>
            </a:r>
            <a:endParaRPr lang="en-US" altLang="zh-CN" b="1" dirty="0">
              <a:cs typeface="楷体_GB2312" charset="0"/>
              <a:sym typeface="Symbol" charset="0"/>
            </a:endParaRPr>
          </a:p>
        </p:txBody>
      </p:sp>
      <p:sp>
        <p:nvSpPr>
          <p:cNvPr id="50191" name="AutoShape 15"/>
          <p:cNvSpPr>
            <a:spLocks noChangeArrowheads="1"/>
          </p:cNvSpPr>
          <p:nvPr/>
        </p:nvSpPr>
        <p:spPr bwMode="auto">
          <a:xfrm>
            <a:off x="2362200" y="5867400"/>
            <a:ext cx="3886200" cy="685800"/>
          </a:xfrm>
          <a:prstGeom prst="foldedCorner">
            <a:avLst>
              <a:gd name="adj" fmla="val 12500"/>
            </a:avLst>
          </a:prstGeom>
          <a:gradFill rotWithShape="0">
            <a:gsLst>
              <a:gs pos="0">
                <a:srgbClr val="FFFFFF"/>
              </a:gs>
              <a:gs pos="100000">
                <a:srgbClr val="FFFFCC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en-US" altLang="zh-CN" sz="2400" b="1"/>
              <a:t>HW:  p.59  #22</a:t>
            </a:r>
          </a:p>
        </p:txBody>
      </p:sp>
    </p:spTree>
    <p:extLst>
      <p:ext uri="{BB962C8B-B14F-4D97-AF65-F5344CB8AC3E}">
        <p14:creationId xmlns:p14="http://schemas.microsoft.com/office/powerpoint/2010/main" val="317240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01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animBg="1" autoUpdateAnimBg="0"/>
      <p:bldP spid="50180" grpId="0" autoUpdateAnimBg="0"/>
      <p:bldP spid="50189" grpId="0" autoUpdateAnimBg="0"/>
      <p:bldP spid="50190" grpId="0" autoUpdateAnimBg="0"/>
      <p:bldP spid="50191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7900"/>
            <a:ext cx="9144000" cy="489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128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6858000" y="0"/>
            <a:ext cx="2286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zh-CN" sz="1800" b="1">
                <a:ea typeface="宋体" charset="0"/>
                <a:cs typeface="宋体" charset="0"/>
              </a:rPr>
              <a:t>§5  Cubic  Spline</a:t>
            </a:r>
          </a:p>
        </p:txBody>
      </p:sp>
      <p:grpSp>
        <p:nvGrpSpPr>
          <p:cNvPr id="51210" name="Group 10"/>
          <p:cNvGrpSpPr>
            <a:grpSpLocks/>
          </p:cNvGrpSpPr>
          <p:nvPr/>
        </p:nvGrpSpPr>
        <p:grpSpPr bwMode="auto">
          <a:xfrm>
            <a:off x="539552" y="1772816"/>
            <a:ext cx="8077200" cy="3733800"/>
            <a:chOff x="336" y="1824"/>
            <a:chExt cx="5088" cy="2352"/>
          </a:xfrm>
        </p:grpSpPr>
        <p:sp>
          <p:nvSpPr>
            <p:cNvPr id="51204" name="AutoShape 4" descr="深色木质"/>
            <p:cNvSpPr>
              <a:spLocks noChangeArrowheads="1"/>
            </p:cNvSpPr>
            <p:nvPr/>
          </p:nvSpPr>
          <p:spPr bwMode="auto">
            <a:xfrm>
              <a:off x="336" y="1824"/>
              <a:ext cx="5088" cy="2352"/>
            </a:xfrm>
            <a:prstGeom prst="bevel">
              <a:avLst>
                <a:gd name="adj" fmla="val 2222"/>
              </a:avLst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77825" indent="-377825" algn="ctr"/>
              <a:r>
                <a:rPr lang="zh-CN" altLang="en-US" b="1" dirty="0">
                  <a:solidFill>
                    <a:srgbClr val="FFFFCC"/>
                  </a:solidFill>
                </a:rPr>
                <a:t>插值法小结</a:t>
              </a:r>
              <a:endParaRPr lang="en-US" altLang="zh-CN" b="1" dirty="0">
                <a:solidFill>
                  <a:srgbClr val="FFFFCC"/>
                </a:solidFill>
              </a:endParaRPr>
            </a:p>
            <a:p>
              <a:pPr marL="377825" indent="-377825">
                <a:spcBef>
                  <a:spcPct val="30000"/>
                </a:spcBef>
              </a:pPr>
              <a:r>
                <a:rPr lang="en-US" altLang="zh-CN" sz="2400" b="1" dirty="0">
                  <a:solidFill>
                    <a:srgbClr val="FFFFCC"/>
                  </a:solidFill>
                  <a:sym typeface="Symbol" charset="0"/>
                </a:rPr>
                <a:t> </a:t>
              </a:r>
              <a:r>
                <a:rPr lang="en-US" altLang="zh-CN" sz="2400" b="1" dirty="0">
                  <a:solidFill>
                    <a:srgbClr val="FFFFCC"/>
                  </a:solidFill>
                </a:rPr>
                <a:t>Lagrange : </a:t>
              </a:r>
              <a:r>
                <a:rPr lang="zh-CN" altLang="en-US" sz="2400" b="1" dirty="0">
                  <a:solidFill>
                    <a:srgbClr val="FFFFCC"/>
                  </a:solidFill>
                </a:rPr>
                <a:t>给出</a:t>
              </a:r>
              <a:r>
                <a:rPr lang="en-US" altLang="zh-CN" sz="2400" b="1" dirty="0">
                  <a:solidFill>
                    <a:srgbClr val="FFFFCC"/>
                  </a:solidFill>
                </a:rPr>
                <a:t> </a:t>
              </a:r>
              <a:r>
                <a:rPr lang="en-US" altLang="zh-CN" sz="2000" b="1" i="1" dirty="0">
                  <a:solidFill>
                    <a:srgbClr val="FFFFCC"/>
                  </a:solidFill>
                </a:rPr>
                <a:t>y</a:t>
              </a:r>
              <a:r>
                <a:rPr lang="en-US" altLang="zh-CN" sz="2000" b="1" baseline="-25000" dirty="0">
                  <a:solidFill>
                    <a:srgbClr val="FFFFCC"/>
                  </a:solidFill>
                </a:rPr>
                <a:t>0</a:t>
              </a:r>
              <a:r>
                <a:rPr lang="en-US" altLang="zh-CN" sz="2000" b="1" i="1" dirty="0">
                  <a:solidFill>
                    <a:srgbClr val="FFFFCC"/>
                  </a:solidFill>
                </a:rPr>
                <a:t> …</a:t>
              </a:r>
              <a:r>
                <a:rPr lang="en-US" altLang="zh-CN" sz="2000" b="1" dirty="0">
                  <a:solidFill>
                    <a:srgbClr val="FFFFCC"/>
                  </a:solidFill>
                </a:rPr>
                <a:t> </a:t>
              </a:r>
              <a:r>
                <a:rPr lang="en-US" altLang="zh-CN" sz="2000" b="1" i="1" dirty="0" err="1">
                  <a:solidFill>
                    <a:srgbClr val="FFFFCC"/>
                  </a:solidFill>
                </a:rPr>
                <a:t>y</a:t>
              </a:r>
              <a:r>
                <a:rPr lang="en-US" altLang="zh-CN" sz="2000" b="1" i="1" baseline="-25000" dirty="0" err="1">
                  <a:solidFill>
                    <a:srgbClr val="FFFFCC"/>
                  </a:solidFill>
                </a:rPr>
                <a:t>n</a:t>
              </a:r>
              <a:r>
                <a:rPr lang="zh-CN" altLang="en-US" sz="2400" b="1" dirty="0">
                  <a:solidFill>
                    <a:srgbClr val="FFFFCC"/>
                  </a:solidFill>
                </a:rPr>
                <a:t>，选基函数</a:t>
              </a:r>
              <a:r>
                <a:rPr lang="en-US" altLang="zh-CN" sz="2400" b="1" dirty="0">
                  <a:solidFill>
                    <a:srgbClr val="FFFFCC"/>
                  </a:solidFill>
                </a:rPr>
                <a:t> </a:t>
              </a:r>
              <a:r>
                <a:rPr lang="en-US" altLang="zh-CN" sz="2400" b="1" i="1" dirty="0">
                  <a:solidFill>
                    <a:srgbClr val="FFFFCC"/>
                  </a:solidFill>
                </a:rPr>
                <a:t>l</a:t>
              </a:r>
              <a:r>
                <a:rPr lang="en-US" altLang="zh-CN" sz="2400" b="1" i="1" baseline="-25000" dirty="0">
                  <a:solidFill>
                    <a:srgbClr val="FFFFCC"/>
                  </a:solidFill>
                </a:rPr>
                <a:t>i</a:t>
              </a:r>
              <a:r>
                <a:rPr lang="en-US" altLang="zh-CN" sz="2400" b="1" dirty="0">
                  <a:solidFill>
                    <a:srgbClr val="FFFFCC"/>
                  </a:solidFill>
                </a:rPr>
                <a:t>(</a:t>
              </a:r>
              <a:r>
                <a:rPr lang="en-US" altLang="zh-CN" sz="2400" b="1" i="1" dirty="0">
                  <a:solidFill>
                    <a:srgbClr val="FFFFCC"/>
                  </a:solidFill>
                </a:rPr>
                <a:t>x</a:t>
              </a:r>
              <a:r>
                <a:rPr lang="en-US" altLang="zh-CN" sz="2400" b="1" dirty="0">
                  <a:solidFill>
                    <a:srgbClr val="FFFFCC"/>
                  </a:solidFill>
                </a:rPr>
                <a:t>)</a:t>
              </a:r>
              <a:r>
                <a:rPr lang="zh-CN" altLang="en-US" sz="2400" b="1" dirty="0">
                  <a:solidFill>
                    <a:srgbClr val="FFFFCC"/>
                  </a:solidFill>
                </a:rPr>
                <a:t>，其次数为</a:t>
              </a:r>
              <a:endParaRPr lang="en-US" altLang="zh-CN" sz="2400" b="1" dirty="0">
                <a:solidFill>
                  <a:srgbClr val="FFFFCC"/>
                </a:solidFill>
              </a:endParaRPr>
            </a:p>
            <a:p>
              <a:pPr marL="377825" indent="-377825">
                <a:spcBef>
                  <a:spcPct val="30000"/>
                </a:spcBef>
              </a:pPr>
              <a:r>
                <a:rPr lang="en-US" altLang="zh-CN" sz="2400" b="1" dirty="0">
                  <a:solidFill>
                    <a:srgbClr val="FFFFCC"/>
                  </a:solidFill>
                </a:rPr>
                <a:t>                       </a:t>
              </a:r>
              <a:r>
                <a:rPr lang="zh-CN" altLang="en-US" sz="2400" b="1" dirty="0">
                  <a:solidFill>
                    <a:srgbClr val="CCFFFF"/>
                  </a:solidFill>
                </a:rPr>
                <a:t>节点数</a:t>
              </a:r>
              <a:r>
                <a:rPr lang="en-US" altLang="zh-CN" sz="2400" b="1" dirty="0">
                  <a:solidFill>
                    <a:srgbClr val="CCFFFF"/>
                  </a:solidFill>
                </a:rPr>
                <a:t> </a:t>
              </a:r>
              <a:r>
                <a:rPr lang="en-US" altLang="zh-CN" sz="2400" b="1" dirty="0">
                  <a:solidFill>
                    <a:srgbClr val="CCFFFF"/>
                  </a:solidFill>
                  <a:ea typeface="宋体" charset="0"/>
                  <a:cs typeface="Times New Roman" charset="0"/>
                </a:rPr>
                <a:t>–</a:t>
              </a:r>
              <a:r>
                <a:rPr lang="en-US" altLang="zh-CN" sz="2400" b="1" dirty="0">
                  <a:solidFill>
                    <a:srgbClr val="CCFFFF"/>
                  </a:solidFill>
                </a:rPr>
                <a:t>1</a:t>
              </a:r>
              <a:r>
                <a:rPr lang="zh-CN" altLang="en-US" sz="2400" b="1" dirty="0">
                  <a:solidFill>
                    <a:srgbClr val="FFFFCC"/>
                  </a:solidFill>
                </a:rPr>
                <a:t>。</a:t>
              </a:r>
              <a:endParaRPr lang="en-US" altLang="zh-CN" sz="2400" b="1" dirty="0">
                <a:solidFill>
                  <a:srgbClr val="FFFFCC"/>
                </a:solidFill>
              </a:endParaRPr>
            </a:p>
            <a:p>
              <a:pPr marL="377825" indent="-377825">
                <a:spcBef>
                  <a:spcPct val="30000"/>
                </a:spcBef>
                <a:buFont typeface="Symbol" charset="0"/>
                <a:buNone/>
              </a:pPr>
              <a:r>
                <a:rPr lang="en-US" altLang="zh-CN" sz="2400" b="1" dirty="0">
                  <a:solidFill>
                    <a:srgbClr val="FFFFCC"/>
                  </a:solidFill>
                  <a:sym typeface="Symbol" charset="0"/>
                </a:rPr>
                <a:t></a:t>
              </a:r>
              <a:r>
                <a:rPr lang="en-US" altLang="zh-CN" sz="2400" b="1" dirty="0">
                  <a:solidFill>
                    <a:srgbClr val="FFFFCC"/>
                  </a:solidFill>
                </a:rPr>
                <a:t> Newton </a:t>
              </a:r>
              <a:r>
                <a:rPr lang="en-US" altLang="zh-CN" sz="2400" b="1" dirty="0">
                  <a:solidFill>
                    <a:srgbClr val="CCFFFF"/>
                  </a:solidFill>
                  <a:sym typeface="Symbol" charset="0"/>
                </a:rPr>
                <a:t> </a:t>
              </a:r>
              <a:r>
                <a:rPr lang="en-US" altLang="zh-CN" sz="2400" b="1" i="1" dirty="0">
                  <a:solidFill>
                    <a:srgbClr val="CCFFFF"/>
                  </a:solidFill>
                  <a:sym typeface="Symbol" charset="0"/>
                </a:rPr>
                <a:t>L</a:t>
              </a:r>
              <a:r>
                <a:rPr lang="en-US" altLang="zh-CN" sz="2400" b="1" i="1" baseline="-25000" dirty="0">
                  <a:solidFill>
                    <a:srgbClr val="CCFFFF"/>
                  </a:solidFill>
                  <a:sym typeface="Symbol" charset="0"/>
                </a:rPr>
                <a:t>n</a:t>
              </a:r>
              <a:r>
                <a:rPr lang="en-US" altLang="zh-CN" sz="2400" b="1" dirty="0">
                  <a:solidFill>
                    <a:srgbClr val="CCFFFF"/>
                  </a:solidFill>
                  <a:sym typeface="Symbol" charset="0"/>
                </a:rPr>
                <a:t>(</a:t>
              </a:r>
              <a:r>
                <a:rPr lang="en-US" altLang="zh-CN" sz="2400" b="1" i="1" dirty="0">
                  <a:solidFill>
                    <a:srgbClr val="CCFFFF"/>
                  </a:solidFill>
                  <a:sym typeface="Symbol" charset="0"/>
                </a:rPr>
                <a:t>x</a:t>
              </a:r>
              <a:r>
                <a:rPr lang="en-US" altLang="zh-CN" sz="2400" b="1" dirty="0">
                  <a:solidFill>
                    <a:srgbClr val="CCFFFF"/>
                  </a:solidFill>
                  <a:sym typeface="Symbol" charset="0"/>
                </a:rPr>
                <a:t>)</a:t>
              </a:r>
              <a:r>
                <a:rPr lang="zh-CN" altLang="en-US" sz="2400" b="1" dirty="0">
                  <a:solidFill>
                    <a:srgbClr val="FFFFCC"/>
                  </a:solidFill>
                  <a:sym typeface="Symbol" charset="0"/>
                </a:rPr>
                <a:t>，</a:t>
              </a:r>
              <a:r>
                <a:rPr lang="zh-CN" altLang="en-US" sz="2400" b="1" dirty="0">
                  <a:solidFill>
                    <a:srgbClr val="FFFFCC"/>
                  </a:solidFill>
                </a:rPr>
                <a:t>只是形式不同；节点等距或渐增节点时方便处理。</a:t>
              </a:r>
              <a:endParaRPr lang="en-US" altLang="zh-CN" sz="2400" b="1" dirty="0">
                <a:solidFill>
                  <a:srgbClr val="FFFFCC"/>
                </a:solidFill>
              </a:endParaRPr>
            </a:p>
            <a:p>
              <a:pPr marL="377825" indent="-377825">
                <a:spcBef>
                  <a:spcPct val="30000"/>
                </a:spcBef>
                <a:buFont typeface="Symbol" charset="0"/>
                <a:buNone/>
              </a:pPr>
              <a:r>
                <a:rPr lang="en-US" altLang="zh-CN" sz="2400" b="1" dirty="0">
                  <a:solidFill>
                    <a:srgbClr val="FFFFCC"/>
                  </a:solidFill>
                  <a:sym typeface="Symbol" charset="0"/>
                </a:rPr>
                <a:t></a:t>
              </a:r>
              <a:r>
                <a:rPr lang="en-US" altLang="zh-CN" sz="2400" b="1" dirty="0">
                  <a:solidFill>
                    <a:srgbClr val="FFFFCC"/>
                  </a:solidFill>
                </a:rPr>
                <a:t> </a:t>
              </a:r>
              <a:r>
                <a:rPr lang="en-US" altLang="zh-CN" sz="2400" b="1" dirty="0" err="1">
                  <a:solidFill>
                    <a:srgbClr val="FFFFCC"/>
                  </a:solidFill>
                </a:rPr>
                <a:t>Hermite</a:t>
              </a:r>
              <a:r>
                <a:rPr lang="zh-CN" altLang="en-US" sz="2400" b="1" dirty="0">
                  <a:solidFill>
                    <a:srgbClr val="FFFFCC"/>
                  </a:solidFill>
                </a:rPr>
                <a:t>：</a:t>
              </a:r>
              <a:r>
                <a:rPr lang="en-US" altLang="zh-CN" sz="2400" b="1" dirty="0">
                  <a:solidFill>
                    <a:srgbClr val="FFFFCC"/>
                  </a:solidFill>
                </a:rPr>
                <a:t>  </a:t>
              </a:r>
              <a:r>
                <a:rPr lang="zh-CN" altLang="en-US" sz="2400" b="1" dirty="0">
                  <a:solidFill>
                    <a:srgbClr val="FFFFCC"/>
                  </a:solidFill>
                </a:rPr>
                <a:t>给出</a:t>
              </a:r>
              <a:r>
                <a:rPr lang="en-US" altLang="zh-CN" sz="2400" b="1" dirty="0">
                  <a:solidFill>
                    <a:srgbClr val="FFFFCC"/>
                  </a:solidFill>
                </a:rPr>
                <a:t> </a:t>
              </a:r>
              <a:r>
                <a:rPr lang="en-US" altLang="zh-CN" sz="2000" b="1" i="1" dirty="0" err="1">
                  <a:solidFill>
                    <a:srgbClr val="FFFFCC"/>
                  </a:solidFill>
                </a:rPr>
                <a:t>y</a:t>
              </a:r>
              <a:r>
                <a:rPr lang="en-US" altLang="zh-CN" sz="2000" b="1" i="1" baseline="-25000" dirty="0" err="1">
                  <a:solidFill>
                    <a:srgbClr val="FFFFCC"/>
                  </a:solidFill>
                </a:rPr>
                <a:t>i</a:t>
              </a:r>
              <a:r>
                <a:rPr lang="en-US" altLang="zh-CN" sz="2000" b="1" i="1" baseline="-25000" dirty="0">
                  <a:solidFill>
                    <a:srgbClr val="FFFFCC"/>
                  </a:solidFill>
                </a:rPr>
                <a:t>  </a:t>
              </a:r>
              <a:r>
                <a:rPr lang="zh-CN" altLang="en-US" sz="2400" b="1" dirty="0">
                  <a:solidFill>
                    <a:srgbClr val="FFFFCC"/>
                  </a:solidFill>
                </a:rPr>
                <a:t>及</a:t>
              </a:r>
              <a:r>
                <a:rPr lang="en-US" altLang="zh-CN" sz="2400" b="1" dirty="0">
                  <a:solidFill>
                    <a:srgbClr val="FFFFCC"/>
                  </a:solidFill>
                </a:rPr>
                <a:t> </a:t>
              </a:r>
              <a:r>
                <a:rPr lang="en-US" altLang="zh-CN" sz="2000" b="1" i="1" dirty="0" err="1">
                  <a:solidFill>
                    <a:srgbClr val="FFFFCC"/>
                  </a:solidFill>
                </a:rPr>
                <a:t>y</a:t>
              </a:r>
              <a:r>
                <a:rPr lang="en-US" altLang="zh-CN" sz="2000" b="1" i="1" baseline="-25000" dirty="0" err="1">
                  <a:solidFill>
                    <a:srgbClr val="FFFFCC"/>
                  </a:solidFill>
                </a:rPr>
                <a:t>i</a:t>
              </a:r>
              <a:r>
                <a:rPr lang="en-US" altLang="zh-CN" sz="2000" b="1" i="1" baseline="-25000" dirty="0">
                  <a:solidFill>
                    <a:srgbClr val="FFFFCC"/>
                  </a:solidFill>
                </a:rPr>
                <a:t> </a:t>
              </a:r>
              <a:r>
                <a:rPr lang="zh-CN" altLang="en-US" sz="2000" b="1" i="1" dirty="0">
                  <a:solidFill>
                    <a:srgbClr val="FFFFCC"/>
                  </a:solidFill>
                </a:rPr>
                <a:t>’</a:t>
              </a:r>
              <a:r>
                <a:rPr lang="zh-CN" altLang="en-US" sz="2400" b="1" dirty="0">
                  <a:solidFill>
                    <a:srgbClr val="FFFFCC"/>
                  </a:solidFill>
                </a:rPr>
                <a:t>，选</a:t>
              </a:r>
              <a:r>
                <a:rPr lang="en-US" altLang="zh-CN" sz="2400" b="1" dirty="0">
                  <a:solidFill>
                    <a:srgbClr val="FFFFCC"/>
                  </a:solidFill>
                </a:rPr>
                <a:t> </a:t>
              </a:r>
              <a:r>
                <a:rPr lang="en-US" altLang="zh-CN" sz="2400" b="1" i="1" dirty="0">
                  <a:solidFill>
                    <a:srgbClr val="FFFFCC"/>
                  </a:solidFill>
                </a:rPr>
                <a:t>h</a:t>
              </a:r>
              <a:r>
                <a:rPr lang="en-US" altLang="zh-CN" sz="2400" b="1" i="1" baseline="-25000" dirty="0">
                  <a:solidFill>
                    <a:srgbClr val="FFFFCC"/>
                  </a:solidFill>
                </a:rPr>
                <a:t>i</a:t>
              </a:r>
              <a:r>
                <a:rPr lang="en-US" altLang="zh-CN" sz="2400" b="1" dirty="0">
                  <a:solidFill>
                    <a:srgbClr val="FFFFCC"/>
                  </a:solidFill>
                </a:rPr>
                <a:t>(</a:t>
              </a:r>
              <a:r>
                <a:rPr lang="en-US" altLang="zh-CN" sz="2400" b="1" i="1" dirty="0">
                  <a:solidFill>
                    <a:srgbClr val="FFFFCC"/>
                  </a:solidFill>
                </a:rPr>
                <a:t>x</a:t>
              </a:r>
              <a:r>
                <a:rPr lang="en-US" altLang="zh-CN" sz="2400" b="1" dirty="0">
                  <a:solidFill>
                    <a:srgbClr val="FFFFCC"/>
                  </a:solidFill>
                </a:rPr>
                <a:t>) </a:t>
              </a:r>
              <a:r>
                <a:rPr lang="zh-CN" altLang="en-US" sz="2400" b="1" dirty="0">
                  <a:solidFill>
                    <a:srgbClr val="FFFFCC"/>
                  </a:solidFill>
                </a:rPr>
                <a:t>及</a:t>
              </a:r>
              <a:r>
                <a:rPr lang="en-US" altLang="zh-CN" sz="2400" b="1" dirty="0">
                  <a:solidFill>
                    <a:srgbClr val="FFFFCC"/>
                  </a:solidFill>
                </a:rPr>
                <a:t> </a:t>
              </a:r>
              <a:r>
                <a:rPr lang="en-US" altLang="zh-CN" sz="2400" b="1" i="1" dirty="0">
                  <a:solidFill>
                    <a:srgbClr val="FFFFCC"/>
                  </a:solidFill>
                </a:rPr>
                <a:t>h</a:t>
              </a:r>
              <a:r>
                <a:rPr lang="en-US" altLang="zh-CN" sz="2400" b="1" i="1" baseline="-25000" dirty="0">
                  <a:solidFill>
                    <a:srgbClr val="FFFFCC"/>
                  </a:solidFill>
                </a:rPr>
                <a:t>i</a:t>
              </a:r>
              <a:r>
                <a:rPr lang="en-US" altLang="zh-CN" sz="2400" b="1" dirty="0">
                  <a:solidFill>
                    <a:srgbClr val="FFFFCC"/>
                  </a:solidFill>
                </a:rPr>
                <a:t>(</a:t>
              </a:r>
              <a:r>
                <a:rPr lang="en-US" altLang="zh-CN" sz="2400" b="1" i="1" dirty="0">
                  <a:solidFill>
                    <a:srgbClr val="FFFFCC"/>
                  </a:solidFill>
                </a:rPr>
                <a:t>x</a:t>
              </a:r>
              <a:r>
                <a:rPr lang="en-US" altLang="zh-CN" sz="2400" b="1" dirty="0">
                  <a:solidFill>
                    <a:srgbClr val="FFFFCC"/>
                  </a:solidFill>
                </a:rPr>
                <a:t>)</a:t>
              </a:r>
              <a:r>
                <a:rPr lang="en-US" altLang="zh-CN" sz="2400" b="1" dirty="0">
                  <a:solidFill>
                    <a:srgbClr val="FFFFCC"/>
                  </a:solidFill>
                  <a:sym typeface="Symbol" charset="0"/>
                </a:rPr>
                <a:t> </a:t>
              </a:r>
              <a:r>
                <a:rPr lang="zh-CN" altLang="en-US" sz="2400" b="1" dirty="0">
                  <a:solidFill>
                    <a:srgbClr val="FFFFCC"/>
                  </a:solidFill>
                  <a:sym typeface="Symbol" charset="0"/>
                </a:rPr>
                <a:t>。</a:t>
              </a:r>
              <a:endParaRPr lang="en-US" altLang="zh-CN" sz="2400" b="1" dirty="0">
                <a:solidFill>
                  <a:srgbClr val="FFFFCC"/>
                </a:solidFill>
                <a:sym typeface="Symbol" charset="0"/>
              </a:endParaRPr>
            </a:p>
            <a:p>
              <a:pPr marL="377825" indent="-377825">
                <a:spcBef>
                  <a:spcPct val="30000"/>
                </a:spcBef>
                <a:buFont typeface="Symbol" charset="0"/>
                <a:buNone/>
              </a:pPr>
              <a:r>
                <a:rPr lang="en-US" altLang="zh-CN" sz="2400" b="1" dirty="0">
                  <a:solidFill>
                    <a:srgbClr val="FFFFCC"/>
                  </a:solidFill>
                  <a:sym typeface="Symbol" charset="0"/>
                </a:rPr>
                <a:t> </a:t>
              </a:r>
              <a:r>
                <a:rPr lang="en-US" altLang="zh-CN" sz="2400" b="1" dirty="0">
                  <a:solidFill>
                    <a:srgbClr val="FFFFCC"/>
                  </a:solidFill>
                </a:rPr>
                <a:t>Spline</a:t>
              </a:r>
              <a:r>
                <a:rPr lang="zh-CN" altLang="en-US" sz="2400" b="1" dirty="0">
                  <a:solidFill>
                    <a:srgbClr val="FFFFCC"/>
                  </a:solidFill>
                </a:rPr>
                <a:t>：分段低次</a:t>
              </a:r>
              <a:r>
                <a:rPr lang="en-US" altLang="zh-CN" sz="2400" b="1" dirty="0">
                  <a:solidFill>
                    <a:srgbClr val="FFFFCC"/>
                  </a:solidFill>
                </a:rPr>
                <a:t>, </a:t>
              </a:r>
              <a:r>
                <a:rPr lang="zh-CN" altLang="en-US" sz="2400" b="1" dirty="0">
                  <a:solidFill>
                    <a:srgbClr val="FFFFCC"/>
                  </a:solidFill>
                </a:rPr>
                <a:t>自身光滑</a:t>
              </a:r>
              <a:r>
                <a:rPr lang="en-US" altLang="zh-CN" sz="2400" b="1" dirty="0">
                  <a:solidFill>
                    <a:srgbClr val="FFFFCC"/>
                  </a:solidFill>
                </a:rPr>
                <a:t>, </a:t>
              </a:r>
              <a:r>
                <a:rPr lang="en-US" altLang="zh-CN" sz="2400" b="1" i="1" dirty="0">
                  <a:solidFill>
                    <a:srgbClr val="FFFFCC"/>
                  </a:solidFill>
                </a:rPr>
                <a:t>f  </a:t>
              </a:r>
              <a:r>
                <a:rPr lang="zh-CN" altLang="en-US" sz="2400" b="1" dirty="0">
                  <a:solidFill>
                    <a:srgbClr val="FFFFCC"/>
                  </a:solidFill>
                </a:rPr>
                <a:t>的导数只在边界给出。</a:t>
              </a:r>
              <a:endParaRPr lang="en-US" altLang="zh-CN" sz="2400" b="1" dirty="0">
                <a:solidFill>
                  <a:srgbClr val="FFFFCC"/>
                </a:solidFill>
              </a:endParaRPr>
            </a:p>
          </p:txBody>
        </p:sp>
        <p:sp>
          <p:nvSpPr>
            <p:cNvPr id="51207" name="Text Box 7"/>
            <p:cNvSpPr txBox="1">
              <a:spLocks noChangeArrowheads="1"/>
            </p:cNvSpPr>
            <p:nvPr/>
          </p:nvSpPr>
          <p:spPr bwMode="auto">
            <a:xfrm>
              <a:off x="3648" y="3264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FFCC"/>
                  </a:solidFill>
                  <a:sym typeface="Symbol" charset="0"/>
                </a:rPr>
                <a:t></a:t>
              </a:r>
              <a:endParaRPr lang="en-US" altLang="zh-CN" sz="1800" b="1">
                <a:solidFill>
                  <a:srgbClr val="FFFF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9486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Text Box 3"/>
          <p:cNvSpPr txBox="1">
            <a:spLocks noChangeArrowheads="1"/>
          </p:cNvSpPr>
          <p:nvPr/>
        </p:nvSpPr>
        <p:spPr bwMode="auto">
          <a:xfrm>
            <a:off x="457200" y="990600"/>
            <a:ext cx="472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chemeClr val="accent2"/>
                </a:solidFill>
                <a:latin typeface="楷体_GB2312" charset="0"/>
                <a:sym typeface="Wingdings" charset="0"/>
              </a:rPr>
              <a:t> </a:t>
            </a:r>
            <a:r>
              <a:rPr lang="zh-CN" altLang="en-US" sz="2400" b="1">
                <a:latin typeface="楷体_GB2312" charset="0"/>
              </a:rPr>
              <a:t>问题的背景</a:t>
            </a:r>
            <a:r>
              <a:rPr lang="en-US" altLang="zh-CN" sz="2400" b="1">
                <a:latin typeface="楷体_GB2312" charset="0"/>
              </a:rPr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charset="0"/>
              </a:rPr>
              <a:t>/* background */</a:t>
            </a:r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533400" y="1447800"/>
            <a:ext cx="594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chemeClr val="accent2"/>
                </a:solidFill>
              </a:rPr>
              <a:t>傅立叶变换</a:t>
            </a:r>
            <a:r>
              <a:rPr lang="en-US" altLang="zh-CN" sz="2400" b="1">
                <a:solidFill>
                  <a:schemeClr val="accent2"/>
                </a:solidFill>
              </a:rPr>
              <a:t> </a:t>
            </a:r>
            <a:r>
              <a:rPr lang="en-US" altLang="zh-CN" sz="2400" b="1"/>
              <a:t>—— </a:t>
            </a:r>
            <a:r>
              <a:rPr lang="zh-CN" altLang="en-US" sz="2400" b="1"/>
              <a:t>函数展开为</a:t>
            </a:r>
            <a:r>
              <a:rPr lang="zh-CN" altLang="en-US" sz="2400" b="1">
                <a:solidFill>
                  <a:schemeClr val="accent2"/>
                </a:solidFill>
              </a:rPr>
              <a:t>三角级数</a:t>
            </a:r>
            <a:endParaRPr lang="en-US" altLang="zh-CN" sz="2400" b="1">
              <a:solidFill>
                <a:schemeClr val="accent2"/>
              </a:solidFill>
            </a:endParaRPr>
          </a:p>
        </p:txBody>
      </p:sp>
      <p:grpSp>
        <p:nvGrpSpPr>
          <p:cNvPr id="55304" name="Group 8"/>
          <p:cNvGrpSpPr>
            <a:grpSpLocks/>
          </p:cNvGrpSpPr>
          <p:nvPr/>
        </p:nvGrpSpPr>
        <p:grpSpPr bwMode="auto">
          <a:xfrm>
            <a:off x="533400" y="1752600"/>
            <a:ext cx="8153400" cy="1522413"/>
            <a:chOff x="336" y="1104"/>
            <a:chExt cx="5136" cy="959"/>
          </a:xfrm>
        </p:grpSpPr>
        <p:sp>
          <p:nvSpPr>
            <p:cNvPr id="55301" name="Text Box 5"/>
            <p:cNvSpPr txBox="1">
              <a:spLocks noChangeArrowheads="1"/>
            </p:cNvSpPr>
            <p:nvPr/>
          </p:nvSpPr>
          <p:spPr bwMode="auto">
            <a:xfrm>
              <a:off x="336" y="1200"/>
              <a:ext cx="5136" cy="8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设</a:t>
              </a:r>
              <a:r>
                <a:rPr lang="en-US" altLang="zh-CN" sz="2400" b="1"/>
                <a:t> </a:t>
              </a:r>
              <a:r>
                <a:rPr lang="en-US" altLang="zh-CN" sz="2400" b="1" i="1"/>
                <a:t>f</a:t>
              </a:r>
              <a:r>
                <a:rPr lang="en-US" altLang="zh-CN" sz="2400" b="1"/>
                <a:t>(</a:t>
              </a:r>
              <a:r>
                <a:rPr lang="en-US" altLang="zh-CN" sz="2400" b="1" i="1"/>
                <a:t>x</a:t>
              </a:r>
              <a:r>
                <a:rPr lang="en-US" altLang="zh-CN" sz="2400" b="1"/>
                <a:t>) </a:t>
              </a:r>
              <a:r>
                <a:rPr lang="zh-CN" altLang="en-US" sz="2400" b="1"/>
                <a:t>周期为</a:t>
              </a:r>
              <a:r>
                <a:rPr lang="en-US" altLang="zh-CN" sz="2400" b="1"/>
                <a:t>2</a:t>
              </a:r>
              <a:r>
                <a:rPr lang="en-US" altLang="zh-CN" sz="2400" b="1" i="1">
                  <a:sym typeface="Symbol" charset="0"/>
                </a:rPr>
                <a:t></a:t>
              </a:r>
              <a:r>
                <a:rPr lang="zh-CN" altLang="en-US" sz="2400" b="1">
                  <a:sym typeface="Symbol" charset="0"/>
                </a:rPr>
                <a:t>，在</a:t>
              </a:r>
              <a:r>
                <a:rPr lang="en-US" altLang="zh-CN" sz="2400" b="1">
                  <a:sym typeface="Symbol" charset="0"/>
                </a:rPr>
                <a:t> [0, </a:t>
              </a:r>
              <a:r>
                <a:rPr lang="en-US" altLang="zh-CN" sz="2400" b="1"/>
                <a:t>2</a:t>
              </a:r>
              <a:r>
                <a:rPr lang="en-US" altLang="zh-CN" sz="2400" b="1" i="1">
                  <a:sym typeface="Symbol" charset="0"/>
                </a:rPr>
                <a:t> </a:t>
              </a:r>
              <a:r>
                <a:rPr lang="en-US" altLang="zh-CN" sz="2400" b="1">
                  <a:sym typeface="Symbol" charset="0"/>
                </a:rPr>
                <a:t>] </a:t>
              </a:r>
              <a:r>
                <a:rPr lang="zh-CN" altLang="en-US" sz="2400" b="1">
                  <a:sym typeface="Symbol" charset="0"/>
                </a:rPr>
                <a:t>上展开为三角级数</a:t>
              </a:r>
              <a:r>
                <a:rPr lang="en-US" altLang="zh-CN" sz="2400" b="1">
                  <a:sym typeface="Symbol" charset="0"/>
                </a:rPr>
                <a:t>                </a:t>
              </a:r>
              <a:r>
                <a:rPr lang="zh-CN" altLang="en-US" sz="2400" b="1">
                  <a:sym typeface="Symbol" charset="0"/>
                </a:rPr>
                <a:t>，</a:t>
              </a:r>
              <a:endParaRPr lang="en-US" altLang="zh-CN" sz="2400" b="1">
                <a:sym typeface="Symbol" charset="0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sz="2400" b="1">
                  <a:sym typeface="Symbol" charset="0"/>
                </a:rPr>
                <a:t>其中</a:t>
              </a:r>
              <a:r>
                <a:rPr lang="en-US" altLang="zh-CN" sz="2400" b="1" i="1">
                  <a:sym typeface="Symbol" charset="0"/>
                </a:rPr>
                <a:t>C</a:t>
              </a:r>
              <a:r>
                <a:rPr lang="en-US" altLang="zh-CN" sz="2400" b="1" i="1" baseline="-25000">
                  <a:sym typeface="Symbol" charset="0"/>
                </a:rPr>
                <a:t>j</a:t>
              </a:r>
              <a:r>
                <a:rPr lang="en-US" altLang="zh-CN" sz="2400" b="1">
                  <a:sym typeface="Symbol" charset="0"/>
                </a:rPr>
                <a:t> </a:t>
              </a:r>
              <a:r>
                <a:rPr lang="zh-CN" altLang="en-US" sz="2400" b="1">
                  <a:sym typeface="Symbol" charset="0"/>
                </a:rPr>
                <a:t>为复系数，</a:t>
              </a:r>
              <a:r>
                <a:rPr lang="en-US" altLang="zh-CN" sz="2400" b="1">
                  <a:sym typeface="Symbol" charset="0"/>
                </a:rPr>
                <a:t>                                   </a:t>
              </a:r>
              <a:r>
                <a:rPr lang="zh-CN" altLang="en-US" sz="2400" b="1">
                  <a:sym typeface="Symbol" charset="0"/>
                </a:rPr>
                <a:t>，则实际计算时要取级数的前</a:t>
              </a:r>
              <a:r>
                <a:rPr lang="en-US" altLang="zh-CN" sz="2400" b="1">
                  <a:sym typeface="Symbol" charset="0"/>
                </a:rPr>
                <a:t> </a:t>
              </a:r>
              <a:r>
                <a:rPr lang="en-US" altLang="zh-CN" sz="2400" b="1" i="1">
                  <a:solidFill>
                    <a:schemeClr val="accent2"/>
                  </a:solidFill>
                  <a:sym typeface="Symbol" charset="0"/>
                </a:rPr>
                <a:t>N</a:t>
              </a:r>
              <a:r>
                <a:rPr lang="en-US" altLang="zh-CN" sz="2400" b="1" i="1">
                  <a:sym typeface="Symbol" charset="0"/>
                </a:rPr>
                <a:t> </a:t>
              </a:r>
              <a:r>
                <a:rPr lang="zh-CN" altLang="en-US" sz="2400" b="1">
                  <a:sym typeface="Symbol" charset="0"/>
                </a:rPr>
                <a:t>项，并要求在区间的</a:t>
              </a:r>
              <a:r>
                <a:rPr lang="en-US" altLang="zh-CN" sz="2400" b="1" i="1">
                  <a:solidFill>
                    <a:schemeClr val="accent2"/>
                  </a:solidFill>
                  <a:sym typeface="Symbol" charset="0"/>
                </a:rPr>
                <a:t>N</a:t>
              </a:r>
              <a:r>
                <a:rPr lang="en-US" altLang="zh-CN" sz="2400" b="1" i="1">
                  <a:sym typeface="Symbol" charset="0"/>
                </a:rPr>
                <a:t> </a:t>
              </a:r>
              <a:r>
                <a:rPr lang="zh-CN" altLang="en-US" sz="2400" b="1">
                  <a:sym typeface="Symbol" charset="0"/>
                </a:rPr>
                <a:t>个等分点上与</a:t>
              </a:r>
              <a:r>
                <a:rPr lang="en-US" altLang="zh-CN" sz="2400" b="1" i="1">
                  <a:sym typeface="Symbol" charset="0"/>
                </a:rPr>
                <a:t>f</a:t>
              </a:r>
              <a:r>
                <a:rPr lang="en-US" altLang="zh-CN" sz="2400" b="1">
                  <a:sym typeface="Symbol" charset="0"/>
                </a:rPr>
                <a:t>(</a:t>
              </a:r>
              <a:r>
                <a:rPr lang="en-US" altLang="zh-CN" sz="2400" b="1" i="1">
                  <a:sym typeface="Symbol" charset="0"/>
                </a:rPr>
                <a:t>x</a:t>
              </a:r>
              <a:r>
                <a:rPr lang="en-US" altLang="zh-CN" sz="2400" b="1">
                  <a:sym typeface="Symbol" charset="0"/>
                </a:rPr>
                <a:t>)</a:t>
              </a:r>
              <a:r>
                <a:rPr lang="zh-CN" altLang="en-US" sz="2400" b="1">
                  <a:sym typeface="Symbol" charset="0"/>
                </a:rPr>
                <a:t>重合。</a:t>
              </a:r>
              <a:endParaRPr lang="en-US" altLang="zh-CN" sz="2400" b="1">
                <a:sym typeface="Symbol" charset="0"/>
              </a:endParaRPr>
            </a:p>
          </p:txBody>
        </p:sp>
        <p:graphicFrame>
          <p:nvGraphicFramePr>
            <p:cNvPr id="55302" name="Object 6"/>
            <p:cNvGraphicFramePr>
              <a:graphicFrameLocks noChangeAspect="1"/>
            </p:cNvGraphicFramePr>
            <p:nvPr/>
          </p:nvGraphicFramePr>
          <p:xfrm>
            <a:off x="4368" y="1104"/>
            <a:ext cx="744" cy="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685800" imgH="444240" progId="Equation.3">
                    <p:embed/>
                  </p:oleObj>
                </mc:Choice>
                <mc:Fallback>
                  <p:oleObj name="Equation" r:id="rId5" imgW="685800" imgH="444240" progId="Equation.3">
                    <p:embed/>
                    <p:pic>
                      <p:nvPicPr>
                        <p:cNvPr id="55302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104"/>
                          <a:ext cx="744" cy="4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03" name="Object 7"/>
            <p:cNvGraphicFramePr>
              <a:graphicFrameLocks noChangeAspect="1"/>
            </p:cNvGraphicFramePr>
            <p:nvPr/>
          </p:nvGraphicFramePr>
          <p:xfrm>
            <a:off x="1880" y="1584"/>
            <a:ext cx="1720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701720" imgH="228600" progId="Equation.3">
                    <p:embed/>
                  </p:oleObj>
                </mc:Choice>
                <mc:Fallback>
                  <p:oleObj name="Equation" r:id="rId7" imgW="1701720" imgH="228600" progId="Equation.3">
                    <p:embed/>
                    <p:pic>
                      <p:nvPicPr>
                        <p:cNvPr id="55303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0" y="1584"/>
                          <a:ext cx="1720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310" name="Group 14"/>
          <p:cNvGrpSpPr>
            <a:grpSpLocks/>
          </p:cNvGrpSpPr>
          <p:nvPr/>
        </p:nvGrpSpPr>
        <p:grpSpPr bwMode="auto">
          <a:xfrm>
            <a:off x="533400" y="3276600"/>
            <a:ext cx="8153400" cy="1176338"/>
            <a:chOff x="384" y="2137"/>
            <a:chExt cx="5136" cy="741"/>
          </a:xfrm>
        </p:grpSpPr>
        <p:sp>
          <p:nvSpPr>
            <p:cNvPr id="55305" name="Text Box 9"/>
            <p:cNvSpPr txBox="1">
              <a:spLocks noChangeArrowheads="1"/>
            </p:cNvSpPr>
            <p:nvPr/>
          </p:nvSpPr>
          <p:spPr bwMode="auto">
            <a:xfrm>
              <a:off x="384" y="2137"/>
              <a:ext cx="5136" cy="6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400" b="1"/>
                <a:t>即：给定</a:t>
              </a:r>
              <a:r>
                <a:rPr lang="en-US" altLang="zh-CN" sz="2400" b="1">
                  <a:sym typeface="Symbol" charset="0"/>
                </a:rPr>
                <a:t>[0, </a:t>
              </a:r>
              <a:r>
                <a:rPr lang="en-US" altLang="zh-CN" sz="2400" b="1"/>
                <a:t>2</a:t>
              </a:r>
              <a:r>
                <a:rPr lang="en-US" altLang="zh-CN" sz="2400" b="1" i="1">
                  <a:sym typeface="Symbol" charset="0"/>
                </a:rPr>
                <a:t> </a:t>
              </a:r>
              <a:r>
                <a:rPr lang="en-US" altLang="zh-CN" sz="2400" b="1">
                  <a:sym typeface="Symbol" charset="0"/>
                </a:rPr>
                <a:t>] </a:t>
              </a:r>
              <a:r>
                <a:rPr lang="zh-CN" altLang="en-US" sz="2400" b="1">
                  <a:sym typeface="Symbol" charset="0"/>
                </a:rPr>
                <a:t>上</a:t>
              </a:r>
              <a:r>
                <a:rPr lang="en-US" altLang="zh-CN" sz="2400" b="1" i="1">
                  <a:sym typeface="Symbol" charset="0"/>
                </a:rPr>
                <a:t>N </a:t>
              </a:r>
              <a:r>
                <a:rPr lang="zh-CN" altLang="en-US" sz="2400" b="1">
                  <a:sym typeface="Symbol" charset="0"/>
                </a:rPr>
                <a:t>个等分点</a:t>
              </a:r>
              <a:r>
                <a:rPr lang="en-US" altLang="zh-CN" sz="2400" b="1">
                  <a:sym typeface="Symbol" charset="0"/>
                </a:rPr>
                <a:t>                                     </a:t>
              </a:r>
              <a:r>
                <a:rPr lang="zh-CN" altLang="en-US" sz="2400" b="1">
                  <a:sym typeface="Symbol" charset="0"/>
                </a:rPr>
                <a:t>上的函数值</a:t>
              </a:r>
              <a:r>
                <a:rPr lang="en-US" altLang="zh-CN" sz="2400" b="1">
                  <a:sym typeface="Symbol" charset="0"/>
                </a:rPr>
                <a:t>                </a:t>
              </a:r>
              <a:r>
                <a:rPr lang="zh-CN" altLang="en-US" sz="2400" b="1">
                  <a:sym typeface="Symbol" charset="0"/>
                </a:rPr>
                <a:t>，令</a:t>
              </a:r>
              <a:r>
                <a:rPr lang="en-US" altLang="zh-CN" sz="2400" b="1">
                  <a:sym typeface="Symbol" charset="0"/>
                </a:rPr>
                <a:t>                           </a:t>
              </a:r>
              <a:r>
                <a:rPr lang="zh-CN" altLang="en-US" sz="2400" b="1">
                  <a:sym typeface="Symbol" charset="0"/>
                </a:rPr>
                <a:t>满足插值条件</a:t>
              </a:r>
              <a:r>
                <a:rPr lang="en-US" altLang="zh-CN" sz="2400" b="1">
                  <a:sym typeface="Symbol" charset="0"/>
                </a:rPr>
                <a:t>                </a:t>
              </a:r>
              <a:r>
                <a:rPr lang="zh-CN" altLang="en-US" sz="2400" b="1">
                  <a:sym typeface="Symbol" charset="0"/>
                </a:rPr>
                <a:t>。</a:t>
              </a:r>
              <a:endParaRPr lang="en-US" altLang="zh-CN" sz="2400" b="1">
                <a:sym typeface="Symbol" charset="0"/>
              </a:endParaRPr>
            </a:p>
          </p:txBody>
        </p:sp>
        <p:graphicFrame>
          <p:nvGraphicFramePr>
            <p:cNvPr id="55306" name="Object 10"/>
            <p:cNvGraphicFramePr>
              <a:graphicFrameLocks noChangeAspect="1"/>
            </p:cNvGraphicFramePr>
            <p:nvPr/>
          </p:nvGraphicFramePr>
          <p:xfrm>
            <a:off x="2976" y="2160"/>
            <a:ext cx="1776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019240" imgH="342720" progId="Equation.3">
                    <p:embed/>
                  </p:oleObj>
                </mc:Choice>
                <mc:Fallback>
                  <p:oleObj name="Equation" r:id="rId9" imgW="2019240" imgH="342720" progId="Equation.3">
                    <p:embed/>
                    <p:pic>
                      <p:nvPicPr>
                        <p:cNvPr id="55306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2160"/>
                          <a:ext cx="1776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07" name="Object 11"/>
            <p:cNvGraphicFramePr>
              <a:graphicFrameLocks noChangeAspect="1"/>
            </p:cNvGraphicFramePr>
            <p:nvPr/>
          </p:nvGraphicFramePr>
          <p:xfrm>
            <a:off x="864" y="2544"/>
            <a:ext cx="768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749160" imgH="228600" progId="Equation.3">
                    <p:embed/>
                  </p:oleObj>
                </mc:Choice>
                <mc:Fallback>
                  <p:oleObj name="Equation" r:id="rId11" imgW="749160" imgH="228600" progId="Equation.3">
                    <p:embed/>
                    <p:pic>
                      <p:nvPicPr>
                        <p:cNvPr id="55307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2544"/>
                          <a:ext cx="768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08" name="Object 12"/>
            <p:cNvGraphicFramePr>
              <a:graphicFrameLocks noChangeAspect="1"/>
            </p:cNvGraphicFramePr>
            <p:nvPr/>
          </p:nvGraphicFramePr>
          <p:xfrm>
            <a:off x="2009" y="2448"/>
            <a:ext cx="1262" cy="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155600" imgH="444240" progId="Equation.3">
                    <p:embed/>
                  </p:oleObj>
                </mc:Choice>
                <mc:Fallback>
                  <p:oleObj name="Equation" r:id="rId13" imgW="1155600" imgH="444240" progId="Equation.3">
                    <p:embed/>
                    <p:pic>
                      <p:nvPicPr>
                        <p:cNvPr id="5530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9" y="2448"/>
                          <a:ext cx="1262" cy="4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09" name="Object 13"/>
            <p:cNvGraphicFramePr>
              <a:graphicFrameLocks noChangeAspect="1"/>
            </p:cNvGraphicFramePr>
            <p:nvPr/>
          </p:nvGraphicFramePr>
          <p:xfrm>
            <a:off x="4416" y="2544"/>
            <a:ext cx="816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723600" imgH="228600" progId="Equation.3">
                    <p:embed/>
                  </p:oleObj>
                </mc:Choice>
                <mc:Fallback>
                  <p:oleObj name="Equation" r:id="rId15" imgW="723600" imgH="228600" progId="Equation.3">
                    <p:embed/>
                    <p:pic>
                      <p:nvPicPr>
                        <p:cNvPr id="55309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2544"/>
                          <a:ext cx="816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311" name="AutoShape 15"/>
          <p:cNvSpPr>
            <a:spLocks noChangeArrowheads="1"/>
          </p:cNvSpPr>
          <p:nvPr/>
        </p:nvSpPr>
        <p:spPr bwMode="auto">
          <a:xfrm>
            <a:off x="2895600" y="4876800"/>
            <a:ext cx="2438400" cy="609600"/>
          </a:xfrm>
          <a:prstGeom prst="wedgeEllipseCallout">
            <a:avLst>
              <a:gd name="adj1" fmla="val 11458"/>
              <a:gd name="adj2" fmla="val -163542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400" b="1" i="1">
                <a:sym typeface="Symbol" charset="0"/>
              </a:rPr>
              <a:t>N </a:t>
            </a:r>
            <a:r>
              <a:rPr lang="zh-CN" altLang="en-US" sz="2400" b="1">
                <a:sym typeface="Symbol" charset="0"/>
              </a:rPr>
              <a:t>个未知数</a:t>
            </a:r>
            <a:endParaRPr lang="en-US" altLang="zh-CN" sz="2400" b="1">
              <a:sym typeface="Symbol" charset="0"/>
            </a:endParaRPr>
          </a:p>
        </p:txBody>
      </p:sp>
      <p:sp>
        <p:nvSpPr>
          <p:cNvPr id="55312" name="AutoShape 16"/>
          <p:cNvSpPr>
            <a:spLocks noChangeArrowheads="1"/>
          </p:cNvSpPr>
          <p:nvPr/>
        </p:nvSpPr>
        <p:spPr bwMode="auto">
          <a:xfrm>
            <a:off x="5867400" y="4800600"/>
            <a:ext cx="2438400" cy="609600"/>
          </a:xfrm>
          <a:prstGeom prst="wedgeEllipseCallout">
            <a:avLst>
              <a:gd name="adj1" fmla="val 27671"/>
              <a:gd name="adj2" fmla="val -162500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400" b="1" i="1">
                <a:sym typeface="Symbol" charset="0"/>
              </a:rPr>
              <a:t>N </a:t>
            </a:r>
            <a:r>
              <a:rPr lang="zh-CN" altLang="en-US" sz="2400" b="1">
                <a:sym typeface="Symbol" charset="0"/>
              </a:rPr>
              <a:t>个方程</a:t>
            </a:r>
            <a:endParaRPr lang="en-US" altLang="zh-CN" sz="2400" b="1">
              <a:sym typeface="Symbol" charset="0"/>
            </a:endParaRPr>
          </a:p>
        </p:txBody>
      </p:sp>
      <p:grpSp>
        <p:nvGrpSpPr>
          <p:cNvPr id="55315" name="Group 19"/>
          <p:cNvGrpSpPr>
            <a:grpSpLocks/>
          </p:cNvGrpSpPr>
          <p:nvPr/>
        </p:nvGrpSpPr>
        <p:grpSpPr bwMode="auto">
          <a:xfrm>
            <a:off x="609600" y="4419600"/>
            <a:ext cx="5638800" cy="990600"/>
            <a:chOff x="528" y="3504"/>
            <a:chExt cx="3552" cy="624"/>
          </a:xfrm>
        </p:grpSpPr>
        <p:sp>
          <p:nvSpPr>
            <p:cNvPr id="55314" name="AutoShape 18" descr="再生纸"/>
            <p:cNvSpPr>
              <a:spLocks noChangeArrowheads="1"/>
            </p:cNvSpPr>
            <p:nvPr/>
          </p:nvSpPr>
          <p:spPr bwMode="auto">
            <a:xfrm>
              <a:off x="528" y="3504"/>
              <a:ext cx="1968" cy="624"/>
            </a:xfrm>
            <a:prstGeom prst="bevel">
              <a:avLst>
                <a:gd name="adj" fmla="val 5931"/>
              </a:avLst>
            </a:prstGeom>
            <a:blipFill dpi="0" rotWithShape="0">
              <a:blip r:embed="rId17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55313" name="Object 17"/>
            <p:cNvGraphicFramePr>
              <a:graphicFrameLocks noChangeAspect="1"/>
            </p:cNvGraphicFramePr>
            <p:nvPr/>
          </p:nvGraphicFramePr>
          <p:xfrm>
            <a:off x="624" y="3568"/>
            <a:ext cx="3456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781000" imgH="444240" progId="Equation.3">
                    <p:embed/>
                  </p:oleObj>
                </mc:Choice>
                <mc:Fallback>
                  <p:oleObj name="Equation" r:id="rId18" imgW="2781000" imgH="444240" progId="Equation.3">
                    <p:embed/>
                    <p:pic>
                      <p:nvPicPr>
                        <p:cNvPr id="55313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3568"/>
                          <a:ext cx="3456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316" name="Text Box 20"/>
          <p:cNvSpPr txBox="1">
            <a:spLocks noChangeArrowheads="1"/>
          </p:cNvSpPr>
          <p:nvPr/>
        </p:nvSpPr>
        <p:spPr bwMode="auto">
          <a:xfrm>
            <a:off x="6400800" y="4419600"/>
            <a:ext cx="15240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chemeClr val="accent2"/>
                </a:solidFill>
                <a:latin typeface="Arial" charset="0"/>
              </a:rPr>
              <a:t>Discrete  Fourier  Transform</a:t>
            </a:r>
          </a:p>
        </p:txBody>
      </p:sp>
      <p:grpSp>
        <p:nvGrpSpPr>
          <p:cNvPr id="55319" name="Group 23"/>
          <p:cNvGrpSpPr>
            <a:grpSpLocks/>
          </p:cNvGrpSpPr>
          <p:nvPr/>
        </p:nvGrpSpPr>
        <p:grpSpPr bwMode="auto">
          <a:xfrm>
            <a:off x="609600" y="5562600"/>
            <a:ext cx="5410200" cy="990600"/>
            <a:chOff x="384" y="3504"/>
            <a:chExt cx="3408" cy="624"/>
          </a:xfrm>
        </p:grpSpPr>
        <p:sp>
          <p:nvSpPr>
            <p:cNvPr id="55318" name="AutoShape 22" descr="再生纸"/>
            <p:cNvSpPr>
              <a:spLocks noChangeArrowheads="1"/>
            </p:cNvSpPr>
            <p:nvPr/>
          </p:nvSpPr>
          <p:spPr bwMode="auto">
            <a:xfrm>
              <a:off x="384" y="3504"/>
              <a:ext cx="1728" cy="624"/>
            </a:xfrm>
            <a:prstGeom prst="bevel">
              <a:avLst>
                <a:gd name="adj" fmla="val 5694"/>
              </a:avLst>
            </a:prstGeom>
            <a:blipFill dpi="0" rotWithShape="0">
              <a:blip r:embed="rId17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55317" name="Object 21"/>
            <p:cNvGraphicFramePr>
              <a:graphicFrameLocks noChangeAspect="1"/>
            </p:cNvGraphicFramePr>
            <p:nvPr/>
          </p:nvGraphicFramePr>
          <p:xfrm>
            <a:off x="480" y="3552"/>
            <a:ext cx="3312" cy="5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552400" imgH="457200" progId="Equation.3">
                    <p:embed/>
                  </p:oleObj>
                </mc:Choice>
                <mc:Fallback>
                  <p:oleObj name="Equation" r:id="rId20" imgW="2552400" imgH="457200" progId="Equation.3">
                    <p:embed/>
                    <p:pic>
                      <p:nvPicPr>
                        <p:cNvPr id="55317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3552"/>
                          <a:ext cx="3312" cy="5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320" name="Text Box 24"/>
          <p:cNvSpPr txBox="1">
            <a:spLocks noChangeArrowheads="1"/>
          </p:cNvSpPr>
          <p:nvPr/>
        </p:nvSpPr>
        <p:spPr bwMode="auto">
          <a:xfrm>
            <a:off x="6400800" y="5715000"/>
            <a:ext cx="1524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chemeClr val="accent2"/>
                </a:solidFill>
                <a:latin typeface="Arial" charset="0"/>
              </a:rPr>
              <a:t>Inverse  of  DFT</a:t>
            </a:r>
          </a:p>
        </p:txBody>
      </p:sp>
      <p:grpSp>
        <p:nvGrpSpPr>
          <p:cNvPr id="55323" name="Group 27"/>
          <p:cNvGrpSpPr>
            <a:grpSpLocks/>
          </p:cNvGrpSpPr>
          <p:nvPr/>
        </p:nvGrpSpPr>
        <p:grpSpPr bwMode="auto">
          <a:xfrm>
            <a:off x="1981200" y="2133600"/>
            <a:ext cx="5715000" cy="3851275"/>
            <a:chOff x="1248" y="1344"/>
            <a:chExt cx="3600" cy="2426"/>
          </a:xfrm>
        </p:grpSpPr>
        <p:sp>
          <p:nvSpPr>
            <p:cNvPr id="55324" name="AutoShape 28"/>
            <p:cNvSpPr>
              <a:spLocks noChangeArrowheads="1"/>
            </p:cNvSpPr>
            <p:nvPr/>
          </p:nvSpPr>
          <p:spPr bwMode="auto">
            <a:xfrm rot="-9158205">
              <a:off x="2167" y="2378"/>
              <a:ext cx="384" cy="1392"/>
            </a:xfrm>
            <a:prstGeom prst="triangle">
              <a:avLst>
                <a:gd name="adj" fmla="val 100000"/>
              </a:avLst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25" name="AutoShape 29"/>
            <p:cNvSpPr>
              <a:spLocks noChangeArrowheads="1"/>
            </p:cNvSpPr>
            <p:nvPr/>
          </p:nvSpPr>
          <p:spPr bwMode="auto">
            <a:xfrm>
              <a:off x="1248" y="1344"/>
              <a:ext cx="3600" cy="1248"/>
            </a:xfrm>
            <a:prstGeom prst="wedgeEllipseCallout">
              <a:avLst>
                <a:gd name="adj1" fmla="val -44250"/>
                <a:gd name="adj2" fmla="val 73236"/>
              </a:avLst>
            </a:prstGeom>
            <a:gradFill rotWithShape="0">
              <a:gsLst>
                <a:gs pos="0">
                  <a:srgbClr val="C0C0C0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>
                <a:lnSpc>
                  <a:spcPct val="120000"/>
                </a:lnSpc>
              </a:pPr>
              <a:r>
                <a:rPr lang="zh-CN" altLang="en-US" sz="2400" b="1"/>
                <a:t>总之要进行形如</a:t>
              </a:r>
              <a:r>
                <a:rPr lang="en-US" altLang="zh-CN" sz="2400" b="1"/>
                <a:t>                           </a:t>
              </a:r>
            </a:p>
            <a:p>
              <a:pPr algn="ctr">
                <a:spcBef>
                  <a:spcPct val="80000"/>
                </a:spcBef>
              </a:pPr>
              <a:r>
                <a:rPr lang="zh-CN" altLang="en-US" sz="2400" b="1"/>
                <a:t>的计算，其中</a:t>
              </a:r>
              <a:r>
                <a:rPr lang="en-US" altLang="zh-CN" sz="2400" b="1"/>
                <a:t>        </a:t>
              </a:r>
              <a:r>
                <a:rPr lang="zh-CN" altLang="en-US" sz="2400" b="1"/>
                <a:t>已知，</a:t>
              </a:r>
              <a:r>
                <a:rPr lang="en-US" altLang="zh-CN" sz="2400" b="1"/>
                <a:t>                  </a:t>
              </a:r>
            </a:p>
          </p:txBody>
        </p:sp>
        <p:graphicFrame>
          <p:nvGraphicFramePr>
            <p:cNvPr id="55326" name="Object 30"/>
            <p:cNvGraphicFramePr>
              <a:graphicFrameLocks noChangeAspect="1"/>
            </p:cNvGraphicFramePr>
            <p:nvPr/>
          </p:nvGraphicFramePr>
          <p:xfrm>
            <a:off x="3120" y="1488"/>
            <a:ext cx="1248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054080" imgH="431640" progId="Equation.3">
                    <p:embed/>
                  </p:oleObj>
                </mc:Choice>
                <mc:Fallback>
                  <p:oleObj name="Equation" r:id="rId22" imgW="1054080" imgH="431640" progId="Equation.3">
                    <p:embed/>
                    <p:pic>
                      <p:nvPicPr>
                        <p:cNvPr id="55326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1488"/>
                          <a:ext cx="1248" cy="4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27" name="Object 31"/>
            <p:cNvGraphicFramePr>
              <a:graphicFrameLocks noChangeAspect="1"/>
            </p:cNvGraphicFramePr>
            <p:nvPr/>
          </p:nvGraphicFramePr>
          <p:xfrm>
            <a:off x="2688" y="2016"/>
            <a:ext cx="367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304560" imgH="228600" progId="Equation.3">
                    <p:embed/>
                  </p:oleObj>
                </mc:Choice>
                <mc:Fallback>
                  <p:oleObj name="Equation" r:id="rId24" imgW="304560" imgH="228600" progId="Equation.3">
                    <p:embed/>
                    <p:pic>
                      <p:nvPicPr>
                        <p:cNvPr id="55327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2016"/>
                          <a:ext cx="367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28" name="Object 32"/>
            <p:cNvGraphicFramePr>
              <a:graphicFrameLocks noChangeAspect="1"/>
            </p:cNvGraphicFramePr>
            <p:nvPr/>
          </p:nvGraphicFramePr>
          <p:xfrm>
            <a:off x="3648" y="1872"/>
            <a:ext cx="901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749160" imgH="304560" progId="Equation.3">
                    <p:embed/>
                  </p:oleObj>
                </mc:Choice>
                <mc:Fallback>
                  <p:oleObj name="Equation" r:id="rId26" imgW="749160" imgH="304560" progId="Equation.3">
                    <p:embed/>
                    <p:pic>
                      <p:nvPicPr>
                        <p:cNvPr id="55328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1872"/>
                          <a:ext cx="901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Text Box 4299">
            <a:extLst>
              <a:ext uri="{FF2B5EF4-FFF2-40B4-BE49-F238E27FC236}">
                <a16:creationId xmlns:a16="http://schemas.microsoft.com/office/drawing/2014/main" id="{FBC431DF-34A1-2D4A-B18D-1F3CEA6FE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4" y="247650"/>
            <a:ext cx="8969376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b="1" dirty="0"/>
              <a:t>快速傅立叶变换</a:t>
            </a:r>
            <a:r>
              <a:rPr lang="en-US" altLang="zh-CN" sz="4400" b="1" dirty="0">
                <a:cs typeface="Times New Roman" charset="0"/>
              </a:rPr>
              <a:t>  </a:t>
            </a:r>
            <a:r>
              <a:rPr lang="en-US" altLang="zh-CN" sz="2800" b="1" dirty="0">
                <a:solidFill>
                  <a:srgbClr val="008000"/>
                </a:solidFill>
                <a:latin typeface="Arial" charset="0"/>
              </a:rPr>
              <a:t>/* Fast Fourier Transform */</a:t>
            </a:r>
            <a:endParaRPr lang="en-US" altLang="zh-CN" sz="2800" b="1" dirty="0">
              <a:solidFill>
                <a:srgbClr val="002060"/>
              </a:solidFill>
              <a:latin typeface="Arial" charset="0"/>
            </a:endParaRPr>
          </a:p>
        </p:txBody>
      </p:sp>
      <p:sp>
        <p:nvSpPr>
          <p:cNvPr id="32" name="Process 31">
            <a:extLst>
              <a:ext uri="{FF2B5EF4-FFF2-40B4-BE49-F238E27FC236}">
                <a16:creationId xmlns:a16="http://schemas.microsoft.com/office/drawing/2014/main" id="{7CFCF71E-8B1E-9B4B-96FC-267C5839BAF2}"/>
              </a:ext>
            </a:extLst>
          </p:cNvPr>
          <p:cNvSpPr/>
          <p:nvPr/>
        </p:nvSpPr>
        <p:spPr>
          <a:xfrm>
            <a:off x="330743" y="9144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32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53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53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53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3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53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53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53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7" dur="500"/>
                                        <p:tgtEl>
                                          <p:spTgt spid="553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autoUpdateAnimBg="0"/>
      <p:bldP spid="55300" grpId="0" autoUpdateAnimBg="0"/>
      <p:bldP spid="55311" grpId="0" animBg="1" autoUpdateAnimBg="0"/>
      <p:bldP spid="55312" grpId="0" animBg="1" autoUpdateAnimBg="0"/>
      <p:bldP spid="55316" grpId="0" autoUpdateAnimBg="0"/>
      <p:bldP spid="55320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9" name="Rectangle 9"/>
          <p:cNvSpPr>
            <a:spLocks noChangeArrowheads="1"/>
          </p:cNvSpPr>
          <p:nvPr/>
        </p:nvSpPr>
        <p:spPr bwMode="auto">
          <a:xfrm>
            <a:off x="5715000" y="0"/>
            <a:ext cx="3429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zh-CN" sz="1800" b="1">
                <a:cs typeface="宋体" charset="0"/>
              </a:rPr>
              <a:t>§6  Fast Fourier Transform</a:t>
            </a:r>
          </a:p>
        </p:txBody>
      </p:sp>
      <p:sp>
        <p:nvSpPr>
          <p:cNvPr id="56330" name="Text Box 10"/>
          <p:cNvSpPr txBox="1">
            <a:spLocks noChangeArrowheads="1"/>
          </p:cNvSpPr>
          <p:nvPr/>
        </p:nvSpPr>
        <p:spPr bwMode="auto">
          <a:xfrm>
            <a:off x="381000" y="381000"/>
            <a:ext cx="472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chemeClr val="accent2"/>
                </a:solidFill>
                <a:latin typeface="楷体_GB2312" charset="0"/>
                <a:sym typeface="Wingdings" charset="0"/>
              </a:rPr>
              <a:t> </a:t>
            </a:r>
            <a:r>
              <a:rPr lang="en-US" altLang="zh-CN" sz="2400" b="1">
                <a:solidFill>
                  <a:schemeClr val="accent2"/>
                </a:solidFill>
                <a:latin typeface="Arial" charset="0"/>
              </a:rPr>
              <a:t>F</a:t>
            </a:r>
            <a:r>
              <a:rPr lang="en-US" altLang="zh-CN" sz="2400" b="1">
                <a:latin typeface="Arial" charset="0"/>
              </a:rPr>
              <a:t>ast </a:t>
            </a:r>
            <a:r>
              <a:rPr lang="en-US" altLang="zh-CN" sz="2400" b="1">
                <a:solidFill>
                  <a:schemeClr val="accent2"/>
                </a:solidFill>
                <a:latin typeface="Arial" charset="0"/>
              </a:rPr>
              <a:t>F</a:t>
            </a:r>
            <a:r>
              <a:rPr lang="en-US" altLang="zh-CN" sz="2400" b="1">
                <a:latin typeface="Arial" charset="0"/>
              </a:rPr>
              <a:t>ourier </a:t>
            </a:r>
            <a:r>
              <a:rPr lang="en-US" altLang="zh-CN" sz="2400" b="1">
                <a:solidFill>
                  <a:schemeClr val="accent2"/>
                </a:solidFill>
                <a:latin typeface="Arial" charset="0"/>
              </a:rPr>
              <a:t>T</a:t>
            </a:r>
            <a:r>
              <a:rPr lang="en-US" altLang="zh-CN" sz="2400" b="1">
                <a:latin typeface="Arial" charset="0"/>
              </a:rPr>
              <a:t>ransform </a:t>
            </a:r>
          </a:p>
        </p:txBody>
      </p:sp>
      <p:grpSp>
        <p:nvGrpSpPr>
          <p:cNvPr id="56339" name="Group 19"/>
          <p:cNvGrpSpPr>
            <a:grpSpLocks/>
          </p:cNvGrpSpPr>
          <p:nvPr/>
        </p:nvGrpSpPr>
        <p:grpSpPr bwMode="auto">
          <a:xfrm>
            <a:off x="457200" y="914400"/>
            <a:ext cx="8212138" cy="747713"/>
            <a:chOff x="336" y="624"/>
            <a:chExt cx="5173" cy="471"/>
          </a:xfrm>
        </p:grpSpPr>
        <p:pic>
          <p:nvPicPr>
            <p:cNvPr id="56331" name="Picture 11" descr="DARTS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" y="624"/>
              <a:ext cx="432" cy="432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56335" name="Object 15"/>
            <p:cNvGraphicFramePr>
              <a:graphicFrameLocks noChangeAspect="1"/>
            </p:cNvGraphicFramePr>
            <p:nvPr/>
          </p:nvGraphicFramePr>
          <p:xfrm>
            <a:off x="1632" y="624"/>
            <a:ext cx="1248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054080" imgH="431640" progId="Equation.3">
                    <p:embed/>
                  </p:oleObj>
                </mc:Choice>
                <mc:Fallback>
                  <p:oleObj name="Equation" r:id="rId7" imgW="1054080" imgH="431640" progId="Equation.3">
                    <p:embed/>
                    <p:pic>
                      <p:nvPicPr>
                        <p:cNvPr id="56335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624"/>
                          <a:ext cx="1248" cy="4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37" name="Object 17"/>
            <p:cNvGraphicFramePr>
              <a:graphicFrameLocks noChangeAspect="1"/>
            </p:cNvGraphicFramePr>
            <p:nvPr/>
          </p:nvGraphicFramePr>
          <p:xfrm>
            <a:off x="4608" y="624"/>
            <a:ext cx="901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749160" imgH="304560" progId="Equation.3">
                    <p:embed/>
                  </p:oleObj>
                </mc:Choice>
                <mc:Fallback>
                  <p:oleObj name="Equation" r:id="rId9" imgW="749160" imgH="304560" progId="Equation.3">
                    <p:embed/>
                    <p:pic>
                      <p:nvPicPr>
                        <p:cNvPr id="56337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624"/>
                          <a:ext cx="901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38" name="Text Box 18"/>
            <p:cNvSpPr txBox="1">
              <a:spLocks noChangeArrowheads="1"/>
            </p:cNvSpPr>
            <p:nvPr/>
          </p:nvSpPr>
          <p:spPr bwMode="auto">
            <a:xfrm>
              <a:off x="768" y="693"/>
              <a:ext cx="43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快速计算</a:t>
              </a:r>
              <a:r>
                <a:rPr lang="en-US" altLang="zh-CN" sz="2400" b="1"/>
                <a:t>                          </a:t>
              </a:r>
              <a:r>
                <a:rPr lang="en-US" altLang="zh-CN" sz="2000" b="1"/>
                <a:t>( </a:t>
              </a:r>
              <a:r>
                <a:rPr lang="en-US" altLang="zh-CN" sz="2000" b="1" i="1"/>
                <a:t>j</a:t>
              </a:r>
              <a:r>
                <a:rPr lang="en-US" altLang="zh-CN" sz="2000" b="1"/>
                <a:t> = 0, 1, …, </a:t>
              </a:r>
              <a:r>
                <a:rPr lang="en-US" altLang="zh-CN" sz="2000" b="1" i="1"/>
                <a:t>N</a:t>
              </a:r>
              <a:r>
                <a:rPr lang="en-US" altLang="zh-CN" sz="2000" b="1">
                  <a:sym typeface="Symbol" charset="0"/>
                </a:rPr>
                <a:t>1</a:t>
              </a:r>
              <a:r>
                <a:rPr lang="en-US" altLang="zh-CN" sz="2000" b="1"/>
                <a:t>)</a:t>
              </a:r>
              <a:r>
                <a:rPr lang="zh-CN" altLang="en-US" sz="2000" b="1"/>
                <a:t>，</a:t>
              </a:r>
              <a:r>
                <a:rPr lang="zh-CN" altLang="en-US" sz="2400" b="1"/>
                <a:t>其中</a:t>
              </a:r>
              <a:endParaRPr lang="en-US" altLang="zh-CN" sz="2400" b="1"/>
            </a:p>
          </p:txBody>
        </p:sp>
      </p:grpSp>
      <p:sp>
        <p:nvSpPr>
          <p:cNvPr id="56340" name="Text Box 20"/>
          <p:cNvSpPr txBox="1">
            <a:spLocks noChangeArrowheads="1"/>
          </p:cNvSpPr>
          <p:nvPr/>
        </p:nvSpPr>
        <p:spPr bwMode="auto">
          <a:xfrm>
            <a:off x="457200" y="1676400"/>
            <a:ext cx="411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/>
              <a:t>直接计算需</a:t>
            </a:r>
            <a:r>
              <a:rPr lang="zh-CN" altLang="en-US" sz="2400" b="1">
                <a:solidFill>
                  <a:srgbClr val="008000"/>
                </a:solidFill>
              </a:rPr>
              <a:t>复数乘法</a:t>
            </a:r>
            <a:r>
              <a:rPr lang="en-US" altLang="zh-CN" sz="2400" b="1"/>
              <a:t>        </a:t>
            </a:r>
            <a:r>
              <a:rPr lang="zh-CN" altLang="en-US" sz="2400" b="1"/>
              <a:t>次</a:t>
            </a:r>
            <a:endParaRPr lang="en-US" altLang="zh-CN" sz="2400" b="1"/>
          </a:p>
        </p:txBody>
      </p:sp>
      <p:sp>
        <p:nvSpPr>
          <p:cNvPr id="56341" name="Rectangle 21"/>
          <p:cNvSpPr>
            <a:spLocks noChangeArrowheads="1"/>
          </p:cNvSpPr>
          <p:nvPr/>
        </p:nvSpPr>
        <p:spPr bwMode="auto">
          <a:xfrm>
            <a:off x="3352800" y="1676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1" i="1">
                <a:solidFill>
                  <a:schemeClr val="accent2"/>
                </a:solidFill>
              </a:rPr>
              <a:t>N </a:t>
            </a:r>
            <a:r>
              <a:rPr lang="en-US" altLang="zh-CN" sz="2400" b="1" baseline="30000">
                <a:solidFill>
                  <a:schemeClr val="accent2"/>
                </a:solidFill>
              </a:rPr>
              <a:t>2</a:t>
            </a:r>
            <a:endParaRPr lang="en-US" altLang="zh-CN" sz="2400" b="1" i="1">
              <a:solidFill>
                <a:schemeClr val="accent2"/>
              </a:solidFill>
            </a:endParaRPr>
          </a:p>
        </p:txBody>
      </p:sp>
      <p:sp>
        <p:nvSpPr>
          <p:cNvPr id="56342" name="Text Box 22"/>
          <p:cNvSpPr txBox="1">
            <a:spLocks noChangeArrowheads="1"/>
          </p:cNvSpPr>
          <p:nvPr/>
        </p:nvSpPr>
        <p:spPr bwMode="auto">
          <a:xfrm>
            <a:off x="4419600" y="1600200"/>
            <a:ext cx="2743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chemeClr val="accent2"/>
                </a:solidFill>
                <a:sym typeface="Wingdings" charset="0"/>
              </a:rPr>
              <a:t></a:t>
            </a:r>
            <a:r>
              <a:rPr lang="en-US" altLang="zh-CN" b="1">
                <a:sym typeface="Wingdings" charset="0"/>
              </a:rPr>
              <a:t> </a:t>
            </a:r>
            <a:r>
              <a:rPr lang="zh-CN" altLang="en-US" sz="2400" b="1"/>
              <a:t>降到</a:t>
            </a:r>
            <a:r>
              <a:rPr lang="en-US" altLang="zh-CN" sz="2400" b="1"/>
              <a:t> </a:t>
            </a:r>
            <a:r>
              <a:rPr lang="en-US" altLang="zh-CN" sz="2400" b="1" i="1">
                <a:solidFill>
                  <a:srgbClr val="FF3300"/>
                </a:solidFill>
              </a:rPr>
              <a:t>N · logN</a:t>
            </a:r>
            <a:endParaRPr lang="en-US" altLang="zh-CN" sz="2400" b="1">
              <a:solidFill>
                <a:srgbClr val="FF3300"/>
              </a:solidFill>
            </a:endParaRPr>
          </a:p>
        </p:txBody>
      </p:sp>
      <p:pic>
        <p:nvPicPr>
          <p:cNvPr id="56343" name="Picture 23" descr="LIGHT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85800"/>
            <a:ext cx="307975" cy="55403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6347" name="Group 27"/>
          <p:cNvGrpSpPr>
            <a:grpSpLocks/>
          </p:cNvGrpSpPr>
          <p:nvPr/>
        </p:nvGrpSpPr>
        <p:grpSpPr bwMode="auto">
          <a:xfrm>
            <a:off x="533400" y="2209800"/>
            <a:ext cx="8077200" cy="1187450"/>
            <a:chOff x="384" y="1440"/>
            <a:chExt cx="5088" cy="748"/>
          </a:xfrm>
        </p:grpSpPr>
        <p:sp>
          <p:nvSpPr>
            <p:cNvPr id="56344" name="Text Box 24"/>
            <p:cNvSpPr txBox="1">
              <a:spLocks noChangeArrowheads="1"/>
            </p:cNvSpPr>
            <p:nvPr/>
          </p:nvSpPr>
          <p:spPr bwMode="auto">
            <a:xfrm>
              <a:off x="768" y="1440"/>
              <a:ext cx="4704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由于</a:t>
              </a:r>
              <a:r>
                <a:rPr lang="en-US" altLang="zh-CN" sz="2400" b="1" i="1"/>
                <a:t>W </a:t>
              </a:r>
              <a:r>
                <a:rPr lang="zh-CN" altLang="en-US" sz="2400" b="1"/>
                <a:t>的周期性</a:t>
              </a:r>
              <a:r>
                <a:rPr lang="en-US" altLang="zh-CN" sz="2400" b="1" i="1"/>
                <a:t>W </a:t>
              </a:r>
              <a:r>
                <a:rPr lang="en-US" altLang="zh-CN" sz="2400" b="1" i="1" baseline="30000"/>
                <a:t>qN</a:t>
              </a:r>
              <a:r>
                <a:rPr lang="en-US" altLang="zh-CN" sz="2400" b="1" baseline="30000"/>
                <a:t>+</a:t>
              </a:r>
              <a:r>
                <a:rPr lang="en-US" altLang="zh-CN" sz="2400" b="1" i="1" baseline="30000">
                  <a:solidFill>
                    <a:srgbClr val="FF3300"/>
                  </a:solidFill>
                </a:rPr>
                <a:t>s</a:t>
              </a:r>
              <a:r>
                <a:rPr lang="en-US" altLang="zh-CN" sz="2400" b="1"/>
                <a:t> = </a:t>
              </a:r>
              <a:r>
                <a:rPr lang="en-US" altLang="zh-CN" sz="2400" b="1" i="1"/>
                <a:t>W </a:t>
              </a:r>
              <a:r>
                <a:rPr lang="en-US" altLang="zh-CN" sz="2400" b="1" i="1" baseline="30000">
                  <a:solidFill>
                    <a:srgbClr val="FF3300"/>
                  </a:solidFill>
                </a:rPr>
                <a:t>s</a:t>
              </a:r>
              <a:r>
                <a:rPr lang="en-US" altLang="zh-CN" sz="2400" b="1"/>
                <a:t> , </a:t>
              </a:r>
              <a:r>
                <a:rPr lang="en-US" altLang="zh-CN" sz="2400" b="1" i="1"/>
                <a:t>W </a:t>
              </a:r>
              <a:r>
                <a:rPr lang="en-US" altLang="zh-CN" sz="2400" b="1" i="1" baseline="30000"/>
                <a:t>k j </a:t>
              </a:r>
              <a:r>
                <a:rPr lang="zh-CN" altLang="en-US" sz="2400" b="1"/>
                <a:t>实际上只有</a:t>
              </a:r>
              <a:r>
                <a:rPr lang="en-US" altLang="zh-CN" sz="2400" b="1"/>
                <a:t>               </a:t>
              </a:r>
              <a:r>
                <a:rPr lang="zh-CN" altLang="en-US" sz="2400" b="1"/>
                <a:t>这</a:t>
              </a:r>
              <a:r>
                <a:rPr lang="en-US" altLang="zh-CN" sz="2400" b="1"/>
                <a:t> </a:t>
              </a:r>
              <a:r>
                <a:rPr lang="en-US" altLang="zh-CN" sz="2400" b="1" i="1"/>
                <a:t>    </a:t>
              </a:r>
              <a:r>
                <a:rPr lang="zh-CN" altLang="en-US" sz="2400" b="1"/>
                <a:t>个不同的值。若</a:t>
              </a:r>
              <a:r>
                <a:rPr lang="en-US" altLang="zh-CN" sz="2400" b="1"/>
                <a:t> </a:t>
              </a:r>
              <a:r>
                <a:rPr lang="en-US" altLang="zh-CN" sz="2400" b="1" i="1"/>
                <a:t>N</a:t>
              </a:r>
              <a:r>
                <a:rPr lang="en-US" altLang="zh-CN" sz="2400" b="1"/>
                <a:t> </a:t>
              </a:r>
              <a:r>
                <a:rPr lang="zh-CN" altLang="en-US" sz="2400" b="1"/>
                <a:t>为偶数，则</a:t>
              </a:r>
              <a:r>
                <a:rPr lang="en-US" altLang="zh-CN" sz="2400" b="1" i="1"/>
                <a:t>W </a:t>
              </a:r>
              <a:r>
                <a:rPr lang="en-US" altLang="zh-CN" sz="2400" b="1" i="1" baseline="30000"/>
                <a:t>k j</a:t>
              </a:r>
              <a:r>
                <a:rPr lang="zh-CN" altLang="en-US" sz="2400" b="1"/>
                <a:t>只有</a:t>
              </a:r>
              <a:r>
                <a:rPr lang="en-US" altLang="zh-CN" sz="2400" b="1"/>
                <a:t>           </a:t>
              </a:r>
              <a:r>
                <a:rPr lang="zh-CN" altLang="en-US" sz="2400" b="1"/>
                <a:t>个不同值。</a:t>
              </a:r>
              <a:endParaRPr lang="en-US" altLang="zh-CN" sz="2400" b="1"/>
            </a:p>
          </p:txBody>
        </p:sp>
        <p:pic>
          <p:nvPicPr>
            <p:cNvPr id="56345" name="Picture 25" descr="LIGHT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1488"/>
              <a:ext cx="347" cy="624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6359" name="Group 39"/>
          <p:cNvGrpSpPr>
            <a:grpSpLocks/>
          </p:cNvGrpSpPr>
          <p:nvPr/>
        </p:nvGrpSpPr>
        <p:grpSpPr bwMode="auto">
          <a:xfrm>
            <a:off x="7331075" y="2298700"/>
            <a:ext cx="1274763" cy="374650"/>
            <a:chOff x="4618" y="1448"/>
            <a:chExt cx="803" cy="236"/>
          </a:xfrm>
        </p:grpSpPr>
        <p:sp>
          <p:nvSpPr>
            <p:cNvPr id="56352" name="Rectangle 32"/>
            <p:cNvSpPr>
              <a:spLocks noChangeArrowheads="1"/>
            </p:cNvSpPr>
            <p:nvPr/>
          </p:nvSpPr>
          <p:spPr bwMode="auto">
            <a:xfrm>
              <a:off x="5369" y="1458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>
                  <a:solidFill>
                    <a:schemeClr val="accent2"/>
                  </a:solidFill>
                </a:rPr>
                <a:t>1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6353" name="Rectangle 33"/>
            <p:cNvSpPr>
              <a:spLocks noChangeArrowheads="1"/>
            </p:cNvSpPr>
            <p:nvPr/>
          </p:nvSpPr>
          <p:spPr bwMode="auto">
            <a:xfrm>
              <a:off x="4808" y="1458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>
                  <a:solidFill>
                    <a:schemeClr val="accent2"/>
                  </a:solidFill>
                </a:rPr>
                <a:t>0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6354" name="Rectangle 34"/>
            <p:cNvSpPr>
              <a:spLocks noChangeArrowheads="1"/>
            </p:cNvSpPr>
            <p:nvPr/>
          </p:nvSpPr>
          <p:spPr bwMode="auto">
            <a:xfrm>
              <a:off x="4877" y="1473"/>
              <a:ext cx="132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>
                  <a:solidFill>
                    <a:schemeClr val="accent2"/>
                  </a:solidFill>
                </a:rPr>
                <a:t>...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6355" name="Rectangle 35"/>
            <p:cNvSpPr>
              <a:spLocks noChangeArrowheads="1"/>
            </p:cNvSpPr>
            <p:nvPr/>
          </p:nvSpPr>
          <p:spPr bwMode="auto">
            <a:xfrm>
              <a:off x="5313" y="1448"/>
              <a:ext cx="5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>
                  <a:solidFill>
                    <a:schemeClr val="accent2"/>
                  </a:solidFill>
                  <a:latin typeface="Symbol" charset="0"/>
                </a:rPr>
                <a:t>-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6356" name="Rectangle 36"/>
            <p:cNvSpPr>
              <a:spLocks noChangeArrowheads="1"/>
            </p:cNvSpPr>
            <p:nvPr/>
          </p:nvSpPr>
          <p:spPr bwMode="auto">
            <a:xfrm>
              <a:off x="5222" y="1459"/>
              <a:ext cx="7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1" i="1">
                  <a:solidFill>
                    <a:schemeClr val="accent2"/>
                  </a:solidFill>
                </a:rPr>
                <a:t>N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6357" name="Rectangle 37"/>
            <p:cNvSpPr>
              <a:spLocks noChangeArrowheads="1"/>
            </p:cNvSpPr>
            <p:nvPr/>
          </p:nvSpPr>
          <p:spPr bwMode="auto">
            <a:xfrm>
              <a:off x="5025" y="1473"/>
              <a:ext cx="15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 i="1">
                  <a:solidFill>
                    <a:schemeClr val="accent2"/>
                  </a:solidFill>
                </a:rPr>
                <a:t>W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6358" name="Rectangle 38"/>
            <p:cNvSpPr>
              <a:spLocks noChangeArrowheads="1"/>
            </p:cNvSpPr>
            <p:nvPr/>
          </p:nvSpPr>
          <p:spPr bwMode="auto">
            <a:xfrm>
              <a:off x="4618" y="1473"/>
              <a:ext cx="15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200" b="1" i="1">
                  <a:solidFill>
                    <a:schemeClr val="accent2"/>
                  </a:solidFill>
                </a:rPr>
                <a:t>W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56350" name="Rectangle 30"/>
          <p:cNvSpPr>
            <a:spLocks noChangeArrowheads="1"/>
          </p:cNvSpPr>
          <p:nvPr/>
        </p:nvSpPr>
        <p:spPr bwMode="auto">
          <a:xfrm>
            <a:off x="1524000" y="259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1" i="1">
                <a:solidFill>
                  <a:schemeClr val="accent2"/>
                </a:solidFill>
              </a:rPr>
              <a:t>N </a:t>
            </a:r>
          </a:p>
        </p:txBody>
      </p:sp>
      <p:sp>
        <p:nvSpPr>
          <p:cNvPr id="56351" name="Rectangle 31"/>
          <p:cNvSpPr>
            <a:spLocks noChangeArrowheads="1"/>
          </p:cNvSpPr>
          <p:nvPr/>
        </p:nvSpPr>
        <p:spPr bwMode="auto">
          <a:xfrm>
            <a:off x="7162800" y="25908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1" i="1">
                <a:solidFill>
                  <a:schemeClr val="accent2"/>
                </a:solidFill>
              </a:rPr>
              <a:t>N</a:t>
            </a:r>
            <a:r>
              <a:rPr lang="en-US" altLang="zh-CN" sz="2400" b="1">
                <a:solidFill>
                  <a:schemeClr val="accent2"/>
                </a:solidFill>
              </a:rPr>
              <a:t> / 2</a:t>
            </a:r>
            <a:endParaRPr lang="en-US" altLang="zh-CN" sz="2400" b="1" i="1">
              <a:solidFill>
                <a:schemeClr val="accent2"/>
              </a:solidFill>
            </a:endParaRPr>
          </a:p>
        </p:txBody>
      </p:sp>
      <p:grpSp>
        <p:nvGrpSpPr>
          <p:cNvPr id="56379" name="Group 59"/>
          <p:cNvGrpSpPr>
            <a:grpSpLocks/>
          </p:cNvGrpSpPr>
          <p:nvPr/>
        </p:nvGrpSpPr>
        <p:grpSpPr bwMode="auto">
          <a:xfrm>
            <a:off x="533400" y="3733800"/>
            <a:ext cx="5257800" cy="635000"/>
            <a:chOff x="336" y="2352"/>
            <a:chExt cx="3312" cy="400"/>
          </a:xfrm>
        </p:grpSpPr>
        <p:sp>
          <p:nvSpPr>
            <p:cNvPr id="56360" name="Text Box 40"/>
            <p:cNvSpPr txBox="1">
              <a:spLocks noChangeArrowheads="1"/>
            </p:cNvSpPr>
            <p:nvPr/>
          </p:nvSpPr>
          <p:spPr bwMode="auto">
            <a:xfrm>
              <a:off x="1152" y="2400"/>
              <a:ext cx="24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/>
                <a:t>先</a:t>
              </a:r>
              <a:r>
                <a:rPr lang="zh-CN" altLang="en-US" sz="2400" b="1">
                  <a:solidFill>
                    <a:schemeClr val="accent2"/>
                  </a:solidFill>
                </a:rPr>
                <a:t>合并同类项</a:t>
              </a:r>
              <a:r>
                <a:rPr lang="zh-CN" altLang="en-US" sz="2400" b="1"/>
                <a:t>，再做乘法。</a:t>
              </a:r>
              <a:endParaRPr lang="en-US" altLang="zh-CN" sz="2400" b="1"/>
            </a:p>
          </p:txBody>
        </p:sp>
        <p:grpSp>
          <p:nvGrpSpPr>
            <p:cNvPr id="56378" name="Group 58"/>
            <p:cNvGrpSpPr>
              <a:grpSpLocks/>
            </p:cNvGrpSpPr>
            <p:nvPr/>
          </p:nvGrpSpPr>
          <p:grpSpPr bwMode="auto">
            <a:xfrm rot="-5400000">
              <a:off x="518" y="2170"/>
              <a:ext cx="400" cy="764"/>
              <a:chOff x="1055" y="3023"/>
              <a:chExt cx="400" cy="764"/>
            </a:xfrm>
          </p:grpSpPr>
          <p:sp>
            <p:nvSpPr>
              <p:cNvPr id="56362" name="Freeform 42"/>
              <p:cNvSpPr>
                <a:spLocks/>
              </p:cNvSpPr>
              <p:nvPr/>
            </p:nvSpPr>
            <p:spPr bwMode="auto">
              <a:xfrm>
                <a:off x="1055" y="3023"/>
                <a:ext cx="390" cy="759"/>
              </a:xfrm>
              <a:custGeom>
                <a:avLst/>
                <a:gdLst>
                  <a:gd name="T0" fmla="*/ 420 w 1171"/>
                  <a:gd name="T1" fmla="*/ 0 h 2278"/>
                  <a:gd name="T2" fmla="*/ 774 w 1171"/>
                  <a:gd name="T3" fmla="*/ 0 h 2278"/>
                  <a:gd name="T4" fmla="*/ 707 w 1171"/>
                  <a:gd name="T5" fmla="*/ 87 h 2278"/>
                  <a:gd name="T6" fmla="*/ 501 w 1171"/>
                  <a:gd name="T7" fmla="*/ 87 h 2278"/>
                  <a:gd name="T8" fmla="*/ 423 w 1171"/>
                  <a:gd name="T9" fmla="*/ 227 h 2278"/>
                  <a:gd name="T10" fmla="*/ 778 w 1171"/>
                  <a:gd name="T11" fmla="*/ 227 h 2278"/>
                  <a:gd name="T12" fmla="*/ 706 w 1171"/>
                  <a:gd name="T13" fmla="*/ 89 h 2278"/>
                  <a:gd name="T14" fmla="*/ 774 w 1171"/>
                  <a:gd name="T15" fmla="*/ 1 h 2278"/>
                  <a:gd name="T16" fmla="*/ 898 w 1171"/>
                  <a:gd name="T17" fmla="*/ 217 h 2278"/>
                  <a:gd name="T18" fmla="*/ 965 w 1171"/>
                  <a:gd name="T19" fmla="*/ 219 h 2278"/>
                  <a:gd name="T20" fmla="*/ 988 w 1171"/>
                  <a:gd name="T21" fmla="*/ 292 h 2278"/>
                  <a:gd name="T22" fmla="*/ 1093 w 1171"/>
                  <a:gd name="T23" fmla="*/ 292 h 2278"/>
                  <a:gd name="T24" fmla="*/ 1095 w 1171"/>
                  <a:gd name="T25" fmla="*/ 344 h 2278"/>
                  <a:gd name="T26" fmla="*/ 1134 w 1171"/>
                  <a:gd name="T27" fmla="*/ 346 h 2278"/>
                  <a:gd name="T28" fmla="*/ 1171 w 1171"/>
                  <a:gd name="T29" fmla="*/ 346 h 2278"/>
                  <a:gd name="T30" fmla="*/ 1171 w 1171"/>
                  <a:gd name="T31" fmla="*/ 664 h 2278"/>
                  <a:gd name="T32" fmla="*/ 1093 w 1171"/>
                  <a:gd name="T33" fmla="*/ 665 h 2278"/>
                  <a:gd name="T34" fmla="*/ 1092 w 1171"/>
                  <a:gd name="T35" fmla="*/ 732 h 2278"/>
                  <a:gd name="T36" fmla="*/ 992 w 1171"/>
                  <a:gd name="T37" fmla="*/ 732 h 2278"/>
                  <a:gd name="T38" fmla="*/ 964 w 1171"/>
                  <a:gd name="T39" fmla="*/ 812 h 2278"/>
                  <a:gd name="T40" fmla="*/ 909 w 1171"/>
                  <a:gd name="T41" fmla="*/ 813 h 2278"/>
                  <a:gd name="T42" fmla="*/ 905 w 1171"/>
                  <a:gd name="T43" fmla="*/ 974 h 2278"/>
                  <a:gd name="T44" fmla="*/ 868 w 1171"/>
                  <a:gd name="T45" fmla="*/ 974 h 2278"/>
                  <a:gd name="T46" fmla="*/ 856 w 1171"/>
                  <a:gd name="T47" fmla="*/ 999 h 2278"/>
                  <a:gd name="T48" fmla="*/ 856 w 1171"/>
                  <a:gd name="T49" fmla="*/ 1160 h 2278"/>
                  <a:gd name="T50" fmla="*/ 790 w 1171"/>
                  <a:gd name="T51" fmla="*/ 1161 h 2278"/>
                  <a:gd name="T52" fmla="*/ 794 w 1171"/>
                  <a:gd name="T53" fmla="*/ 2132 h 2278"/>
                  <a:gd name="T54" fmla="*/ 639 w 1171"/>
                  <a:gd name="T55" fmla="*/ 2278 h 2278"/>
                  <a:gd name="T56" fmla="*/ 439 w 1171"/>
                  <a:gd name="T57" fmla="*/ 2110 h 2278"/>
                  <a:gd name="T58" fmla="*/ 510 w 1171"/>
                  <a:gd name="T59" fmla="*/ 2062 h 2278"/>
                  <a:gd name="T60" fmla="*/ 510 w 1171"/>
                  <a:gd name="T61" fmla="*/ 2006 h 2278"/>
                  <a:gd name="T62" fmla="*/ 439 w 1171"/>
                  <a:gd name="T63" fmla="*/ 1955 h 2278"/>
                  <a:gd name="T64" fmla="*/ 510 w 1171"/>
                  <a:gd name="T65" fmla="*/ 1912 h 2278"/>
                  <a:gd name="T66" fmla="*/ 500 w 1171"/>
                  <a:gd name="T67" fmla="*/ 1894 h 2278"/>
                  <a:gd name="T68" fmla="*/ 438 w 1171"/>
                  <a:gd name="T69" fmla="*/ 1854 h 2278"/>
                  <a:gd name="T70" fmla="*/ 427 w 1171"/>
                  <a:gd name="T71" fmla="*/ 1729 h 2278"/>
                  <a:gd name="T72" fmla="*/ 419 w 1171"/>
                  <a:gd name="T73" fmla="*/ 1716 h 2278"/>
                  <a:gd name="T74" fmla="*/ 512 w 1171"/>
                  <a:gd name="T75" fmla="*/ 1644 h 2278"/>
                  <a:gd name="T76" fmla="*/ 512 w 1171"/>
                  <a:gd name="T77" fmla="*/ 1581 h 2278"/>
                  <a:gd name="T78" fmla="*/ 438 w 1171"/>
                  <a:gd name="T79" fmla="*/ 1507 h 2278"/>
                  <a:gd name="T80" fmla="*/ 510 w 1171"/>
                  <a:gd name="T81" fmla="*/ 1442 h 2278"/>
                  <a:gd name="T82" fmla="*/ 510 w 1171"/>
                  <a:gd name="T83" fmla="*/ 1376 h 2278"/>
                  <a:gd name="T84" fmla="*/ 439 w 1171"/>
                  <a:gd name="T85" fmla="*/ 1291 h 2278"/>
                  <a:gd name="T86" fmla="*/ 426 w 1171"/>
                  <a:gd name="T87" fmla="*/ 1153 h 2278"/>
                  <a:gd name="T88" fmla="*/ 340 w 1171"/>
                  <a:gd name="T89" fmla="*/ 1153 h 2278"/>
                  <a:gd name="T90" fmla="*/ 340 w 1171"/>
                  <a:gd name="T91" fmla="*/ 967 h 2278"/>
                  <a:gd name="T92" fmla="*/ 288 w 1171"/>
                  <a:gd name="T93" fmla="*/ 967 h 2278"/>
                  <a:gd name="T94" fmla="*/ 288 w 1171"/>
                  <a:gd name="T95" fmla="*/ 805 h 2278"/>
                  <a:gd name="T96" fmla="*/ 231 w 1171"/>
                  <a:gd name="T97" fmla="*/ 805 h 2278"/>
                  <a:gd name="T98" fmla="*/ 205 w 1171"/>
                  <a:gd name="T99" fmla="*/ 727 h 2278"/>
                  <a:gd name="T100" fmla="*/ 89 w 1171"/>
                  <a:gd name="T101" fmla="*/ 727 h 2278"/>
                  <a:gd name="T102" fmla="*/ 89 w 1171"/>
                  <a:gd name="T103" fmla="*/ 659 h 2278"/>
                  <a:gd name="T104" fmla="*/ 0 w 1171"/>
                  <a:gd name="T105" fmla="*/ 659 h 2278"/>
                  <a:gd name="T106" fmla="*/ 0 w 1171"/>
                  <a:gd name="T107" fmla="*/ 337 h 2278"/>
                  <a:gd name="T108" fmla="*/ 87 w 1171"/>
                  <a:gd name="T109" fmla="*/ 337 h 2278"/>
                  <a:gd name="T110" fmla="*/ 87 w 1171"/>
                  <a:gd name="T111" fmla="*/ 291 h 2278"/>
                  <a:gd name="T112" fmla="*/ 186 w 1171"/>
                  <a:gd name="T113" fmla="*/ 291 h 2278"/>
                  <a:gd name="T114" fmla="*/ 209 w 1171"/>
                  <a:gd name="T115" fmla="*/ 270 h 2278"/>
                  <a:gd name="T116" fmla="*/ 232 w 1171"/>
                  <a:gd name="T117" fmla="*/ 219 h 2278"/>
                  <a:gd name="T118" fmla="*/ 288 w 1171"/>
                  <a:gd name="T119" fmla="*/ 219 h 2278"/>
                  <a:gd name="T120" fmla="*/ 420 w 1171"/>
                  <a:gd name="T121" fmla="*/ 0 h 2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71" h="2278">
                    <a:moveTo>
                      <a:pt x="420" y="0"/>
                    </a:moveTo>
                    <a:lnTo>
                      <a:pt x="774" y="0"/>
                    </a:lnTo>
                    <a:lnTo>
                      <a:pt x="707" y="87"/>
                    </a:lnTo>
                    <a:lnTo>
                      <a:pt x="501" y="87"/>
                    </a:lnTo>
                    <a:lnTo>
                      <a:pt x="423" y="227"/>
                    </a:lnTo>
                    <a:lnTo>
                      <a:pt x="778" y="227"/>
                    </a:lnTo>
                    <a:lnTo>
                      <a:pt x="706" y="89"/>
                    </a:lnTo>
                    <a:lnTo>
                      <a:pt x="774" y="1"/>
                    </a:lnTo>
                    <a:lnTo>
                      <a:pt x="898" y="217"/>
                    </a:lnTo>
                    <a:lnTo>
                      <a:pt x="965" y="219"/>
                    </a:lnTo>
                    <a:lnTo>
                      <a:pt x="988" y="292"/>
                    </a:lnTo>
                    <a:lnTo>
                      <a:pt x="1093" y="292"/>
                    </a:lnTo>
                    <a:lnTo>
                      <a:pt x="1095" y="344"/>
                    </a:lnTo>
                    <a:lnTo>
                      <a:pt x="1134" y="346"/>
                    </a:lnTo>
                    <a:lnTo>
                      <a:pt x="1171" y="346"/>
                    </a:lnTo>
                    <a:lnTo>
                      <a:pt x="1171" y="664"/>
                    </a:lnTo>
                    <a:lnTo>
                      <a:pt x="1093" y="665"/>
                    </a:lnTo>
                    <a:lnTo>
                      <a:pt x="1092" y="732"/>
                    </a:lnTo>
                    <a:lnTo>
                      <a:pt x="992" y="732"/>
                    </a:lnTo>
                    <a:lnTo>
                      <a:pt x="964" y="812"/>
                    </a:lnTo>
                    <a:lnTo>
                      <a:pt x="909" y="813"/>
                    </a:lnTo>
                    <a:lnTo>
                      <a:pt x="905" y="974"/>
                    </a:lnTo>
                    <a:lnTo>
                      <a:pt x="868" y="974"/>
                    </a:lnTo>
                    <a:lnTo>
                      <a:pt x="856" y="999"/>
                    </a:lnTo>
                    <a:lnTo>
                      <a:pt x="856" y="1160"/>
                    </a:lnTo>
                    <a:lnTo>
                      <a:pt x="790" y="1161"/>
                    </a:lnTo>
                    <a:lnTo>
                      <a:pt x="794" y="2132"/>
                    </a:lnTo>
                    <a:lnTo>
                      <a:pt x="639" y="2278"/>
                    </a:lnTo>
                    <a:lnTo>
                      <a:pt x="439" y="2110"/>
                    </a:lnTo>
                    <a:lnTo>
                      <a:pt x="510" y="2062"/>
                    </a:lnTo>
                    <a:lnTo>
                      <a:pt x="510" y="2006"/>
                    </a:lnTo>
                    <a:lnTo>
                      <a:pt x="439" y="1955"/>
                    </a:lnTo>
                    <a:lnTo>
                      <a:pt x="510" y="1912"/>
                    </a:lnTo>
                    <a:lnTo>
                      <a:pt x="500" y="1894"/>
                    </a:lnTo>
                    <a:lnTo>
                      <a:pt x="438" y="1854"/>
                    </a:lnTo>
                    <a:lnTo>
                      <a:pt x="427" y="1729"/>
                    </a:lnTo>
                    <a:lnTo>
                      <a:pt x="419" y="1716"/>
                    </a:lnTo>
                    <a:lnTo>
                      <a:pt x="512" y="1644"/>
                    </a:lnTo>
                    <a:lnTo>
                      <a:pt x="512" y="1581"/>
                    </a:lnTo>
                    <a:lnTo>
                      <a:pt x="438" y="1507"/>
                    </a:lnTo>
                    <a:lnTo>
                      <a:pt x="510" y="1442"/>
                    </a:lnTo>
                    <a:lnTo>
                      <a:pt x="510" y="1376"/>
                    </a:lnTo>
                    <a:lnTo>
                      <a:pt x="439" y="1291"/>
                    </a:lnTo>
                    <a:lnTo>
                      <a:pt x="426" y="1153"/>
                    </a:lnTo>
                    <a:lnTo>
                      <a:pt x="340" y="1153"/>
                    </a:lnTo>
                    <a:lnTo>
                      <a:pt x="340" y="967"/>
                    </a:lnTo>
                    <a:lnTo>
                      <a:pt x="288" y="967"/>
                    </a:lnTo>
                    <a:lnTo>
                      <a:pt x="288" y="805"/>
                    </a:lnTo>
                    <a:lnTo>
                      <a:pt x="231" y="805"/>
                    </a:lnTo>
                    <a:lnTo>
                      <a:pt x="205" y="727"/>
                    </a:lnTo>
                    <a:lnTo>
                      <a:pt x="89" y="727"/>
                    </a:lnTo>
                    <a:lnTo>
                      <a:pt x="89" y="659"/>
                    </a:lnTo>
                    <a:lnTo>
                      <a:pt x="0" y="659"/>
                    </a:lnTo>
                    <a:lnTo>
                      <a:pt x="0" y="337"/>
                    </a:lnTo>
                    <a:lnTo>
                      <a:pt x="87" y="337"/>
                    </a:lnTo>
                    <a:lnTo>
                      <a:pt x="87" y="291"/>
                    </a:lnTo>
                    <a:lnTo>
                      <a:pt x="186" y="291"/>
                    </a:lnTo>
                    <a:lnTo>
                      <a:pt x="209" y="270"/>
                    </a:lnTo>
                    <a:lnTo>
                      <a:pt x="232" y="219"/>
                    </a:lnTo>
                    <a:lnTo>
                      <a:pt x="288" y="219"/>
                    </a:lnTo>
                    <a:lnTo>
                      <a:pt x="420" y="0"/>
                    </a:lnTo>
                    <a:close/>
                  </a:path>
                </a:pathLst>
              </a:custGeom>
              <a:solidFill>
                <a:srgbClr val="FF9F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63" name="Freeform 43"/>
              <p:cNvSpPr>
                <a:spLocks/>
              </p:cNvSpPr>
              <p:nvPr/>
            </p:nvSpPr>
            <p:spPr bwMode="auto">
              <a:xfrm>
                <a:off x="1064" y="3027"/>
                <a:ext cx="391" cy="760"/>
              </a:xfrm>
              <a:custGeom>
                <a:avLst/>
                <a:gdLst>
                  <a:gd name="T0" fmla="*/ 420 w 1172"/>
                  <a:gd name="T1" fmla="*/ 0 h 2280"/>
                  <a:gd name="T2" fmla="*/ 774 w 1172"/>
                  <a:gd name="T3" fmla="*/ 0 h 2280"/>
                  <a:gd name="T4" fmla="*/ 707 w 1172"/>
                  <a:gd name="T5" fmla="*/ 88 h 2280"/>
                  <a:gd name="T6" fmla="*/ 501 w 1172"/>
                  <a:gd name="T7" fmla="*/ 88 h 2280"/>
                  <a:gd name="T8" fmla="*/ 423 w 1172"/>
                  <a:gd name="T9" fmla="*/ 227 h 2280"/>
                  <a:gd name="T10" fmla="*/ 778 w 1172"/>
                  <a:gd name="T11" fmla="*/ 227 h 2280"/>
                  <a:gd name="T12" fmla="*/ 705 w 1172"/>
                  <a:gd name="T13" fmla="*/ 89 h 2280"/>
                  <a:gd name="T14" fmla="*/ 774 w 1172"/>
                  <a:gd name="T15" fmla="*/ 2 h 2280"/>
                  <a:gd name="T16" fmla="*/ 899 w 1172"/>
                  <a:gd name="T17" fmla="*/ 217 h 2280"/>
                  <a:gd name="T18" fmla="*/ 965 w 1172"/>
                  <a:gd name="T19" fmla="*/ 219 h 2280"/>
                  <a:gd name="T20" fmla="*/ 988 w 1172"/>
                  <a:gd name="T21" fmla="*/ 293 h 2280"/>
                  <a:gd name="T22" fmla="*/ 1093 w 1172"/>
                  <a:gd name="T23" fmla="*/ 293 h 2280"/>
                  <a:gd name="T24" fmla="*/ 1094 w 1172"/>
                  <a:gd name="T25" fmla="*/ 345 h 2280"/>
                  <a:gd name="T26" fmla="*/ 1134 w 1172"/>
                  <a:gd name="T27" fmla="*/ 346 h 2280"/>
                  <a:gd name="T28" fmla="*/ 1172 w 1172"/>
                  <a:gd name="T29" fmla="*/ 346 h 2280"/>
                  <a:gd name="T30" fmla="*/ 1172 w 1172"/>
                  <a:gd name="T31" fmla="*/ 664 h 2280"/>
                  <a:gd name="T32" fmla="*/ 1093 w 1172"/>
                  <a:gd name="T33" fmla="*/ 666 h 2280"/>
                  <a:gd name="T34" fmla="*/ 1092 w 1172"/>
                  <a:gd name="T35" fmla="*/ 733 h 2280"/>
                  <a:gd name="T36" fmla="*/ 992 w 1172"/>
                  <a:gd name="T37" fmla="*/ 733 h 2280"/>
                  <a:gd name="T38" fmla="*/ 963 w 1172"/>
                  <a:gd name="T39" fmla="*/ 812 h 2280"/>
                  <a:gd name="T40" fmla="*/ 909 w 1172"/>
                  <a:gd name="T41" fmla="*/ 813 h 2280"/>
                  <a:gd name="T42" fmla="*/ 905 w 1172"/>
                  <a:gd name="T43" fmla="*/ 975 h 2280"/>
                  <a:gd name="T44" fmla="*/ 868 w 1172"/>
                  <a:gd name="T45" fmla="*/ 975 h 2280"/>
                  <a:gd name="T46" fmla="*/ 858 w 1172"/>
                  <a:gd name="T47" fmla="*/ 988 h 2280"/>
                  <a:gd name="T48" fmla="*/ 858 w 1172"/>
                  <a:gd name="T49" fmla="*/ 1162 h 2280"/>
                  <a:gd name="T50" fmla="*/ 790 w 1172"/>
                  <a:gd name="T51" fmla="*/ 1162 h 2280"/>
                  <a:gd name="T52" fmla="*/ 794 w 1172"/>
                  <a:gd name="T53" fmla="*/ 2132 h 2280"/>
                  <a:gd name="T54" fmla="*/ 638 w 1172"/>
                  <a:gd name="T55" fmla="*/ 2280 h 2280"/>
                  <a:gd name="T56" fmla="*/ 439 w 1172"/>
                  <a:gd name="T57" fmla="*/ 2110 h 2280"/>
                  <a:gd name="T58" fmla="*/ 510 w 1172"/>
                  <a:gd name="T59" fmla="*/ 2062 h 2280"/>
                  <a:gd name="T60" fmla="*/ 510 w 1172"/>
                  <a:gd name="T61" fmla="*/ 2006 h 2280"/>
                  <a:gd name="T62" fmla="*/ 439 w 1172"/>
                  <a:gd name="T63" fmla="*/ 1956 h 2280"/>
                  <a:gd name="T64" fmla="*/ 510 w 1172"/>
                  <a:gd name="T65" fmla="*/ 1912 h 2280"/>
                  <a:gd name="T66" fmla="*/ 499 w 1172"/>
                  <a:gd name="T67" fmla="*/ 1894 h 2280"/>
                  <a:gd name="T68" fmla="*/ 438 w 1172"/>
                  <a:gd name="T69" fmla="*/ 1855 h 2280"/>
                  <a:gd name="T70" fmla="*/ 427 w 1172"/>
                  <a:gd name="T71" fmla="*/ 1729 h 2280"/>
                  <a:gd name="T72" fmla="*/ 419 w 1172"/>
                  <a:gd name="T73" fmla="*/ 1718 h 2280"/>
                  <a:gd name="T74" fmla="*/ 512 w 1172"/>
                  <a:gd name="T75" fmla="*/ 1644 h 2280"/>
                  <a:gd name="T76" fmla="*/ 512 w 1172"/>
                  <a:gd name="T77" fmla="*/ 1581 h 2280"/>
                  <a:gd name="T78" fmla="*/ 438 w 1172"/>
                  <a:gd name="T79" fmla="*/ 1508 h 2280"/>
                  <a:gd name="T80" fmla="*/ 510 w 1172"/>
                  <a:gd name="T81" fmla="*/ 1442 h 2280"/>
                  <a:gd name="T82" fmla="*/ 510 w 1172"/>
                  <a:gd name="T83" fmla="*/ 1376 h 2280"/>
                  <a:gd name="T84" fmla="*/ 439 w 1172"/>
                  <a:gd name="T85" fmla="*/ 1292 h 2280"/>
                  <a:gd name="T86" fmla="*/ 426 w 1172"/>
                  <a:gd name="T87" fmla="*/ 1154 h 2280"/>
                  <a:gd name="T88" fmla="*/ 340 w 1172"/>
                  <a:gd name="T89" fmla="*/ 1154 h 2280"/>
                  <a:gd name="T90" fmla="*/ 340 w 1172"/>
                  <a:gd name="T91" fmla="*/ 968 h 2280"/>
                  <a:gd name="T92" fmla="*/ 289 w 1172"/>
                  <a:gd name="T93" fmla="*/ 968 h 2280"/>
                  <a:gd name="T94" fmla="*/ 289 w 1172"/>
                  <a:gd name="T95" fmla="*/ 805 h 2280"/>
                  <a:gd name="T96" fmla="*/ 230 w 1172"/>
                  <a:gd name="T97" fmla="*/ 805 h 2280"/>
                  <a:gd name="T98" fmla="*/ 204 w 1172"/>
                  <a:gd name="T99" fmla="*/ 727 h 2280"/>
                  <a:gd name="T100" fmla="*/ 88 w 1172"/>
                  <a:gd name="T101" fmla="*/ 727 h 2280"/>
                  <a:gd name="T102" fmla="*/ 88 w 1172"/>
                  <a:gd name="T103" fmla="*/ 659 h 2280"/>
                  <a:gd name="T104" fmla="*/ 0 w 1172"/>
                  <a:gd name="T105" fmla="*/ 659 h 2280"/>
                  <a:gd name="T106" fmla="*/ 0 w 1172"/>
                  <a:gd name="T107" fmla="*/ 338 h 2280"/>
                  <a:gd name="T108" fmla="*/ 87 w 1172"/>
                  <a:gd name="T109" fmla="*/ 338 h 2280"/>
                  <a:gd name="T110" fmla="*/ 87 w 1172"/>
                  <a:gd name="T111" fmla="*/ 291 h 2280"/>
                  <a:gd name="T112" fmla="*/ 185 w 1172"/>
                  <a:gd name="T113" fmla="*/ 291 h 2280"/>
                  <a:gd name="T114" fmla="*/ 208 w 1172"/>
                  <a:gd name="T115" fmla="*/ 271 h 2280"/>
                  <a:gd name="T116" fmla="*/ 232 w 1172"/>
                  <a:gd name="T117" fmla="*/ 219 h 2280"/>
                  <a:gd name="T118" fmla="*/ 289 w 1172"/>
                  <a:gd name="T119" fmla="*/ 219 h 2280"/>
                  <a:gd name="T120" fmla="*/ 420 w 1172"/>
                  <a:gd name="T121" fmla="*/ 0 h 2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72" h="2280">
                    <a:moveTo>
                      <a:pt x="420" y="0"/>
                    </a:moveTo>
                    <a:lnTo>
                      <a:pt x="774" y="0"/>
                    </a:lnTo>
                    <a:lnTo>
                      <a:pt x="707" y="88"/>
                    </a:lnTo>
                    <a:lnTo>
                      <a:pt x="501" y="88"/>
                    </a:lnTo>
                    <a:lnTo>
                      <a:pt x="423" y="227"/>
                    </a:lnTo>
                    <a:lnTo>
                      <a:pt x="778" y="227"/>
                    </a:lnTo>
                    <a:lnTo>
                      <a:pt x="705" y="89"/>
                    </a:lnTo>
                    <a:lnTo>
                      <a:pt x="774" y="2"/>
                    </a:lnTo>
                    <a:lnTo>
                      <a:pt x="899" y="217"/>
                    </a:lnTo>
                    <a:lnTo>
                      <a:pt x="965" y="219"/>
                    </a:lnTo>
                    <a:lnTo>
                      <a:pt x="988" y="293"/>
                    </a:lnTo>
                    <a:lnTo>
                      <a:pt x="1093" y="293"/>
                    </a:lnTo>
                    <a:lnTo>
                      <a:pt x="1094" y="345"/>
                    </a:lnTo>
                    <a:lnTo>
                      <a:pt x="1134" y="346"/>
                    </a:lnTo>
                    <a:lnTo>
                      <a:pt x="1172" y="346"/>
                    </a:lnTo>
                    <a:lnTo>
                      <a:pt x="1172" y="664"/>
                    </a:lnTo>
                    <a:lnTo>
                      <a:pt x="1093" y="666"/>
                    </a:lnTo>
                    <a:lnTo>
                      <a:pt x="1092" y="733"/>
                    </a:lnTo>
                    <a:lnTo>
                      <a:pt x="992" y="733"/>
                    </a:lnTo>
                    <a:lnTo>
                      <a:pt x="963" y="812"/>
                    </a:lnTo>
                    <a:lnTo>
                      <a:pt x="909" y="813"/>
                    </a:lnTo>
                    <a:lnTo>
                      <a:pt x="905" y="975"/>
                    </a:lnTo>
                    <a:lnTo>
                      <a:pt x="868" y="975"/>
                    </a:lnTo>
                    <a:lnTo>
                      <a:pt x="858" y="988"/>
                    </a:lnTo>
                    <a:lnTo>
                      <a:pt x="858" y="1162"/>
                    </a:lnTo>
                    <a:lnTo>
                      <a:pt x="790" y="1162"/>
                    </a:lnTo>
                    <a:lnTo>
                      <a:pt x="794" y="2132"/>
                    </a:lnTo>
                    <a:lnTo>
                      <a:pt x="638" y="2280"/>
                    </a:lnTo>
                    <a:lnTo>
                      <a:pt x="439" y="2110"/>
                    </a:lnTo>
                    <a:lnTo>
                      <a:pt x="510" y="2062"/>
                    </a:lnTo>
                    <a:lnTo>
                      <a:pt x="510" y="2006"/>
                    </a:lnTo>
                    <a:lnTo>
                      <a:pt x="439" y="1956"/>
                    </a:lnTo>
                    <a:lnTo>
                      <a:pt x="510" y="1912"/>
                    </a:lnTo>
                    <a:lnTo>
                      <a:pt x="499" y="1894"/>
                    </a:lnTo>
                    <a:lnTo>
                      <a:pt x="438" y="1855"/>
                    </a:lnTo>
                    <a:lnTo>
                      <a:pt x="427" y="1729"/>
                    </a:lnTo>
                    <a:lnTo>
                      <a:pt x="419" y="1718"/>
                    </a:lnTo>
                    <a:lnTo>
                      <a:pt x="512" y="1644"/>
                    </a:lnTo>
                    <a:lnTo>
                      <a:pt x="512" y="1581"/>
                    </a:lnTo>
                    <a:lnTo>
                      <a:pt x="438" y="1508"/>
                    </a:lnTo>
                    <a:lnTo>
                      <a:pt x="510" y="1442"/>
                    </a:lnTo>
                    <a:lnTo>
                      <a:pt x="510" y="1376"/>
                    </a:lnTo>
                    <a:lnTo>
                      <a:pt x="439" y="1292"/>
                    </a:lnTo>
                    <a:lnTo>
                      <a:pt x="426" y="1154"/>
                    </a:lnTo>
                    <a:lnTo>
                      <a:pt x="340" y="1154"/>
                    </a:lnTo>
                    <a:lnTo>
                      <a:pt x="340" y="968"/>
                    </a:lnTo>
                    <a:lnTo>
                      <a:pt x="289" y="968"/>
                    </a:lnTo>
                    <a:lnTo>
                      <a:pt x="289" y="805"/>
                    </a:lnTo>
                    <a:lnTo>
                      <a:pt x="230" y="805"/>
                    </a:lnTo>
                    <a:lnTo>
                      <a:pt x="204" y="727"/>
                    </a:lnTo>
                    <a:lnTo>
                      <a:pt x="88" y="727"/>
                    </a:lnTo>
                    <a:lnTo>
                      <a:pt x="88" y="659"/>
                    </a:lnTo>
                    <a:lnTo>
                      <a:pt x="0" y="659"/>
                    </a:lnTo>
                    <a:lnTo>
                      <a:pt x="0" y="338"/>
                    </a:lnTo>
                    <a:lnTo>
                      <a:pt x="87" y="338"/>
                    </a:lnTo>
                    <a:lnTo>
                      <a:pt x="87" y="291"/>
                    </a:lnTo>
                    <a:lnTo>
                      <a:pt x="185" y="291"/>
                    </a:lnTo>
                    <a:lnTo>
                      <a:pt x="208" y="271"/>
                    </a:lnTo>
                    <a:lnTo>
                      <a:pt x="232" y="219"/>
                    </a:lnTo>
                    <a:lnTo>
                      <a:pt x="289" y="219"/>
                    </a:lnTo>
                    <a:lnTo>
                      <a:pt x="420" y="0"/>
                    </a:lnTo>
                    <a:close/>
                  </a:path>
                </a:pathLst>
              </a:custGeom>
              <a:solidFill>
                <a:srgbClr val="BF7F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6366" name="Group 46"/>
              <p:cNvGrpSpPr>
                <a:grpSpLocks/>
              </p:cNvGrpSpPr>
              <p:nvPr/>
            </p:nvGrpSpPr>
            <p:grpSpPr bwMode="auto">
              <a:xfrm>
                <a:off x="1119" y="3148"/>
                <a:ext cx="298" cy="88"/>
                <a:chOff x="1119" y="3148"/>
                <a:chExt cx="298" cy="88"/>
              </a:xfrm>
            </p:grpSpPr>
            <p:sp>
              <p:nvSpPr>
                <p:cNvPr id="56364" name="Freeform 44"/>
                <p:cNvSpPr>
                  <a:spLocks/>
                </p:cNvSpPr>
                <p:nvPr/>
              </p:nvSpPr>
              <p:spPr bwMode="auto">
                <a:xfrm>
                  <a:off x="1119" y="3149"/>
                  <a:ext cx="276" cy="87"/>
                </a:xfrm>
                <a:custGeom>
                  <a:avLst/>
                  <a:gdLst>
                    <a:gd name="T0" fmla="*/ 0 w 829"/>
                    <a:gd name="T1" fmla="*/ 136 h 261"/>
                    <a:gd name="T2" fmla="*/ 73 w 829"/>
                    <a:gd name="T3" fmla="*/ 0 h 261"/>
                    <a:gd name="T4" fmla="*/ 829 w 829"/>
                    <a:gd name="T5" fmla="*/ 0 h 261"/>
                    <a:gd name="T6" fmla="*/ 822 w 829"/>
                    <a:gd name="T7" fmla="*/ 10 h 261"/>
                    <a:gd name="T8" fmla="*/ 81 w 829"/>
                    <a:gd name="T9" fmla="*/ 10 h 261"/>
                    <a:gd name="T10" fmla="*/ 14 w 829"/>
                    <a:gd name="T11" fmla="*/ 136 h 261"/>
                    <a:gd name="T12" fmla="*/ 80 w 829"/>
                    <a:gd name="T13" fmla="*/ 253 h 261"/>
                    <a:gd name="T14" fmla="*/ 67 w 829"/>
                    <a:gd name="T15" fmla="*/ 261 h 261"/>
                    <a:gd name="T16" fmla="*/ 0 w 829"/>
                    <a:gd name="T17" fmla="*/ 136 h 2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29" h="261">
                      <a:moveTo>
                        <a:pt x="0" y="136"/>
                      </a:moveTo>
                      <a:lnTo>
                        <a:pt x="73" y="0"/>
                      </a:lnTo>
                      <a:lnTo>
                        <a:pt x="829" y="0"/>
                      </a:lnTo>
                      <a:lnTo>
                        <a:pt x="822" y="10"/>
                      </a:lnTo>
                      <a:lnTo>
                        <a:pt x="81" y="10"/>
                      </a:lnTo>
                      <a:lnTo>
                        <a:pt x="14" y="136"/>
                      </a:lnTo>
                      <a:lnTo>
                        <a:pt x="80" y="253"/>
                      </a:lnTo>
                      <a:lnTo>
                        <a:pt x="67" y="261"/>
                      </a:lnTo>
                      <a:lnTo>
                        <a:pt x="0" y="136"/>
                      </a:lnTo>
                      <a:close/>
                    </a:path>
                  </a:pathLst>
                </a:custGeom>
                <a:solidFill>
                  <a:srgbClr val="BF7F3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365" name="Freeform 45"/>
                <p:cNvSpPr>
                  <a:spLocks/>
                </p:cNvSpPr>
                <p:nvPr/>
              </p:nvSpPr>
              <p:spPr bwMode="auto">
                <a:xfrm>
                  <a:off x="1141" y="3148"/>
                  <a:ext cx="276" cy="87"/>
                </a:xfrm>
                <a:custGeom>
                  <a:avLst/>
                  <a:gdLst>
                    <a:gd name="T0" fmla="*/ 829 w 829"/>
                    <a:gd name="T1" fmla="*/ 124 h 261"/>
                    <a:gd name="T2" fmla="*/ 756 w 829"/>
                    <a:gd name="T3" fmla="*/ 261 h 261"/>
                    <a:gd name="T4" fmla="*/ 0 w 829"/>
                    <a:gd name="T5" fmla="*/ 261 h 261"/>
                    <a:gd name="T6" fmla="*/ 7 w 829"/>
                    <a:gd name="T7" fmla="*/ 252 h 261"/>
                    <a:gd name="T8" fmla="*/ 748 w 829"/>
                    <a:gd name="T9" fmla="*/ 252 h 261"/>
                    <a:gd name="T10" fmla="*/ 815 w 829"/>
                    <a:gd name="T11" fmla="*/ 124 h 261"/>
                    <a:gd name="T12" fmla="*/ 749 w 829"/>
                    <a:gd name="T13" fmla="*/ 8 h 261"/>
                    <a:gd name="T14" fmla="*/ 762 w 829"/>
                    <a:gd name="T15" fmla="*/ 0 h 261"/>
                    <a:gd name="T16" fmla="*/ 829 w 829"/>
                    <a:gd name="T17" fmla="*/ 124 h 2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29" h="261">
                      <a:moveTo>
                        <a:pt x="829" y="124"/>
                      </a:moveTo>
                      <a:lnTo>
                        <a:pt x="756" y="261"/>
                      </a:lnTo>
                      <a:lnTo>
                        <a:pt x="0" y="261"/>
                      </a:lnTo>
                      <a:lnTo>
                        <a:pt x="7" y="252"/>
                      </a:lnTo>
                      <a:lnTo>
                        <a:pt x="748" y="252"/>
                      </a:lnTo>
                      <a:lnTo>
                        <a:pt x="815" y="124"/>
                      </a:lnTo>
                      <a:lnTo>
                        <a:pt x="749" y="8"/>
                      </a:lnTo>
                      <a:lnTo>
                        <a:pt x="762" y="0"/>
                      </a:lnTo>
                      <a:lnTo>
                        <a:pt x="829" y="124"/>
                      </a:lnTo>
                      <a:close/>
                    </a:path>
                  </a:pathLst>
                </a:custGeom>
                <a:solidFill>
                  <a:srgbClr val="FF9F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367" name="Rectangle 47"/>
              <p:cNvSpPr>
                <a:spLocks noChangeArrowheads="1"/>
              </p:cNvSpPr>
              <p:nvPr/>
            </p:nvSpPr>
            <p:spPr bwMode="auto">
              <a:xfrm>
                <a:off x="1095" y="3136"/>
                <a:ext cx="332" cy="4"/>
              </a:xfrm>
              <a:prstGeom prst="rect">
                <a:avLst/>
              </a:prstGeom>
              <a:solidFill>
                <a:srgbClr val="FF9F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68" name="Rectangle 48"/>
              <p:cNvSpPr>
                <a:spLocks noChangeArrowheads="1"/>
              </p:cNvSpPr>
              <p:nvPr/>
            </p:nvSpPr>
            <p:spPr bwMode="auto">
              <a:xfrm>
                <a:off x="1128" y="3118"/>
                <a:ext cx="259" cy="5"/>
              </a:xfrm>
              <a:prstGeom prst="rect">
                <a:avLst/>
              </a:prstGeom>
              <a:solidFill>
                <a:srgbClr val="FF9F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6377" name="Group 57"/>
              <p:cNvGrpSpPr>
                <a:grpSpLocks/>
              </p:cNvGrpSpPr>
              <p:nvPr/>
            </p:nvGrpSpPr>
            <p:grpSpPr bwMode="auto">
              <a:xfrm>
                <a:off x="1095" y="3247"/>
                <a:ext cx="333" cy="539"/>
                <a:chOff x="1095" y="3247"/>
                <a:chExt cx="333" cy="539"/>
              </a:xfrm>
            </p:grpSpPr>
            <p:sp>
              <p:nvSpPr>
                <p:cNvPr id="56369" name="Freeform 49"/>
                <p:cNvSpPr>
                  <a:spLocks/>
                </p:cNvSpPr>
                <p:nvPr/>
              </p:nvSpPr>
              <p:spPr bwMode="auto">
                <a:xfrm>
                  <a:off x="1247" y="3352"/>
                  <a:ext cx="8" cy="415"/>
                </a:xfrm>
                <a:custGeom>
                  <a:avLst/>
                  <a:gdLst>
                    <a:gd name="T0" fmla="*/ 26 w 26"/>
                    <a:gd name="T1" fmla="*/ 0 h 1245"/>
                    <a:gd name="T2" fmla="*/ 25 w 26"/>
                    <a:gd name="T3" fmla="*/ 1245 h 1245"/>
                    <a:gd name="T4" fmla="*/ 3 w 26"/>
                    <a:gd name="T5" fmla="*/ 1226 h 1245"/>
                    <a:gd name="T6" fmla="*/ 0 w 26"/>
                    <a:gd name="T7" fmla="*/ 39 h 1245"/>
                    <a:gd name="T8" fmla="*/ 26 w 26"/>
                    <a:gd name="T9" fmla="*/ 0 h 12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" h="1245">
                      <a:moveTo>
                        <a:pt x="26" y="0"/>
                      </a:moveTo>
                      <a:lnTo>
                        <a:pt x="25" y="1245"/>
                      </a:lnTo>
                      <a:lnTo>
                        <a:pt x="3" y="1226"/>
                      </a:lnTo>
                      <a:lnTo>
                        <a:pt x="0" y="39"/>
                      </a:lnTo>
                      <a:lnTo>
                        <a:pt x="26" y="0"/>
                      </a:lnTo>
                      <a:close/>
                    </a:path>
                  </a:pathLst>
                </a:custGeom>
                <a:solidFill>
                  <a:srgbClr val="FF9F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370" name="Freeform 50"/>
                <p:cNvSpPr>
                  <a:spLocks/>
                </p:cNvSpPr>
                <p:nvPr/>
              </p:nvSpPr>
              <p:spPr bwMode="auto">
                <a:xfrm>
                  <a:off x="1294" y="3363"/>
                  <a:ext cx="8" cy="405"/>
                </a:xfrm>
                <a:custGeom>
                  <a:avLst/>
                  <a:gdLst>
                    <a:gd name="T0" fmla="*/ 19 w 24"/>
                    <a:gd name="T1" fmla="*/ 0 h 1215"/>
                    <a:gd name="T2" fmla="*/ 24 w 24"/>
                    <a:gd name="T3" fmla="*/ 1194 h 1215"/>
                    <a:gd name="T4" fmla="*/ 3 w 24"/>
                    <a:gd name="T5" fmla="*/ 1215 h 1215"/>
                    <a:gd name="T6" fmla="*/ 0 w 24"/>
                    <a:gd name="T7" fmla="*/ 98 h 1215"/>
                    <a:gd name="T8" fmla="*/ 19 w 24"/>
                    <a:gd name="T9" fmla="*/ 0 h 12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1215">
                      <a:moveTo>
                        <a:pt x="19" y="0"/>
                      </a:moveTo>
                      <a:lnTo>
                        <a:pt x="24" y="1194"/>
                      </a:lnTo>
                      <a:lnTo>
                        <a:pt x="3" y="1215"/>
                      </a:lnTo>
                      <a:lnTo>
                        <a:pt x="0" y="98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rgbClr val="FF9F0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56376" name="Group 56"/>
                <p:cNvGrpSpPr>
                  <a:grpSpLocks/>
                </p:cNvGrpSpPr>
                <p:nvPr/>
              </p:nvGrpSpPr>
              <p:grpSpPr bwMode="auto">
                <a:xfrm>
                  <a:off x="1095" y="3247"/>
                  <a:ext cx="333" cy="539"/>
                  <a:chOff x="1095" y="3247"/>
                  <a:chExt cx="333" cy="539"/>
                </a:xfrm>
              </p:grpSpPr>
              <p:sp>
                <p:nvSpPr>
                  <p:cNvPr id="56371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1095" y="3247"/>
                    <a:ext cx="333" cy="10"/>
                  </a:xfrm>
                  <a:prstGeom prst="rect">
                    <a:avLst/>
                  </a:prstGeom>
                  <a:solidFill>
                    <a:srgbClr val="BF7F3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372" name="Rectangle 52"/>
                  <p:cNvSpPr>
                    <a:spLocks noChangeArrowheads="1"/>
                  </p:cNvSpPr>
                  <p:nvPr/>
                </p:nvSpPr>
                <p:spPr bwMode="auto">
                  <a:xfrm>
                    <a:off x="1163" y="3297"/>
                    <a:ext cx="204" cy="9"/>
                  </a:xfrm>
                  <a:prstGeom prst="rect">
                    <a:avLst/>
                  </a:prstGeom>
                  <a:solidFill>
                    <a:srgbClr val="BF7F3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373" name="Freeform 53"/>
                  <p:cNvSpPr>
                    <a:spLocks/>
                  </p:cNvSpPr>
                  <p:nvPr/>
                </p:nvSpPr>
                <p:spPr bwMode="auto">
                  <a:xfrm>
                    <a:off x="1275" y="3364"/>
                    <a:ext cx="26" cy="422"/>
                  </a:xfrm>
                  <a:custGeom>
                    <a:avLst/>
                    <a:gdLst>
                      <a:gd name="T0" fmla="*/ 76 w 76"/>
                      <a:gd name="T1" fmla="*/ 0 h 1264"/>
                      <a:gd name="T2" fmla="*/ 59 w 76"/>
                      <a:gd name="T3" fmla="*/ 82 h 1264"/>
                      <a:gd name="T4" fmla="*/ 29 w 76"/>
                      <a:gd name="T5" fmla="*/ 153 h 1264"/>
                      <a:gd name="T6" fmla="*/ 29 w 76"/>
                      <a:gd name="T7" fmla="*/ 1241 h 1264"/>
                      <a:gd name="T8" fmla="*/ 5 w 76"/>
                      <a:gd name="T9" fmla="*/ 1264 h 1264"/>
                      <a:gd name="T10" fmla="*/ 0 w 76"/>
                      <a:gd name="T11" fmla="*/ 132 h 1264"/>
                      <a:gd name="T12" fmla="*/ 76 w 76"/>
                      <a:gd name="T13" fmla="*/ 0 h 12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76" h="1264">
                        <a:moveTo>
                          <a:pt x="76" y="0"/>
                        </a:moveTo>
                        <a:lnTo>
                          <a:pt x="59" y="82"/>
                        </a:lnTo>
                        <a:lnTo>
                          <a:pt x="29" y="153"/>
                        </a:lnTo>
                        <a:lnTo>
                          <a:pt x="29" y="1241"/>
                        </a:lnTo>
                        <a:lnTo>
                          <a:pt x="5" y="1264"/>
                        </a:lnTo>
                        <a:lnTo>
                          <a:pt x="0" y="132"/>
                        </a:lnTo>
                        <a:lnTo>
                          <a:pt x="76" y="0"/>
                        </a:lnTo>
                        <a:close/>
                      </a:path>
                    </a:pathLst>
                  </a:custGeom>
                  <a:solidFill>
                    <a:srgbClr val="BF7F3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374" name="Freeform 54"/>
                  <p:cNvSpPr>
                    <a:spLocks/>
                  </p:cNvSpPr>
                  <p:nvPr/>
                </p:nvSpPr>
                <p:spPr bwMode="auto">
                  <a:xfrm>
                    <a:off x="1178" y="3349"/>
                    <a:ext cx="177" cy="63"/>
                  </a:xfrm>
                  <a:custGeom>
                    <a:avLst/>
                    <a:gdLst>
                      <a:gd name="T0" fmla="*/ 90 w 533"/>
                      <a:gd name="T1" fmla="*/ 190 h 190"/>
                      <a:gd name="T2" fmla="*/ 54 w 533"/>
                      <a:gd name="T3" fmla="*/ 148 h 190"/>
                      <a:gd name="T4" fmla="*/ 54 w 533"/>
                      <a:gd name="T5" fmla="*/ 22 h 190"/>
                      <a:gd name="T6" fmla="*/ 0 w 533"/>
                      <a:gd name="T7" fmla="*/ 22 h 190"/>
                      <a:gd name="T8" fmla="*/ 0 w 533"/>
                      <a:gd name="T9" fmla="*/ 0 h 190"/>
                      <a:gd name="T10" fmla="*/ 533 w 533"/>
                      <a:gd name="T11" fmla="*/ 0 h 190"/>
                      <a:gd name="T12" fmla="*/ 520 w 533"/>
                      <a:gd name="T13" fmla="*/ 22 h 190"/>
                      <a:gd name="T14" fmla="*/ 232 w 533"/>
                      <a:gd name="T15" fmla="*/ 22 h 190"/>
                      <a:gd name="T16" fmla="*/ 207 w 533"/>
                      <a:gd name="T17" fmla="*/ 58 h 190"/>
                      <a:gd name="T18" fmla="*/ 101 w 533"/>
                      <a:gd name="T19" fmla="*/ 58 h 190"/>
                      <a:gd name="T20" fmla="*/ 90 w 533"/>
                      <a:gd name="T21" fmla="*/ 190 h 1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533" h="190">
                        <a:moveTo>
                          <a:pt x="90" y="190"/>
                        </a:moveTo>
                        <a:lnTo>
                          <a:pt x="54" y="148"/>
                        </a:lnTo>
                        <a:lnTo>
                          <a:pt x="54" y="22"/>
                        </a:lnTo>
                        <a:lnTo>
                          <a:pt x="0" y="22"/>
                        </a:lnTo>
                        <a:lnTo>
                          <a:pt x="0" y="0"/>
                        </a:lnTo>
                        <a:lnTo>
                          <a:pt x="533" y="0"/>
                        </a:lnTo>
                        <a:lnTo>
                          <a:pt x="520" y="22"/>
                        </a:lnTo>
                        <a:lnTo>
                          <a:pt x="232" y="22"/>
                        </a:lnTo>
                        <a:lnTo>
                          <a:pt x="207" y="58"/>
                        </a:lnTo>
                        <a:lnTo>
                          <a:pt x="101" y="58"/>
                        </a:lnTo>
                        <a:lnTo>
                          <a:pt x="90" y="190"/>
                        </a:lnTo>
                        <a:close/>
                      </a:path>
                    </a:pathLst>
                  </a:custGeom>
                  <a:solidFill>
                    <a:srgbClr val="BF7F3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375" name="Freeform 55"/>
                  <p:cNvSpPr>
                    <a:spLocks/>
                  </p:cNvSpPr>
                  <p:nvPr/>
                </p:nvSpPr>
                <p:spPr bwMode="auto">
                  <a:xfrm>
                    <a:off x="1133" y="3268"/>
                    <a:ext cx="263" cy="9"/>
                  </a:xfrm>
                  <a:custGeom>
                    <a:avLst/>
                    <a:gdLst>
                      <a:gd name="T0" fmla="*/ 0 w 789"/>
                      <a:gd name="T1" fmla="*/ 2 h 26"/>
                      <a:gd name="T2" fmla="*/ 789 w 789"/>
                      <a:gd name="T3" fmla="*/ 0 h 26"/>
                      <a:gd name="T4" fmla="*/ 781 w 789"/>
                      <a:gd name="T5" fmla="*/ 25 h 26"/>
                      <a:gd name="T6" fmla="*/ 7 w 789"/>
                      <a:gd name="T7" fmla="*/ 26 h 26"/>
                      <a:gd name="T8" fmla="*/ 0 w 789"/>
                      <a:gd name="T9" fmla="*/ 2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89" h="26">
                        <a:moveTo>
                          <a:pt x="0" y="2"/>
                        </a:moveTo>
                        <a:lnTo>
                          <a:pt x="789" y="0"/>
                        </a:lnTo>
                        <a:lnTo>
                          <a:pt x="781" y="25"/>
                        </a:lnTo>
                        <a:lnTo>
                          <a:pt x="7" y="26"/>
                        </a:lnTo>
                        <a:lnTo>
                          <a:pt x="0" y="2"/>
                        </a:lnTo>
                        <a:close/>
                      </a:path>
                    </a:pathLst>
                  </a:custGeom>
                  <a:solidFill>
                    <a:srgbClr val="BF7F3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</p:grpSp>
      </p:grpSp>
      <p:grpSp>
        <p:nvGrpSpPr>
          <p:cNvPr id="56513" name="Group 193"/>
          <p:cNvGrpSpPr>
            <a:grpSpLocks/>
          </p:cNvGrpSpPr>
          <p:nvPr/>
        </p:nvGrpSpPr>
        <p:grpSpPr bwMode="auto">
          <a:xfrm>
            <a:off x="5334000" y="3962400"/>
            <a:ext cx="2994025" cy="2305050"/>
            <a:chOff x="3360" y="2496"/>
            <a:chExt cx="1886" cy="1452"/>
          </a:xfrm>
        </p:grpSpPr>
        <p:grpSp>
          <p:nvGrpSpPr>
            <p:cNvPr id="56380" name="Group 60"/>
            <p:cNvGrpSpPr>
              <a:grpSpLocks/>
            </p:cNvGrpSpPr>
            <p:nvPr/>
          </p:nvGrpSpPr>
          <p:grpSpPr bwMode="auto">
            <a:xfrm>
              <a:off x="3744" y="2976"/>
              <a:ext cx="1502" cy="972"/>
              <a:chOff x="1303" y="1686"/>
              <a:chExt cx="2573" cy="1669"/>
            </a:xfrm>
          </p:grpSpPr>
          <p:grpSp>
            <p:nvGrpSpPr>
              <p:cNvPr id="56381" name="Group 61"/>
              <p:cNvGrpSpPr>
                <a:grpSpLocks/>
              </p:cNvGrpSpPr>
              <p:nvPr/>
            </p:nvGrpSpPr>
            <p:grpSpPr bwMode="auto">
              <a:xfrm>
                <a:off x="1303" y="2760"/>
                <a:ext cx="2573" cy="595"/>
                <a:chOff x="1303" y="2760"/>
                <a:chExt cx="2573" cy="595"/>
              </a:xfrm>
            </p:grpSpPr>
            <p:sp>
              <p:nvSpPr>
                <p:cNvPr id="56382" name="Freeform 62"/>
                <p:cNvSpPr>
                  <a:spLocks/>
                </p:cNvSpPr>
                <p:nvPr/>
              </p:nvSpPr>
              <p:spPr bwMode="auto">
                <a:xfrm>
                  <a:off x="1303" y="2760"/>
                  <a:ext cx="2573" cy="481"/>
                </a:xfrm>
                <a:custGeom>
                  <a:avLst/>
                  <a:gdLst>
                    <a:gd name="T0" fmla="*/ 1570 w 5145"/>
                    <a:gd name="T1" fmla="*/ 0 h 963"/>
                    <a:gd name="T2" fmla="*/ 5145 w 5145"/>
                    <a:gd name="T3" fmla="*/ 0 h 963"/>
                    <a:gd name="T4" fmla="*/ 4182 w 5145"/>
                    <a:gd name="T5" fmla="*/ 963 h 963"/>
                    <a:gd name="T6" fmla="*/ 0 w 5145"/>
                    <a:gd name="T7" fmla="*/ 963 h 963"/>
                    <a:gd name="T8" fmla="*/ 1570 w 5145"/>
                    <a:gd name="T9" fmla="*/ 0 h 9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145" h="963">
                      <a:moveTo>
                        <a:pt x="1570" y="0"/>
                      </a:moveTo>
                      <a:lnTo>
                        <a:pt x="5145" y="0"/>
                      </a:lnTo>
                      <a:lnTo>
                        <a:pt x="4182" y="963"/>
                      </a:lnTo>
                      <a:lnTo>
                        <a:pt x="0" y="963"/>
                      </a:lnTo>
                      <a:lnTo>
                        <a:pt x="1570" y="0"/>
                      </a:lnTo>
                      <a:close/>
                    </a:path>
                  </a:pathLst>
                </a:custGeom>
                <a:solidFill>
                  <a:srgbClr val="C0600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383" name="Rectangle 63"/>
                <p:cNvSpPr>
                  <a:spLocks noChangeArrowheads="1"/>
                </p:cNvSpPr>
                <p:nvPr/>
              </p:nvSpPr>
              <p:spPr bwMode="auto">
                <a:xfrm>
                  <a:off x="1305" y="3243"/>
                  <a:ext cx="2088" cy="110"/>
                </a:xfrm>
                <a:prstGeom prst="rect">
                  <a:avLst/>
                </a:prstGeom>
                <a:solidFill>
                  <a:srgbClr val="804000"/>
                </a:solidFill>
                <a:ln w="793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384" name="Freeform 64"/>
                <p:cNvSpPr>
                  <a:spLocks/>
                </p:cNvSpPr>
                <p:nvPr/>
              </p:nvSpPr>
              <p:spPr bwMode="auto">
                <a:xfrm>
                  <a:off x="3394" y="2760"/>
                  <a:ext cx="482" cy="595"/>
                </a:xfrm>
                <a:custGeom>
                  <a:avLst/>
                  <a:gdLst>
                    <a:gd name="T0" fmla="*/ 963 w 963"/>
                    <a:gd name="T1" fmla="*/ 0 h 1192"/>
                    <a:gd name="T2" fmla="*/ 0 w 963"/>
                    <a:gd name="T3" fmla="*/ 963 h 1192"/>
                    <a:gd name="T4" fmla="*/ 0 w 963"/>
                    <a:gd name="T5" fmla="*/ 1192 h 1192"/>
                    <a:gd name="T6" fmla="*/ 963 w 963"/>
                    <a:gd name="T7" fmla="*/ 223 h 1192"/>
                    <a:gd name="T8" fmla="*/ 963 w 963"/>
                    <a:gd name="T9" fmla="*/ 0 h 1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63" h="1192">
                      <a:moveTo>
                        <a:pt x="963" y="0"/>
                      </a:moveTo>
                      <a:lnTo>
                        <a:pt x="0" y="963"/>
                      </a:lnTo>
                      <a:lnTo>
                        <a:pt x="0" y="1192"/>
                      </a:lnTo>
                      <a:lnTo>
                        <a:pt x="963" y="223"/>
                      </a:lnTo>
                      <a:lnTo>
                        <a:pt x="963" y="0"/>
                      </a:lnTo>
                      <a:close/>
                    </a:path>
                  </a:pathLst>
                </a:custGeom>
                <a:solidFill>
                  <a:srgbClr val="60300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385" name="Freeform 65"/>
              <p:cNvSpPr>
                <a:spLocks/>
              </p:cNvSpPr>
              <p:nvPr/>
            </p:nvSpPr>
            <p:spPr bwMode="auto">
              <a:xfrm>
                <a:off x="2239" y="2128"/>
                <a:ext cx="20" cy="48"/>
              </a:xfrm>
              <a:custGeom>
                <a:avLst/>
                <a:gdLst>
                  <a:gd name="T0" fmla="*/ 0 w 39"/>
                  <a:gd name="T1" fmla="*/ 29 h 95"/>
                  <a:gd name="T2" fmla="*/ 11 w 39"/>
                  <a:gd name="T3" fmla="*/ 15 h 95"/>
                  <a:gd name="T4" fmla="*/ 39 w 39"/>
                  <a:gd name="T5" fmla="*/ 0 h 95"/>
                  <a:gd name="T6" fmla="*/ 38 w 39"/>
                  <a:gd name="T7" fmla="*/ 95 h 95"/>
                  <a:gd name="T8" fmla="*/ 30 w 39"/>
                  <a:gd name="T9" fmla="*/ 83 h 95"/>
                  <a:gd name="T10" fmla="*/ 21 w 39"/>
                  <a:gd name="T11" fmla="*/ 70 h 95"/>
                  <a:gd name="T12" fmla="*/ 8 w 39"/>
                  <a:gd name="T13" fmla="*/ 49 h 95"/>
                  <a:gd name="T14" fmla="*/ 0 w 39"/>
                  <a:gd name="T15" fmla="*/ 29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9" h="95">
                    <a:moveTo>
                      <a:pt x="0" y="29"/>
                    </a:moveTo>
                    <a:lnTo>
                      <a:pt x="11" y="15"/>
                    </a:lnTo>
                    <a:lnTo>
                      <a:pt x="39" y="0"/>
                    </a:lnTo>
                    <a:lnTo>
                      <a:pt x="38" y="95"/>
                    </a:lnTo>
                    <a:lnTo>
                      <a:pt x="30" y="83"/>
                    </a:lnTo>
                    <a:lnTo>
                      <a:pt x="21" y="70"/>
                    </a:lnTo>
                    <a:lnTo>
                      <a:pt x="8" y="49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E0E0E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6386" name="Group 66"/>
              <p:cNvGrpSpPr>
                <a:grpSpLocks/>
              </p:cNvGrpSpPr>
              <p:nvPr/>
            </p:nvGrpSpPr>
            <p:grpSpPr bwMode="auto">
              <a:xfrm>
                <a:off x="2801" y="1975"/>
                <a:ext cx="67" cy="57"/>
                <a:chOff x="2801" y="1975"/>
                <a:chExt cx="67" cy="57"/>
              </a:xfrm>
            </p:grpSpPr>
            <p:sp>
              <p:nvSpPr>
                <p:cNvPr id="56387" name="Oval 67"/>
                <p:cNvSpPr>
                  <a:spLocks noChangeArrowheads="1"/>
                </p:cNvSpPr>
                <p:nvPr/>
              </p:nvSpPr>
              <p:spPr bwMode="auto">
                <a:xfrm>
                  <a:off x="2801" y="1975"/>
                  <a:ext cx="67" cy="57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388" name="Oval 68"/>
                <p:cNvSpPr>
                  <a:spLocks noChangeArrowheads="1"/>
                </p:cNvSpPr>
                <p:nvPr/>
              </p:nvSpPr>
              <p:spPr bwMode="auto">
                <a:xfrm>
                  <a:off x="2825" y="1982"/>
                  <a:ext cx="34" cy="35"/>
                </a:xfrm>
                <a:prstGeom prst="ellipse">
                  <a:avLst/>
                </a:prstGeom>
                <a:solidFill>
                  <a:srgbClr val="618FFD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6389" name="Group 69"/>
              <p:cNvGrpSpPr>
                <a:grpSpLocks/>
              </p:cNvGrpSpPr>
              <p:nvPr/>
            </p:nvGrpSpPr>
            <p:grpSpPr bwMode="auto">
              <a:xfrm>
                <a:off x="2973" y="1980"/>
                <a:ext cx="67" cy="57"/>
                <a:chOff x="2973" y="1980"/>
                <a:chExt cx="67" cy="57"/>
              </a:xfrm>
            </p:grpSpPr>
            <p:sp>
              <p:nvSpPr>
                <p:cNvPr id="56390" name="Oval 70"/>
                <p:cNvSpPr>
                  <a:spLocks noChangeArrowheads="1"/>
                </p:cNvSpPr>
                <p:nvPr/>
              </p:nvSpPr>
              <p:spPr bwMode="auto">
                <a:xfrm>
                  <a:off x="2973" y="1980"/>
                  <a:ext cx="67" cy="57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391" name="Oval 71"/>
                <p:cNvSpPr>
                  <a:spLocks noChangeArrowheads="1"/>
                </p:cNvSpPr>
                <p:nvPr/>
              </p:nvSpPr>
              <p:spPr bwMode="auto">
                <a:xfrm>
                  <a:off x="2996" y="1987"/>
                  <a:ext cx="35" cy="36"/>
                </a:xfrm>
                <a:prstGeom prst="ellipse">
                  <a:avLst/>
                </a:prstGeom>
                <a:solidFill>
                  <a:srgbClr val="618FFD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6392" name="Group 72"/>
              <p:cNvGrpSpPr>
                <a:grpSpLocks/>
              </p:cNvGrpSpPr>
              <p:nvPr/>
            </p:nvGrpSpPr>
            <p:grpSpPr bwMode="auto">
              <a:xfrm>
                <a:off x="2169" y="1686"/>
                <a:ext cx="1380" cy="1387"/>
                <a:chOff x="2169" y="1686"/>
                <a:chExt cx="1380" cy="1387"/>
              </a:xfrm>
            </p:grpSpPr>
            <p:grpSp>
              <p:nvGrpSpPr>
                <p:cNvPr id="56393" name="Group 73"/>
                <p:cNvGrpSpPr>
                  <a:grpSpLocks/>
                </p:cNvGrpSpPr>
                <p:nvPr/>
              </p:nvGrpSpPr>
              <p:grpSpPr bwMode="auto">
                <a:xfrm>
                  <a:off x="2169" y="1686"/>
                  <a:ext cx="1236" cy="1387"/>
                  <a:chOff x="2169" y="1686"/>
                  <a:chExt cx="1236" cy="1387"/>
                </a:xfrm>
              </p:grpSpPr>
              <p:sp>
                <p:nvSpPr>
                  <p:cNvPr id="56394" name="Freeform 74"/>
                  <p:cNvSpPr>
                    <a:spLocks/>
                  </p:cNvSpPr>
                  <p:nvPr/>
                </p:nvSpPr>
                <p:spPr bwMode="auto">
                  <a:xfrm>
                    <a:off x="3081" y="1941"/>
                    <a:ext cx="64" cy="155"/>
                  </a:xfrm>
                  <a:custGeom>
                    <a:avLst/>
                    <a:gdLst>
                      <a:gd name="T0" fmla="*/ 58 w 128"/>
                      <a:gd name="T1" fmla="*/ 18 h 311"/>
                      <a:gd name="T2" fmla="*/ 93 w 128"/>
                      <a:gd name="T3" fmla="*/ 0 h 311"/>
                      <a:gd name="T4" fmla="*/ 110 w 128"/>
                      <a:gd name="T5" fmla="*/ 18 h 311"/>
                      <a:gd name="T6" fmla="*/ 122 w 128"/>
                      <a:gd name="T7" fmla="*/ 63 h 311"/>
                      <a:gd name="T8" fmla="*/ 128 w 128"/>
                      <a:gd name="T9" fmla="*/ 126 h 311"/>
                      <a:gd name="T10" fmla="*/ 122 w 128"/>
                      <a:gd name="T11" fmla="*/ 195 h 311"/>
                      <a:gd name="T12" fmla="*/ 104 w 128"/>
                      <a:gd name="T13" fmla="*/ 259 h 311"/>
                      <a:gd name="T14" fmla="*/ 75 w 128"/>
                      <a:gd name="T15" fmla="*/ 305 h 311"/>
                      <a:gd name="T16" fmla="*/ 35 w 128"/>
                      <a:gd name="T17" fmla="*/ 311 h 311"/>
                      <a:gd name="T18" fmla="*/ 0 w 128"/>
                      <a:gd name="T19" fmla="*/ 218 h 311"/>
                      <a:gd name="T20" fmla="*/ 58 w 128"/>
                      <a:gd name="T21" fmla="*/ 18 h 3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28" h="311">
                        <a:moveTo>
                          <a:pt x="58" y="18"/>
                        </a:moveTo>
                        <a:lnTo>
                          <a:pt x="93" y="0"/>
                        </a:lnTo>
                        <a:lnTo>
                          <a:pt x="110" y="18"/>
                        </a:lnTo>
                        <a:lnTo>
                          <a:pt x="122" y="63"/>
                        </a:lnTo>
                        <a:lnTo>
                          <a:pt x="128" y="126"/>
                        </a:lnTo>
                        <a:lnTo>
                          <a:pt x="122" y="195"/>
                        </a:lnTo>
                        <a:lnTo>
                          <a:pt x="104" y="259"/>
                        </a:lnTo>
                        <a:lnTo>
                          <a:pt x="75" y="305"/>
                        </a:lnTo>
                        <a:lnTo>
                          <a:pt x="35" y="311"/>
                        </a:lnTo>
                        <a:lnTo>
                          <a:pt x="0" y="218"/>
                        </a:lnTo>
                        <a:lnTo>
                          <a:pt x="58" y="18"/>
                        </a:lnTo>
                        <a:close/>
                      </a:path>
                    </a:pathLst>
                  </a:custGeom>
                  <a:solidFill>
                    <a:srgbClr val="FFE0C0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395" name="Freeform 75"/>
                  <p:cNvSpPr>
                    <a:spLocks/>
                  </p:cNvSpPr>
                  <p:nvPr/>
                </p:nvSpPr>
                <p:spPr bwMode="auto">
                  <a:xfrm>
                    <a:off x="2667" y="1945"/>
                    <a:ext cx="63" cy="155"/>
                  </a:xfrm>
                  <a:custGeom>
                    <a:avLst/>
                    <a:gdLst>
                      <a:gd name="T0" fmla="*/ 69 w 126"/>
                      <a:gd name="T1" fmla="*/ 16 h 311"/>
                      <a:gd name="T2" fmla="*/ 33 w 126"/>
                      <a:gd name="T3" fmla="*/ 0 h 311"/>
                      <a:gd name="T4" fmla="*/ 17 w 126"/>
                      <a:gd name="T5" fmla="*/ 16 h 311"/>
                      <a:gd name="T6" fmla="*/ 5 w 126"/>
                      <a:gd name="T7" fmla="*/ 62 h 311"/>
                      <a:gd name="T8" fmla="*/ 0 w 126"/>
                      <a:gd name="T9" fmla="*/ 126 h 311"/>
                      <a:gd name="T10" fmla="*/ 5 w 126"/>
                      <a:gd name="T11" fmla="*/ 195 h 311"/>
                      <a:gd name="T12" fmla="*/ 23 w 126"/>
                      <a:gd name="T13" fmla="*/ 259 h 311"/>
                      <a:gd name="T14" fmla="*/ 51 w 126"/>
                      <a:gd name="T15" fmla="*/ 305 h 311"/>
                      <a:gd name="T16" fmla="*/ 91 w 126"/>
                      <a:gd name="T17" fmla="*/ 311 h 311"/>
                      <a:gd name="T18" fmla="*/ 126 w 126"/>
                      <a:gd name="T19" fmla="*/ 218 h 311"/>
                      <a:gd name="T20" fmla="*/ 69 w 126"/>
                      <a:gd name="T21" fmla="*/ 16 h 3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26" h="311">
                        <a:moveTo>
                          <a:pt x="69" y="16"/>
                        </a:moveTo>
                        <a:lnTo>
                          <a:pt x="33" y="0"/>
                        </a:lnTo>
                        <a:lnTo>
                          <a:pt x="17" y="16"/>
                        </a:lnTo>
                        <a:lnTo>
                          <a:pt x="5" y="62"/>
                        </a:lnTo>
                        <a:lnTo>
                          <a:pt x="0" y="126"/>
                        </a:lnTo>
                        <a:lnTo>
                          <a:pt x="5" y="195"/>
                        </a:lnTo>
                        <a:lnTo>
                          <a:pt x="23" y="259"/>
                        </a:lnTo>
                        <a:lnTo>
                          <a:pt x="51" y="305"/>
                        </a:lnTo>
                        <a:lnTo>
                          <a:pt x="91" y="311"/>
                        </a:lnTo>
                        <a:lnTo>
                          <a:pt x="126" y="218"/>
                        </a:lnTo>
                        <a:lnTo>
                          <a:pt x="69" y="16"/>
                        </a:lnTo>
                        <a:close/>
                      </a:path>
                    </a:pathLst>
                  </a:custGeom>
                  <a:solidFill>
                    <a:srgbClr val="FFE0C0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56396" name="Group 76"/>
                  <p:cNvGrpSpPr>
                    <a:grpSpLocks/>
                  </p:cNvGrpSpPr>
                  <p:nvPr/>
                </p:nvGrpSpPr>
                <p:grpSpPr bwMode="auto">
                  <a:xfrm>
                    <a:off x="2169" y="2067"/>
                    <a:ext cx="1236" cy="1006"/>
                    <a:chOff x="2169" y="2067"/>
                    <a:chExt cx="1236" cy="1006"/>
                  </a:xfrm>
                </p:grpSpPr>
                <p:sp>
                  <p:nvSpPr>
                    <p:cNvPr id="56397" name="Freeform 77"/>
                    <p:cNvSpPr>
                      <a:spLocks/>
                    </p:cNvSpPr>
                    <p:nvPr/>
                  </p:nvSpPr>
                  <p:spPr bwMode="auto">
                    <a:xfrm>
                      <a:off x="2169" y="2107"/>
                      <a:ext cx="1236" cy="655"/>
                    </a:xfrm>
                    <a:custGeom>
                      <a:avLst/>
                      <a:gdLst>
                        <a:gd name="T0" fmla="*/ 555 w 2472"/>
                        <a:gd name="T1" fmla="*/ 1310 h 1310"/>
                        <a:gd name="T2" fmla="*/ 553 w 2472"/>
                        <a:gd name="T3" fmla="*/ 1263 h 1310"/>
                        <a:gd name="T4" fmla="*/ 555 w 2472"/>
                        <a:gd name="T5" fmla="*/ 1180 h 1310"/>
                        <a:gd name="T6" fmla="*/ 565 w 2472"/>
                        <a:gd name="T7" fmla="*/ 1093 h 1310"/>
                        <a:gd name="T8" fmla="*/ 510 w 2472"/>
                        <a:gd name="T9" fmla="*/ 1128 h 1310"/>
                        <a:gd name="T10" fmla="*/ 461 w 2472"/>
                        <a:gd name="T11" fmla="*/ 1159 h 1310"/>
                        <a:gd name="T12" fmla="*/ 359 w 2472"/>
                        <a:gd name="T13" fmla="*/ 1194 h 1310"/>
                        <a:gd name="T14" fmla="*/ 267 w 2472"/>
                        <a:gd name="T15" fmla="*/ 1206 h 1310"/>
                        <a:gd name="T16" fmla="*/ 206 w 2472"/>
                        <a:gd name="T17" fmla="*/ 1203 h 1310"/>
                        <a:gd name="T18" fmla="*/ 164 w 2472"/>
                        <a:gd name="T19" fmla="*/ 1183 h 1310"/>
                        <a:gd name="T20" fmla="*/ 117 w 2472"/>
                        <a:gd name="T21" fmla="*/ 1124 h 1310"/>
                        <a:gd name="T22" fmla="*/ 65 w 2472"/>
                        <a:gd name="T23" fmla="*/ 1032 h 1310"/>
                        <a:gd name="T24" fmla="*/ 39 w 2472"/>
                        <a:gd name="T25" fmla="*/ 955 h 1310"/>
                        <a:gd name="T26" fmla="*/ 24 w 2472"/>
                        <a:gd name="T27" fmla="*/ 890 h 1310"/>
                        <a:gd name="T28" fmla="*/ 11 w 2472"/>
                        <a:gd name="T29" fmla="*/ 828 h 1310"/>
                        <a:gd name="T30" fmla="*/ 5 w 2472"/>
                        <a:gd name="T31" fmla="*/ 773 h 1310"/>
                        <a:gd name="T32" fmla="*/ 0 w 2472"/>
                        <a:gd name="T33" fmla="*/ 705 h 1310"/>
                        <a:gd name="T34" fmla="*/ 0 w 2472"/>
                        <a:gd name="T35" fmla="*/ 622 h 1310"/>
                        <a:gd name="T36" fmla="*/ 2 w 2472"/>
                        <a:gd name="T37" fmla="*/ 546 h 1310"/>
                        <a:gd name="T38" fmla="*/ 14 w 2472"/>
                        <a:gd name="T39" fmla="*/ 475 h 1310"/>
                        <a:gd name="T40" fmla="*/ 25 w 2472"/>
                        <a:gd name="T41" fmla="*/ 403 h 1310"/>
                        <a:gd name="T42" fmla="*/ 39 w 2472"/>
                        <a:gd name="T43" fmla="*/ 336 h 1310"/>
                        <a:gd name="T44" fmla="*/ 57 w 2472"/>
                        <a:gd name="T45" fmla="*/ 271 h 1310"/>
                        <a:gd name="T46" fmla="*/ 82 w 2472"/>
                        <a:gd name="T47" fmla="*/ 183 h 1310"/>
                        <a:gd name="T48" fmla="*/ 112 w 2472"/>
                        <a:gd name="T49" fmla="*/ 133 h 1310"/>
                        <a:gd name="T50" fmla="*/ 142 w 2472"/>
                        <a:gd name="T51" fmla="*/ 79 h 1310"/>
                        <a:gd name="T52" fmla="*/ 164 w 2472"/>
                        <a:gd name="T53" fmla="*/ 114 h 1310"/>
                        <a:gd name="T54" fmla="*/ 189 w 2472"/>
                        <a:gd name="T55" fmla="*/ 152 h 1310"/>
                        <a:gd name="T56" fmla="*/ 234 w 2472"/>
                        <a:gd name="T57" fmla="*/ 202 h 1310"/>
                        <a:gd name="T58" fmla="*/ 272 w 2472"/>
                        <a:gd name="T59" fmla="*/ 225 h 1310"/>
                        <a:gd name="T60" fmla="*/ 315 w 2472"/>
                        <a:gd name="T61" fmla="*/ 237 h 1310"/>
                        <a:gd name="T62" fmla="*/ 393 w 2472"/>
                        <a:gd name="T63" fmla="*/ 218 h 1310"/>
                        <a:gd name="T64" fmla="*/ 478 w 2472"/>
                        <a:gd name="T65" fmla="*/ 176 h 1310"/>
                        <a:gd name="T66" fmla="*/ 484 w 2472"/>
                        <a:gd name="T67" fmla="*/ 275 h 1310"/>
                        <a:gd name="T68" fmla="*/ 518 w 2472"/>
                        <a:gd name="T69" fmla="*/ 505 h 1310"/>
                        <a:gd name="T70" fmla="*/ 507 w 2472"/>
                        <a:gd name="T71" fmla="*/ 621 h 1310"/>
                        <a:gd name="T72" fmla="*/ 588 w 2472"/>
                        <a:gd name="T73" fmla="*/ 460 h 1310"/>
                        <a:gd name="T74" fmla="*/ 657 w 2472"/>
                        <a:gd name="T75" fmla="*/ 345 h 1310"/>
                        <a:gd name="T76" fmla="*/ 726 w 2472"/>
                        <a:gd name="T77" fmla="*/ 265 h 1310"/>
                        <a:gd name="T78" fmla="*/ 818 w 2472"/>
                        <a:gd name="T79" fmla="*/ 173 h 1310"/>
                        <a:gd name="T80" fmla="*/ 899 w 2472"/>
                        <a:gd name="T81" fmla="*/ 102 h 1310"/>
                        <a:gd name="T82" fmla="*/ 1060 w 2472"/>
                        <a:gd name="T83" fmla="*/ 34 h 1310"/>
                        <a:gd name="T84" fmla="*/ 1244 w 2472"/>
                        <a:gd name="T85" fmla="*/ 0 h 1310"/>
                        <a:gd name="T86" fmla="*/ 1461 w 2472"/>
                        <a:gd name="T87" fmla="*/ 0 h 1310"/>
                        <a:gd name="T88" fmla="*/ 1830 w 2472"/>
                        <a:gd name="T89" fmla="*/ 57 h 1310"/>
                        <a:gd name="T90" fmla="*/ 2071 w 2472"/>
                        <a:gd name="T91" fmla="*/ 161 h 1310"/>
                        <a:gd name="T92" fmla="*/ 2219 w 2472"/>
                        <a:gd name="T93" fmla="*/ 287 h 1310"/>
                        <a:gd name="T94" fmla="*/ 2323 w 2472"/>
                        <a:gd name="T95" fmla="*/ 439 h 1310"/>
                        <a:gd name="T96" fmla="*/ 2415 w 2472"/>
                        <a:gd name="T97" fmla="*/ 587 h 1310"/>
                        <a:gd name="T98" fmla="*/ 2461 w 2472"/>
                        <a:gd name="T99" fmla="*/ 737 h 1310"/>
                        <a:gd name="T100" fmla="*/ 2472 w 2472"/>
                        <a:gd name="T101" fmla="*/ 1059 h 1310"/>
                        <a:gd name="T102" fmla="*/ 2461 w 2472"/>
                        <a:gd name="T103" fmla="*/ 1310 h 1310"/>
                        <a:gd name="T104" fmla="*/ 555 w 2472"/>
                        <a:gd name="T105" fmla="*/ 1310 h 131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</a:cxnLst>
                      <a:rect l="0" t="0" r="r" b="b"/>
                      <a:pathLst>
                        <a:path w="2472" h="1310">
                          <a:moveTo>
                            <a:pt x="555" y="1310"/>
                          </a:moveTo>
                          <a:lnTo>
                            <a:pt x="553" y="1263"/>
                          </a:lnTo>
                          <a:lnTo>
                            <a:pt x="555" y="1180"/>
                          </a:lnTo>
                          <a:lnTo>
                            <a:pt x="565" y="1093"/>
                          </a:lnTo>
                          <a:lnTo>
                            <a:pt x="510" y="1128"/>
                          </a:lnTo>
                          <a:lnTo>
                            <a:pt x="461" y="1159"/>
                          </a:lnTo>
                          <a:lnTo>
                            <a:pt x="359" y="1194"/>
                          </a:lnTo>
                          <a:lnTo>
                            <a:pt x="267" y="1206"/>
                          </a:lnTo>
                          <a:lnTo>
                            <a:pt x="206" y="1203"/>
                          </a:lnTo>
                          <a:lnTo>
                            <a:pt x="164" y="1183"/>
                          </a:lnTo>
                          <a:lnTo>
                            <a:pt x="117" y="1124"/>
                          </a:lnTo>
                          <a:lnTo>
                            <a:pt x="65" y="1032"/>
                          </a:lnTo>
                          <a:lnTo>
                            <a:pt x="39" y="955"/>
                          </a:lnTo>
                          <a:lnTo>
                            <a:pt x="24" y="890"/>
                          </a:lnTo>
                          <a:lnTo>
                            <a:pt x="11" y="828"/>
                          </a:lnTo>
                          <a:lnTo>
                            <a:pt x="5" y="773"/>
                          </a:lnTo>
                          <a:lnTo>
                            <a:pt x="0" y="705"/>
                          </a:lnTo>
                          <a:lnTo>
                            <a:pt x="0" y="622"/>
                          </a:lnTo>
                          <a:lnTo>
                            <a:pt x="2" y="546"/>
                          </a:lnTo>
                          <a:lnTo>
                            <a:pt x="14" y="475"/>
                          </a:lnTo>
                          <a:lnTo>
                            <a:pt x="25" y="403"/>
                          </a:lnTo>
                          <a:lnTo>
                            <a:pt x="39" y="336"/>
                          </a:lnTo>
                          <a:lnTo>
                            <a:pt x="57" y="271"/>
                          </a:lnTo>
                          <a:lnTo>
                            <a:pt x="82" y="183"/>
                          </a:lnTo>
                          <a:lnTo>
                            <a:pt x="112" y="133"/>
                          </a:lnTo>
                          <a:lnTo>
                            <a:pt x="142" y="79"/>
                          </a:lnTo>
                          <a:lnTo>
                            <a:pt x="164" y="114"/>
                          </a:lnTo>
                          <a:lnTo>
                            <a:pt x="189" y="152"/>
                          </a:lnTo>
                          <a:lnTo>
                            <a:pt x="234" y="202"/>
                          </a:lnTo>
                          <a:lnTo>
                            <a:pt x="272" y="225"/>
                          </a:lnTo>
                          <a:lnTo>
                            <a:pt x="315" y="237"/>
                          </a:lnTo>
                          <a:lnTo>
                            <a:pt x="393" y="218"/>
                          </a:lnTo>
                          <a:lnTo>
                            <a:pt x="478" y="176"/>
                          </a:lnTo>
                          <a:lnTo>
                            <a:pt x="484" y="275"/>
                          </a:lnTo>
                          <a:lnTo>
                            <a:pt x="518" y="505"/>
                          </a:lnTo>
                          <a:lnTo>
                            <a:pt x="507" y="621"/>
                          </a:lnTo>
                          <a:lnTo>
                            <a:pt x="588" y="460"/>
                          </a:lnTo>
                          <a:lnTo>
                            <a:pt x="657" y="345"/>
                          </a:lnTo>
                          <a:lnTo>
                            <a:pt x="726" y="265"/>
                          </a:lnTo>
                          <a:lnTo>
                            <a:pt x="818" y="173"/>
                          </a:lnTo>
                          <a:lnTo>
                            <a:pt x="899" y="102"/>
                          </a:lnTo>
                          <a:lnTo>
                            <a:pt x="1060" y="34"/>
                          </a:lnTo>
                          <a:lnTo>
                            <a:pt x="1244" y="0"/>
                          </a:lnTo>
                          <a:lnTo>
                            <a:pt x="1461" y="0"/>
                          </a:lnTo>
                          <a:lnTo>
                            <a:pt x="1830" y="57"/>
                          </a:lnTo>
                          <a:lnTo>
                            <a:pt x="2071" y="161"/>
                          </a:lnTo>
                          <a:lnTo>
                            <a:pt x="2219" y="287"/>
                          </a:lnTo>
                          <a:lnTo>
                            <a:pt x="2323" y="439"/>
                          </a:lnTo>
                          <a:lnTo>
                            <a:pt x="2415" y="587"/>
                          </a:lnTo>
                          <a:lnTo>
                            <a:pt x="2461" y="737"/>
                          </a:lnTo>
                          <a:lnTo>
                            <a:pt x="2472" y="1059"/>
                          </a:lnTo>
                          <a:lnTo>
                            <a:pt x="2461" y="1310"/>
                          </a:lnTo>
                          <a:lnTo>
                            <a:pt x="555" y="1310"/>
                          </a:lnTo>
                          <a:close/>
                        </a:path>
                      </a:pathLst>
                    </a:custGeom>
                    <a:solidFill>
                      <a:srgbClr val="C0C0FF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56398" name="Group 7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681" y="2067"/>
                      <a:ext cx="449" cy="1006"/>
                      <a:chOff x="2681" y="2067"/>
                      <a:chExt cx="449" cy="1006"/>
                    </a:xfrm>
                  </p:grpSpPr>
                  <p:sp>
                    <p:nvSpPr>
                      <p:cNvPr id="56399" name="Freeform 7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81" y="2067"/>
                        <a:ext cx="449" cy="404"/>
                      </a:xfrm>
                      <a:custGeom>
                        <a:avLst/>
                        <a:gdLst>
                          <a:gd name="T0" fmla="*/ 23 w 896"/>
                          <a:gd name="T1" fmla="*/ 161 h 808"/>
                          <a:gd name="T2" fmla="*/ 0 w 896"/>
                          <a:gd name="T3" fmla="*/ 299 h 808"/>
                          <a:gd name="T4" fmla="*/ 35 w 896"/>
                          <a:gd name="T5" fmla="*/ 449 h 808"/>
                          <a:gd name="T6" fmla="*/ 46 w 896"/>
                          <a:gd name="T7" fmla="*/ 541 h 808"/>
                          <a:gd name="T8" fmla="*/ 52 w 896"/>
                          <a:gd name="T9" fmla="*/ 578 h 808"/>
                          <a:gd name="T10" fmla="*/ 72 w 896"/>
                          <a:gd name="T11" fmla="*/ 631 h 808"/>
                          <a:gd name="T12" fmla="*/ 90 w 896"/>
                          <a:gd name="T13" fmla="*/ 677 h 808"/>
                          <a:gd name="T14" fmla="*/ 133 w 896"/>
                          <a:gd name="T15" fmla="*/ 731 h 808"/>
                          <a:gd name="T16" fmla="*/ 163 w 896"/>
                          <a:gd name="T17" fmla="*/ 769 h 808"/>
                          <a:gd name="T18" fmla="*/ 207 w 896"/>
                          <a:gd name="T19" fmla="*/ 805 h 808"/>
                          <a:gd name="T20" fmla="*/ 391 w 896"/>
                          <a:gd name="T21" fmla="*/ 587 h 808"/>
                          <a:gd name="T22" fmla="*/ 595 w 896"/>
                          <a:gd name="T23" fmla="*/ 808 h 808"/>
                          <a:gd name="T24" fmla="*/ 641 w 896"/>
                          <a:gd name="T25" fmla="*/ 765 h 808"/>
                          <a:gd name="T26" fmla="*/ 680 w 896"/>
                          <a:gd name="T27" fmla="*/ 716 h 808"/>
                          <a:gd name="T28" fmla="*/ 714 w 896"/>
                          <a:gd name="T29" fmla="*/ 654 h 808"/>
                          <a:gd name="T30" fmla="*/ 759 w 896"/>
                          <a:gd name="T31" fmla="*/ 587 h 808"/>
                          <a:gd name="T32" fmla="*/ 827 w 896"/>
                          <a:gd name="T33" fmla="*/ 449 h 808"/>
                          <a:gd name="T34" fmla="*/ 873 w 896"/>
                          <a:gd name="T35" fmla="*/ 242 h 808"/>
                          <a:gd name="T36" fmla="*/ 896 w 896"/>
                          <a:gd name="T37" fmla="*/ 138 h 808"/>
                          <a:gd name="T38" fmla="*/ 747 w 896"/>
                          <a:gd name="T39" fmla="*/ 47 h 808"/>
                          <a:gd name="T40" fmla="*/ 586 w 896"/>
                          <a:gd name="T41" fmla="*/ 0 h 808"/>
                          <a:gd name="T42" fmla="*/ 332 w 896"/>
                          <a:gd name="T43" fmla="*/ 13 h 808"/>
                          <a:gd name="T44" fmla="*/ 149 w 896"/>
                          <a:gd name="T45" fmla="*/ 59 h 808"/>
                          <a:gd name="T46" fmla="*/ 23 w 896"/>
                          <a:gd name="T47" fmla="*/ 161 h 80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</a:cxnLst>
                        <a:rect l="0" t="0" r="r" b="b"/>
                        <a:pathLst>
                          <a:path w="896" h="808">
                            <a:moveTo>
                              <a:pt x="23" y="161"/>
                            </a:moveTo>
                            <a:lnTo>
                              <a:pt x="0" y="299"/>
                            </a:lnTo>
                            <a:lnTo>
                              <a:pt x="35" y="449"/>
                            </a:lnTo>
                            <a:lnTo>
                              <a:pt x="46" y="541"/>
                            </a:lnTo>
                            <a:lnTo>
                              <a:pt x="52" y="578"/>
                            </a:lnTo>
                            <a:lnTo>
                              <a:pt x="72" y="631"/>
                            </a:lnTo>
                            <a:lnTo>
                              <a:pt x="90" y="677"/>
                            </a:lnTo>
                            <a:lnTo>
                              <a:pt x="133" y="731"/>
                            </a:lnTo>
                            <a:lnTo>
                              <a:pt x="163" y="769"/>
                            </a:lnTo>
                            <a:lnTo>
                              <a:pt x="207" y="805"/>
                            </a:lnTo>
                            <a:lnTo>
                              <a:pt x="391" y="587"/>
                            </a:lnTo>
                            <a:lnTo>
                              <a:pt x="595" y="808"/>
                            </a:lnTo>
                            <a:lnTo>
                              <a:pt x="641" y="765"/>
                            </a:lnTo>
                            <a:lnTo>
                              <a:pt x="680" y="716"/>
                            </a:lnTo>
                            <a:lnTo>
                              <a:pt x="714" y="654"/>
                            </a:lnTo>
                            <a:lnTo>
                              <a:pt x="759" y="587"/>
                            </a:lnTo>
                            <a:lnTo>
                              <a:pt x="827" y="449"/>
                            </a:lnTo>
                            <a:lnTo>
                              <a:pt x="873" y="242"/>
                            </a:lnTo>
                            <a:lnTo>
                              <a:pt x="896" y="138"/>
                            </a:lnTo>
                            <a:lnTo>
                              <a:pt x="747" y="47"/>
                            </a:lnTo>
                            <a:lnTo>
                              <a:pt x="586" y="0"/>
                            </a:lnTo>
                            <a:lnTo>
                              <a:pt x="332" y="13"/>
                            </a:lnTo>
                            <a:lnTo>
                              <a:pt x="149" y="59"/>
                            </a:lnTo>
                            <a:lnTo>
                              <a:pt x="23" y="161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7938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56400" name="Freeform 8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750" y="2360"/>
                        <a:ext cx="276" cy="713"/>
                      </a:xfrm>
                      <a:custGeom>
                        <a:avLst/>
                        <a:gdLst>
                          <a:gd name="T0" fmla="*/ 254 w 553"/>
                          <a:gd name="T1" fmla="*/ 0 h 1424"/>
                          <a:gd name="T2" fmla="*/ 121 w 553"/>
                          <a:gd name="T3" fmla="*/ 160 h 1424"/>
                          <a:gd name="T4" fmla="*/ 173 w 553"/>
                          <a:gd name="T5" fmla="*/ 287 h 1424"/>
                          <a:gd name="T6" fmla="*/ 82 w 553"/>
                          <a:gd name="T7" fmla="*/ 460 h 1424"/>
                          <a:gd name="T8" fmla="*/ 25 w 553"/>
                          <a:gd name="T9" fmla="*/ 700 h 1424"/>
                          <a:gd name="T10" fmla="*/ 0 w 553"/>
                          <a:gd name="T11" fmla="*/ 861 h 1424"/>
                          <a:gd name="T12" fmla="*/ 25 w 553"/>
                          <a:gd name="T13" fmla="*/ 1011 h 1424"/>
                          <a:gd name="T14" fmla="*/ 70 w 553"/>
                          <a:gd name="T15" fmla="*/ 1194 h 1424"/>
                          <a:gd name="T16" fmla="*/ 288 w 553"/>
                          <a:gd name="T17" fmla="*/ 1424 h 1424"/>
                          <a:gd name="T18" fmla="*/ 506 w 553"/>
                          <a:gd name="T19" fmla="*/ 1149 h 1424"/>
                          <a:gd name="T20" fmla="*/ 553 w 553"/>
                          <a:gd name="T21" fmla="*/ 895 h 1424"/>
                          <a:gd name="T22" fmla="*/ 518 w 553"/>
                          <a:gd name="T23" fmla="*/ 654 h 1424"/>
                          <a:gd name="T24" fmla="*/ 460 w 553"/>
                          <a:gd name="T25" fmla="*/ 448 h 1424"/>
                          <a:gd name="T26" fmla="*/ 368 w 553"/>
                          <a:gd name="T27" fmla="*/ 275 h 1424"/>
                          <a:gd name="T28" fmla="*/ 437 w 553"/>
                          <a:gd name="T29" fmla="*/ 195 h 1424"/>
                          <a:gd name="T30" fmla="*/ 254 w 553"/>
                          <a:gd name="T31" fmla="*/ 0 h 14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</a:cxnLst>
                        <a:rect l="0" t="0" r="r" b="b"/>
                        <a:pathLst>
                          <a:path w="553" h="1424">
                            <a:moveTo>
                              <a:pt x="254" y="0"/>
                            </a:moveTo>
                            <a:lnTo>
                              <a:pt x="121" y="160"/>
                            </a:lnTo>
                            <a:lnTo>
                              <a:pt x="173" y="287"/>
                            </a:lnTo>
                            <a:lnTo>
                              <a:pt x="82" y="460"/>
                            </a:lnTo>
                            <a:lnTo>
                              <a:pt x="25" y="700"/>
                            </a:lnTo>
                            <a:lnTo>
                              <a:pt x="0" y="861"/>
                            </a:lnTo>
                            <a:lnTo>
                              <a:pt x="25" y="1011"/>
                            </a:lnTo>
                            <a:lnTo>
                              <a:pt x="70" y="1194"/>
                            </a:lnTo>
                            <a:lnTo>
                              <a:pt x="288" y="1424"/>
                            </a:lnTo>
                            <a:lnTo>
                              <a:pt x="506" y="1149"/>
                            </a:lnTo>
                            <a:lnTo>
                              <a:pt x="553" y="895"/>
                            </a:lnTo>
                            <a:lnTo>
                              <a:pt x="518" y="654"/>
                            </a:lnTo>
                            <a:lnTo>
                              <a:pt x="460" y="448"/>
                            </a:lnTo>
                            <a:lnTo>
                              <a:pt x="368" y="275"/>
                            </a:lnTo>
                            <a:lnTo>
                              <a:pt x="437" y="195"/>
                            </a:lnTo>
                            <a:lnTo>
                              <a:pt x="254" y="0"/>
                            </a:lnTo>
                            <a:close/>
                          </a:path>
                        </a:pathLst>
                      </a:custGeom>
                      <a:solidFill>
                        <a:srgbClr val="A000A0"/>
                      </a:solidFill>
                      <a:ln w="7938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sp>
                <p:nvSpPr>
                  <p:cNvPr id="56401" name="Freeform 81"/>
                  <p:cNvSpPr>
                    <a:spLocks/>
                  </p:cNvSpPr>
                  <p:nvPr/>
                </p:nvSpPr>
                <p:spPr bwMode="auto">
                  <a:xfrm>
                    <a:off x="2939" y="2008"/>
                    <a:ext cx="347" cy="436"/>
                  </a:xfrm>
                  <a:custGeom>
                    <a:avLst/>
                    <a:gdLst>
                      <a:gd name="T0" fmla="*/ 331 w 693"/>
                      <a:gd name="T1" fmla="*/ 38 h 873"/>
                      <a:gd name="T2" fmla="*/ 352 w 693"/>
                      <a:gd name="T3" fmla="*/ 11 h 873"/>
                      <a:gd name="T4" fmla="*/ 388 w 693"/>
                      <a:gd name="T5" fmla="*/ 0 h 873"/>
                      <a:gd name="T6" fmla="*/ 411 w 693"/>
                      <a:gd name="T7" fmla="*/ 3 h 873"/>
                      <a:gd name="T8" fmla="*/ 422 w 693"/>
                      <a:gd name="T9" fmla="*/ 18 h 873"/>
                      <a:gd name="T10" fmla="*/ 435 w 693"/>
                      <a:gd name="T11" fmla="*/ 51 h 873"/>
                      <a:gd name="T12" fmla="*/ 439 w 693"/>
                      <a:gd name="T13" fmla="*/ 114 h 873"/>
                      <a:gd name="T14" fmla="*/ 434 w 693"/>
                      <a:gd name="T15" fmla="*/ 174 h 873"/>
                      <a:gd name="T16" fmla="*/ 432 w 693"/>
                      <a:gd name="T17" fmla="*/ 212 h 873"/>
                      <a:gd name="T18" fmla="*/ 444 w 693"/>
                      <a:gd name="T19" fmla="*/ 300 h 873"/>
                      <a:gd name="T20" fmla="*/ 460 w 693"/>
                      <a:gd name="T21" fmla="*/ 366 h 873"/>
                      <a:gd name="T22" fmla="*/ 468 w 693"/>
                      <a:gd name="T23" fmla="*/ 389 h 873"/>
                      <a:gd name="T24" fmla="*/ 489 w 693"/>
                      <a:gd name="T25" fmla="*/ 429 h 873"/>
                      <a:gd name="T26" fmla="*/ 531 w 693"/>
                      <a:gd name="T27" fmla="*/ 561 h 873"/>
                      <a:gd name="T28" fmla="*/ 563 w 693"/>
                      <a:gd name="T29" fmla="*/ 597 h 873"/>
                      <a:gd name="T30" fmla="*/ 617 w 693"/>
                      <a:gd name="T31" fmla="*/ 653 h 873"/>
                      <a:gd name="T32" fmla="*/ 693 w 693"/>
                      <a:gd name="T33" fmla="*/ 727 h 873"/>
                      <a:gd name="T34" fmla="*/ 422 w 693"/>
                      <a:gd name="T35" fmla="*/ 873 h 873"/>
                      <a:gd name="T36" fmla="*/ 259 w 693"/>
                      <a:gd name="T37" fmla="*/ 689 h 873"/>
                      <a:gd name="T38" fmla="*/ 195 w 693"/>
                      <a:gd name="T39" fmla="*/ 717 h 873"/>
                      <a:gd name="T40" fmla="*/ 96 w 693"/>
                      <a:gd name="T41" fmla="*/ 736 h 873"/>
                      <a:gd name="T42" fmla="*/ 31 w 693"/>
                      <a:gd name="T43" fmla="*/ 727 h 873"/>
                      <a:gd name="T44" fmla="*/ 0 w 693"/>
                      <a:gd name="T45" fmla="*/ 699 h 873"/>
                      <a:gd name="T46" fmla="*/ 0 w 693"/>
                      <a:gd name="T47" fmla="*/ 671 h 873"/>
                      <a:gd name="T48" fmla="*/ 18 w 693"/>
                      <a:gd name="T49" fmla="*/ 632 h 873"/>
                      <a:gd name="T50" fmla="*/ 77 w 693"/>
                      <a:gd name="T51" fmla="*/ 612 h 873"/>
                      <a:gd name="T52" fmla="*/ 157 w 693"/>
                      <a:gd name="T53" fmla="*/ 595 h 873"/>
                      <a:gd name="T54" fmla="*/ 214 w 693"/>
                      <a:gd name="T55" fmla="*/ 574 h 873"/>
                      <a:gd name="T56" fmla="*/ 241 w 693"/>
                      <a:gd name="T57" fmla="*/ 547 h 873"/>
                      <a:gd name="T58" fmla="*/ 280 w 693"/>
                      <a:gd name="T59" fmla="*/ 508 h 873"/>
                      <a:gd name="T60" fmla="*/ 303 w 693"/>
                      <a:gd name="T61" fmla="*/ 485 h 873"/>
                      <a:gd name="T62" fmla="*/ 326 w 693"/>
                      <a:gd name="T63" fmla="*/ 450 h 873"/>
                      <a:gd name="T64" fmla="*/ 326 w 693"/>
                      <a:gd name="T65" fmla="*/ 378 h 873"/>
                      <a:gd name="T66" fmla="*/ 319 w 693"/>
                      <a:gd name="T67" fmla="*/ 302 h 873"/>
                      <a:gd name="T68" fmla="*/ 303 w 693"/>
                      <a:gd name="T69" fmla="*/ 219 h 873"/>
                      <a:gd name="T70" fmla="*/ 315 w 693"/>
                      <a:gd name="T71" fmla="*/ 101 h 873"/>
                      <a:gd name="T72" fmla="*/ 331 w 693"/>
                      <a:gd name="T73" fmla="*/ 38 h 87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693" h="873">
                        <a:moveTo>
                          <a:pt x="331" y="38"/>
                        </a:moveTo>
                        <a:lnTo>
                          <a:pt x="352" y="11"/>
                        </a:lnTo>
                        <a:lnTo>
                          <a:pt x="388" y="0"/>
                        </a:lnTo>
                        <a:lnTo>
                          <a:pt x="411" y="3"/>
                        </a:lnTo>
                        <a:lnTo>
                          <a:pt x="422" y="18"/>
                        </a:lnTo>
                        <a:lnTo>
                          <a:pt x="435" y="51"/>
                        </a:lnTo>
                        <a:lnTo>
                          <a:pt x="439" y="114"/>
                        </a:lnTo>
                        <a:lnTo>
                          <a:pt x="434" y="174"/>
                        </a:lnTo>
                        <a:lnTo>
                          <a:pt x="432" y="212"/>
                        </a:lnTo>
                        <a:lnTo>
                          <a:pt x="444" y="300"/>
                        </a:lnTo>
                        <a:lnTo>
                          <a:pt x="460" y="366"/>
                        </a:lnTo>
                        <a:lnTo>
                          <a:pt x="468" y="389"/>
                        </a:lnTo>
                        <a:lnTo>
                          <a:pt x="489" y="429"/>
                        </a:lnTo>
                        <a:lnTo>
                          <a:pt x="531" y="561"/>
                        </a:lnTo>
                        <a:lnTo>
                          <a:pt x="563" y="597"/>
                        </a:lnTo>
                        <a:lnTo>
                          <a:pt x="617" y="653"/>
                        </a:lnTo>
                        <a:lnTo>
                          <a:pt x="693" y="727"/>
                        </a:lnTo>
                        <a:lnTo>
                          <a:pt x="422" y="873"/>
                        </a:lnTo>
                        <a:lnTo>
                          <a:pt x="259" y="689"/>
                        </a:lnTo>
                        <a:lnTo>
                          <a:pt x="195" y="717"/>
                        </a:lnTo>
                        <a:lnTo>
                          <a:pt x="96" y="736"/>
                        </a:lnTo>
                        <a:lnTo>
                          <a:pt x="31" y="727"/>
                        </a:lnTo>
                        <a:lnTo>
                          <a:pt x="0" y="699"/>
                        </a:lnTo>
                        <a:lnTo>
                          <a:pt x="0" y="671"/>
                        </a:lnTo>
                        <a:lnTo>
                          <a:pt x="18" y="632"/>
                        </a:lnTo>
                        <a:lnTo>
                          <a:pt x="77" y="612"/>
                        </a:lnTo>
                        <a:lnTo>
                          <a:pt x="157" y="595"/>
                        </a:lnTo>
                        <a:lnTo>
                          <a:pt x="214" y="574"/>
                        </a:lnTo>
                        <a:lnTo>
                          <a:pt x="241" y="547"/>
                        </a:lnTo>
                        <a:lnTo>
                          <a:pt x="280" y="508"/>
                        </a:lnTo>
                        <a:lnTo>
                          <a:pt x="303" y="485"/>
                        </a:lnTo>
                        <a:lnTo>
                          <a:pt x="326" y="450"/>
                        </a:lnTo>
                        <a:lnTo>
                          <a:pt x="326" y="378"/>
                        </a:lnTo>
                        <a:lnTo>
                          <a:pt x="319" y="302"/>
                        </a:lnTo>
                        <a:lnTo>
                          <a:pt x="303" y="219"/>
                        </a:lnTo>
                        <a:lnTo>
                          <a:pt x="315" y="101"/>
                        </a:lnTo>
                        <a:lnTo>
                          <a:pt x="331" y="38"/>
                        </a:lnTo>
                        <a:close/>
                      </a:path>
                    </a:pathLst>
                  </a:custGeom>
                  <a:solidFill>
                    <a:srgbClr val="FFE0C0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02" name="Freeform 82"/>
                  <p:cNvSpPr>
                    <a:spLocks/>
                  </p:cNvSpPr>
                  <p:nvPr/>
                </p:nvSpPr>
                <p:spPr bwMode="auto">
                  <a:xfrm>
                    <a:off x="2681" y="1740"/>
                    <a:ext cx="438" cy="621"/>
                  </a:xfrm>
                  <a:custGeom>
                    <a:avLst/>
                    <a:gdLst>
                      <a:gd name="T0" fmla="*/ 254 w 874"/>
                      <a:gd name="T1" fmla="*/ 21 h 1244"/>
                      <a:gd name="T2" fmla="*/ 192 w 874"/>
                      <a:gd name="T3" fmla="*/ 64 h 1244"/>
                      <a:gd name="T4" fmla="*/ 149 w 874"/>
                      <a:gd name="T5" fmla="*/ 101 h 1244"/>
                      <a:gd name="T6" fmla="*/ 118 w 874"/>
                      <a:gd name="T7" fmla="*/ 150 h 1244"/>
                      <a:gd name="T8" fmla="*/ 80 w 874"/>
                      <a:gd name="T9" fmla="*/ 203 h 1244"/>
                      <a:gd name="T10" fmla="*/ 63 w 874"/>
                      <a:gd name="T11" fmla="*/ 277 h 1244"/>
                      <a:gd name="T12" fmla="*/ 46 w 874"/>
                      <a:gd name="T13" fmla="*/ 335 h 1244"/>
                      <a:gd name="T14" fmla="*/ 46 w 874"/>
                      <a:gd name="T15" fmla="*/ 405 h 1244"/>
                      <a:gd name="T16" fmla="*/ 63 w 874"/>
                      <a:gd name="T17" fmla="*/ 501 h 1244"/>
                      <a:gd name="T18" fmla="*/ 67 w 874"/>
                      <a:gd name="T19" fmla="*/ 590 h 1244"/>
                      <a:gd name="T20" fmla="*/ 43 w 874"/>
                      <a:gd name="T21" fmla="*/ 683 h 1244"/>
                      <a:gd name="T22" fmla="*/ 17 w 874"/>
                      <a:gd name="T23" fmla="*/ 772 h 1244"/>
                      <a:gd name="T24" fmla="*/ 0 w 874"/>
                      <a:gd name="T25" fmla="*/ 853 h 1244"/>
                      <a:gd name="T26" fmla="*/ 0 w 874"/>
                      <a:gd name="T27" fmla="*/ 922 h 1244"/>
                      <a:gd name="T28" fmla="*/ 5 w 874"/>
                      <a:gd name="T29" fmla="*/ 985 h 1244"/>
                      <a:gd name="T30" fmla="*/ 17 w 874"/>
                      <a:gd name="T31" fmla="*/ 1036 h 1244"/>
                      <a:gd name="T32" fmla="*/ 41 w 874"/>
                      <a:gd name="T33" fmla="*/ 1089 h 1244"/>
                      <a:gd name="T34" fmla="*/ 74 w 874"/>
                      <a:gd name="T35" fmla="*/ 1128 h 1244"/>
                      <a:gd name="T36" fmla="*/ 115 w 874"/>
                      <a:gd name="T37" fmla="*/ 1157 h 1244"/>
                      <a:gd name="T38" fmla="*/ 196 w 874"/>
                      <a:gd name="T39" fmla="*/ 1207 h 1244"/>
                      <a:gd name="T40" fmla="*/ 286 w 874"/>
                      <a:gd name="T41" fmla="*/ 1230 h 1244"/>
                      <a:gd name="T42" fmla="*/ 378 w 874"/>
                      <a:gd name="T43" fmla="*/ 1244 h 1244"/>
                      <a:gd name="T44" fmla="*/ 465 w 874"/>
                      <a:gd name="T45" fmla="*/ 1232 h 1244"/>
                      <a:gd name="T46" fmla="*/ 540 w 874"/>
                      <a:gd name="T47" fmla="*/ 1218 h 1244"/>
                      <a:gd name="T48" fmla="*/ 621 w 874"/>
                      <a:gd name="T49" fmla="*/ 1183 h 1244"/>
                      <a:gd name="T50" fmla="*/ 690 w 874"/>
                      <a:gd name="T51" fmla="*/ 1149 h 1244"/>
                      <a:gd name="T52" fmla="*/ 747 w 874"/>
                      <a:gd name="T53" fmla="*/ 1103 h 1244"/>
                      <a:gd name="T54" fmla="*/ 816 w 874"/>
                      <a:gd name="T55" fmla="*/ 1022 h 1244"/>
                      <a:gd name="T56" fmla="*/ 845 w 874"/>
                      <a:gd name="T57" fmla="*/ 979 h 1244"/>
                      <a:gd name="T58" fmla="*/ 862 w 874"/>
                      <a:gd name="T59" fmla="*/ 922 h 1244"/>
                      <a:gd name="T60" fmla="*/ 873 w 874"/>
                      <a:gd name="T61" fmla="*/ 864 h 1244"/>
                      <a:gd name="T62" fmla="*/ 874 w 874"/>
                      <a:gd name="T63" fmla="*/ 811 h 1244"/>
                      <a:gd name="T64" fmla="*/ 864 w 874"/>
                      <a:gd name="T65" fmla="*/ 745 h 1244"/>
                      <a:gd name="T66" fmla="*/ 853 w 874"/>
                      <a:gd name="T67" fmla="*/ 683 h 1244"/>
                      <a:gd name="T68" fmla="*/ 837 w 874"/>
                      <a:gd name="T69" fmla="*/ 563 h 1244"/>
                      <a:gd name="T70" fmla="*/ 845 w 874"/>
                      <a:gd name="T71" fmla="*/ 503 h 1244"/>
                      <a:gd name="T72" fmla="*/ 864 w 874"/>
                      <a:gd name="T73" fmla="*/ 437 h 1244"/>
                      <a:gd name="T74" fmla="*/ 873 w 874"/>
                      <a:gd name="T75" fmla="*/ 319 h 1244"/>
                      <a:gd name="T76" fmla="*/ 864 w 874"/>
                      <a:gd name="T77" fmla="*/ 213 h 1244"/>
                      <a:gd name="T78" fmla="*/ 845 w 874"/>
                      <a:gd name="T79" fmla="*/ 141 h 1244"/>
                      <a:gd name="T80" fmla="*/ 805 w 874"/>
                      <a:gd name="T81" fmla="*/ 92 h 1244"/>
                      <a:gd name="T82" fmla="*/ 704 w 874"/>
                      <a:gd name="T83" fmla="*/ 42 h 1244"/>
                      <a:gd name="T84" fmla="*/ 586 w 874"/>
                      <a:gd name="T85" fmla="*/ 11 h 1244"/>
                      <a:gd name="T86" fmla="*/ 393 w 874"/>
                      <a:gd name="T87" fmla="*/ 0 h 1244"/>
                      <a:gd name="T88" fmla="*/ 254 w 874"/>
                      <a:gd name="T89" fmla="*/ 21 h 12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874" h="1244">
                        <a:moveTo>
                          <a:pt x="254" y="21"/>
                        </a:moveTo>
                        <a:lnTo>
                          <a:pt x="192" y="64"/>
                        </a:lnTo>
                        <a:lnTo>
                          <a:pt x="149" y="101"/>
                        </a:lnTo>
                        <a:lnTo>
                          <a:pt x="118" y="150"/>
                        </a:lnTo>
                        <a:lnTo>
                          <a:pt x="80" y="203"/>
                        </a:lnTo>
                        <a:lnTo>
                          <a:pt x="63" y="277"/>
                        </a:lnTo>
                        <a:lnTo>
                          <a:pt x="46" y="335"/>
                        </a:lnTo>
                        <a:lnTo>
                          <a:pt x="46" y="405"/>
                        </a:lnTo>
                        <a:lnTo>
                          <a:pt x="63" y="501"/>
                        </a:lnTo>
                        <a:lnTo>
                          <a:pt x="67" y="590"/>
                        </a:lnTo>
                        <a:lnTo>
                          <a:pt x="43" y="683"/>
                        </a:lnTo>
                        <a:lnTo>
                          <a:pt x="17" y="772"/>
                        </a:lnTo>
                        <a:lnTo>
                          <a:pt x="0" y="853"/>
                        </a:lnTo>
                        <a:lnTo>
                          <a:pt x="0" y="922"/>
                        </a:lnTo>
                        <a:lnTo>
                          <a:pt x="5" y="985"/>
                        </a:lnTo>
                        <a:lnTo>
                          <a:pt x="17" y="1036"/>
                        </a:lnTo>
                        <a:lnTo>
                          <a:pt x="41" y="1089"/>
                        </a:lnTo>
                        <a:lnTo>
                          <a:pt x="74" y="1128"/>
                        </a:lnTo>
                        <a:lnTo>
                          <a:pt x="115" y="1157"/>
                        </a:lnTo>
                        <a:lnTo>
                          <a:pt x="196" y="1207"/>
                        </a:lnTo>
                        <a:lnTo>
                          <a:pt x="286" y="1230"/>
                        </a:lnTo>
                        <a:lnTo>
                          <a:pt x="378" y="1244"/>
                        </a:lnTo>
                        <a:lnTo>
                          <a:pt x="465" y="1232"/>
                        </a:lnTo>
                        <a:lnTo>
                          <a:pt x="540" y="1218"/>
                        </a:lnTo>
                        <a:lnTo>
                          <a:pt x="621" y="1183"/>
                        </a:lnTo>
                        <a:lnTo>
                          <a:pt x="690" y="1149"/>
                        </a:lnTo>
                        <a:lnTo>
                          <a:pt x="747" y="1103"/>
                        </a:lnTo>
                        <a:lnTo>
                          <a:pt x="816" y="1022"/>
                        </a:lnTo>
                        <a:lnTo>
                          <a:pt x="845" y="979"/>
                        </a:lnTo>
                        <a:lnTo>
                          <a:pt x="862" y="922"/>
                        </a:lnTo>
                        <a:lnTo>
                          <a:pt x="873" y="864"/>
                        </a:lnTo>
                        <a:lnTo>
                          <a:pt x="874" y="811"/>
                        </a:lnTo>
                        <a:lnTo>
                          <a:pt x="864" y="745"/>
                        </a:lnTo>
                        <a:lnTo>
                          <a:pt x="853" y="683"/>
                        </a:lnTo>
                        <a:lnTo>
                          <a:pt x="837" y="563"/>
                        </a:lnTo>
                        <a:lnTo>
                          <a:pt x="845" y="503"/>
                        </a:lnTo>
                        <a:lnTo>
                          <a:pt x="864" y="437"/>
                        </a:lnTo>
                        <a:lnTo>
                          <a:pt x="873" y="319"/>
                        </a:lnTo>
                        <a:lnTo>
                          <a:pt x="864" y="213"/>
                        </a:lnTo>
                        <a:lnTo>
                          <a:pt x="845" y="141"/>
                        </a:lnTo>
                        <a:lnTo>
                          <a:pt x="805" y="92"/>
                        </a:lnTo>
                        <a:lnTo>
                          <a:pt x="704" y="42"/>
                        </a:lnTo>
                        <a:lnTo>
                          <a:pt x="586" y="11"/>
                        </a:lnTo>
                        <a:lnTo>
                          <a:pt x="393" y="0"/>
                        </a:lnTo>
                        <a:lnTo>
                          <a:pt x="254" y="21"/>
                        </a:lnTo>
                        <a:close/>
                      </a:path>
                    </a:pathLst>
                  </a:custGeom>
                  <a:solidFill>
                    <a:srgbClr val="FFE0C0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56403" name="Group 83"/>
                  <p:cNvGrpSpPr>
                    <a:grpSpLocks/>
                  </p:cNvGrpSpPr>
                  <p:nvPr/>
                </p:nvGrpSpPr>
                <p:grpSpPr bwMode="auto">
                  <a:xfrm>
                    <a:off x="2802" y="2002"/>
                    <a:ext cx="216" cy="233"/>
                    <a:chOff x="2802" y="2002"/>
                    <a:chExt cx="216" cy="233"/>
                  </a:xfrm>
                </p:grpSpPr>
                <p:sp>
                  <p:nvSpPr>
                    <p:cNvPr id="56404" name="Freeform 84"/>
                    <p:cNvSpPr>
                      <a:spLocks/>
                    </p:cNvSpPr>
                    <p:nvPr/>
                  </p:nvSpPr>
                  <p:spPr bwMode="auto">
                    <a:xfrm>
                      <a:off x="2802" y="2206"/>
                      <a:ext cx="216" cy="9"/>
                    </a:xfrm>
                    <a:custGeom>
                      <a:avLst/>
                      <a:gdLst>
                        <a:gd name="T0" fmla="*/ 0 w 431"/>
                        <a:gd name="T1" fmla="*/ 4 h 19"/>
                        <a:gd name="T2" fmla="*/ 39 w 431"/>
                        <a:gd name="T3" fmla="*/ 0 h 19"/>
                        <a:gd name="T4" fmla="*/ 98 w 431"/>
                        <a:gd name="T5" fmla="*/ 0 h 19"/>
                        <a:gd name="T6" fmla="*/ 151 w 431"/>
                        <a:gd name="T7" fmla="*/ 0 h 19"/>
                        <a:gd name="T8" fmla="*/ 217 w 431"/>
                        <a:gd name="T9" fmla="*/ 11 h 19"/>
                        <a:gd name="T10" fmla="*/ 292 w 431"/>
                        <a:gd name="T11" fmla="*/ 11 h 19"/>
                        <a:gd name="T12" fmla="*/ 365 w 431"/>
                        <a:gd name="T13" fmla="*/ 11 h 19"/>
                        <a:gd name="T14" fmla="*/ 431 w 431"/>
                        <a:gd name="T15" fmla="*/ 19 h 1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431" h="19">
                          <a:moveTo>
                            <a:pt x="0" y="4"/>
                          </a:moveTo>
                          <a:lnTo>
                            <a:pt x="39" y="0"/>
                          </a:lnTo>
                          <a:lnTo>
                            <a:pt x="98" y="0"/>
                          </a:lnTo>
                          <a:lnTo>
                            <a:pt x="151" y="0"/>
                          </a:lnTo>
                          <a:lnTo>
                            <a:pt x="217" y="11"/>
                          </a:lnTo>
                          <a:lnTo>
                            <a:pt x="292" y="11"/>
                          </a:lnTo>
                          <a:lnTo>
                            <a:pt x="365" y="11"/>
                          </a:lnTo>
                          <a:lnTo>
                            <a:pt x="431" y="19"/>
                          </a:lnTo>
                        </a:path>
                      </a:pathLst>
                    </a:custGeom>
                    <a:noFill/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405" name="Freeform 85"/>
                    <p:cNvSpPr>
                      <a:spLocks/>
                    </p:cNvSpPr>
                    <p:nvPr/>
                  </p:nvSpPr>
                  <p:spPr bwMode="auto">
                    <a:xfrm>
                      <a:off x="2877" y="2232"/>
                      <a:ext cx="46" cy="3"/>
                    </a:xfrm>
                    <a:custGeom>
                      <a:avLst/>
                      <a:gdLst>
                        <a:gd name="T0" fmla="*/ 0 w 92"/>
                        <a:gd name="T1" fmla="*/ 5 h 5"/>
                        <a:gd name="T2" fmla="*/ 67 w 92"/>
                        <a:gd name="T3" fmla="*/ 0 h 5"/>
                        <a:gd name="T4" fmla="*/ 92 w 92"/>
                        <a:gd name="T5" fmla="*/ 5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92" h="5">
                          <a:moveTo>
                            <a:pt x="0" y="5"/>
                          </a:moveTo>
                          <a:lnTo>
                            <a:pt x="67" y="0"/>
                          </a:lnTo>
                          <a:lnTo>
                            <a:pt x="92" y="5"/>
                          </a:lnTo>
                        </a:path>
                      </a:pathLst>
                    </a:custGeom>
                    <a:noFill/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406" name="Freeform 86"/>
                    <p:cNvSpPr>
                      <a:spLocks/>
                    </p:cNvSpPr>
                    <p:nvPr/>
                  </p:nvSpPr>
                  <p:spPr bwMode="auto">
                    <a:xfrm>
                      <a:off x="2859" y="2002"/>
                      <a:ext cx="101" cy="155"/>
                    </a:xfrm>
                    <a:custGeom>
                      <a:avLst/>
                      <a:gdLst>
                        <a:gd name="T0" fmla="*/ 138 w 202"/>
                        <a:gd name="T1" fmla="*/ 0 h 309"/>
                        <a:gd name="T2" fmla="*/ 132 w 202"/>
                        <a:gd name="T3" fmla="*/ 53 h 309"/>
                        <a:gd name="T4" fmla="*/ 143 w 202"/>
                        <a:gd name="T5" fmla="*/ 104 h 309"/>
                        <a:gd name="T6" fmla="*/ 155 w 202"/>
                        <a:gd name="T7" fmla="*/ 139 h 309"/>
                        <a:gd name="T8" fmla="*/ 177 w 202"/>
                        <a:gd name="T9" fmla="*/ 190 h 309"/>
                        <a:gd name="T10" fmla="*/ 189 w 202"/>
                        <a:gd name="T11" fmla="*/ 223 h 309"/>
                        <a:gd name="T12" fmla="*/ 202 w 202"/>
                        <a:gd name="T13" fmla="*/ 264 h 309"/>
                        <a:gd name="T14" fmla="*/ 189 w 202"/>
                        <a:gd name="T15" fmla="*/ 293 h 309"/>
                        <a:gd name="T16" fmla="*/ 173 w 202"/>
                        <a:gd name="T17" fmla="*/ 303 h 309"/>
                        <a:gd name="T18" fmla="*/ 143 w 202"/>
                        <a:gd name="T19" fmla="*/ 309 h 309"/>
                        <a:gd name="T20" fmla="*/ 109 w 202"/>
                        <a:gd name="T21" fmla="*/ 293 h 309"/>
                        <a:gd name="T22" fmla="*/ 63 w 202"/>
                        <a:gd name="T23" fmla="*/ 287 h 309"/>
                        <a:gd name="T24" fmla="*/ 0 w 202"/>
                        <a:gd name="T25" fmla="*/ 297 h 30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</a:cxnLst>
                      <a:rect l="0" t="0" r="r" b="b"/>
                      <a:pathLst>
                        <a:path w="202" h="309">
                          <a:moveTo>
                            <a:pt x="138" y="0"/>
                          </a:moveTo>
                          <a:lnTo>
                            <a:pt x="132" y="53"/>
                          </a:lnTo>
                          <a:lnTo>
                            <a:pt x="143" y="104"/>
                          </a:lnTo>
                          <a:lnTo>
                            <a:pt x="155" y="139"/>
                          </a:lnTo>
                          <a:lnTo>
                            <a:pt x="177" y="190"/>
                          </a:lnTo>
                          <a:lnTo>
                            <a:pt x="189" y="223"/>
                          </a:lnTo>
                          <a:lnTo>
                            <a:pt x="202" y="264"/>
                          </a:lnTo>
                          <a:lnTo>
                            <a:pt x="189" y="293"/>
                          </a:lnTo>
                          <a:lnTo>
                            <a:pt x="173" y="303"/>
                          </a:lnTo>
                          <a:lnTo>
                            <a:pt x="143" y="309"/>
                          </a:lnTo>
                          <a:lnTo>
                            <a:pt x="109" y="293"/>
                          </a:lnTo>
                          <a:lnTo>
                            <a:pt x="63" y="287"/>
                          </a:lnTo>
                          <a:lnTo>
                            <a:pt x="0" y="297"/>
                          </a:lnTo>
                        </a:path>
                      </a:pathLst>
                    </a:custGeom>
                    <a:noFill/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56407" name="Group 87"/>
                  <p:cNvGrpSpPr>
                    <a:grpSpLocks/>
                  </p:cNvGrpSpPr>
                  <p:nvPr/>
                </p:nvGrpSpPr>
                <p:grpSpPr bwMode="auto">
                  <a:xfrm>
                    <a:off x="2780" y="1904"/>
                    <a:ext cx="287" cy="26"/>
                    <a:chOff x="2780" y="1904"/>
                    <a:chExt cx="287" cy="26"/>
                  </a:xfrm>
                </p:grpSpPr>
                <p:sp>
                  <p:nvSpPr>
                    <p:cNvPr id="56408" name="Freeform 88"/>
                    <p:cNvSpPr>
                      <a:spLocks/>
                    </p:cNvSpPr>
                    <p:nvPr/>
                  </p:nvSpPr>
                  <p:spPr bwMode="auto">
                    <a:xfrm>
                      <a:off x="2780" y="1904"/>
                      <a:ext cx="116" cy="24"/>
                    </a:xfrm>
                    <a:custGeom>
                      <a:avLst/>
                      <a:gdLst>
                        <a:gd name="T0" fmla="*/ 0 w 232"/>
                        <a:gd name="T1" fmla="*/ 49 h 49"/>
                        <a:gd name="T2" fmla="*/ 33 w 232"/>
                        <a:gd name="T3" fmla="*/ 28 h 49"/>
                        <a:gd name="T4" fmla="*/ 64 w 232"/>
                        <a:gd name="T5" fmla="*/ 14 h 49"/>
                        <a:gd name="T6" fmla="*/ 98 w 232"/>
                        <a:gd name="T7" fmla="*/ 6 h 49"/>
                        <a:gd name="T8" fmla="*/ 126 w 232"/>
                        <a:gd name="T9" fmla="*/ 3 h 49"/>
                        <a:gd name="T10" fmla="*/ 148 w 232"/>
                        <a:gd name="T11" fmla="*/ 0 h 49"/>
                        <a:gd name="T12" fmla="*/ 187 w 232"/>
                        <a:gd name="T13" fmla="*/ 11 h 49"/>
                        <a:gd name="T14" fmla="*/ 232 w 232"/>
                        <a:gd name="T15" fmla="*/ 25 h 49"/>
                        <a:gd name="T16" fmla="*/ 230 w 232"/>
                        <a:gd name="T17" fmla="*/ 38 h 49"/>
                        <a:gd name="T18" fmla="*/ 211 w 232"/>
                        <a:gd name="T19" fmla="*/ 41 h 49"/>
                        <a:gd name="T20" fmla="*/ 187 w 232"/>
                        <a:gd name="T21" fmla="*/ 33 h 49"/>
                        <a:gd name="T22" fmla="*/ 146 w 232"/>
                        <a:gd name="T23" fmla="*/ 29 h 49"/>
                        <a:gd name="T24" fmla="*/ 120 w 232"/>
                        <a:gd name="T25" fmla="*/ 28 h 49"/>
                        <a:gd name="T26" fmla="*/ 96 w 232"/>
                        <a:gd name="T27" fmla="*/ 33 h 49"/>
                        <a:gd name="T28" fmla="*/ 64 w 232"/>
                        <a:gd name="T29" fmla="*/ 41 h 49"/>
                        <a:gd name="T30" fmla="*/ 36 w 232"/>
                        <a:gd name="T31" fmla="*/ 46 h 49"/>
                        <a:gd name="T32" fmla="*/ 0 w 232"/>
                        <a:gd name="T33" fmla="*/ 49 h 4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232" h="49">
                          <a:moveTo>
                            <a:pt x="0" y="49"/>
                          </a:moveTo>
                          <a:lnTo>
                            <a:pt x="33" y="28"/>
                          </a:lnTo>
                          <a:lnTo>
                            <a:pt x="64" y="14"/>
                          </a:lnTo>
                          <a:lnTo>
                            <a:pt x="98" y="6"/>
                          </a:lnTo>
                          <a:lnTo>
                            <a:pt x="126" y="3"/>
                          </a:lnTo>
                          <a:lnTo>
                            <a:pt x="148" y="0"/>
                          </a:lnTo>
                          <a:lnTo>
                            <a:pt x="187" y="11"/>
                          </a:lnTo>
                          <a:lnTo>
                            <a:pt x="232" y="25"/>
                          </a:lnTo>
                          <a:lnTo>
                            <a:pt x="230" y="38"/>
                          </a:lnTo>
                          <a:lnTo>
                            <a:pt x="211" y="41"/>
                          </a:lnTo>
                          <a:lnTo>
                            <a:pt x="187" y="33"/>
                          </a:lnTo>
                          <a:lnTo>
                            <a:pt x="146" y="29"/>
                          </a:lnTo>
                          <a:lnTo>
                            <a:pt x="120" y="28"/>
                          </a:lnTo>
                          <a:lnTo>
                            <a:pt x="96" y="33"/>
                          </a:lnTo>
                          <a:lnTo>
                            <a:pt x="64" y="41"/>
                          </a:lnTo>
                          <a:lnTo>
                            <a:pt x="36" y="46"/>
                          </a:lnTo>
                          <a:lnTo>
                            <a:pt x="0" y="49"/>
                          </a:lnTo>
                          <a:close/>
                        </a:path>
                      </a:pathLst>
                    </a:custGeom>
                    <a:solidFill>
                      <a:srgbClr val="804000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409" name="Freeform 89"/>
                    <p:cNvSpPr>
                      <a:spLocks/>
                    </p:cNvSpPr>
                    <p:nvPr/>
                  </p:nvSpPr>
                  <p:spPr bwMode="auto">
                    <a:xfrm>
                      <a:off x="2954" y="1906"/>
                      <a:ext cx="113" cy="24"/>
                    </a:xfrm>
                    <a:custGeom>
                      <a:avLst/>
                      <a:gdLst>
                        <a:gd name="T0" fmla="*/ 226 w 226"/>
                        <a:gd name="T1" fmla="*/ 48 h 48"/>
                        <a:gd name="T2" fmla="*/ 194 w 226"/>
                        <a:gd name="T3" fmla="*/ 26 h 48"/>
                        <a:gd name="T4" fmla="*/ 162 w 226"/>
                        <a:gd name="T5" fmla="*/ 13 h 48"/>
                        <a:gd name="T6" fmla="*/ 131 w 226"/>
                        <a:gd name="T7" fmla="*/ 6 h 48"/>
                        <a:gd name="T8" fmla="*/ 104 w 226"/>
                        <a:gd name="T9" fmla="*/ 2 h 48"/>
                        <a:gd name="T10" fmla="*/ 83 w 226"/>
                        <a:gd name="T11" fmla="*/ 0 h 48"/>
                        <a:gd name="T12" fmla="*/ 45 w 226"/>
                        <a:gd name="T13" fmla="*/ 10 h 48"/>
                        <a:gd name="T14" fmla="*/ 0 w 226"/>
                        <a:gd name="T15" fmla="*/ 23 h 48"/>
                        <a:gd name="T16" fmla="*/ 3 w 226"/>
                        <a:gd name="T17" fmla="*/ 37 h 48"/>
                        <a:gd name="T18" fmla="*/ 21 w 226"/>
                        <a:gd name="T19" fmla="*/ 40 h 48"/>
                        <a:gd name="T20" fmla="*/ 45 w 226"/>
                        <a:gd name="T21" fmla="*/ 32 h 48"/>
                        <a:gd name="T22" fmla="*/ 85 w 226"/>
                        <a:gd name="T23" fmla="*/ 29 h 48"/>
                        <a:gd name="T24" fmla="*/ 110 w 226"/>
                        <a:gd name="T25" fmla="*/ 26 h 48"/>
                        <a:gd name="T26" fmla="*/ 133 w 226"/>
                        <a:gd name="T27" fmla="*/ 32 h 48"/>
                        <a:gd name="T28" fmla="*/ 162 w 226"/>
                        <a:gd name="T29" fmla="*/ 40 h 48"/>
                        <a:gd name="T30" fmla="*/ 191 w 226"/>
                        <a:gd name="T31" fmla="*/ 46 h 48"/>
                        <a:gd name="T32" fmla="*/ 226 w 226"/>
                        <a:gd name="T33" fmla="*/ 48 h 4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226" h="48">
                          <a:moveTo>
                            <a:pt x="226" y="48"/>
                          </a:moveTo>
                          <a:lnTo>
                            <a:pt x="194" y="26"/>
                          </a:lnTo>
                          <a:lnTo>
                            <a:pt x="162" y="13"/>
                          </a:lnTo>
                          <a:lnTo>
                            <a:pt x="131" y="6"/>
                          </a:lnTo>
                          <a:lnTo>
                            <a:pt x="104" y="2"/>
                          </a:lnTo>
                          <a:lnTo>
                            <a:pt x="83" y="0"/>
                          </a:lnTo>
                          <a:lnTo>
                            <a:pt x="45" y="10"/>
                          </a:lnTo>
                          <a:lnTo>
                            <a:pt x="0" y="23"/>
                          </a:lnTo>
                          <a:lnTo>
                            <a:pt x="3" y="37"/>
                          </a:lnTo>
                          <a:lnTo>
                            <a:pt x="21" y="40"/>
                          </a:lnTo>
                          <a:lnTo>
                            <a:pt x="45" y="32"/>
                          </a:lnTo>
                          <a:lnTo>
                            <a:pt x="85" y="29"/>
                          </a:lnTo>
                          <a:lnTo>
                            <a:pt x="110" y="26"/>
                          </a:lnTo>
                          <a:lnTo>
                            <a:pt x="133" y="32"/>
                          </a:lnTo>
                          <a:lnTo>
                            <a:pt x="162" y="40"/>
                          </a:lnTo>
                          <a:lnTo>
                            <a:pt x="191" y="46"/>
                          </a:lnTo>
                          <a:lnTo>
                            <a:pt x="226" y="48"/>
                          </a:lnTo>
                          <a:close/>
                        </a:path>
                      </a:pathLst>
                    </a:custGeom>
                    <a:solidFill>
                      <a:srgbClr val="804000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56410" name="Freeform 90"/>
                  <p:cNvSpPr>
                    <a:spLocks/>
                  </p:cNvSpPr>
                  <p:nvPr/>
                </p:nvSpPr>
                <p:spPr bwMode="auto">
                  <a:xfrm>
                    <a:off x="2693" y="1686"/>
                    <a:ext cx="451" cy="294"/>
                  </a:xfrm>
                  <a:custGeom>
                    <a:avLst/>
                    <a:gdLst>
                      <a:gd name="T0" fmla="*/ 23 w 903"/>
                      <a:gd name="T1" fmla="*/ 580 h 586"/>
                      <a:gd name="T2" fmla="*/ 67 w 903"/>
                      <a:gd name="T3" fmla="*/ 586 h 586"/>
                      <a:gd name="T4" fmla="*/ 57 w 903"/>
                      <a:gd name="T5" fmla="*/ 503 h 586"/>
                      <a:gd name="T6" fmla="*/ 110 w 903"/>
                      <a:gd name="T7" fmla="*/ 428 h 586"/>
                      <a:gd name="T8" fmla="*/ 114 w 903"/>
                      <a:gd name="T9" fmla="*/ 337 h 586"/>
                      <a:gd name="T10" fmla="*/ 179 w 903"/>
                      <a:gd name="T11" fmla="*/ 286 h 586"/>
                      <a:gd name="T12" fmla="*/ 179 w 903"/>
                      <a:gd name="T13" fmla="*/ 212 h 586"/>
                      <a:gd name="T14" fmla="*/ 235 w 903"/>
                      <a:gd name="T15" fmla="*/ 207 h 586"/>
                      <a:gd name="T16" fmla="*/ 287 w 903"/>
                      <a:gd name="T17" fmla="*/ 166 h 586"/>
                      <a:gd name="T18" fmla="*/ 372 w 903"/>
                      <a:gd name="T19" fmla="*/ 217 h 586"/>
                      <a:gd name="T20" fmla="*/ 390 w 903"/>
                      <a:gd name="T21" fmla="*/ 189 h 586"/>
                      <a:gd name="T22" fmla="*/ 476 w 903"/>
                      <a:gd name="T23" fmla="*/ 217 h 586"/>
                      <a:gd name="T24" fmla="*/ 453 w 903"/>
                      <a:gd name="T25" fmla="*/ 166 h 586"/>
                      <a:gd name="T26" fmla="*/ 563 w 903"/>
                      <a:gd name="T27" fmla="*/ 229 h 586"/>
                      <a:gd name="T28" fmla="*/ 574 w 903"/>
                      <a:gd name="T29" fmla="*/ 189 h 586"/>
                      <a:gd name="T30" fmla="*/ 673 w 903"/>
                      <a:gd name="T31" fmla="*/ 252 h 586"/>
                      <a:gd name="T32" fmla="*/ 724 w 903"/>
                      <a:gd name="T33" fmla="*/ 240 h 586"/>
                      <a:gd name="T34" fmla="*/ 752 w 903"/>
                      <a:gd name="T35" fmla="*/ 303 h 586"/>
                      <a:gd name="T36" fmla="*/ 787 w 903"/>
                      <a:gd name="T37" fmla="*/ 296 h 586"/>
                      <a:gd name="T38" fmla="*/ 814 w 903"/>
                      <a:gd name="T39" fmla="*/ 341 h 586"/>
                      <a:gd name="T40" fmla="*/ 790 w 903"/>
                      <a:gd name="T41" fmla="*/ 421 h 586"/>
                      <a:gd name="T42" fmla="*/ 799 w 903"/>
                      <a:gd name="T43" fmla="*/ 488 h 586"/>
                      <a:gd name="T44" fmla="*/ 820 w 903"/>
                      <a:gd name="T45" fmla="*/ 574 h 586"/>
                      <a:gd name="T46" fmla="*/ 845 w 903"/>
                      <a:gd name="T47" fmla="*/ 574 h 586"/>
                      <a:gd name="T48" fmla="*/ 872 w 903"/>
                      <a:gd name="T49" fmla="*/ 517 h 586"/>
                      <a:gd name="T50" fmla="*/ 890 w 903"/>
                      <a:gd name="T51" fmla="*/ 463 h 586"/>
                      <a:gd name="T52" fmla="*/ 903 w 903"/>
                      <a:gd name="T53" fmla="*/ 383 h 586"/>
                      <a:gd name="T54" fmla="*/ 890 w 903"/>
                      <a:gd name="T55" fmla="*/ 264 h 586"/>
                      <a:gd name="T56" fmla="*/ 844 w 903"/>
                      <a:gd name="T57" fmla="*/ 182 h 586"/>
                      <a:gd name="T58" fmla="*/ 810 w 903"/>
                      <a:gd name="T59" fmla="*/ 132 h 586"/>
                      <a:gd name="T60" fmla="*/ 752 w 903"/>
                      <a:gd name="T61" fmla="*/ 79 h 586"/>
                      <a:gd name="T62" fmla="*/ 667 w 903"/>
                      <a:gd name="T63" fmla="*/ 40 h 586"/>
                      <a:gd name="T64" fmla="*/ 580 w 903"/>
                      <a:gd name="T65" fmla="*/ 16 h 586"/>
                      <a:gd name="T66" fmla="*/ 453 w 903"/>
                      <a:gd name="T67" fmla="*/ 0 h 586"/>
                      <a:gd name="T68" fmla="*/ 337 w 903"/>
                      <a:gd name="T69" fmla="*/ 16 h 586"/>
                      <a:gd name="T70" fmla="*/ 258 w 903"/>
                      <a:gd name="T71" fmla="*/ 22 h 586"/>
                      <a:gd name="T72" fmla="*/ 196 w 903"/>
                      <a:gd name="T73" fmla="*/ 44 h 586"/>
                      <a:gd name="T74" fmla="*/ 121 w 903"/>
                      <a:gd name="T75" fmla="*/ 90 h 586"/>
                      <a:gd name="T76" fmla="*/ 57 w 903"/>
                      <a:gd name="T77" fmla="*/ 172 h 586"/>
                      <a:gd name="T78" fmla="*/ 29 w 903"/>
                      <a:gd name="T79" fmla="*/ 223 h 586"/>
                      <a:gd name="T80" fmla="*/ 0 w 903"/>
                      <a:gd name="T81" fmla="*/ 326 h 586"/>
                      <a:gd name="T82" fmla="*/ 0 w 903"/>
                      <a:gd name="T83" fmla="*/ 440 h 586"/>
                      <a:gd name="T84" fmla="*/ 0 w 903"/>
                      <a:gd name="T85" fmla="*/ 516 h 586"/>
                      <a:gd name="T86" fmla="*/ 23 w 903"/>
                      <a:gd name="T87" fmla="*/ 580 h 58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</a:cxnLst>
                    <a:rect l="0" t="0" r="r" b="b"/>
                    <a:pathLst>
                      <a:path w="903" h="586">
                        <a:moveTo>
                          <a:pt x="23" y="580"/>
                        </a:moveTo>
                        <a:lnTo>
                          <a:pt x="67" y="586"/>
                        </a:lnTo>
                        <a:lnTo>
                          <a:pt x="57" y="503"/>
                        </a:lnTo>
                        <a:lnTo>
                          <a:pt x="110" y="428"/>
                        </a:lnTo>
                        <a:lnTo>
                          <a:pt x="114" y="337"/>
                        </a:lnTo>
                        <a:lnTo>
                          <a:pt x="179" y="286"/>
                        </a:lnTo>
                        <a:lnTo>
                          <a:pt x="179" y="212"/>
                        </a:lnTo>
                        <a:lnTo>
                          <a:pt x="235" y="207"/>
                        </a:lnTo>
                        <a:lnTo>
                          <a:pt x="287" y="166"/>
                        </a:lnTo>
                        <a:lnTo>
                          <a:pt x="372" y="217"/>
                        </a:lnTo>
                        <a:lnTo>
                          <a:pt x="390" y="189"/>
                        </a:lnTo>
                        <a:lnTo>
                          <a:pt x="476" y="217"/>
                        </a:lnTo>
                        <a:lnTo>
                          <a:pt x="453" y="166"/>
                        </a:lnTo>
                        <a:lnTo>
                          <a:pt x="563" y="229"/>
                        </a:lnTo>
                        <a:lnTo>
                          <a:pt x="574" y="189"/>
                        </a:lnTo>
                        <a:lnTo>
                          <a:pt x="673" y="252"/>
                        </a:lnTo>
                        <a:lnTo>
                          <a:pt x="724" y="240"/>
                        </a:lnTo>
                        <a:lnTo>
                          <a:pt x="752" y="303"/>
                        </a:lnTo>
                        <a:lnTo>
                          <a:pt x="787" y="296"/>
                        </a:lnTo>
                        <a:lnTo>
                          <a:pt x="814" y="341"/>
                        </a:lnTo>
                        <a:lnTo>
                          <a:pt x="790" y="421"/>
                        </a:lnTo>
                        <a:lnTo>
                          <a:pt x="799" y="488"/>
                        </a:lnTo>
                        <a:lnTo>
                          <a:pt x="820" y="574"/>
                        </a:lnTo>
                        <a:lnTo>
                          <a:pt x="845" y="574"/>
                        </a:lnTo>
                        <a:lnTo>
                          <a:pt x="872" y="517"/>
                        </a:lnTo>
                        <a:lnTo>
                          <a:pt x="890" y="463"/>
                        </a:lnTo>
                        <a:lnTo>
                          <a:pt x="903" y="383"/>
                        </a:lnTo>
                        <a:lnTo>
                          <a:pt x="890" y="264"/>
                        </a:lnTo>
                        <a:lnTo>
                          <a:pt x="844" y="182"/>
                        </a:lnTo>
                        <a:lnTo>
                          <a:pt x="810" y="132"/>
                        </a:lnTo>
                        <a:lnTo>
                          <a:pt x="752" y="79"/>
                        </a:lnTo>
                        <a:lnTo>
                          <a:pt x="667" y="40"/>
                        </a:lnTo>
                        <a:lnTo>
                          <a:pt x="580" y="16"/>
                        </a:lnTo>
                        <a:lnTo>
                          <a:pt x="453" y="0"/>
                        </a:lnTo>
                        <a:lnTo>
                          <a:pt x="337" y="16"/>
                        </a:lnTo>
                        <a:lnTo>
                          <a:pt x="258" y="22"/>
                        </a:lnTo>
                        <a:lnTo>
                          <a:pt x="196" y="44"/>
                        </a:lnTo>
                        <a:lnTo>
                          <a:pt x="121" y="90"/>
                        </a:lnTo>
                        <a:lnTo>
                          <a:pt x="57" y="172"/>
                        </a:lnTo>
                        <a:lnTo>
                          <a:pt x="29" y="223"/>
                        </a:lnTo>
                        <a:lnTo>
                          <a:pt x="0" y="326"/>
                        </a:lnTo>
                        <a:lnTo>
                          <a:pt x="0" y="440"/>
                        </a:lnTo>
                        <a:lnTo>
                          <a:pt x="0" y="516"/>
                        </a:lnTo>
                        <a:lnTo>
                          <a:pt x="23" y="580"/>
                        </a:lnTo>
                        <a:close/>
                      </a:path>
                    </a:pathLst>
                  </a:custGeom>
                  <a:solidFill>
                    <a:srgbClr val="804000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56411" name="Freeform 91"/>
                <p:cNvSpPr>
                  <a:spLocks/>
                </p:cNvSpPr>
                <p:nvPr/>
              </p:nvSpPr>
              <p:spPr bwMode="auto">
                <a:xfrm>
                  <a:off x="3072" y="2309"/>
                  <a:ext cx="477" cy="509"/>
                </a:xfrm>
                <a:custGeom>
                  <a:avLst/>
                  <a:gdLst>
                    <a:gd name="T0" fmla="*/ 65 w 954"/>
                    <a:gd name="T1" fmla="*/ 139 h 1017"/>
                    <a:gd name="T2" fmla="*/ 215 w 954"/>
                    <a:gd name="T3" fmla="*/ 107 h 1017"/>
                    <a:gd name="T4" fmla="*/ 289 w 954"/>
                    <a:gd name="T5" fmla="*/ 53 h 1017"/>
                    <a:gd name="T6" fmla="*/ 343 w 954"/>
                    <a:gd name="T7" fmla="*/ 0 h 1017"/>
                    <a:gd name="T8" fmla="*/ 470 w 954"/>
                    <a:gd name="T9" fmla="*/ 118 h 1017"/>
                    <a:gd name="T10" fmla="*/ 621 w 954"/>
                    <a:gd name="T11" fmla="*/ 257 h 1017"/>
                    <a:gd name="T12" fmla="*/ 749 w 954"/>
                    <a:gd name="T13" fmla="*/ 384 h 1017"/>
                    <a:gd name="T14" fmla="*/ 795 w 954"/>
                    <a:gd name="T15" fmla="*/ 441 h 1017"/>
                    <a:gd name="T16" fmla="*/ 825 w 954"/>
                    <a:gd name="T17" fmla="*/ 483 h 1017"/>
                    <a:gd name="T18" fmla="*/ 865 w 954"/>
                    <a:gd name="T19" fmla="*/ 534 h 1017"/>
                    <a:gd name="T20" fmla="*/ 902 w 954"/>
                    <a:gd name="T21" fmla="*/ 598 h 1017"/>
                    <a:gd name="T22" fmla="*/ 922 w 954"/>
                    <a:gd name="T23" fmla="*/ 648 h 1017"/>
                    <a:gd name="T24" fmla="*/ 941 w 954"/>
                    <a:gd name="T25" fmla="*/ 704 h 1017"/>
                    <a:gd name="T26" fmla="*/ 954 w 954"/>
                    <a:gd name="T27" fmla="*/ 802 h 1017"/>
                    <a:gd name="T28" fmla="*/ 944 w 954"/>
                    <a:gd name="T29" fmla="*/ 858 h 1017"/>
                    <a:gd name="T30" fmla="*/ 922 w 954"/>
                    <a:gd name="T31" fmla="*/ 910 h 1017"/>
                    <a:gd name="T32" fmla="*/ 860 w 954"/>
                    <a:gd name="T33" fmla="*/ 954 h 1017"/>
                    <a:gd name="T34" fmla="*/ 804 w 954"/>
                    <a:gd name="T35" fmla="*/ 984 h 1017"/>
                    <a:gd name="T36" fmla="*/ 726 w 954"/>
                    <a:gd name="T37" fmla="*/ 1004 h 1017"/>
                    <a:gd name="T38" fmla="*/ 664 w 954"/>
                    <a:gd name="T39" fmla="*/ 1017 h 1017"/>
                    <a:gd name="T40" fmla="*/ 603 w 954"/>
                    <a:gd name="T41" fmla="*/ 1011 h 1017"/>
                    <a:gd name="T42" fmla="*/ 557 w 954"/>
                    <a:gd name="T43" fmla="*/ 1007 h 1017"/>
                    <a:gd name="T44" fmla="*/ 508 w 954"/>
                    <a:gd name="T45" fmla="*/ 996 h 1017"/>
                    <a:gd name="T46" fmla="*/ 461 w 954"/>
                    <a:gd name="T47" fmla="*/ 974 h 1017"/>
                    <a:gd name="T48" fmla="*/ 411 w 954"/>
                    <a:gd name="T49" fmla="*/ 944 h 1017"/>
                    <a:gd name="T50" fmla="*/ 375 w 954"/>
                    <a:gd name="T51" fmla="*/ 910 h 1017"/>
                    <a:gd name="T52" fmla="*/ 335 w 954"/>
                    <a:gd name="T53" fmla="*/ 851 h 1017"/>
                    <a:gd name="T54" fmla="*/ 311 w 954"/>
                    <a:gd name="T55" fmla="*/ 813 h 1017"/>
                    <a:gd name="T56" fmla="*/ 252 w 954"/>
                    <a:gd name="T57" fmla="*/ 688 h 1017"/>
                    <a:gd name="T58" fmla="*/ 182 w 954"/>
                    <a:gd name="T59" fmla="*/ 524 h 1017"/>
                    <a:gd name="T60" fmla="*/ 129 w 954"/>
                    <a:gd name="T61" fmla="*/ 396 h 1017"/>
                    <a:gd name="T62" fmla="*/ 43 w 954"/>
                    <a:gd name="T63" fmla="*/ 245 h 1017"/>
                    <a:gd name="T64" fmla="*/ 0 w 954"/>
                    <a:gd name="T65" fmla="*/ 159 h 1017"/>
                    <a:gd name="T66" fmla="*/ 65 w 954"/>
                    <a:gd name="T67" fmla="*/ 139 h 10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954" h="1017">
                      <a:moveTo>
                        <a:pt x="65" y="139"/>
                      </a:moveTo>
                      <a:lnTo>
                        <a:pt x="215" y="107"/>
                      </a:lnTo>
                      <a:lnTo>
                        <a:pt x="289" y="53"/>
                      </a:lnTo>
                      <a:lnTo>
                        <a:pt x="343" y="0"/>
                      </a:lnTo>
                      <a:lnTo>
                        <a:pt x="470" y="118"/>
                      </a:lnTo>
                      <a:lnTo>
                        <a:pt x="621" y="257"/>
                      </a:lnTo>
                      <a:lnTo>
                        <a:pt x="749" y="384"/>
                      </a:lnTo>
                      <a:lnTo>
                        <a:pt x="795" y="441"/>
                      </a:lnTo>
                      <a:lnTo>
                        <a:pt x="825" y="483"/>
                      </a:lnTo>
                      <a:lnTo>
                        <a:pt x="865" y="534"/>
                      </a:lnTo>
                      <a:lnTo>
                        <a:pt x="902" y="598"/>
                      </a:lnTo>
                      <a:lnTo>
                        <a:pt x="922" y="648"/>
                      </a:lnTo>
                      <a:lnTo>
                        <a:pt x="941" y="704"/>
                      </a:lnTo>
                      <a:lnTo>
                        <a:pt x="954" y="802"/>
                      </a:lnTo>
                      <a:lnTo>
                        <a:pt x="944" y="858"/>
                      </a:lnTo>
                      <a:lnTo>
                        <a:pt x="922" y="910"/>
                      </a:lnTo>
                      <a:lnTo>
                        <a:pt x="860" y="954"/>
                      </a:lnTo>
                      <a:lnTo>
                        <a:pt x="804" y="984"/>
                      </a:lnTo>
                      <a:lnTo>
                        <a:pt x="726" y="1004"/>
                      </a:lnTo>
                      <a:lnTo>
                        <a:pt x="664" y="1017"/>
                      </a:lnTo>
                      <a:lnTo>
                        <a:pt x="603" y="1011"/>
                      </a:lnTo>
                      <a:lnTo>
                        <a:pt x="557" y="1007"/>
                      </a:lnTo>
                      <a:lnTo>
                        <a:pt x="508" y="996"/>
                      </a:lnTo>
                      <a:lnTo>
                        <a:pt x="461" y="974"/>
                      </a:lnTo>
                      <a:lnTo>
                        <a:pt x="411" y="944"/>
                      </a:lnTo>
                      <a:lnTo>
                        <a:pt x="375" y="910"/>
                      </a:lnTo>
                      <a:lnTo>
                        <a:pt x="335" y="851"/>
                      </a:lnTo>
                      <a:lnTo>
                        <a:pt x="311" y="813"/>
                      </a:lnTo>
                      <a:lnTo>
                        <a:pt x="252" y="688"/>
                      </a:lnTo>
                      <a:lnTo>
                        <a:pt x="182" y="524"/>
                      </a:lnTo>
                      <a:lnTo>
                        <a:pt x="129" y="396"/>
                      </a:lnTo>
                      <a:lnTo>
                        <a:pt x="43" y="245"/>
                      </a:lnTo>
                      <a:lnTo>
                        <a:pt x="0" y="159"/>
                      </a:lnTo>
                      <a:lnTo>
                        <a:pt x="65" y="139"/>
                      </a:lnTo>
                      <a:close/>
                    </a:path>
                  </a:pathLst>
                </a:custGeom>
                <a:solidFill>
                  <a:srgbClr val="C0C0FF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12" name="Freeform 92"/>
                <p:cNvSpPr>
                  <a:spLocks/>
                </p:cNvSpPr>
                <p:nvPr/>
              </p:nvSpPr>
              <p:spPr bwMode="auto">
                <a:xfrm>
                  <a:off x="3065" y="2297"/>
                  <a:ext cx="291" cy="243"/>
                </a:xfrm>
                <a:custGeom>
                  <a:avLst/>
                  <a:gdLst>
                    <a:gd name="T0" fmla="*/ 0 w 581"/>
                    <a:gd name="T1" fmla="*/ 171 h 486"/>
                    <a:gd name="T2" fmla="*/ 42 w 581"/>
                    <a:gd name="T3" fmla="*/ 171 h 486"/>
                    <a:gd name="T4" fmla="*/ 96 w 581"/>
                    <a:gd name="T5" fmla="*/ 160 h 486"/>
                    <a:gd name="T6" fmla="*/ 153 w 581"/>
                    <a:gd name="T7" fmla="*/ 150 h 486"/>
                    <a:gd name="T8" fmla="*/ 191 w 581"/>
                    <a:gd name="T9" fmla="*/ 137 h 486"/>
                    <a:gd name="T10" fmla="*/ 267 w 581"/>
                    <a:gd name="T11" fmla="*/ 104 h 486"/>
                    <a:gd name="T12" fmla="*/ 335 w 581"/>
                    <a:gd name="T13" fmla="*/ 46 h 486"/>
                    <a:gd name="T14" fmla="*/ 369 w 581"/>
                    <a:gd name="T15" fmla="*/ 0 h 486"/>
                    <a:gd name="T16" fmla="*/ 581 w 581"/>
                    <a:gd name="T17" fmla="*/ 213 h 486"/>
                    <a:gd name="T18" fmla="*/ 578 w 581"/>
                    <a:gd name="T19" fmla="*/ 248 h 486"/>
                    <a:gd name="T20" fmla="*/ 563 w 581"/>
                    <a:gd name="T21" fmla="*/ 287 h 486"/>
                    <a:gd name="T22" fmla="*/ 528 w 581"/>
                    <a:gd name="T23" fmla="*/ 324 h 486"/>
                    <a:gd name="T24" fmla="*/ 495 w 581"/>
                    <a:gd name="T25" fmla="*/ 357 h 486"/>
                    <a:gd name="T26" fmla="*/ 455 w 581"/>
                    <a:gd name="T27" fmla="*/ 381 h 486"/>
                    <a:gd name="T28" fmla="*/ 398 w 581"/>
                    <a:gd name="T29" fmla="*/ 409 h 486"/>
                    <a:gd name="T30" fmla="*/ 334 w 581"/>
                    <a:gd name="T31" fmla="*/ 436 h 486"/>
                    <a:gd name="T32" fmla="*/ 254 w 581"/>
                    <a:gd name="T33" fmla="*/ 459 h 486"/>
                    <a:gd name="T34" fmla="*/ 188 w 581"/>
                    <a:gd name="T35" fmla="*/ 473 h 486"/>
                    <a:gd name="T36" fmla="*/ 142 w 581"/>
                    <a:gd name="T37" fmla="*/ 486 h 486"/>
                    <a:gd name="T38" fmla="*/ 0 w 581"/>
                    <a:gd name="T39" fmla="*/ 171 h 4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581" h="486">
                      <a:moveTo>
                        <a:pt x="0" y="171"/>
                      </a:moveTo>
                      <a:lnTo>
                        <a:pt x="42" y="171"/>
                      </a:lnTo>
                      <a:lnTo>
                        <a:pt x="96" y="160"/>
                      </a:lnTo>
                      <a:lnTo>
                        <a:pt x="153" y="150"/>
                      </a:lnTo>
                      <a:lnTo>
                        <a:pt x="191" y="137"/>
                      </a:lnTo>
                      <a:lnTo>
                        <a:pt x="267" y="104"/>
                      </a:lnTo>
                      <a:lnTo>
                        <a:pt x="335" y="46"/>
                      </a:lnTo>
                      <a:lnTo>
                        <a:pt x="369" y="0"/>
                      </a:lnTo>
                      <a:lnTo>
                        <a:pt x="581" y="213"/>
                      </a:lnTo>
                      <a:lnTo>
                        <a:pt x="578" y="248"/>
                      </a:lnTo>
                      <a:lnTo>
                        <a:pt x="563" y="287"/>
                      </a:lnTo>
                      <a:lnTo>
                        <a:pt x="528" y="324"/>
                      </a:lnTo>
                      <a:lnTo>
                        <a:pt x="495" y="357"/>
                      </a:lnTo>
                      <a:lnTo>
                        <a:pt x="455" y="381"/>
                      </a:lnTo>
                      <a:lnTo>
                        <a:pt x="398" y="409"/>
                      </a:lnTo>
                      <a:lnTo>
                        <a:pt x="334" y="436"/>
                      </a:lnTo>
                      <a:lnTo>
                        <a:pt x="254" y="459"/>
                      </a:lnTo>
                      <a:lnTo>
                        <a:pt x="188" y="473"/>
                      </a:lnTo>
                      <a:lnTo>
                        <a:pt x="142" y="486"/>
                      </a:lnTo>
                      <a:lnTo>
                        <a:pt x="0" y="1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6413" name="Group 93"/>
              <p:cNvGrpSpPr>
                <a:grpSpLocks/>
              </p:cNvGrpSpPr>
              <p:nvPr/>
            </p:nvGrpSpPr>
            <p:grpSpPr bwMode="auto">
              <a:xfrm>
                <a:off x="2692" y="1940"/>
                <a:ext cx="431" cy="125"/>
                <a:chOff x="2692" y="1940"/>
                <a:chExt cx="431" cy="125"/>
              </a:xfrm>
            </p:grpSpPr>
            <p:grpSp>
              <p:nvGrpSpPr>
                <p:cNvPr id="56414" name="Group 94"/>
                <p:cNvGrpSpPr>
                  <a:grpSpLocks/>
                </p:cNvGrpSpPr>
                <p:nvPr/>
              </p:nvGrpSpPr>
              <p:grpSpPr bwMode="auto">
                <a:xfrm>
                  <a:off x="2692" y="1940"/>
                  <a:ext cx="431" cy="125"/>
                  <a:chOff x="2692" y="1940"/>
                  <a:chExt cx="431" cy="125"/>
                </a:xfrm>
              </p:grpSpPr>
              <p:sp>
                <p:nvSpPr>
                  <p:cNvPr id="56415" name="Freeform 95"/>
                  <p:cNvSpPr>
                    <a:spLocks/>
                  </p:cNvSpPr>
                  <p:nvPr/>
                </p:nvSpPr>
                <p:spPr bwMode="auto">
                  <a:xfrm>
                    <a:off x="2756" y="1940"/>
                    <a:ext cx="155" cy="124"/>
                  </a:xfrm>
                  <a:custGeom>
                    <a:avLst/>
                    <a:gdLst>
                      <a:gd name="T0" fmla="*/ 30 w 309"/>
                      <a:gd name="T1" fmla="*/ 13 h 246"/>
                      <a:gd name="T2" fmla="*/ 88 w 309"/>
                      <a:gd name="T3" fmla="*/ 0 h 246"/>
                      <a:gd name="T4" fmla="*/ 150 w 309"/>
                      <a:gd name="T5" fmla="*/ 0 h 246"/>
                      <a:gd name="T6" fmla="*/ 243 w 309"/>
                      <a:gd name="T7" fmla="*/ 7 h 246"/>
                      <a:gd name="T8" fmla="*/ 276 w 309"/>
                      <a:gd name="T9" fmla="*/ 13 h 246"/>
                      <a:gd name="T10" fmla="*/ 309 w 309"/>
                      <a:gd name="T11" fmla="*/ 29 h 246"/>
                      <a:gd name="T12" fmla="*/ 309 w 309"/>
                      <a:gd name="T13" fmla="*/ 65 h 246"/>
                      <a:gd name="T14" fmla="*/ 309 w 309"/>
                      <a:gd name="T15" fmla="*/ 105 h 246"/>
                      <a:gd name="T16" fmla="*/ 299 w 309"/>
                      <a:gd name="T17" fmla="*/ 142 h 246"/>
                      <a:gd name="T18" fmla="*/ 288 w 309"/>
                      <a:gd name="T19" fmla="*/ 167 h 246"/>
                      <a:gd name="T20" fmla="*/ 279 w 309"/>
                      <a:gd name="T21" fmla="*/ 190 h 246"/>
                      <a:gd name="T22" fmla="*/ 266 w 309"/>
                      <a:gd name="T23" fmla="*/ 208 h 246"/>
                      <a:gd name="T24" fmla="*/ 248 w 309"/>
                      <a:gd name="T25" fmla="*/ 225 h 246"/>
                      <a:gd name="T26" fmla="*/ 218 w 309"/>
                      <a:gd name="T27" fmla="*/ 235 h 246"/>
                      <a:gd name="T28" fmla="*/ 180 w 309"/>
                      <a:gd name="T29" fmla="*/ 242 h 246"/>
                      <a:gd name="T30" fmla="*/ 137 w 309"/>
                      <a:gd name="T31" fmla="*/ 246 h 246"/>
                      <a:gd name="T32" fmla="*/ 103 w 309"/>
                      <a:gd name="T33" fmla="*/ 242 h 246"/>
                      <a:gd name="T34" fmla="*/ 75 w 309"/>
                      <a:gd name="T35" fmla="*/ 237 h 246"/>
                      <a:gd name="T36" fmla="*/ 47 w 309"/>
                      <a:gd name="T37" fmla="*/ 225 h 246"/>
                      <a:gd name="T38" fmla="*/ 23 w 309"/>
                      <a:gd name="T39" fmla="*/ 204 h 246"/>
                      <a:gd name="T40" fmla="*/ 11 w 309"/>
                      <a:gd name="T41" fmla="*/ 184 h 246"/>
                      <a:gd name="T42" fmla="*/ 0 w 309"/>
                      <a:gd name="T43" fmla="*/ 133 h 246"/>
                      <a:gd name="T44" fmla="*/ 0 w 309"/>
                      <a:gd name="T45" fmla="*/ 87 h 246"/>
                      <a:gd name="T46" fmla="*/ 0 w 309"/>
                      <a:gd name="T47" fmla="*/ 41 h 246"/>
                      <a:gd name="T48" fmla="*/ 30 w 309"/>
                      <a:gd name="T49" fmla="*/ 13 h 2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309" h="246">
                        <a:moveTo>
                          <a:pt x="30" y="13"/>
                        </a:moveTo>
                        <a:lnTo>
                          <a:pt x="88" y="0"/>
                        </a:lnTo>
                        <a:lnTo>
                          <a:pt x="150" y="0"/>
                        </a:lnTo>
                        <a:lnTo>
                          <a:pt x="243" y="7"/>
                        </a:lnTo>
                        <a:lnTo>
                          <a:pt x="276" y="13"/>
                        </a:lnTo>
                        <a:lnTo>
                          <a:pt x="309" y="29"/>
                        </a:lnTo>
                        <a:lnTo>
                          <a:pt x="309" y="65"/>
                        </a:lnTo>
                        <a:lnTo>
                          <a:pt x="309" y="105"/>
                        </a:lnTo>
                        <a:lnTo>
                          <a:pt x="299" y="142"/>
                        </a:lnTo>
                        <a:lnTo>
                          <a:pt x="288" y="167"/>
                        </a:lnTo>
                        <a:lnTo>
                          <a:pt x="279" y="190"/>
                        </a:lnTo>
                        <a:lnTo>
                          <a:pt x="266" y="208"/>
                        </a:lnTo>
                        <a:lnTo>
                          <a:pt x="248" y="225"/>
                        </a:lnTo>
                        <a:lnTo>
                          <a:pt x="218" y="235"/>
                        </a:lnTo>
                        <a:lnTo>
                          <a:pt x="180" y="242"/>
                        </a:lnTo>
                        <a:lnTo>
                          <a:pt x="137" y="246"/>
                        </a:lnTo>
                        <a:lnTo>
                          <a:pt x="103" y="242"/>
                        </a:lnTo>
                        <a:lnTo>
                          <a:pt x="75" y="237"/>
                        </a:lnTo>
                        <a:lnTo>
                          <a:pt x="47" y="225"/>
                        </a:lnTo>
                        <a:lnTo>
                          <a:pt x="23" y="204"/>
                        </a:lnTo>
                        <a:lnTo>
                          <a:pt x="11" y="184"/>
                        </a:lnTo>
                        <a:lnTo>
                          <a:pt x="0" y="133"/>
                        </a:lnTo>
                        <a:lnTo>
                          <a:pt x="0" y="87"/>
                        </a:lnTo>
                        <a:lnTo>
                          <a:pt x="0" y="41"/>
                        </a:lnTo>
                        <a:lnTo>
                          <a:pt x="30" y="13"/>
                        </a:lnTo>
                        <a:close/>
                      </a:path>
                    </a:pathLst>
                  </a:custGeom>
                  <a:solidFill>
                    <a:srgbClr val="C0FFFF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16" name="Freeform 96"/>
                  <p:cNvSpPr>
                    <a:spLocks/>
                  </p:cNvSpPr>
                  <p:nvPr/>
                </p:nvSpPr>
                <p:spPr bwMode="auto">
                  <a:xfrm>
                    <a:off x="2932" y="1943"/>
                    <a:ext cx="154" cy="122"/>
                  </a:xfrm>
                  <a:custGeom>
                    <a:avLst/>
                    <a:gdLst>
                      <a:gd name="T0" fmla="*/ 269 w 308"/>
                      <a:gd name="T1" fmla="*/ 12 h 245"/>
                      <a:gd name="T2" fmla="*/ 212 w 308"/>
                      <a:gd name="T3" fmla="*/ 2 h 245"/>
                      <a:gd name="T4" fmla="*/ 158 w 308"/>
                      <a:gd name="T5" fmla="*/ 2 h 245"/>
                      <a:gd name="T6" fmla="*/ 107 w 308"/>
                      <a:gd name="T7" fmla="*/ 0 h 245"/>
                      <a:gd name="T8" fmla="*/ 61 w 308"/>
                      <a:gd name="T9" fmla="*/ 3 h 245"/>
                      <a:gd name="T10" fmla="*/ 28 w 308"/>
                      <a:gd name="T11" fmla="*/ 12 h 245"/>
                      <a:gd name="T12" fmla="*/ 0 w 308"/>
                      <a:gd name="T13" fmla="*/ 26 h 245"/>
                      <a:gd name="T14" fmla="*/ 0 w 308"/>
                      <a:gd name="T15" fmla="*/ 107 h 245"/>
                      <a:gd name="T16" fmla="*/ 8 w 308"/>
                      <a:gd name="T17" fmla="*/ 153 h 245"/>
                      <a:gd name="T18" fmla="*/ 22 w 308"/>
                      <a:gd name="T19" fmla="*/ 185 h 245"/>
                      <a:gd name="T20" fmla="*/ 39 w 308"/>
                      <a:gd name="T21" fmla="*/ 207 h 245"/>
                      <a:gd name="T22" fmla="*/ 57 w 308"/>
                      <a:gd name="T23" fmla="*/ 220 h 245"/>
                      <a:gd name="T24" fmla="*/ 80 w 308"/>
                      <a:gd name="T25" fmla="*/ 232 h 245"/>
                      <a:gd name="T26" fmla="*/ 102 w 308"/>
                      <a:gd name="T27" fmla="*/ 239 h 245"/>
                      <a:gd name="T28" fmla="*/ 128 w 308"/>
                      <a:gd name="T29" fmla="*/ 242 h 245"/>
                      <a:gd name="T30" fmla="*/ 157 w 308"/>
                      <a:gd name="T31" fmla="*/ 245 h 245"/>
                      <a:gd name="T32" fmla="*/ 205 w 308"/>
                      <a:gd name="T33" fmla="*/ 242 h 245"/>
                      <a:gd name="T34" fmla="*/ 235 w 308"/>
                      <a:gd name="T35" fmla="*/ 235 h 245"/>
                      <a:gd name="T36" fmla="*/ 262 w 308"/>
                      <a:gd name="T37" fmla="*/ 226 h 245"/>
                      <a:gd name="T38" fmla="*/ 283 w 308"/>
                      <a:gd name="T39" fmla="*/ 200 h 245"/>
                      <a:gd name="T40" fmla="*/ 297 w 308"/>
                      <a:gd name="T41" fmla="*/ 168 h 245"/>
                      <a:gd name="T42" fmla="*/ 308 w 308"/>
                      <a:gd name="T43" fmla="*/ 134 h 245"/>
                      <a:gd name="T44" fmla="*/ 308 w 308"/>
                      <a:gd name="T45" fmla="*/ 87 h 245"/>
                      <a:gd name="T46" fmla="*/ 308 w 308"/>
                      <a:gd name="T47" fmla="*/ 42 h 245"/>
                      <a:gd name="T48" fmla="*/ 269 w 308"/>
                      <a:gd name="T49" fmla="*/ 12 h 24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308" h="245">
                        <a:moveTo>
                          <a:pt x="269" y="12"/>
                        </a:moveTo>
                        <a:lnTo>
                          <a:pt x="212" y="2"/>
                        </a:lnTo>
                        <a:lnTo>
                          <a:pt x="158" y="2"/>
                        </a:lnTo>
                        <a:lnTo>
                          <a:pt x="107" y="0"/>
                        </a:lnTo>
                        <a:lnTo>
                          <a:pt x="61" y="3"/>
                        </a:lnTo>
                        <a:lnTo>
                          <a:pt x="28" y="12"/>
                        </a:lnTo>
                        <a:lnTo>
                          <a:pt x="0" y="26"/>
                        </a:lnTo>
                        <a:lnTo>
                          <a:pt x="0" y="107"/>
                        </a:lnTo>
                        <a:lnTo>
                          <a:pt x="8" y="153"/>
                        </a:lnTo>
                        <a:lnTo>
                          <a:pt x="22" y="185"/>
                        </a:lnTo>
                        <a:lnTo>
                          <a:pt x="39" y="207"/>
                        </a:lnTo>
                        <a:lnTo>
                          <a:pt x="57" y="220"/>
                        </a:lnTo>
                        <a:lnTo>
                          <a:pt x="80" y="232"/>
                        </a:lnTo>
                        <a:lnTo>
                          <a:pt x="102" y="239"/>
                        </a:lnTo>
                        <a:lnTo>
                          <a:pt x="128" y="242"/>
                        </a:lnTo>
                        <a:lnTo>
                          <a:pt x="157" y="245"/>
                        </a:lnTo>
                        <a:lnTo>
                          <a:pt x="205" y="242"/>
                        </a:lnTo>
                        <a:lnTo>
                          <a:pt x="235" y="235"/>
                        </a:lnTo>
                        <a:lnTo>
                          <a:pt x="262" y="226"/>
                        </a:lnTo>
                        <a:lnTo>
                          <a:pt x="283" y="200"/>
                        </a:lnTo>
                        <a:lnTo>
                          <a:pt x="297" y="168"/>
                        </a:lnTo>
                        <a:lnTo>
                          <a:pt x="308" y="134"/>
                        </a:lnTo>
                        <a:lnTo>
                          <a:pt x="308" y="87"/>
                        </a:lnTo>
                        <a:lnTo>
                          <a:pt x="308" y="42"/>
                        </a:lnTo>
                        <a:lnTo>
                          <a:pt x="269" y="12"/>
                        </a:lnTo>
                        <a:close/>
                      </a:path>
                    </a:pathLst>
                  </a:custGeom>
                  <a:solidFill>
                    <a:srgbClr val="C0FFFF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17" name="Freeform 97"/>
                  <p:cNvSpPr>
                    <a:spLocks/>
                  </p:cNvSpPr>
                  <p:nvPr/>
                </p:nvSpPr>
                <p:spPr bwMode="auto">
                  <a:xfrm>
                    <a:off x="2911" y="1958"/>
                    <a:ext cx="22" cy="16"/>
                  </a:xfrm>
                  <a:custGeom>
                    <a:avLst/>
                    <a:gdLst>
                      <a:gd name="T0" fmla="*/ 0 w 45"/>
                      <a:gd name="T1" fmla="*/ 10 h 33"/>
                      <a:gd name="T2" fmla="*/ 7 w 45"/>
                      <a:gd name="T3" fmla="*/ 3 h 33"/>
                      <a:gd name="T4" fmla="*/ 17 w 45"/>
                      <a:gd name="T5" fmla="*/ 0 h 33"/>
                      <a:gd name="T6" fmla="*/ 31 w 45"/>
                      <a:gd name="T7" fmla="*/ 0 h 33"/>
                      <a:gd name="T8" fmla="*/ 41 w 45"/>
                      <a:gd name="T9" fmla="*/ 6 h 33"/>
                      <a:gd name="T10" fmla="*/ 45 w 45"/>
                      <a:gd name="T11" fmla="*/ 31 h 33"/>
                      <a:gd name="T12" fmla="*/ 34 w 45"/>
                      <a:gd name="T13" fmla="*/ 29 h 33"/>
                      <a:gd name="T14" fmla="*/ 25 w 45"/>
                      <a:gd name="T15" fmla="*/ 24 h 33"/>
                      <a:gd name="T16" fmla="*/ 13 w 45"/>
                      <a:gd name="T17" fmla="*/ 29 h 33"/>
                      <a:gd name="T18" fmla="*/ 2 w 45"/>
                      <a:gd name="T19" fmla="*/ 33 h 33"/>
                      <a:gd name="T20" fmla="*/ 0 w 45"/>
                      <a:gd name="T21" fmla="*/ 1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45" h="33">
                        <a:moveTo>
                          <a:pt x="0" y="10"/>
                        </a:moveTo>
                        <a:lnTo>
                          <a:pt x="7" y="3"/>
                        </a:lnTo>
                        <a:lnTo>
                          <a:pt x="17" y="0"/>
                        </a:lnTo>
                        <a:lnTo>
                          <a:pt x="31" y="0"/>
                        </a:lnTo>
                        <a:lnTo>
                          <a:pt x="41" y="6"/>
                        </a:lnTo>
                        <a:lnTo>
                          <a:pt x="45" y="31"/>
                        </a:lnTo>
                        <a:lnTo>
                          <a:pt x="34" y="29"/>
                        </a:lnTo>
                        <a:lnTo>
                          <a:pt x="25" y="24"/>
                        </a:lnTo>
                        <a:lnTo>
                          <a:pt x="13" y="29"/>
                        </a:lnTo>
                        <a:lnTo>
                          <a:pt x="2" y="33"/>
                        </a:lnTo>
                        <a:lnTo>
                          <a:pt x="0" y="1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18" name="Freeform 98"/>
                  <p:cNvSpPr>
                    <a:spLocks/>
                  </p:cNvSpPr>
                  <p:nvPr/>
                </p:nvSpPr>
                <p:spPr bwMode="auto">
                  <a:xfrm>
                    <a:off x="2692" y="1951"/>
                    <a:ext cx="65" cy="26"/>
                  </a:xfrm>
                  <a:custGeom>
                    <a:avLst/>
                    <a:gdLst>
                      <a:gd name="T0" fmla="*/ 128 w 128"/>
                      <a:gd name="T1" fmla="*/ 17 h 52"/>
                      <a:gd name="T2" fmla="*/ 128 w 128"/>
                      <a:gd name="T3" fmla="*/ 52 h 52"/>
                      <a:gd name="T4" fmla="*/ 14 w 128"/>
                      <a:gd name="T5" fmla="*/ 20 h 52"/>
                      <a:gd name="T6" fmla="*/ 0 w 128"/>
                      <a:gd name="T7" fmla="*/ 0 h 52"/>
                      <a:gd name="T8" fmla="*/ 128 w 128"/>
                      <a:gd name="T9" fmla="*/ 17 h 5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8" h="52">
                        <a:moveTo>
                          <a:pt x="128" y="17"/>
                        </a:moveTo>
                        <a:lnTo>
                          <a:pt x="128" y="52"/>
                        </a:lnTo>
                        <a:lnTo>
                          <a:pt x="14" y="20"/>
                        </a:lnTo>
                        <a:lnTo>
                          <a:pt x="0" y="0"/>
                        </a:lnTo>
                        <a:lnTo>
                          <a:pt x="128" y="1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19" name="Freeform 99"/>
                  <p:cNvSpPr>
                    <a:spLocks/>
                  </p:cNvSpPr>
                  <p:nvPr/>
                </p:nvSpPr>
                <p:spPr bwMode="auto">
                  <a:xfrm>
                    <a:off x="3085" y="1950"/>
                    <a:ext cx="38" cy="27"/>
                  </a:xfrm>
                  <a:custGeom>
                    <a:avLst/>
                    <a:gdLst>
                      <a:gd name="T0" fmla="*/ 0 w 74"/>
                      <a:gd name="T1" fmla="*/ 29 h 54"/>
                      <a:gd name="T2" fmla="*/ 0 w 74"/>
                      <a:gd name="T3" fmla="*/ 54 h 54"/>
                      <a:gd name="T4" fmla="*/ 70 w 74"/>
                      <a:gd name="T5" fmla="*/ 22 h 54"/>
                      <a:gd name="T6" fmla="*/ 74 w 74"/>
                      <a:gd name="T7" fmla="*/ 0 h 54"/>
                      <a:gd name="T8" fmla="*/ 0 w 74"/>
                      <a:gd name="T9" fmla="*/ 29 h 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4" h="54">
                        <a:moveTo>
                          <a:pt x="0" y="29"/>
                        </a:moveTo>
                        <a:lnTo>
                          <a:pt x="0" y="54"/>
                        </a:lnTo>
                        <a:lnTo>
                          <a:pt x="70" y="22"/>
                        </a:lnTo>
                        <a:lnTo>
                          <a:pt x="74" y="0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6420" name="Group 100"/>
                <p:cNvGrpSpPr>
                  <a:grpSpLocks/>
                </p:cNvGrpSpPr>
                <p:nvPr/>
              </p:nvGrpSpPr>
              <p:grpSpPr bwMode="auto">
                <a:xfrm>
                  <a:off x="2803" y="1970"/>
                  <a:ext cx="67" cy="57"/>
                  <a:chOff x="2803" y="1970"/>
                  <a:chExt cx="67" cy="57"/>
                </a:xfrm>
              </p:grpSpPr>
              <p:sp>
                <p:nvSpPr>
                  <p:cNvPr id="56421" name="Oval 101"/>
                  <p:cNvSpPr>
                    <a:spLocks noChangeArrowheads="1"/>
                  </p:cNvSpPr>
                  <p:nvPr/>
                </p:nvSpPr>
                <p:spPr bwMode="auto">
                  <a:xfrm>
                    <a:off x="2803" y="1970"/>
                    <a:ext cx="67" cy="57"/>
                  </a:xfrm>
                  <a:prstGeom prst="ellipse">
                    <a:avLst/>
                  </a:prstGeom>
                  <a:solidFill>
                    <a:srgbClr val="C0FFFF"/>
                  </a:solidFill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22" name="Oval 102"/>
                  <p:cNvSpPr>
                    <a:spLocks noChangeArrowheads="1"/>
                  </p:cNvSpPr>
                  <p:nvPr/>
                </p:nvSpPr>
                <p:spPr bwMode="auto">
                  <a:xfrm>
                    <a:off x="2826" y="1976"/>
                    <a:ext cx="35" cy="36"/>
                  </a:xfrm>
                  <a:prstGeom prst="ellipse">
                    <a:avLst/>
                  </a:prstGeom>
                  <a:solidFill>
                    <a:srgbClr val="618FFD"/>
                  </a:solidFill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6423" name="Group 103"/>
                <p:cNvGrpSpPr>
                  <a:grpSpLocks/>
                </p:cNvGrpSpPr>
                <p:nvPr/>
              </p:nvGrpSpPr>
              <p:grpSpPr bwMode="auto">
                <a:xfrm>
                  <a:off x="2975" y="1975"/>
                  <a:ext cx="67" cy="57"/>
                  <a:chOff x="2975" y="1975"/>
                  <a:chExt cx="67" cy="57"/>
                </a:xfrm>
              </p:grpSpPr>
              <p:sp>
                <p:nvSpPr>
                  <p:cNvPr id="56424" name="Oval 104"/>
                  <p:cNvSpPr>
                    <a:spLocks noChangeArrowheads="1"/>
                  </p:cNvSpPr>
                  <p:nvPr/>
                </p:nvSpPr>
                <p:spPr bwMode="auto">
                  <a:xfrm>
                    <a:off x="2975" y="1975"/>
                    <a:ext cx="67" cy="57"/>
                  </a:xfrm>
                  <a:prstGeom prst="ellipse">
                    <a:avLst/>
                  </a:prstGeom>
                  <a:solidFill>
                    <a:srgbClr val="C0FFFF"/>
                  </a:solidFill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25" name="Oval 105"/>
                  <p:cNvSpPr>
                    <a:spLocks noChangeArrowheads="1"/>
                  </p:cNvSpPr>
                  <p:nvPr/>
                </p:nvSpPr>
                <p:spPr bwMode="auto">
                  <a:xfrm>
                    <a:off x="2998" y="1982"/>
                    <a:ext cx="35" cy="35"/>
                  </a:xfrm>
                  <a:prstGeom prst="ellipse">
                    <a:avLst/>
                  </a:prstGeom>
                  <a:solidFill>
                    <a:srgbClr val="618FFD"/>
                  </a:solidFill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56426" name="Freeform 106"/>
              <p:cNvSpPr>
                <a:spLocks/>
              </p:cNvSpPr>
              <p:nvPr/>
            </p:nvSpPr>
            <p:spPr bwMode="auto">
              <a:xfrm>
                <a:off x="2208" y="2064"/>
                <a:ext cx="192" cy="192"/>
              </a:xfrm>
              <a:custGeom>
                <a:avLst/>
                <a:gdLst>
                  <a:gd name="T0" fmla="*/ 94 w 487"/>
                  <a:gd name="T1" fmla="*/ 0 h 424"/>
                  <a:gd name="T2" fmla="*/ 115 w 487"/>
                  <a:gd name="T3" fmla="*/ 35 h 424"/>
                  <a:gd name="T4" fmla="*/ 125 w 487"/>
                  <a:gd name="T5" fmla="*/ 50 h 424"/>
                  <a:gd name="T6" fmla="*/ 143 w 487"/>
                  <a:gd name="T7" fmla="*/ 84 h 424"/>
                  <a:gd name="T8" fmla="*/ 156 w 487"/>
                  <a:gd name="T9" fmla="*/ 107 h 424"/>
                  <a:gd name="T10" fmla="*/ 174 w 487"/>
                  <a:gd name="T11" fmla="*/ 122 h 424"/>
                  <a:gd name="T12" fmla="*/ 201 w 487"/>
                  <a:gd name="T13" fmla="*/ 143 h 424"/>
                  <a:gd name="T14" fmla="*/ 246 w 487"/>
                  <a:gd name="T15" fmla="*/ 166 h 424"/>
                  <a:gd name="T16" fmla="*/ 288 w 487"/>
                  <a:gd name="T17" fmla="*/ 166 h 424"/>
                  <a:gd name="T18" fmla="*/ 327 w 487"/>
                  <a:gd name="T19" fmla="*/ 161 h 424"/>
                  <a:gd name="T20" fmla="*/ 375 w 487"/>
                  <a:gd name="T21" fmla="*/ 143 h 424"/>
                  <a:gd name="T22" fmla="*/ 440 w 487"/>
                  <a:gd name="T23" fmla="*/ 114 h 424"/>
                  <a:gd name="T24" fmla="*/ 446 w 487"/>
                  <a:gd name="T25" fmla="*/ 138 h 424"/>
                  <a:gd name="T26" fmla="*/ 476 w 487"/>
                  <a:gd name="T27" fmla="*/ 304 h 424"/>
                  <a:gd name="T28" fmla="*/ 487 w 487"/>
                  <a:gd name="T29" fmla="*/ 389 h 424"/>
                  <a:gd name="T30" fmla="*/ 417 w 487"/>
                  <a:gd name="T31" fmla="*/ 412 h 424"/>
                  <a:gd name="T32" fmla="*/ 327 w 487"/>
                  <a:gd name="T33" fmla="*/ 418 h 424"/>
                  <a:gd name="T34" fmla="*/ 275 w 487"/>
                  <a:gd name="T35" fmla="*/ 424 h 424"/>
                  <a:gd name="T36" fmla="*/ 184 w 487"/>
                  <a:gd name="T37" fmla="*/ 400 h 424"/>
                  <a:gd name="T38" fmla="*/ 120 w 487"/>
                  <a:gd name="T39" fmla="*/ 365 h 424"/>
                  <a:gd name="T40" fmla="*/ 71 w 487"/>
                  <a:gd name="T41" fmla="*/ 320 h 424"/>
                  <a:gd name="T42" fmla="*/ 29 w 487"/>
                  <a:gd name="T43" fmla="*/ 275 h 424"/>
                  <a:gd name="T44" fmla="*/ 0 w 487"/>
                  <a:gd name="T45" fmla="*/ 224 h 424"/>
                  <a:gd name="T46" fmla="*/ 11 w 487"/>
                  <a:gd name="T47" fmla="*/ 175 h 424"/>
                  <a:gd name="T48" fmla="*/ 35 w 487"/>
                  <a:gd name="T49" fmla="*/ 108 h 424"/>
                  <a:gd name="T50" fmla="*/ 59 w 487"/>
                  <a:gd name="T51" fmla="*/ 66 h 424"/>
                  <a:gd name="T52" fmla="*/ 94 w 487"/>
                  <a:gd name="T53" fmla="*/ 0 h 4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87" h="424">
                    <a:moveTo>
                      <a:pt x="94" y="0"/>
                    </a:moveTo>
                    <a:lnTo>
                      <a:pt x="115" y="35"/>
                    </a:lnTo>
                    <a:lnTo>
                      <a:pt x="125" y="50"/>
                    </a:lnTo>
                    <a:lnTo>
                      <a:pt x="143" y="84"/>
                    </a:lnTo>
                    <a:lnTo>
                      <a:pt x="156" y="107"/>
                    </a:lnTo>
                    <a:lnTo>
                      <a:pt x="174" y="122"/>
                    </a:lnTo>
                    <a:lnTo>
                      <a:pt x="201" y="143"/>
                    </a:lnTo>
                    <a:lnTo>
                      <a:pt x="246" y="166"/>
                    </a:lnTo>
                    <a:lnTo>
                      <a:pt x="288" y="166"/>
                    </a:lnTo>
                    <a:lnTo>
                      <a:pt x="327" y="161"/>
                    </a:lnTo>
                    <a:lnTo>
                      <a:pt x="375" y="143"/>
                    </a:lnTo>
                    <a:lnTo>
                      <a:pt x="440" y="114"/>
                    </a:lnTo>
                    <a:lnTo>
                      <a:pt x="446" y="138"/>
                    </a:lnTo>
                    <a:lnTo>
                      <a:pt x="476" y="304"/>
                    </a:lnTo>
                    <a:lnTo>
                      <a:pt x="487" y="389"/>
                    </a:lnTo>
                    <a:lnTo>
                      <a:pt x="417" y="412"/>
                    </a:lnTo>
                    <a:lnTo>
                      <a:pt x="327" y="418"/>
                    </a:lnTo>
                    <a:lnTo>
                      <a:pt x="275" y="424"/>
                    </a:lnTo>
                    <a:lnTo>
                      <a:pt x="184" y="400"/>
                    </a:lnTo>
                    <a:lnTo>
                      <a:pt x="120" y="365"/>
                    </a:lnTo>
                    <a:lnTo>
                      <a:pt x="71" y="320"/>
                    </a:lnTo>
                    <a:lnTo>
                      <a:pt x="29" y="275"/>
                    </a:lnTo>
                    <a:lnTo>
                      <a:pt x="0" y="224"/>
                    </a:lnTo>
                    <a:lnTo>
                      <a:pt x="11" y="175"/>
                    </a:lnTo>
                    <a:lnTo>
                      <a:pt x="35" y="108"/>
                    </a:lnTo>
                    <a:lnTo>
                      <a:pt x="59" y="66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6427" name="Group 107"/>
              <p:cNvGrpSpPr>
                <a:grpSpLocks/>
              </p:cNvGrpSpPr>
              <p:nvPr/>
            </p:nvGrpSpPr>
            <p:grpSpPr bwMode="auto">
              <a:xfrm rot="16200000" flipV="1">
                <a:off x="2006" y="1788"/>
                <a:ext cx="442" cy="322"/>
                <a:chOff x="4363" y="2585"/>
                <a:chExt cx="1104" cy="808"/>
              </a:xfrm>
            </p:grpSpPr>
            <p:sp>
              <p:nvSpPr>
                <p:cNvPr id="56428" name="Freeform 108"/>
                <p:cNvSpPr>
                  <a:spLocks/>
                </p:cNvSpPr>
                <p:nvPr/>
              </p:nvSpPr>
              <p:spPr bwMode="auto">
                <a:xfrm>
                  <a:off x="4363" y="2585"/>
                  <a:ext cx="1104" cy="808"/>
                </a:xfrm>
                <a:custGeom>
                  <a:avLst/>
                  <a:gdLst>
                    <a:gd name="T0" fmla="*/ 729 w 3311"/>
                    <a:gd name="T1" fmla="*/ 97 h 2423"/>
                    <a:gd name="T2" fmla="*/ 1249 w 3311"/>
                    <a:gd name="T3" fmla="*/ 0 h 2423"/>
                    <a:gd name="T4" fmla="*/ 1674 w 3311"/>
                    <a:gd name="T5" fmla="*/ 79 h 2423"/>
                    <a:gd name="T6" fmla="*/ 2115 w 3311"/>
                    <a:gd name="T7" fmla="*/ 271 h 2423"/>
                    <a:gd name="T8" fmla="*/ 2512 w 3311"/>
                    <a:gd name="T9" fmla="*/ 443 h 2423"/>
                    <a:gd name="T10" fmla="*/ 2874 w 3311"/>
                    <a:gd name="T11" fmla="*/ 584 h 2423"/>
                    <a:gd name="T12" fmla="*/ 2967 w 3311"/>
                    <a:gd name="T13" fmla="*/ 663 h 2423"/>
                    <a:gd name="T14" fmla="*/ 2971 w 3311"/>
                    <a:gd name="T15" fmla="*/ 829 h 2423"/>
                    <a:gd name="T16" fmla="*/ 2874 w 3311"/>
                    <a:gd name="T17" fmla="*/ 909 h 2423"/>
                    <a:gd name="T18" fmla="*/ 2708 w 3311"/>
                    <a:gd name="T19" fmla="*/ 938 h 2423"/>
                    <a:gd name="T20" fmla="*/ 2574 w 3311"/>
                    <a:gd name="T21" fmla="*/ 931 h 2423"/>
                    <a:gd name="T22" fmla="*/ 2424 w 3311"/>
                    <a:gd name="T23" fmla="*/ 900 h 2423"/>
                    <a:gd name="T24" fmla="*/ 2477 w 3311"/>
                    <a:gd name="T25" fmla="*/ 981 h 2423"/>
                    <a:gd name="T26" fmla="*/ 2526 w 3311"/>
                    <a:gd name="T27" fmla="*/ 1048 h 2423"/>
                    <a:gd name="T28" fmla="*/ 2756 w 3311"/>
                    <a:gd name="T29" fmla="*/ 1194 h 2423"/>
                    <a:gd name="T30" fmla="*/ 2874 w 3311"/>
                    <a:gd name="T31" fmla="*/ 1309 h 2423"/>
                    <a:gd name="T32" fmla="*/ 2983 w 3311"/>
                    <a:gd name="T33" fmla="*/ 1420 h 2423"/>
                    <a:gd name="T34" fmla="*/ 3158 w 3311"/>
                    <a:gd name="T35" fmla="*/ 1570 h 2423"/>
                    <a:gd name="T36" fmla="*/ 3249 w 3311"/>
                    <a:gd name="T37" fmla="*/ 1676 h 2423"/>
                    <a:gd name="T38" fmla="*/ 3299 w 3311"/>
                    <a:gd name="T39" fmla="*/ 1776 h 2423"/>
                    <a:gd name="T40" fmla="*/ 3308 w 3311"/>
                    <a:gd name="T41" fmla="*/ 1879 h 2423"/>
                    <a:gd name="T42" fmla="*/ 3239 w 3311"/>
                    <a:gd name="T43" fmla="*/ 1969 h 2423"/>
                    <a:gd name="T44" fmla="*/ 3228 w 3311"/>
                    <a:gd name="T45" fmla="*/ 2050 h 2423"/>
                    <a:gd name="T46" fmla="*/ 3237 w 3311"/>
                    <a:gd name="T47" fmla="*/ 2131 h 2423"/>
                    <a:gd name="T48" fmla="*/ 3218 w 3311"/>
                    <a:gd name="T49" fmla="*/ 2200 h 2423"/>
                    <a:gd name="T50" fmla="*/ 3184 w 3311"/>
                    <a:gd name="T51" fmla="*/ 2244 h 2423"/>
                    <a:gd name="T52" fmla="*/ 3117 w 3311"/>
                    <a:gd name="T53" fmla="*/ 2272 h 2423"/>
                    <a:gd name="T54" fmla="*/ 3002 w 3311"/>
                    <a:gd name="T55" fmla="*/ 2267 h 2423"/>
                    <a:gd name="T56" fmla="*/ 2939 w 3311"/>
                    <a:gd name="T57" fmla="*/ 2291 h 2423"/>
                    <a:gd name="T58" fmla="*/ 2923 w 3311"/>
                    <a:gd name="T59" fmla="*/ 2369 h 2423"/>
                    <a:gd name="T60" fmla="*/ 2890 w 3311"/>
                    <a:gd name="T61" fmla="*/ 2410 h 2423"/>
                    <a:gd name="T62" fmla="*/ 2842 w 3311"/>
                    <a:gd name="T63" fmla="*/ 2422 h 2423"/>
                    <a:gd name="T64" fmla="*/ 2768 w 3311"/>
                    <a:gd name="T65" fmla="*/ 2420 h 2423"/>
                    <a:gd name="T66" fmla="*/ 2629 w 3311"/>
                    <a:gd name="T67" fmla="*/ 2373 h 2423"/>
                    <a:gd name="T68" fmla="*/ 2337 w 3311"/>
                    <a:gd name="T69" fmla="*/ 2223 h 2423"/>
                    <a:gd name="T70" fmla="*/ 2176 w 3311"/>
                    <a:gd name="T71" fmla="*/ 2173 h 2423"/>
                    <a:gd name="T72" fmla="*/ 2012 w 3311"/>
                    <a:gd name="T73" fmla="*/ 2147 h 2423"/>
                    <a:gd name="T74" fmla="*/ 1642 w 3311"/>
                    <a:gd name="T75" fmla="*/ 2004 h 2423"/>
                    <a:gd name="T76" fmla="*/ 1364 w 3311"/>
                    <a:gd name="T77" fmla="*/ 1853 h 2423"/>
                    <a:gd name="T78" fmla="*/ 1158 w 3311"/>
                    <a:gd name="T79" fmla="*/ 1766 h 2423"/>
                    <a:gd name="T80" fmla="*/ 995 w 3311"/>
                    <a:gd name="T81" fmla="*/ 1687 h 2423"/>
                    <a:gd name="T82" fmla="*/ 821 w 3311"/>
                    <a:gd name="T83" fmla="*/ 1562 h 2423"/>
                    <a:gd name="T84" fmla="*/ 270 w 3311"/>
                    <a:gd name="T85" fmla="*/ 1059 h 2423"/>
                    <a:gd name="T86" fmla="*/ 208 w 3311"/>
                    <a:gd name="T87" fmla="*/ 206 h 24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3311" h="2423">
                      <a:moveTo>
                        <a:pt x="538" y="113"/>
                      </a:moveTo>
                      <a:lnTo>
                        <a:pt x="729" y="97"/>
                      </a:lnTo>
                      <a:lnTo>
                        <a:pt x="1027" y="48"/>
                      </a:lnTo>
                      <a:lnTo>
                        <a:pt x="1249" y="0"/>
                      </a:lnTo>
                      <a:lnTo>
                        <a:pt x="1563" y="32"/>
                      </a:lnTo>
                      <a:lnTo>
                        <a:pt x="1674" y="79"/>
                      </a:lnTo>
                      <a:lnTo>
                        <a:pt x="1926" y="175"/>
                      </a:lnTo>
                      <a:lnTo>
                        <a:pt x="2115" y="271"/>
                      </a:lnTo>
                      <a:lnTo>
                        <a:pt x="2376" y="379"/>
                      </a:lnTo>
                      <a:lnTo>
                        <a:pt x="2512" y="443"/>
                      </a:lnTo>
                      <a:lnTo>
                        <a:pt x="2708" y="513"/>
                      </a:lnTo>
                      <a:lnTo>
                        <a:pt x="2874" y="584"/>
                      </a:lnTo>
                      <a:lnTo>
                        <a:pt x="2927" y="616"/>
                      </a:lnTo>
                      <a:lnTo>
                        <a:pt x="2967" y="663"/>
                      </a:lnTo>
                      <a:lnTo>
                        <a:pt x="2993" y="753"/>
                      </a:lnTo>
                      <a:lnTo>
                        <a:pt x="2971" y="829"/>
                      </a:lnTo>
                      <a:lnTo>
                        <a:pt x="2929" y="873"/>
                      </a:lnTo>
                      <a:lnTo>
                        <a:pt x="2874" y="909"/>
                      </a:lnTo>
                      <a:lnTo>
                        <a:pt x="2795" y="935"/>
                      </a:lnTo>
                      <a:lnTo>
                        <a:pt x="2708" y="938"/>
                      </a:lnTo>
                      <a:lnTo>
                        <a:pt x="2643" y="937"/>
                      </a:lnTo>
                      <a:lnTo>
                        <a:pt x="2574" y="931"/>
                      </a:lnTo>
                      <a:lnTo>
                        <a:pt x="2498" y="920"/>
                      </a:lnTo>
                      <a:lnTo>
                        <a:pt x="2424" y="900"/>
                      </a:lnTo>
                      <a:lnTo>
                        <a:pt x="2258" y="837"/>
                      </a:lnTo>
                      <a:lnTo>
                        <a:pt x="2477" y="981"/>
                      </a:lnTo>
                      <a:lnTo>
                        <a:pt x="2512" y="1013"/>
                      </a:lnTo>
                      <a:lnTo>
                        <a:pt x="2526" y="1048"/>
                      </a:lnTo>
                      <a:lnTo>
                        <a:pt x="2645" y="1115"/>
                      </a:lnTo>
                      <a:lnTo>
                        <a:pt x="2756" y="1194"/>
                      </a:lnTo>
                      <a:lnTo>
                        <a:pt x="2824" y="1275"/>
                      </a:lnTo>
                      <a:lnTo>
                        <a:pt x="2874" y="1309"/>
                      </a:lnTo>
                      <a:lnTo>
                        <a:pt x="2929" y="1351"/>
                      </a:lnTo>
                      <a:lnTo>
                        <a:pt x="2983" y="1420"/>
                      </a:lnTo>
                      <a:lnTo>
                        <a:pt x="3024" y="1475"/>
                      </a:lnTo>
                      <a:lnTo>
                        <a:pt x="3158" y="1570"/>
                      </a:lnTo>
                      <a:lnTo>
                        <a:pt x="3202" y="1613"/>
                      </a:lnTo>
                      <a:lnTo>
                        <a:pt x="3249" y="1676"/>
                      </a:lnTo>
                      <a:lnTo>
                        <a:pt x="3273" y="1722"/>
                      </a:lnTo>
                      <a:lnTo>
                        <a:pt x="3299" y="1776"/>
                      </a:lnTo>
                      <a:lnTo>
                        <a:pt x="3311" y="1829"/>
                      </a:lnTo>
                      <a:lnTo>
                        <a:pt x="3308" y="1879"/>
                      </a:lnTo>
                      <a:lnTo>
                        <a:pt x="3287" y="1928"/>
                      </a:lnTo>
                      <a:lnTo>
                        <a:pt x="3239" y="1969"/>
                      </a:lnTo>
                      <a:lnTo>
                        <a:pt x="3196" y="1988"/>
                      </a:lnTo>
                      <a:lnTo>
                        <a:pt x="3228" y="2050"/>
                      </a:lnTo>
                      <a:lnTo>
                        <a:pt x="3239" y="2087"/>
                      </a:lnTo>
                      <a:lnTo>
                        <a:pt x="3237" y="2131"/>
                      </a:lnTo>
                      <a:lnTo>
                        <a:pt x="3227" y="2179"/>
                      </a:lnTo>
                      <a:lnTo>
                        <a:pt x="3218" y="2200"/>
                      </a:lnTo>
                      <a:lnTo>
                        <a:pt x="3201" y="2226"/>
                      </a:lnTo>
                      <a:lnTo>
                        <a:pt x="3184" y="2244"/>
                      </a:lnTo>
                      <a:lnTo>
                        <a:pt x="3159" y="2262"/>
                      </a:lnTo>
                      <a:lnTo>
                        <a:pt x="3117" y="2272"/>
                      </a:lnTo>
                      <a:lnTo>
                        <a:pt x="3068" y="2281"/>
                      </a:lnTo>
                      <a:lnTo>
                        <a:pt x="3002" y="2267"/>
                      </a:lnTo>
                      <a:lnTo>
                        <a:pt x="2934" y="2245"/>
                      </a:lnTo>
                      <a:lnTo>
                        <a:pt x="2939" y="2291"/>
                      </a:lnTo>
                      <a:lnTo>
                        <a:pt x="2934" y="2342"/>
                      </a:lnTo>
                      <a:lnTo>
                        <a:pt x="2923" y="2369"/>
                      </a:lnTo>
                      <a:lnTo>
                        <a:pt x="2908" y="2394"/>
                      </a:lnTo>
                      <a:lnTo>
                        <a:pt x="2890" y="2410"/>
                      </a:lnTo>
                      <a:lnTo>
                        <a:pt x="2867" y="2420"/>
                      </a:lnTo>
                      <a:lnTo>
                        <a:pt x="2842" y="2422"/>
                      </a:lnTo>
                      <a:lnTo>
                        <a:pt x="2808" y="2423"/>
                      </a:lnTo>
                      <a:lnTo>
                        <a:pt x="2768" y="2420"/>
                      </a:lnTo>
                      <a:lnTo>
                        <a:pt x="2734" y="2410"/>
                      </a:lnTo>
                      <a:lnTo>
                        <a:pt x="2629" y="2373"/>
                      </a:lnTo>
                      <a:lnTo>
                        <a:pt x="2537" y="2325"/>
                      </a:lnTo>
                      <a:lnTo>
                        <a:pt x="2337" y="2223"/>
                      </a:lnTo>
                      <a:lnTo>
                        <a:pt x="2229" y="2147"/>
                      </a:lnTo>
                      <a:lnTo>
                        <a:pt x="2176" y="2173"/>
                      </a:lnTo>
                      <a:lnTo>
                        <a:pt x="2115" y="2173"/>
                      </a:lnTo>
                      <a:lnTo>
                        <a:pt x="2012" y="2147"/>
                      </a:lnTo>
                      <a:lnTo>
                        <a:pt x="1832" y="2084"/>
                      </a:lnTo>
                      <a:lnTo>
                        <a:pt x="1642" y="2004"/>
                      </a:lnTo>
                      <a:lnTo>
                        <a:pt x="1454" y="1910"/>
                      </a:lnTo>
                      <a:lnTo>
                        <a:pt x="1364" y="1853"/>
                      </a:lnTo>
                      <a:lnTo>
                        <a:pt x="1263" y="1800"/>
                      </a:lnTo>
                      <a:lnTo>
                        <a:pt x="1158" y="1766"/>
                      </a:lnTo>
                      <a:lnTo>
                        <a:pt x="1073" y="1729"/>
                      </a:lnTo>
                      <a:lnTo>
                        <a:pt x="995" y="1687"/>
                      </a:lnTo>
                      <a:lnTo>
                        <a:pt x="941" y="1654"/>
                      </a:lnTo>
                      <a:lnTo>
                        <a:pt x="821" y="1562"/>
                      </a:lnTo>
                      <a:lnTo>
                        <a:pt x="585" y="1341"/>
                      </a:lnTo>
                      <a:lnTo>
                        <a:pt x="270" y="1059"/>
                      </a:lnTo>
                      <a:lnTo>
                        <a:pt x="0" y="696"/>
                      </a:lnTo>
                      <a:lnTo>
                        <a:pt x="208" y="206"/>
                      </a:lnTo>
                      <a:lnTo>
                        <a:pt x="538" y="113"/>
                      </a:lnTo>
                      <a:close/>
                    </a:path>
                  </a:pathLst>
                </a:custGeom>
                <a:solidFill>
                  <a:srgbClr val="FFDBB7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29" name="Freeform 109"/>
                <p:cNvSpPr>
                  <a:spLocks/>
                </p:cNvSpPr>
                <p:nvPr/>
              </p:nvSpPr>
              <p:spPr bwMode="auto">
                <a:xfrm>
                  <a:off x="4784" y="3075"/>
                  <a:ext cx="336" cy="224"/>
                </a:xfrm>
                <a:custGeom>
                  <a:avLst/>
                  <a:gdLst>
                    <a:gd name="T0" fmla="*/ 961 w 1008"/>
                    <a:gd name="T1" fmla="*/ 673 h 673"/>
                    <a:gd name="T2" fmla="*/ 995 w 1008"/>
                    <a:gd name="T3" fmla="*/ 624 h 673"/>
                    <a:gd name="T4" fmla="*/ 1008 w 1008"/>
                    <a:gd name="T5" fmla="*/ 572 h 673"/>
                    <a:gd name="T6" fmla="*/ 1004 w 1008"/>
                    <a:gd name="T7" fmla="*/ 530 h 673"/>
                    <a:gd name="T8" fmla="*/ 970 w 1008"/>
                    <a:gd name="T9" fmla="*/ 469 h 673"/>
                    <a:gd name="T10" fmla="*/ 916 w 1008"/>
                    <a:gd name="T11" fmla="*/ 420 h 673"/>
                    <a:gd name="T12" fmla="*/ 847 w 1008"/>
                    <a:gd name="T13" fmla="*/ 372 h 673"/>
                    <a:gd name="T14" fmla="*/ 763 w 1008"/>
                    <a:gd name="T15" fmla="*/ 332 h 673"/>
                    <a:gd name="T16" fmla="*/ 679 w 1008"/>
                    <a:gd name="T17" fmla="*/ 310 h 673"/>
                    <a:gd name="T18" fmla="*/ 599 w 1008"/>
                    <a:gd name="T19" fmla="*/ 291 h 673"/>
                    <a:gd name="T20" fmla="*/ 557 w 1008"/>
                    <a:gd name="T21" fmla="*/ 248 h 673"/>
                    <a:gd name="T22" fmla="*/ 513 w 1008"/>
                    <a:gd name="T23" fmla="*/ 208 h 673"/>
                    <a:gd name="T24" fmla="*/ 454 w 1008"/>
                    <a:gd name="T25" fmla="*/ 161 h 673"/>
                    <a:gd name="T26" fmla="*/ 405 w 1008"/>
                    <a:gd name="T27" fmla="*/ 129 h 673"/>
                    <a:gd name="T28" fmla="*/ 332 w 1008"/>
                    <a:gd name="T29" fmla="*/ 92 h 673"/>
                    <a:gd name="T30" fmla="*/ 292 w 1008"/>
                    <a:gd name="T31" fmla="*/ 75 h 673"/>
                    <a:gd name="T32" fmla="*/ 220 w 1008"/>
                    <a:gd name="T33" fmla="*/ 33 h 673"/>
                    <a:gd name="T34" fmla="*/ 142 w 1008"/>
                    <a:gd name="T35" fmla="*/ 10 h 673"/>
                    <a:gd name="T36" fmla="*/ 53 w 1008"/>
                    <a:gd name="T37" fmla="*/ 0 h 673"/>
                    <a:gd name="T38" fmla="*/ 0 w 1008"/>
                    <a:gd name="T39" fmla="*/ 1 h 6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008" h="673">
                      <a:moveTo>
                        <a:pt x="961" y="673"/>
                      </a:moveTo>
                      <a:lnTo>
                        <a:pt x="995" y="624"/>
                      </a:lnTo>
                      <a:lnTo>
                        <a:pt x="1008" y="572"/>
                      </a:lnTo>
                      <a:lnTo>
                        <a:pt x="1004" y="530"/>
                      </a:lnTo>
                      <a:lnTo>
                        <a:pt x="970" y="469"/>
                      </a:lnTo>
                      <a:lnTo>
                        <a:pt x="916" y="420"/>
                      </a:lnTo>
                      <a:lnTo>
                        <a:pt x="847" y="372"/>
                      </a:lnTo>
                      <a:lnTo>
                        <a:pt x="763" y="332"/>
                      </a:lnTo>
                      <a:lnTo>
                        <a:pt x="679" y="310"/>
                      </a:lnTo>
                      <a:lnTo>
                        <a:pt x="599" y="291"/>
                      </a:lnTo>
                      <a:lnTo>
                        <a:pt x="557" y="248"/>
                      </a:lnTo>
                      <a:lnTo>
                        <a:pt x="513" y="208"/>
                      </a:lnTo>
                      <a:lnTo>
                        <a:pt x="454" y="161"/>
                      </a:lnTo>
                      <a:lnTo>
                        <a:pt x="405" y="129"/>
                      </a:lnTo>
                      <a:lnTo>
                        <a:pt x="332" y="92"/>
                      </a:lnTo>
                      <a:lnTo>
                        <a:pt x="292" y="75"/>
                      </a:lnTo>
                      <a:lnTo>
                        <a:pt x="220" y="33"/>
                      </a:lnTo>
                      <a:lnTo>
                        <a:pt x="142" y="10"/>
                      </a:lnTo>
                      <a:lnTo>
                        <a:pt x="53" y="0"/>
                      </a:lnTo>
                      <a:lnTo>
                        <a:pt x="0" y="1"/>
                      </a:lnTo>
                    </a:path>
                  </a:pathLst>
                </a:custGeom>
                <a:solidFill>
                  <a:srgbClr val="FFDBB7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30" name="Freeform 110"/>
                <p:cNvSpPr>
                  <a:spLocks/>
                </p:cNvSpPr>
                <p:nvPr/>
              </p:nvSpPr>
              <p:spPr bwMode="auto">
                <a:xfrm>
                  <a:off x="4981" y="3054"/>
                  <a:ext cx="359" cy="279"/>
                </a:xfrm>
                <a:custGeom>
                  <a:avLst/>
                  <a:gdLst>
                    <a:gd name="T0" fmla="*/ 1077 w 1077"/>
                    <a:gd name="T1" fmla="*/ 838 h 838"/>
                    <a:gd name="T2" fmla="*/ 1069 w 1077"/>
                    <a:gd name="T3" fmla="*/ 806 h 838"/>
                    <a:gd name="T4" fmla="*/ 1057 w 1077"/>
                    <a:gd name="T5" fmla="*/ 769 h 838"/>
                    <a:gd name="T6" fmla="*/ 1036 w 1077"/>
                    <a:gd name="T7" fmla="*/ 732 h 838"/>
                    <a:gd name="T8" fmla="*/ 1016 w 1077"/>
                    <a:gd name="T9" fmla="*/ 704 h 838"/>
                    <a:gd name="T10" fmla="*/ 989 w 1077"/>
                    <a:gd name="T11" fmla="*/ 676 h 838"/>
                    <a:gd name="T12" fmla="*/ 908 w 1077"/>
                    <a:gd name="T13" fmla="*/ 609 h 838"/>
                    <a:gd name="T14" fmla="*/ 814 w 1077"/>
                    <a:gd name="T15" fmla="*/ 548 h 838"/>
                    <a:gd name="T16" fmla="*/ 736 w 1077"/>
                    <a:gd name="T17" fmla="*/ 514 h 838"/>
                    <a:gd name="T18" fmla="*/ 635 w 1077"/>
                    <a:gd name="T19" fmla="*/ 485 h 838"/>
                    <a:gd name="T20" fmla="*/ 547 w 1077"/>
                    <a:gd name="T21" fmla="*/ 413 h 838"/>
                    <a:gd name="T22" fmla="*/ 469 w 1077"/>
                    <a:gd name="T23" fmla="*/ 339 h 838"/>
                    <a:gd name="T24" fmla="*/ 386 w 1077"/>
                    <a:gd name="T25" fmla="*/ 275 h 838"/>
                    <a:gd name="T26" fmla="*/ 286 w 1077"/>
                    <a:gd name="T27" fmla="*/ 213 h 838"/>
                    <a:gd name="T28" fmla="*/ 198 w 1077"/>
                    <a:gd name="T29" fmla="*/ 159 h 838"/>
                    <a:gd name="T30" fmla="*/ 120 w 1077"/>
                    <a:gd name="T31" fmla="*/ 72 h 838"/>
                    <a:gd name="T32" fmla="*/ 0 w 1077"/>
                    <a:gd name="T33" fmla="*/ 0 h 8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077" h="838">
                      <a:moveTo>
                        <a:pt x="1077" y="838"/>
                      </a:moveTo>
                      <a:lnTo>
                        <a:pt x="1069" y="806"/>
                      </a:lnTo>
                      <a:lnTo>
                        <a:pt x="1057" y="769"/>
                      </a:lnTo>
                      <a:lnTo>
                        <a:pt x="1036" y="732"/>
                      </a:lnTo>
                      <a:lnTo>
                        <a:pt x="1016" y="704"/>
                      </a:lnTo>
                      <a:lnTo>
                        <a:pt x="989" y="676"/>
                      </a:lnTo>
                      <a:lnTo>
                        <a:pt x="908" y="609"/>
                      </a:lnTo>
                      <a:lnTo>
                        <a:pt x="814" y="548"/>
                      </a:lnTo>
                      <a:lnTo>
                        <a:pt x="736" y="514"/>
                      </a:lnTo>
                      <a:lnTo>
                        <a:pt x="635" y="485"/>
                      </a:lnTo>
                      <a:lnTo>
                        <a:pt x="547" y="413"/>
                      </a:lnTo>
                      <a:lnTo>
                        <a:pt x="469" y="339"/>
                      </a:lnTo>
                      <a:lnTo>
                        <a:pt x="386" y="275"/>
                      </a:lnTo>
                      <a:lnTo>
                        <a:pt x="286" y="213"/>
                      </a:lnTo>
                      <a:lnTo>
                        <a:pt x="198" y="159"/>
                      </a:lnTo>
                      <a:lnTo>
                        <a:pt x="120" y="7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FDBB7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31" name="Freeform 111"/>
                <p:cNvSpPr>
                  <a:spLocks/>
                </p:cNvSpPr>
                <p:nvPr/>
              </p:nvSpPr>
              <p:spPr bwMode="auto">
                <a:xfrm>
                  <a:off x="5074" y="2973"/>
                  <a:ext cx="356" cy="276"/>
                </a:xfrm>
                <a:custGeom>
                  <a:avLst/>
                  <a:gdLst>
                    <a:gd name="T0" fmla="*/ 1069 w 1069"/>
                    <a:gd name="T1" fmla="*/ 828 h 828"/>
                    <a:gd name="T2" fmla="*/ 1026 w 1069"/>
                    <a:gd name="T3" fmla="*/ 771 h 828"/>
                    <a:gd name="T4" fmla="*/ 989 w 1069"/>
                    <a:gd name="T5" fmla="*/ 728 h 828"/>
                    <a:gd name="T6" fmla="*/ 947 w 1069"/>
                    <a:gd name="T7" fmla="*/ 694 h 828"/>
                    <a:gd name="T8" fmla="*/ 797 w 1069"/>
                    <a:gd name="T9" fmla="*/ 593 h 828"/>
                    <a:gd name="T10" fmla="*/ 698 w 1069"/>
                    <a:gd name="T11" fmla="*/ 540 h 828"/>
                    <a:gd name="T12" fmla="*/ 624 w 1069"/>
                    <a:gd name="T13" fmla="*/ 463 h 828"/>
                    <a:gd name="T14" fmla="*/ 539 w 1069"/>
                    <a:gd name="T15" fmla="*/ 393 h 828"/>
                    <a:gd name="T16" fmla="*/ 458 w 1069"/>
                    <a:gd name="T17" fmla="*/ 332 h 828"/>
                    <a:gd name="T18" fmla="*/ 372 w 1069"/>
                    <a:gd name="T19" fmla="*/ 278 h 828"/>
                    <a:gd name="T20" fmla="*/ 322 w 1069"/>
                    <a:gd name="T21" fmla="*/ 243 h 828"/>
                    <a:gd name="T22" fmla="*/ 222 w 1069"/>
                    <a:gd name="T23" fmla="*/ 188 h 828"/>
                    <a:gd name="T24" fmla="*/ 126 w 1069"/>
                    <a:gd name="T25" fmla="*/ 80 h 828"/>
                    <a:gd name="T26" fmla="*/ 0 w 1069"/>
                    <a:gd name="T27" fmla="*/ 0 h 8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069" h="828">
                      <a:moveTo>
                        <a:pt x="1069" y="828"/>
                      </a:moveTo>
                      <a:lnTo>
                        <a:pt x="1026" y="771"/>
                      </a:lnTo>
                      <a:lnTo>
                        <a:pt x="989" y="728"/>
                      </a:lnTo>
                      <a:lnTo>
                        <a:pt x="947" y="694"/>
                      </a:lnTo>
                      <a:lnTo>
                        <a:pt x="797" y="593"/>
                      </a:lnTo>
                      <a:lnTo>
                        <a:pt x="698" y="540"/>
                      </a:lnTo>
                      <a:lnTo>
                        <a:pt x="624" y="463"/>
                      </a:lnTo>
                      <a:lnTo>
                        <a:pt x="539" y="393"/>
                      </a:lnTo>
                      <a:lnTo>
                        <a:pt x="458" y="332"/>
                      </a:lnTo>
                      <a:lnTo>
                        <a:pt x="372" y="278"/>
                      </a:lnTo>
                      <a:lnTo>
                        <a:pt x="322" y="243"/>
                      </a:lnTo>
                      <a:lnTo>
                        <a:pt x="222" y="188"/>
                      </a:lnTo>
                      <a:lnTo>
                        <a:pt x="126" y="8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FDBB7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32" name="Freeform 112"/>
                <p:cNvSpPr>
                  <a:spLocks/>
                </p:cNvSpPr>
                <p:nvPr/>
              </p:nvSpPr>
              <p:spPr bwMode="auto">
                <a:xfrm>
                  <a:off x="5130" y="2749"/>
                  <a:ext cx="12" cy="104"/>
                </a:xfrm>
                <a:custGeom>
                  <a:avLst/>
                  <a:gdLst>
                    <a:gd name="T0" fmla="*/ 20 w 36"/>
                    <a:gd name="T1" fmla="*/ 313 h 313"/>
                    <a:gd name="T2" fmla="*/ 4 w 36"/>
                    <a:gd name="T3" fmla="*/ 216 h 313"/>
                    <a:gd name="T4" fmla="*/ 0 w 36"/>
                    <a:gd name="T5" fmla="*/ 152 h 313"/>
                    <a:gd name="T6" fmla="*/ 16 w 36"/>
                    <a:gd name="T7" fmla="*/ 66 h 313"/>
                    <a:gd name="T8" fmla="*/ 36 w 36"/>
                    <a:gd name="T9" fmla="*/ 0 h 3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313">
                      <a:moveTo>
                        <a:pt x="20" y="313"/>
                      </a:moveTo>
                      <a:lnTo>
                        <a:pt x="4" y="216"/>
                      </a:lnTo>
                      <a:lnTo>
                        <a:pt x="0" y="152"/>
                      </a:lnTo>
                      <a:lnTo>
                        <a:pt x="16" y="66"/>
                      </a:lnTo>
                      <a:lnTo>
                        <a:pt x="36" y="0"/>
                      </a:lnTo>
                    </a:path>
                  </a:pathLst>
                </a:custGeom>
                <a:solidFill>
                  <a:srgbClr val="FFDBB7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33" name="Freeform 113"/>
                <p:cNvSpPr>
                  <a:spLocks/>
                </p:cNvSpPr>
                <p:nvPr/>
              </p:nvSpPr>
              <p:spPr bwMode="auto">
                <a:xfrm>
                  <a:off x="5146" y="2938"/>
                  <a:ext cx="59" cy="59"/>
                </a:xfrm>
                <a:custGeom>
                  <a:avLst/>
                  <a:gdLst>
                    <a:gd name="T0" fmla="*/ 177 w 177"/>
                    <a:gd name="T1" fmla="*/ 0 h 175"/>
                    <a:gd name="T2" fmla="*/ 133 w 177"/>
                    <a:gd name="T3" fmla="*/ 9 h 175"/>
                    <a:gd name="T4" fmla="*/ 84 w 177"/>
                    <a:gd name="T5" fmla="*/ 34 h 175"/>
                    <a:gd name="T6" fmla="*/ 43 w 177"/>
                    <a:gd name="T7" fmla="*/ 72 h 175"/>
                    <a:gd name="T8" fmla="*/ 21 w 177"/>
                    <a:gd name="T9" fmla="*/ 107 h 175"/>
                    <a:gd name="T10" fmla="*/ 0 w 177"/>
                    <a:gd name="T11" fmla="*/ 175 h 1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77" h="175">
                      <a:moveTo>
                        <a:pt x="177" y="0"/>
                      </a:moveTo>
                      <a:lnTo>
                        <a:pt x="133" y="9"/>
                      </a:lnTo>
                      <a:lnTo>
                        <a:pt x="84" y="34"/>
                      </a:lnTo>
                      <a:lnTo>
                        <a:pt x="43" y="72"/>
                      </a:lnTo>
                      <a:lnTo>
                        <a:pt x="21" y="107"/>
                      </a:lnTo>
                      <a:lnTo>
                        <a:pt x="0" y="175"/>
                      </a:lnTo>
                    </a:path>
                  </a:pathLst>
                </a:custGeom>
                <a:solidFill>
                  <a:srgbClr val="FFDBB7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34" name="Freeform 114"/>
                <p:cNvSpPr>
                  <a:spLocks/>
                </p:cNvSpPr>
                <p:nvPr/>
              </p:nvSpPr>
              <p:spPr bwMode="auto">
                <a:xfrm>
                  <a:off x="5048" y="3028"/>
                  <a:ext cx="94" cy="41"/>
                </a:xfrm>
                <a:custGeom>
                  <a:avLst/>
                  <a:gdLst>
                    <a:gd name="T0" fmla="*/ 281 w 281"/>
                    <a:gd name="T1" fmla="*/ 3 h 123"/>
                    <a:gd name="T2" fmla="*/ 229 w 281"/>
                    <a:gd name="T3" fmla="*/ 0 h 123"/>
                    <a:gd name="T4" fmla="*/ 159 w 281"/>
                    <a:gd name="T5" fmla="*/ 12 h 123"/>
                    <a:gd name="T6" fmla="*/ 88 w 281"/>
                    <a:gd name="T7" fmla="*/ 34 h 123"/>
                    <a:gd name="T8" fmla="*/ 50 w 281"/>
                    <a:gd name="T9" fmla="*/ 60 h 123"/>
                    <a:gd name="T10" fmla="*/ 0 w 281"/>
                    <a:gd name="T11" fmla="*/ 123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81" h="123">
                      <a:moveTo>
                        <a:pt x="281" y="3"/>
                      </a:moveTo>
                      <a:lnTo>
                        <a:pt x="229" y="0"/>
                      </a:lnTo>
                      <a:lnTo>
                        <a:pt x="159" y="12"/>
                      </a:lnTo>
                      <a:lnTo>
                        <a:pt x="88" y="34"/>
                      </a:lnTo>
                      <a:lnTo>
                        <a:pt x="50" y="60"/>
                      </a:lnTo>
                      <a:lnTo>
                        <a:pt x="0" y="123"/>
                      </a:lnTo>
                    </a:path>
                  </a:pathLst>
                </a:custGeom>
                <a:solidFill>
                  <a:srgbClr val="FFDBB7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35" name="Freeform 115"/>
                <p:cNvSpPr>
                  <a:spLocks/>
                </p:cNvSpPr>
                <p:nvPr/>
              </p:nvSpPr>
              <p:spPr bwMode="auto">
                <a:xfrm>
                  <a:off x="4920" y="3088"/>
                  <a:ext cx="106" cy="22"/>
                </a:xfrm>
                <a:custGeom>
                  <a:avLst/>
                  <a:gdLst>
                    <a:gd name="T0" fmla="*/ 319 w 319"/>
                    <a:gd name="T1" fmla="*/ 5 h 68"/>
                    <a:gd name="T2" fmla="*/ 247 w 319"/>
                    <a:gd name="T3" fmla="*/ 0 h 68"/>
                    <a:gd name="T4" fmla="*/ 171 w 319"/>
                    <a:gd name="T5" fmla="*/ 3 h 68"/>
                    <a:gd name="T6" fmla="*/ 108 w 319"/>
                    <a:gd name="T7" fmla="*/ 21 h 68"/>
                    <a:gd name="T8" fmla="*/ 42 w 319"/>
                    <a:gd name="T9" fmla="*/ 41 h 68"/>
                    <a:gd name="T10" fmla="*/ 0 w 319"/>
                    <a:gd name="T11" fmla="*/ 68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19" h="68">
                      <a:moveTo>
                        <a:pt x="319" y="5"/>
                      </a:moveTo>
                      <a:lnTo>
                        <a:pt x="247" y="0"/>
                      </a:lnTo>
                      <a:lnTo>
                        <a:pt x="171" y="3"/>
                      </a:lnTo>
                      <a:lnTo>
                        <a:pt x="108" y="21"/>
                      </a:lnTo>
                      <a:lnTo>
                        <a:pt x="42" y="41"/>
                      </a:lnTo>
                      <a:lnTo>
                        <a:pt x="0" y="68"/>
                      </a:lnTo>
                    </a:path>
                  </a:pathLst>
                </a:custGeom>
                <a:solidFill>
                  <a:srgbClr val="FFDBB7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36" name="Freeform 116"/>
                <p:cNvSpPr>
                  <a:spLocks/>
                </p:cNvSpPr>
                <p:nvPr/>
              </p:nvSpPr>
              <p:spPr bwMode="auto">
                <a:xfrm>
                  <a:off x="5251" y="3010"/>
                  <a:ext cx="50" cy="35"/>
                </a:xfrm>
                <a:custGeom>
                  <a:avLst/>
                  <a:gdLst>
                    <a:gd name="T0" fmla="*/ 150 w 150"/>
                    <a:gd name="T1" fmla="*/ 0 h 103"/>
                    <a:gd name="T2" fmla="*/ 97 w 150"/>
                    <a:gd name="T3" fmla="*/ 12 h 103"/>
                    <a:gd name="T4" fmla="*/ 45 w 150"/>
                    <a:gd name="T5" fmla="*/ 40 h 103"/>
                    <a:gd name="T6" fmla="*/ 0 w 150"/>
                    <a:gd name="T7" fmla="*/ 103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50" h="103">
                      <a:moveTo>
                        <a:pt x="150" y="0"/>
                      </a:moveTo>
                      <a:lnTo>
                        <a:pt x="97" y="12"/>
                      </a:lnTo>
                      <a:lnTo>
                        <a:pt x="45" y="40"/>
                      </a:lnTo>
                      <a:lnTo>
                        <a:pt x="0" y="103"/>
                      </a:lnTo>
                    </a:path>
                  </a:pathLst>
                </a:custGeom>
                <a:solidFill>
                  <a:srgbClr val="FFDBB7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37" name="Freeform 117"/>
                <p:cNvSpPr>
                  <a:spLocks/>
                </p:cNvSpPr>
                <p:nvPr/>
              </p:nvSpPr>
              <p:spPr bwMode="auto">
                <a:xfrm>
                  <a:off x="5142" y="3082"/>
                  <a:ext cx="81" cy="42"/>
                </a:xfrm>
                <a:custGeom>
                  <a:avLst/>
                  <a:gdLst>
                    <a:gd name="T0" fmla="*/ 242 w 242"/>
                    <a:gd name="T1" fmla="*/ 3 h 124"/>
                    <a:gd name="T2" fmla="*/ 165 w 242"/>
                    <a:gd name="T3" fmla="*/ 0 h 124"/>
                    <a:gd name="T4" fmla="*/ 114 w 242"/>
                    <a:gd name="T5" fmla="*/ 19 h 124"/>
                    <a:gd name="T6" fmla="*/ 59 w 242"/>
                    <a:gd name="T7" fmla="*/ 57 h 124"/>
                    <a:gd name="T8" fmla="*/ 0 w 242"/>
                    <a:gd name="T9" fmla="*/ 124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2" h="124">
                      <a:moveTo>
                        <a:pt x="242" y="3"/>
                      </a:moveTo>
                      <a:lnTo>
                        <a:pt x="165" y="0"/>
                      </a:lnTo>
                      <a:lnTo>
                        <a:pt x="114" y="19"/>
                      </a:lnTo>
                      <a:lnTo>
                        <a:pt x="59" y="57"/>
                      </a:lnTo>
                      <a:lnTo>
                        <a:pt x="0" y="124"/>
                      </a:lnTo>
                    </a:path>
                  </a:pathLst>
                </a:custGeom>
                <a:solidFill>
                  <a:srgbClr val="FFDBB7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38" name="Freeform 118"/>
                <p:cNvSpPr>
                  <a:spLocks/>
                </p:cNvSpPr>
                <p:nvPr/>
              </p:nvSpPr>
              <p:spPr bwMode="auto">
                <a:xfrm>
                  <a:off x="5262" y="3167"/>
                  <a:ext cx="68" cy="32"/>
                </a:xfrm>
                <a:custGeom>
                  <a:avLst/>
                  <a:gdLst>
                    <a:gd name="T0" fmla="*/ 205 w 205"/>
                    <a:gd name="T1" fmla="*/ 0 h 95"/>
                    <a:gd name="T2" fmla="*/ 155 w 205"/>
                    <a:gd name="T3" fmla="*/ 0 h 95"/>
                    <a:gd name="T4" fmla="*/ 102 w 205"/>
                    <a:gd name="T5" fmla="*/ 15 h 95"/>
                    <a:gd name="T6" fmla="*/ 44 w 205"/>
                    <a:gd name="T7" fmla="*/ 48 h 95"/>
                    <a:gd name="T8" fmla="*/ 0 w 205"/>
                    <a:gd name="T9" fmla="*/ 95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5" h="95">
                      <a:moveTo>
                        <a:pt x="205" y="0"/>
                      </a:moveTo>
                      <a:lnTo>
                        <a:pt x="155" y="0"/>
                      </a:lnTo>
                      <a:lnTo>
                        <a:pt x="102" y="15"/>
                      </a:lnTo>
                      <a:lnTo>
                        <a:pt x="44" y="48"/>
                      </a:lnTo>
                      <a:lnTo>
                        <a:pt x="0" y="95"/>
                      </a:lnTo>
                    </a:path>
                  </a:pathLst>
                </a:custGeom>
                <a:solidFill>
                  <a:srgbClr val="FFDBB7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39" name="Freeform 119"/>
                <p:cNvSpPr>
                  <a:spLocks/>
                </p:cNvSpPr>
                <p:nvPr/>
              </p:nvSpPr>
              <p:spPr bwMode="auto">
                <a:xfrm>
                  <a:off x="5139" y="3221"/>
                  <a:ext cx="66" cy="33"/>
                </a:xfrm>
                <a:custGeom>
                  <a:avLst/>
                  <a:gdLst>
                    <a:gd name="T0" fmla="*/ 199 w 199"/>
                    <a:gd name="T1" fmla="*/ 0 h 101"/>
                    <a:gd name="T2" fmla="*/ 127 w 199"/>
                    <a:gd name="T3" fmla="*/ 14 h 101"/>
                    <a:gd name="T4" fmla="*/ 81 w 199"/>
                    <a:gd name="T5" fmla="*/ 31 h 101"/>
                    <a:gd name="T6" fmla="*/ 37 w 199"/>
                    <a:gd name="T7" fmla="*/ 66 h 101"/>
                    <a:gd name="T8" fmla="*/ 0 w 199"/>
                    <a:gd name="T9" fmla="*/ 101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99" h="101">
                      <a:moveTo>
                        <a:pt x="199" y="0"/>
                      </a:moveTo>
                      <a:lnTo>
                        <a:pt x="127" y="14"/>
                      </a:lnTo>
                      <a:lnTo>
                        <a:pt x="81" y="31"/>
                      </a:lnTo>
                      <a:lnTo>
                        <a:pt x="37" y="66"/>
                      </a:lnTo>
                      <a:lnTo>
                        <a:pt x="0" y="101"/>
                      </a:lnTo>
                    </a:path>
                  </a:pathLst>
                </a:custGeom>
                <a:solidFill>
                  <a:srgbClr val="FFDBB7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40" name="Freeform 120"/>
                <p:cNvSpPr>
                  <a:spLocks/>
                </p:cNvSpPr>
                <p:nvPr/>
              </p:nvSpPr>
              <p:spPr bwMode="auto">
                <a:xfrm>
                  <a:off x="5013" y="2863"/>
                  <a:ext cx="98" cy="85"/>
                </a:xfrm>
                <a:custGeom>
                  <a:avLst/>
                  <a:gdLst>
                    <a:gd name="T0" fmla="*/ 0 w 296"/>
                    <a:gd name="T1" fmla="*/ 253 h 253"/>
                    <a:gd name="T2" fmla="*/ 63 w 296"/>
                    <a:gd name="T3" fmla="*/ 206 h 253"/>
                    <a:gd name="T4" fmla="*/ 146 w 296"/>
                    <a:gd name="T5" fmla="*/ 142 h 253"/>
                    <a:gd name="T6" fmla="*/ 231 w 296"/>
                    <a:gd name="T7" fmla="*/ 72 h 253"/>
                    <a:gd name="T8" fmla="*/ 296 w 296"/>
                    <a:gd name="T9" fmla="*/ 0 h 2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6" h="253">
                      <a:moveTo>
                        <a:pt x="0" y="253"/>
                      </a:moveTo>
                      <a:lnTo>
                        <a:pt x="63" y="206"/>
                      </a:lnTo>
                      <a:lnTo>
                        <a:pt x="146" y="142"/>
                      </a:lnTo>
                      <a:lnTo>
                        <a:pt x="231" y="72"/>
                      </a:lnTo>
                      <a:lnTo>
                        <a:pt x="296" y="0"/>
                      </a:lnTo>
                    </a:path>
                  </a:pathLst>
                </a:custGeom>
                <a:solidFill>
                  <a:srgbClr val="FFDBB7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41" name="Freeform 121"/>
                <p:cNvSpPr>
                  <a:spLocks/>
                </p:cNvSpPr>
                <p:nvPr/>
              </p:nvSpPr>
              <p:spPr bwMode="auto">
                <a:xfrm>
                  <a:off x="5016" y="3137"/>
                  <a:ext cx="79" cy="32"/>
                </a:xfrm>
                <a:custGeom>
                  <a:avLst/>
                  <a:gdLst>
                    <a:gd name="T0" fmla="*/ 237 w 237"/>
                    <a:gd name="T1" fmla="*/ 0 h 96"/>
                    <a:gd name="T2" fmla="*/ 152 w 237"/>
                    <a:gd name="T3" fmla="*/ 5 h 96"/>
                    <a:gd name="T4" fmla="*/ 88 w 237"/>
                    <a:gd name="T5" fmla="*/ 25 h 96"/>
                    <a:gd name="T6" fmla="*/ 41 w 237"/>
                    <a:gd name="T7" fmla="*/ 53 h 96"/>
                    <a:gd name="T8" fmla="*/ 0 w 237"/>
                    <a:gd name="T9" fmla="*/ 96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7" h="96">
                      <a:moveTo>
                        <a:pt x="237" y="0"/>
                      </a:moveTo>
                      <a:lnTo>
                        <a:pt x="152" y="5"/>
                      </a:lnTo>
                      <a:lnTo>
                        <a:pt x="88" y="25"/>
                      </a:lnTo>
                      <a:lnTo>
                        <a:pt x="41" y="53"/>
                      </a:lnTo>
                      <a:lnTo>
                        <a:pt x="0" y="96"/>
                      </a:lnTo>
                    </a:path>
                  </a:pathLst>
                </a:custGeom>
                <a:solidFill>
                  <a:srgbClr val="FFDBB7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42" name="Freeform 122"/>
                <p:cNvSpPr>
                  <a:spLocks/>
                </p:cNvSpPr>
                <p:nvPr/>
              </p:nvSpPr>
              <p:spPr bwMode="auto">
                <a:xfrm>
                  <a:off x="5320" y="3082"/>
                  <a:ext cx="66" cy="27"/>
                </a:xfrm>
                <a:custGeom>
                  <a:avLst/>
                  <a:gdLst>
                    <a:gd name="T0" fmla="*/ 198 w 198"/>
                    <a:gd name="T1" fmla="*/ 16 h 79"/>
                    <a:gd name="T2" fmla="*/ 145 w 198"/>
                    <a:gd name="T3" fmla="*/ 0 h 79"/>
                    <a:gd name="T4" fmla="*/ 97 w 198"/>
                    <a:gd name="T5" fmla="*/ 3 h 79"/>
                    <a:gd name="T6" fmla="*/ 47 w 198"/>
                    <a:gd name="T7" fmla="*/ 25 h 79"/>
                    <a:gd name="T8" fmla="*/ 16 w 198"/>
                    <a:gd name="T9" fmla="*/ 47 h 79"/>
                    <a:gd name="T10" fmla="*/ 0 w 198"/>
                    <a:gd name="T11" fmla="*/ 79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98" h="79">
                      <a:moveTo>
                        <a:pt x="198" y="16"/>
                      </a:moveTo>
                      <a:lnTo>
                        <a:pt x="145" y="0"/>
                      </a:lnTo>
                      <a:lnTo>
                        <a:pt x="97" y="3"/>
                      </a:lnTo>
                      <a:lnTo>
                        <a:pt x="47" y="25"/>
                      </a:lnTo>
                      <a:lnTo>
                        <a:pt x="16" y="47"/>
                      </a:lnTo>
                      <a:lnTo>
                        <a:pt x="0" y="79"/>
                      </a:lnTo>
                    </a:path>
                  </a:pathLst>
                </a:custGeom>
                <a:solidFill>
                  <a:srgbClr val="FFDBB7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43" name="Freeform 123"/>
                <p:cNvSpPr>
                  <a:spLocks/>
                </p:cNvSpPr>
                <p:nvPr/>
              </p:nvSpPr>
              <p:spPr bwMode="auto">
                <a:xfrm>
                  <a:off x="4928" y="3174"/>
                  <a:ext cx="61" cy="24"/>
                </a:xfrm>
                <a:custGeom>
                  <a:avLst/>
                  <a:gdLst>
                    <a:gd name="T0" fmla="*/ 184 w 184"/>
                    <a:gd name="T1" fmla="*/ 0 h 72"/>
                    <a:gd name="T2" fmla="*/ 153 w 184"/>
                    <a:gd name="T3" fmla="*/ 0 h 72"/>
                    <a:gd name="T4" fmla="*/ 104 w 184"/>
                    <a:gd name="T5" fmla="*/ 5 h 72"/>
                    <a:gd name="T6" fmla="*/ 62 w 184"/>
                    <a:gd name="T7" fmla="*/ 17 h 72"/>
                    <a:gd name="T8" fmla="*/ 40 w 184"/>
                    <a:gd name="T9" fmla="*/ 32 h 72"/>
                    <a:gd name="T10" fmla="*/ 16 w 184"/>
                    <a:gd name="T11" fmla="*/ 54 h 72"/>
                    <a:gd name="T12" fmla="*/ 0 w 184"/>
                    <a:gd name="T13" fmla="*/ 72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84" h="72">
                      <a:moveTo>
                        <a:pt x="184" y="0"/>
                      </a:moveTo>
                      <a:lnTo>
                        <a:pt x="153" y="0"/>
                      </a:lnTo>
                      <a:lnTo>
                        <a:pt x="104" y="5"/>
                      </a:lnTo>
                      <a:lnTo>
                        <a:pt x="62" y="17"/>
                      </a:lnTo>
                      <a:lnTo>
                        <a:pt x="40" y="32"/>
                      </a:lnTo>
                      <a:lnTo>
                        <a:pt x="16" y="54"/>
                      </a:lnTo>
                      <a:lnTo>
                        <a:pt x="0" y="72"/>
                      </a:lnTo>
                    </a:path>
                  </a:pathLst>
                </a:custGeom>
                <a:solidFill>
                  <a:srgbClr val="FFDBB7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44" name="Freeform 124"/>
                <p:cNvSpPr>
                  <a:spLocks/>
                </p:cNvSpPr>
                <p:nvPr/>
              </p:nvSpPr>
              <p:spPr bwMode="auto">
                <a:xfrm>
                  <a:off x="4839" y="3054"/>
                  <a:ext cx="12" cy="26"/>
                </a:xfrm>
                <a:custGeom>
                  <a:avLst/>
                  <a:gdLst>
                    <a:gd name="T0" fmla="*/ 0 w 38"/>
                    <a:gd name="T1" fmla="*/ 78 h 78"/>
                    <a:gd name="T2" fmla="*/ 12 w 38"/>
                    <a:gd name="T3" fmla="*/ 32 h 78"/>
                    <a:gd name="T4" fmla="*/ 28 w 38"/>
                    <a:gd name="T5" fmla="*/ 9 h 78"/>
                    <a:gd name="T6" fmla="*/ 38 w 38"/>
                    <a:gd name="T7" fmla="*/ 0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78">
                      <a:moveTo>
                        <a:pt x="0" y="78"/>
                      </a:moveTo>
                      <a:lnTo>
                        <a:pt x="12" y="32"/>
                      </a:lnTo>
                      <a:lnTo>
                        <a:pt x="28" y="9"/>
                      </a:lnTo>
                      <a:lnTo>
                        <a:pt x="38" y="0"/>
                      </a:lnTo>
                    </a:path>
                  </a:pathLst>
                </a:custGeom>
                <a:solidFill>
                  <a:srgbClr val="FFDBB7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45" name="Freeform 125"/>
                <p:cNvSpPr>
                  <a:spLocks/>
                </p:cNvSpPr>
                <p:nvPr/>
              </p:nvSpPr>
              <p:spPr bwMode="auto">
                <a:xfrm>
                  <a:off x="4684" y="2741"/>
                  <a:ext cx="342" cy="89"/>
                </a:xfrm>
                <a:custGeom>
                  <a:avLst/>
                  <a:gdLst>
                    <a:gd name="T0" fmla="*/ 0 w 1027"/>
                    <a:gd name="T1" fmla="*/ 0 h 266"/>
                    <a:gd name="T2" fmla="*/ 158 w 1027"/>
                    <a:gd name="T3" fmla="*/ 141 h 266"/>
                    <a:gd name="T4" fmla="*/ 270 w 1027"/>
                    <a:gd name="T5" fmla="*/ 204 h 266"/>
                    <a:gd name="T6" fmla="*/ 379 w 1027"/>
                    <a:gd name="T7" fmla="*/ 250 h 266"/>
                    <a:gd name="T8" fmla="*/ 727 w 1027"/>
                    <a:gd name="T9" fmla="*/ 266 h 266"/>
                    <a:gd name="T10" fmla="*/ 869 w 1027"/>
                    <a:gd name="T11" fmla="*/ 236 h 266"/>
                    <a:gd name="T12" fmla="*/ 948 w 1027"/>
                    <a:gd name="T13" fmla="*/ 204 h 266"/>
                    <a:gd name="T14" fmla="*/ 1027 w 1027"/>
                    <a:gd name="T15" fmla="*/ 204 h 2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027" h="266">
                      <a:moveTo>
                        <a:pt x="0" y="0"/>
                      </a:moveTo>
                      <a:lnTo>
                        <a:pt x="158" y="141"/>
                      </a:lnTo>
                      <a:lnTo>
                        <a:pt x="270" y="204"/>
                      </a:lnTo>
                      <a:lnTo>
                        <a:pt x="379" y="250"/>
                      </a:lnTo>
                      <a:lnTo>
                        <a:pt x="727" y="266"/>
                      </a:lnTo>
                      <a:lnTo>
                        <a:pt x="869" y="236"/>
                      </a:lnTo>
                      <a:lnTo>
                        <a:pt x="948" y="204"/>
                      </a:lnTo>
                      <a:lnTo>
                        <a:pt x="1027" y="204"/>
                      </a:lnTo>
                    </a:path>
                  </a:pathLst>
                </a:custGeom>
                <a:solidFill>
                  <a:srgbClr val="FFDBB7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46" name="Freeform 126"/>
                <p:cNvSpPr>
                  <a:spLocks/>
                </p:cNvSpPr>
                <p:nvPr/>
              </p:nvSpPr>
              <p:spPr bwMode="auto">
                <a:xfrm>
                  <a:off x="4700" y="2762"/>
                  <a:ext cx="58" cy="132"/>
                </a:xfrm>
                <a:custGeom>
                  <a:avLst/>
                  <a:gdLst>
                    <a:gd name="T0" fmla="*/ 0 w 174"/>
                    <a:gd name="T1" fmla="*/ 0 h 396"/>
                    <a:gd name="T2" fmla="*/ 80 w 174"/>
                    <a:gd name="T3" fmla="*/ 111 h 396"/>
                    <a:gd name="T4" fmla="*/ 127 w 174"/>
                    <a:gd name="T5" fmla="*/ 221 h 396"/>
                    <a:gd name="T6" fmla="*/ 143 w 174"/>
                    <a:gd name="T7" fmla="*/ 284 h 396"/>
                    <a:gd name="T8" fmla="*/ 174 w 174"/>
                    <a:gd name="T9" fmla="*/ 396 h 3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4" h="396">
                      <a:moveTo>
                        <a:pt x="0" y="0"/>
                      </a:moveTo>
                      <a:lnTo>
                        <a:pt x="80" y="111"/>
                      </a:lnTo>
                      <a:lnTo>
                        <a:pt x="127" y="221"/>
                      </a:lnTo>
                      <a:lnTo>
                        <a:pt x="143" y="284"/>
                      </a:lnTo>
                      <a:lnTo>
                        <a:pt x="174" y="396"/>
                      </a:lnTo>
                    </a:path>
                  </a:pathLst>
                </a:custGeom>
                <a:solidFill>
                  <a:srgbClr val="FFDBB7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47" name="Freeform 127"/>
                <p:cNvSpPr>
                  <a:spLocks/>
                </p:cNvSpPr>
                <p:nvPr/>
              </p:nvSpPr>
              <p:spPr bwMode="auto">
                <a:xfrm>
                  <a:off x="4653" y="2924"/>
                  <a:ext cx="331" cy="142"/>
                </a:xfrm>
                <a:custGeom>
                  <a:avLst/>
                  <a:gdLst>
                    <a:gd name="T0" fmla="*/ 992 w 992"/>
                    <a:gd name="T1" fmla="*/ 0 h 425"/>
                    <a:gd name="T2" fmla="*/ 804 w 992"/>
                    <a:gd name="T3" fmla="*/ 110 h 425"/>
                    <a:gd name="T4" fmla="*/ 678 w 992"/>
                    <a:gd name="T5" fmla="*/ 141 h 425"/>
                    <a:gd name="T6" fmla="*/ 504 w 992"/>
                    <a:gd name="T7" fmla="*/ 204 h 425"/>
                    <a:gd name="T8" fmla="*/ 331 w 992"/>
                    <a:gd name="T9" fmla="*/ 253 h 425"/>
                    <a:gd name="T10" fmla="*/ 172 w 992"/>
                    <a:gd name="T11" fmla="*/ 315 h 425"/>
                    <a:gd name="T12" fmla="*/ 15 w 992"/>
                    <a:gd name="T13" fmla="*/ 394 h 425"/>
                    <a:gd name="T14" fmla="*/ 0 w 992"/>
                    <a:gd name="T15" fmla="*/ 425 h 4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992" h="425">
                      <a:moveTo>
                        <a:pt x="992" y="0"/>
                      </a:moveTo>
                      <a:lnTo>
                        <a:pt x="804" y="110"/>
                      </a:lnTo>
                      <a:lnTo>
                        <a:pt x="678" y="141"/>
                      </a:lnTo>
                      <a:lnTo>
                        <a:pt x="504" y="204"/>
                      </a:lnTo>
                      <a:lnTo>
                        <a:pt x="331" y="253"/>
                      </a:lnTo>
                      <a:lnTo>
                        <a:pt x="172" y="315"/>
                      </a:lnTo>
                      <a:lnTo>
                        <a:pt x="15" y="394"/>
                      </a:lnTo>
                      <a:lnTo>
                        <a:pt x="0" y="425"/>
                      </a:lnTo>
                    </a:path>
                  </a:pathLst>
                </a:custGeom>
                <a:solidFill>
                  <a:srgbClr val="FFDBB7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48" name="Freeform 128"/>
                <p:cNvSpPr>
                  <a:spLocks/>
                </p:cNvSpPr>
                <p:nvPr/>
              </p:nvSpPr>
              <p:spPr bwMode="auto">
                <a:xfrm>
                  <a:off x="5082" y="2939"/>
                  <a:ext cx="9" cy="39"/>
                </a:xfrm>
                <a:custGeom>
                  <a:avLst/>
                  <a:gdLst>
                    <a:gd name="T0" fmla="*/ 18 w 27"/>
                    <a:gd name="T1" fmla="*/ 116 h 116"/>
                    <a:gd name="T2" fmla="*/ 27 w 27"/>
                    <a:gd name="T3" fmla="*/ 86 h 116"/>
                    <a:gd name="T4" fmla="*/ 0 w 27"/>
                    <a:gd name="T5" fmla="*/ 31 h 116"/>
                    <a:gd name="T6" fmla="*/ 0 w 27"/>
                    <a:gd name="T7" fmla="*/ 0 h 1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116">
                      <a:moveTo>
                        <a:pt x="18" y="116"/>
                      </a:moveTo>
                      <a:lnTo>
                        <a:pt x="27" y="86"/>
                      </a:lnTo>
                      <a:lnTo>
                        <a:pt x="0" y="3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FDBB7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49" name="Freeform 129"/>
                <p:cNvSpPr>
                  <a:spLocks/>
                </p:cNvSpPr>
                <p:nvPr/>
              </p:nvSpPr>
              <p:spPr bwMode="auto">
                <a:xfrm>
                  <a:off x="5042" y="2814"/>
                  <a:ext cx="68" cy="49"/>
                </a:xfrm>
                <a:custGeom>
                  <a:avLst/>
                  <a:gdLst>
                    <a:gd name="T0" fmla="*/ 0 w 204"/>
                    <a:gd name="T1" fmla="*/ 0 h 149"/>
                    <a:gd name="T2" fmla="*/ 53 w 204"/>
                    <a:gd name="T3" fmla="*/ 47 h 149"/>
                    <a:gd name="T4" fmla="*/ 107 w 204"/>
                    <a:gd name="T5" fmla="*/ 86 h 149"/>
                    <a:gd name="T6" fmla="*/ 204 w 204"/>
                    <a:gd name="T7" fmla="*/ 149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4" h="149">
                      <a:moveTo>
                        <a:pt x="0" y="0"/>
                      </a:moveTo>
                      <a:lnTo>
                        <a:pt x="53" y="47"/>
                      </a:lnTo>
                      <a:lnTo>
                        <a:pt x="107" y="86"/>
                      </a:lnTo>
                      <a:lnTo>
                        <a:pt x="204" y="149"/>
                      </a:lnTo>
                    </a:path>
                  </a:pathLst>
                </a:custGeom>
                <a:solidFill>
                  <a:srgbClr val="FFDBB7"/>
                </a:solidFill>
                <a:ln w="635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56512" name="Group 192"/>
            <p:cNvGrpSpPr>
              <a:grpSpLocks/>
            </p:cNvGrpSpPr>
            <p:nvPr/>
          </p:nvGrpSpPr>
          <p:grpSpPr bwMode="auto">
            <a:xfrm rot="3899133">
              <a:off x="3365" y="2491"/>
              <a:ext cx="824" cy="833"/>
              <a:chOff x="2113" y="3121"/>
              <a:chExt cx="824" cy="833"/>
            </a:xfrm>
          </p:grpSpPr>
          <p:grpSp>
            <p:nvGrpSpPr>
              <p:cNvPr id="56459" name="Group 139"/>
              <p:cNvGrpSpPr>
                <a:grpSpLocks/>
              </p:cNvGrpSpPr>
              <p:nvPr/>
            </p:nvGrpSpPr>
            <p:grpSpPr bwMode="auto">
              <a:xfrm>
                <a:off x="2113" y="3446"/>
                <a:ext cx="532" cy="508"/>
                <a:chOff x="2113" y="3446"/>
                <a:chExt cx="532" cy="508"/>
              </a:xfrm>
            </p:grpSpPr>
            <p:sp>
              <p:nvSpPr>
                <p:cNvPr id="56451" name="Oval 131"/>
                <p:cNvSpPr>
                  <a:spLocks noChangeArrowheads="1"/>
                </p:cNvSpPr>
                <p:nvPr/>
              </p:nvSpPr>
              <p:spPr bwMode="auto">
                <a:xfrm>
                  <a:off x="2176" y="3776"/>
                  <a:ext cx="409" cy="178"/>
                </a:xfrm>
                <a:prstGeom prst="ellipse">
                  <a:avLst/>
                </a:prstGeom>
                <a:solidFill>
                  <a:srgbClr val="20202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52" name="Freeform 132"/>
                <p:cNvSpPr>
                  <a:spLocks/>
                </p:cNvSpPr>
                <p:nvPr/>
              </p:nvSpPr>
              <p:spPr bwMode="auto">
                <a:xfrm>
                  <a:off x="2176" y="3494"/>
                  <a:ext cx="205" cy="367"/>
                </a:xfrm>
                <a:custGeom>
                  <a:avLst/>
                  <a:gdLst>
                    <a:gd name="T0" fmla="*/ 116 w 1025"/>
                    <a:gd name="T1" fmla="*/ 0 h 1834"/>
                    <a:gd name="T2" fmla="*/ 145 w 1025"/>
                    <a:gd name="T3" fmla="*/ 251 h 1834"/>
                    <a:gd name="T4" fmla="*/ 153 w 1025"/>
                    <a:gd name="T5" fmla="*/ 393 h 1834"/>
                    <a:gd name="T6" fmla="*/ 163 w 1025"/>
                    <a:gd name="T7" fmla="*/ 548 h 1834"/>
                    <a:gd name="T8" fmla="*/ 172 w 1025"/>
                    <a:gd name="T9" fmla="*/ 695 h 1834"/>
                    <a:gd name="T10" fmla="*/ 173 w 1025"/>
                    <a:gd name="T11" fmla="*/ 846 h 1834"/>
                    <a:gd name="T12" fmla="*/ 167 w 1025"/>
                    <a:gd name="T13" fmla="*/ 957 h 1834"/>
                    <a:gd name="T14" fmla="*/ 154 w 1025"/>
                    <a:gd name="T15" fmla="*/ 1098 h 1834"/>
                    <a:gd name="T16" fmla="*/ 129 w 1025"/>
                    <a:gd name="T17" fmla="*/ 1275 h 1834"/>
                    <a:gd name="T18" fmla="*/ 97 w 1025"/>
                    <a:gd name="T19" fmla="*/ 1450 h 1834"/>
                    <a:gd name="T20" fmla="*/ 51 w 1025"/>
                    <a:gd name="T21" fmla="*/ 1627 h 1834"/>
                    <a:gd name="T22" fmla="*/ 0 w 1025"/>
                    <a:gd name="T23" fmla="*/ 1834 h 1834"/>
                    <a:gd name="T24" fmla="*/ 1025 w 1025"/>
                    <a:gd name="T25" fmla="*/ 1834 h 1834"/>
                    <a:gd name="T26" fmla="*/ 1025 w 1025"/>
                    <a:gd name="T27" fmla="*/ 0 h 1834"/>
                    <a:gd name="T28" fmla="*/ 116 w 1025"/>
                    <a:gd name="T29" fmla="*/ 0 h 18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025" h="1834">
                      <a:moveTo>
                        <a:pt x="116" y="0"/>
                      </a:moveTo>
                      <a:lnTo>
                        <a:pt x="145" y="251"/>
                      </a:lnTo>
                      <a:lnTo>
                        <a:pt x="153" y="393"/>
                      </a:lnTo>
                      <a:lnTo>
                        <a:pt x="163" y="548"/>
                      </a:lnTo>
                      <a:lnTo>
                        <a:pt x="172" y="695"/>
                      </a:lnTo>
                      <a:lnTo>
                        <a:pt x="173" y="846"/>
                      </a:lnTo>
                      <a:lnTo>
                        <a:pt x="167" y="957"/>
                      </a:lnTo>
                      <a:lnTo>
                        <a:pt x="154" y="1098"/>
                      </a:lnTo>
                      <a:lnTo>
                        <a:pt x="129" y="1275"/>
                      </a:lnTo>
                      <a:lnTo>
                        <a:pt x="97" y="1450"/>
                      </a:lnTo>
                      <a:lnTo>
                        <a:pt x="51" y="1627"/>
                      </a:lnTo>
                      <a:lnTo>
                        <a:pt x="0" y="1834"/>
                      </a:lnTo>
                      <a:lnTo>
                        <a:pt x="1025" y="1834"/>
                      </a:lnTo>
                      <a:lnTo>
                        <a:pt x="1025" y="0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 w="31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53" name="Freeform 133"/>
                <p:cNvSpPr>
                  <a:spLocks/>
                </p:cNvSpPr>
                <p:nvPr/>
              </p:nvSpPr>
              <p:spPr bwMode="auto">
                <a:xfrm>
                  <a:off x="2379" y="3494"/>
                  <a:ext cx="205" cy="367"/>
                </a:xfrm>
                <a:custGeom>
                  <a:avLst/>
                  <a:gdLst>
                    <a:gd name="T0" fmla="*/ 908 w 1025"/>
                    <a:gd name="T1" fmla="*/ 0 h 1834"/>
                    <a:gd name="T2" fmla="*/ 879 w 1025"/>
                    <a:gd name="T3" fmla="*/ 251 h 1834"/>
                    <a:gd name="T4" fmla="*/ 871 w 1025"/>
                    <a:gd name="T5" fmla="*/ 393 h 1834"/>
                    <a:gd name="T6" fmla="*/ 861 w 1025"/>
                    <a:gd name="T7" fmla="*/ 548 h 1834"/>
                    <a:gd name="T8" fmla="*/ 852 w 1025"/>
                    <a:gd name="T9" fmla="*/ 695 h 1834"/>
                    <a:gd name="T10" fmla="*/ 851 w 1025"/>
                    <a:gd name="T11" fmla="*/ 846 h 1834"/>
                    <a:gd name="T12" fmla="*/ 857 w 1025"/>
                    <a:gd name="T13" fmla="*/ 957 h 1834"/>
                    <a:gd name="T14" fmla="*/ 870 w 1025"/>
                    <a:gd name="T15" fmla="*/ 1098 h 1834"/>
                    <a:gd name="T16" fmla="*/ 896 w 1025"/>
                    <a:gd name="T17" fmla="*/ 1275 h 1834"/>
                    <a:gd name="T18" fmla="*/ 928 w 1025"/>
                    <a:gd name="T19" fmla="*/ 1450 h 1834"/>
                    <a:gd name="T20" fmla="*/ 973 w 1025"/>
                    <a:gd name="T21" fmla="*/ 1627 h 1834"/>
                    <a:gd name="T22" fmla="*/ 1025 w 1025"/>
                    <a:gd name="T23" fmla="*/ 1834 h 1834"/>
                    <a:gd name="T24" fmla="*/ 0 w 1025"/>
                    <a:gd name="T25" fmla="*/ 1834 h 1834"/>
                    <a:gd name="T26" fmla="*/ 0 w 1025"/>
                    <a:gd name="T27" fmla="*/ 0 h 1834"/>
                    <a:gd name="T28" fmla="*/ 908 w 1025"/>
                    <a:gd name="T29" fmla="*/ 0 h 18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025" h="1834">
                      <a:moveTo>
                        <a:pt x="908" y="0"/>
                      </a:moveTo>
                      <a:lnTo>
                        <a:pt x="879" y="251"/>
                      </a:lnTo>
                      <a:lnTo>
                        <a:pt x="871" y="393"/>
                      </a:lnTo>
                      <a:lnTo>
                        <a:pt x="861" y="548"/>
                      </a:lnTo>
                      <a:lnTo>
                        <a:pt x="852" y="695"/>
                      </a:lnTo>
                      <a:lnTo>
                        <a:pt x="851" y="846"/>
                      </a:lnTo>
                      <a:lnTo>
                        <a:pt x="857" y="957"/>
                      </a:lnTo>
                      <a:lnTo>
                        <a:pt x="870" y="1098"/>
                      </a:lnTo>
                      <a:lnTo>
                        <a:pt x="896" y="1275"/>
                      </a:lnTo>
                      <a:lnTo>
                        <a:pt x="928" y="1450"/>
                      </a:lnTo>
                      <a:lnTo>
                        <a:pt x="973" y="1627"/>
                      </a:lnTo>
                      <a:lnTo>
                        <a:pt x="1025" y="1834"/>
                      </a:lnTo>
                      <a:lnTo>
                        <a:pt x="0" y="1834"/>
                      </a:lnTo>
                      <a:lnTo>
                        <a:pt x="0" y="0"/>
                      </a:lnTo>
                      <a:lnTo>
                        <a:pt x="908" y="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 w="31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54" name="Freeform 134"/>
                <p:cNvSpPr>
                  <a:spLocks/>
                </p:cNvSpPr>
                <p:nvPr/>
              </p:nvSpPr>
              <p:spPr bwMode="auto">
                <a:xfrm>
                  <a:off x="2177" y="3857"/>
                  <a:ext cx="406" cy="8"/>
                </a:xfrm>
                <a:custGeom>
                  <a:avLst/>
                  <a:gdLst>
                    <a:gd name="T0" fmla="*/ 9 w 2033"/>
                    <a:gd name="T1" fmla="*/ 0 h 43"/>
                    <a:gd name="T2" fmla="*/ 0 w 2033"/>
                    <a:gd name="T3" fmla="*/ 43 h 43"/>
                    <a:gd name="T4" fmla="*/ 2033 w 2033"/>
                    <a:gd name="T5" fmla="*/ 43 h 43"/>
                    <a:gd name="T6" fmla="*/ 2028 w 2033"/>
                    <a:gd name="T7" fmla="*/ 0 h 43"/>
                    <a:gd name="T8" fmla="*/ 9 w 2033"/>
                    <a:gd name="T9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33" h="43">
                      <a:moveTo>
                        <a:pt x="9" y="0"/>
                      </a:moveTo>
                      <a:lnTo>
                        <a:pt x="0" y="43"/>
                      </a:lnTo>
                      <a:lnTo>
                        <a:pt x="2033" y="43"/>
                      </a:lnTo>
                      <a:lnTo>
                        <a:pt x="2028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55" name="Rectangle 135"/>
                <p:cNvSpPr>
                  <a:spLocks noChangeArrowheads="1"/>
                </p:cNvSpPr>
                <p:nvPr/>
              </p:nvSpPr>
              <p:spPr bwMode="auto">
                <a:xfrm>
                  <a:off x="2357" y="3482"/>
                  <a:ext cx="45" cy="393"/>
                </a:xfrm>
                <a:prstGeom prst="rect">
                  <a:avLst/>
                </a:prstGeom>
                <a:solidFill>
                  <a:srgbClr val="20202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56" name="Freeform 136"/>
                <p:cNvSpPr>
                  <a:spLocks/>
                </p:cNvSpPr>
                <p:nvPr/>
              </p:nvSpPr>
              <p:spPr bwMode="auto">
                <a:xfrm>
                  <a:off x="2199" y="3508"/>
                  <a:ext cx="71" cy="414"/>
                </a:xfrm>
                <a:custGeom>
                  <a:avLst/>
                  <a:gdLst>
                    <a:gd name="T0" fmla="*/ 110 w 358"/>
                    <a:gd name="T1" fmla="*/ 0 h 2069"/>
                    <a:gd name="T2" fmla="*/ 150 w 358"/>
                    <a:gd name="T3" fmla="*/ 303 h 2069"/>
                    <a:gd name="T4" fmla="*/ 159 w 358"/>
                    <a:gd name="T5" fmla="*/ 450 h 2069"/>
                    <a:gd name="T6" fmla="*/ 168 w 358"/>
                    <a:gd name="T7" fmla="*/ 611 h 2069"/>
                    <a:gd name="T8" fmla="*/ 179 w 358"/>
                    <a:gd name="T9" fmla="*/ 767 h 2069"/>
                    <a:gd name="T10" fmla="*/ 181 w 358"/>
                    <a:gd name="T11" fmla="*/ 925 h 2069"/>
                    <a:gd name="T12" fmla="*/ 174 w 358"/>
                    <a:gd name="T13" fmla="*/ 1041 h 2069"/>
                    <a:gd name="T14" fmla="*/ 160 w 358"/>
                    <a:gd name="T15" fmla="*/ 1187 h 2069"/>
                    <a:gd name="T16" fmla="*/ 135 w 358"/>
                    <a:gd name="T17" fmla="*/ 1372 h 2069"/>
                    <a:gd name="T18" fmla="*/ 100 w 358"/>
                    <a:gd name="T19" fmla="*/ 1556 h 2069"/>
                    <a:gd name="T20" fmla="*/ 52 w 358"/>
                    <a:gd name="T21" fmla="*/ 1741 h 2069"/>
                    <a:gd name="T22" fmla="*/ 0 w 358"/>
                    <a:gd name="T23" fmla="*/ 1956 h 2069"/>
                    <a:gd name="T24" fmla="*/ 42 w 358"/>
                    <a:gd name="T25" fmla="*/ 1993 h 2069"/>
                    <a:gd name="T26" fmla="*/ 100 w 358"/>
                    <a:gd name="T27" fmla="*/ 2028 h 2069"/>
                    <a:gd name="T28" fmla="*/ 173 w 358"/>
                    <a:gd name="T29" fmla="*/ 2069 h 2069"/>
                    <a:gd name="T30" fmla="*/ 192 w 358"/>
                    <a:gd name="T31" fmla="*/ 1771 h 2069"/>
                    <a:gd name="T32" fmla="*/ 216 w 358"/>
                    <a:gd name="T33" fmla="*/ 1402 h 2069"/>
                    <a:gd name="T34" fmla="*/ 230 w 358"/>
                    <a:gd name="T35" fmla="*/ 1186 h 2069"/>
                    <a:gd name="T36" fmla="*/ 241 w 358"/>
                    <a:gd name="T37" fmla="*/ 1039 h 2069"/>
                    <a:gd name="T38" fmla="*/ 260 w 358"/>
                    <a:gd name="T39" fmla="*/ 777 h 2069"/>
                    <a:gd name="T40" fmla="*/ 295 w 358"/>
                    <a:gd name="T41" fmla="*/ 448 h 2069"/>
                    <a:gd name="T42" fmla="*/ 358 w 358"/>
                    <a:gd name="T43" fmla="*/ 30 h 2069"/>
                    <a:gd name="T44" fmla="*/ 110 w 358"/>
                    <a:gd name="T45" fmla="*/ 0 h 20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358" h="2069">
                      <a:moveTo>
                        <a:pt x="110" y="0"/>
                      </a:moveTo>
                      <a:lnTo>
                        <a:pt x="150" y="303"/>
                      </a:lnTo>
                      <a:lnTo>
                        <a:pt x="159" y="450"/>
                      </a:lnTo>
                      <a:lnTo>
                        <a:pt x="168" y="611"/>
                      </a:lnTo>
                      <a:lnTo>
                        <a:pt x="179" y="767"/>
                      </a:lnTo>
                      <a:lnTo>
                        <a:pt x="181" y="925"/>
                      </a:lnTo>
                      <a:lnTo>
                        <a:pt x="174" y="1041"/>
                      </a:lnTo>
                      <a:lnTo>
                        <a:pt x="160" y="1187"/>
                      </a:lnTo>
                      <a:lnTo>
                        <a:pt x="135" y="1372"/>
                      </a:lnTo>
                      <a:lnTo>
                        <a:pt x="100" y="1556"/>
                      </a:lnTo>
                      <a:lnTo>
                        <a:pt x="52" y="1741"/>
                      </a:lnTo>
                      <a:lnTo>
                        <a:pt x="0" y="1956"/>
                      </a:lnTo>
                      <a:lnTo>
                        <a:pt x="42" y="1993"/>
                      </a:lnTo>
                      <a:lnTo>
                        <a:pt x="100" y="2028"/>
                      </a:lnTo>
                      <a:lnTo>
                        <a:pt x="173" y="2069"/>
                      </a:lnTo>
                      <a:lnTo>
                        <a:pt x="192" y="1771"/>
                      </a:lnTo>
                      <a:lnTo>
                        <a:pt x="216" y="1402"/>
                      </a:lnTo>
                      <a:lnTo>
                        <a:pt x="230" y="1186"/>
                      </a:lnTo>
                      <a:lnTo>
                        <a:pt x="241" y="1039"/>
                      </a:lnTo>
                      <a:lnTo>
                        <a:pt x="260" y="777"/>
                      </a:lnTo>
                      <a:lnTo>
                        <a:pt x="295" y="448"/>
                      </a:lnTo>
                      <a:lnTo>
                        <a:pt x="358" y="30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57" name="Oval 137"/>
                <p:cNvSpPr>
                  <a:spLocks noChangeArrowheads="1"/>
                </p:cNvSpPr>
                <p:nvPr/>
              </p:nvSpPr>
              <p:spPr bwMode="auto">
                <a:xfrm>
                  <a:off x="2113" y="3446"/>
                  <a:ext cx="532" cy="128"/>
                </a:xfrm>
                <a:prstGeom prst="ellipse">
                  <a:avLst/>
                </a:prstGeom>
                <a:solidFill>
                  <a:srgbClr val="60606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58" name="Oval 138"/>
                <p:cNvSpPr>
                  <a:spLocks noChangeArrowheads="1"/>
                </p:cNvSpPr>
                <p:nvPr/>
              </p:nvSpPr>
              <p:spPr bwMode="auto">
                <a:xfrm>
                  <a:off x="2199" y="3453"/>
                  <a:ext cx="364" cy="82"/>
                </a:xfrm>
                <a:prstGeom prst="ellipse">
                  <a:avLst/>
                </a:prstGeom>
                <a:solidFill>
                  <a:srgbClr val="000000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6469" name="Group 149"/>
              <p:cNvGrpSpPr>
                <a:grpSpLocks/>
              </p:cNvGrpSpPr>
              <p:nvPr/>
            </p:nvGrpSpPr>
            <p:grpSpPr bwMode="auto">
              <a:xfrm>
                <a:off x="2442" y="3121"/>
                <a:ext cx="495" cy="339"/>
                <a:chOff x="2442" y="3121"/>
                <a:chExt cx="495" cy="339"/>
              </a:xfrm>
            </p:grpSpPr>
            <p:grpSp>
              <p:nvGrpSpPr>
                <p:cNvPr id="56462" name="Group 142"/>
                <p:cNvGrpSpPr>
                  <a:grpSpLocks/>
                </p:cNvGrpSpPr>
                <p:nvPr/>
              </p:nvGrpSpPr>
              <p:grpSpPr bwMode="auto">
                <a:xfrm>
                  <a:off x="2451" y="3121"/>
                  <a:ext cx="486" cy="335"/>
                  <a:chOff x="2451" y="3121"/>
                  <a:chExt cx="486" cy="335"/>
                </a:xfrm>
              </p:grpSpPr>
              <p:sp>
                <p:nvSpPr>
                  <p:cNvPr id="56460" name="Oval 140"/>
                  <p:cNvSpPr>
                    <a:spLocks noChangeArrowheads="1"/>
                  </p:cNvSpPr>
                  <p:nvPr/>
                </p:nvSpPr>
                <p:spPr bwMode="auto">
                  <a:xfrm>
                    <a:off x="2909" y="3121"/>
                    <a:ext cx="28" cy="29"/>
                  </a:xfrm>
                  <a:prstGeom prst="ellipse">
                    <a:avLst/>
                  </a:prstGeom>
                  <a:solidFill>
                    <a:srgbClr val="000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61" name="Freeform 141"/>
                  <p:cNvSpPr>
                    <a:spLocks/>
                  </p:cNvSpPr>
                  <p:nvPr/>
                </p:nvSpPr>
                <p:spPr bwMode="auto">
                  <a:xfrm>
                    <a:off x="2451" y="3124"/>
                    <a:ext cx="480" cy="332"/>
                  </a:xfrm>
                  <a:custGeom>
                    <a:avLst/>
                    <a:gdLst>
                      <a:gd name="T0" fmla="*/ 0 w 2397"/>
                      <a:gd name="T1" fmla="*/ 1450 h 1660"/>
                      <a:gd name="T2" fmla="*/ 2320 w 2397"/>
                      <a:gd name="T3" fmla="*/ 0 h 1660"/>
                      <a:gd name="T4" fmla="*/ 2397 w 2397"/>
                      <a:gd name="T5" fmla="*/ 102 h 1660"/>
                      <a:gd name="T6" fmla="*/ 119 w 2397"/>
                      <a:gd name="T7" fmla="*/ 1660 h 1660"/>
                      <a:gd name="T8" fmla="*/ 0 w 2397"/>
                      <a:gd name="T9" fmla="*/ 1450 h 16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97" h="1660">
                        <a:moveTo>
                          <a:pt x="0" y="1450"/>
                        </a:moveTo>
                        <a:lnTo>
                          <a:pt x="2320" y="0"/>
                        </a:lnTo>
                        <a:lnTo>
                          <a:pt x="2397" y="102"/>
                        </a:lnTo>
                        <a:lnTo>
                          <a:pt x="119" y="1660"/>
                        </a:lnTo>
                        <a:lnTo>
                          <a:pt x="0" y="145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317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6468" name="Group 148"/>
                <p:cNvGrpSpPr>
                  <a:grpSpLocks/>
                </p:cNvGrpSpPr>
                <p:nvPr/>
              </p:nvGrpSpPr>
              <p:grpSpPr bwMode="auto">
                <a:xfrm>
                  <a:off x="2442" y="3123"/>
                  <a:ext cx="493" cy="337"/>
                  <a:chOff x="2442" y="3123"/>
                  <a:chExt cx="493" cy="337"/>
                </a:xfrm>
              </p:grpSpPr>
              <p:sp>
                <p:nvSpPr>
                  <p:cNvPr id="56463" name="Freeform 143"/>
                  <p:cNvSpPr>
                    <a:spLocks/>
                  </p:cNvSpPr>
                  <p:nvPr/>
                </p:nvSpPr>
                <p:spPr bwMode="auto">
                  <a:xfrm>
                    <a:off x="2913" y="3123"/>
                    <a:ext cx="20" cy="25"/>
                  </a:xfrm>
                  <a:custGeom>
                    <a:avLst/>
                    <a:gdLst>
                      <a:gd name="T0" fmla="*/ 0 w 101"/>
                      <a:gd name="T1" fmla="*/ 23 h 124"/>
                      <a:gd name="T2" fmla="*/ 31 w 101"/>
                      <a:gd name="T3" fmla="*/ 0 h 124"/>
                      <a:gd name="T4" fmla="*/ 101 w 101"/>
                      <a:gd name="T5" fmla="*/ 96 h 124"/>
                      <a:gd name="T6" fmla="*/ 63 w 101"/>
                      <a:gd name="T7" fmla="*/ 124 h 124"/>
                      <a:gd name="T8" fmla="*/ 0 w 101"/>
                      <a:gd name="T9" fmla="*/ 23 h 1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1" h="124">
                        <a:moveTo>
                          <a:pt x="0" y="23"/>
                        </a:moveTo>
                        <a:lnTo>
                          <a:pt x="31" y="0"/>
                        </a:lnTo>
                        <a:lnTo>
                          <a:pt x="101" y="96"/>
                        </a:lnTo>
                        <a:lnTo>
                          <a:pt x="63" y="124"/>
                        </a:lnTo>
                        <a:lnTo>
                          <a:pt x="0" y="2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64" name="Freeform 144"/>
                  <p:cNvSpPr>
                    <a:spLocks/>
                  </p:cNvSpPr>
                  <p:nvPr/>
                </p:nvSpPr>
                <p:spPr bwMode="auto">
                  <a:xfrm>
                    <a:off x="2550" y="3127"/>
                    <a:ext cx="385" cy="251"/>
                  </a:xfrm>
                  <a:custGeom>
                    <a:avLst/>
                    <a:gdLst>
                      <a:gd name="T0" fmla="*/ 0 w 1922"/>
                      <a:gd name="T1" fmla="*/ 1234 h 1252"/>
                      <a:gd name="T2" fmla="*/ 1915 w 1922"/>
                      <a:gd name="T3" fmla="*/ 0 h 1252"/>
                      <a:gd name="T4" fmla="*/ 1922 w 1922"/>
                      <a:gd name="T5" fmla="*/ 13 h 1252"/>
                      <a:gd name="T6" fmla="*/ 44 w 1922"/>
                      <a:gd name="T7" fmla="*/ 1252 h 1252"/>
                      <a:gd name="T8" fmla="*/ 0 w 1922"/>
                      <a:gd name="T9" fmla="*/ 1234 h 125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922" h="1252">
                        <a:moveTo>
                          <a:pt x="0" y="1234"/>
                        </a:moveTo>
                        <a:lnTo>
                          <a:pt x="1915" y="0"/>
                        </a:lnTo>
                        <a:lnTo>
                          <a:pt x="1922" y="13"/>
                        </a:lnTo>
                        <a:lnTo>
                          <a:pt x="44" y="1252"/>
                        </a:lnTo>
                        <a:lnTo>
                          <a:pt x="0" y="123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56467" name="Group 147"/>
                  <p:cNvGrpSpPr>
                    <a:grpSpLocks/>
                  </p:cNvGrpSpPr>
                  <p:nvPr/>
                </p:nvGrpSpPr>
                <p:grpSpPr bwMode="auto">
                  <a:xfrm>
                    <a:off x="2442" y="3352"/>
                    <a:ext cx="134" cy="108"/>
                    <a:chOff x="2442" y="3352"/>
                    <a:chExt cx="134" cy="108"/>
                  </a:xfrm>
                </p:grpSpPr>
                <p:sp>
                  <p:nvSpPr>
                    <p:cNvPr id="56465" name="Freeform 145"/>
                    <p:cNvSpPr>
                      <a:spLocks/>
                    </p:cNvSpPr>
                    <p:nvPr/>
                  </p:nvSpPr>
                  <p:spPr bwMode="auto">
                    <a:xfrm>
                      <a:off x="2457" y="3352"/>
                      <a:ext cx="119" cy="102"/>
                    </a:xfrm>
                    <a:custGeom>
                      <a:avLst/>
                      <a:gdLst>
                        <a:gd name="T0" fmla="*/ 0 w 598"/>
                        <a:gd name="T1" fmla="*/ 288 h 507"/>
                        <a:gd name="T2" fmla="*/ 467 w 598"/>
                        <a:gd name="T3" fmla="*/ 0 h 507"/>
                        <a:gd name="T4" fmla="*/ 493 w 598"/>
                        <a:gd name="T5" fmla="*/ 0 h 507"/>
                        <a:gd name="T6" fmla="*/ 519 w 598"/>
                        <a:gd name="T7" fmla="*/ 17 h 507"/>
                        <a:gd name="T8" fmla="*/ 543 w 598"/>
                        <a:gd name="T9" fmla="*/ 35 h 507"/>
                        <a:gd name="T10" fmla="*/ 562 w 598"/>
                        <a:gd name="T11" fmla="*/ 59 h 507"/>
                        <a:gd name="T12" fmla="*/ 575 w 598"/>
                        <a:gd name="T13" fmla="*/ 81 h 507"/>
                        <a:gd name="T14" fmla="*/ 587 w 598"/>
                        <a:gd name="T15" fmla="*/ 104 h 507"/>
                        <a:gd name="T16" fmla="*/ 598 w 598"/>
                        <a:gd name="T17" fmla="*/ 137 h 507"/>
                        <a:gd name="T18" fmla="*/ 598 w 598"/>
                        <a:gd name="T19" fmla="*/ 173 h 507"/>
                        <a:gd name="T20" fmla="*/ 108 w 598"/>
                        <a:gd name="T21" fmla="*/ 507 h 507"/>
                        <a:gd name="T22" fmla="*/ 0 w 598"/>
                        <a:gd name="T23" fmla="*/ 288 h 5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</a:cxnLst>
                      <a:rect l="0" t="0" r="r" b="b"/>
                      <a:pathLst>
                        <a:path w="598" h="507">
                          <a:moveTo>
                            <a:pt x="0" y="288"/>
                          </a:moveTo>
                          <a:lnTo>
                            <a:pt x="467" y="0"/>
                          </a:lnTo>
                          <a:lnTo>
                            <a:pt x="493" y="0"/>
                          </a:lnTo>
                          <a:lnTo>
                            <a:pt x="519" y="17"/>
                          </a:lnTo>
                          <a:lnTo>
                            <a:pt x="543" y="35"/>
                          </a:lnTo>
                          <a:lnTo>
                            <a:pt x="562" y="59"/>
                          </a:lnTo>
                          <a:lnTo>
                            <a:pt x="575" y="81"/>
                          </a:lnTo>
                          <a:lnTo>
                            <a:pt x="587" y="104"/>
                          </a:lnTo>
                          <a:lnTo>
                            <a:pt x="598" y="137"/>
                          </a:lnTo>
                          <a:lnTo>
                            <a:pt x="598" y="173"/>
                          </a:lnTo>
                          <a:lnTo>
                            <a:pt x="108" y="507"/>
                          </a:lnTo>
                          <a:lnTo>
                            <a:pt x="0" y="28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6466" name="Oval 14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42" y="3408"/>
                      <a:ext cx="46" cy="52"/>
                    </a:xfrm>
                    <a:prstGeom prst="ellipse">
                      <a:avLst/>
                    </a:prstGeom>
                    <a:solidFill>
                      <a:srgbClr val="E0E0E0"/>
                    </a:solidFill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  <p:grpSp>
            <p:nvGrpSpPr>
              <p:cNvPr id="56504" name="Group 184"/>
              <p:cNvGrpSpPr>
                <a:grpSpLocks/>
              </p:cNvGrpSpPr>
              <p:nvPr/>
            </p:nvGrpSpPr>
            <p:grpSpPr bwMode="auto">
              <a:xfrm>
                <a:off x="2249" y="3337"/>
                <a:ext cx="296" cy="184"/>
                <a:chOff x="2249" y="3337"/>
                <a:chExt cx="296" cy="184"/>
              </a:xfrm>
            </p:grpSpPr>
            <p:sp>
              <p:nvSpPr>
                <p:cNvPr id="56470" name="Freeform 150"/>
                <p:cNvSpPr>
                  <a:spLocks/>
                </p:cNvSpPr>
                <p:nvPr/>
              </p:nvSpPr>
              <p:spPr bwMode="auto">
                <a:xfrm>
                  <a:off x="2365" y="3465"/>
                  <a:ext cx="58" cy="52"/>
                </a:xfrm>
                <a:custGeom>
                  <a:avLst/>
                  <a:gdLst>
                    <a:gd name="T0" fmla="*/ 144 w 291"/>
                    <a:gd name="T1" fmla="*/ 0 h 261"/>
                    <a:gd name="T2" fmla="*/ 101 w 291"/>
                    <a:gd name="T3" fmla="*/ 92 h 261"/>
                    <a:gd name="T4" fmla="*/ 0 w 291"/>
                    <a:gd name="T5" fmla="*/ 92 h 261"/>
                    <a:gd name="T6" fmla="*/ 86 w 291"/>
                    <a:gd name="T7" fmla="*/ 153 h 261"/>
                    <a:gd name="T8" fmla="*/ 57 w 291"/>
                    <a:gd name="T9" fmla="*/ 261 h 261"/>
                    <a:gd name="T10" fmla="*/ 144 w 291"/>
                    <a:gd name="T11" fmla="*/ 200 h 261"/>
                    <a:gd name="T12" fmla="*/ 233 w 291"/>
                    <a:gd name="T13" fmla="*/ 261 h 261"/>
                    <a:gd name="T14" fmla="*/ 204 w 291"/>
                    <a:gd name="T15" fmla="*/ 153 h 261"/>
                    <a:gd name="T16" fmla="*/ 291 w 291"/>
                    <a:gd name="T17" fmla="*/ 92 h 261"/>
                    <a:gd name="T18" fmla="*/ 190 w 291"/>
                    <a:gd name="T19" fmla="*/ 92 h 261"/>
                    <a:gd name="T20" fmla="*/ 144 w 291"/>
                    <a:gd name="T21" fmla="*/ 0 h 2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91" h="261">
                      <a:moveTo>
                        <a:pt x="144" y="0"/>
                      </a:moveTo>
                      <a:lnTo>
                        <a:pt x="101" y="92"/>
                      </a:lnTo>
                      <a:lnTo>
                        <a:pt x="0" y="92"/>
                      </a:lnTo>
                      <a:lnTo>
                        <a:pt x="86" y="153"/>
                      </a:lnTo>
                      <a:lnTo>
                        <a:pt x="57" y="261"/>
                      </a:lnTo>
                      <a:lnTo>
                        <a:pt x="144" y="200"/>
                      </a:lnTo>
                      <a:lnTo>
                        <a:pt x="233" y="261"/>
                      </a:lnTo>
                      <a:lnTo>
                        <a:pt x="204" y="153"/>
                      </a:lnTo>
                      <a:lnTo>
                        <a:pt x="291" y="92"/>
                      </a:lnTo>
                      <a:lnTo>
                        <a:pt x="190" y="92"/>
                      </a:lnTo>
                      <a:lnTo>
                        <a:pt x="144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31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71" name="Freeform 151"/>
                <p:cNvSpPr>
                  <a:spLocks/>
                </p:cNvSpPr>
                <p:nvPr/>
              </p:nvSpPr>
              <p:spPr bwMode="auto">
                <a:xfrm>
                  <a:off x="2274" y="3449"/>
                  <a:ext cx="63" cy="72"/>
                </a:xfrm>
                <a:custGeom>
                  <a:avLst/>
                  <a:gdLst>
                    <a:gd name="T0" fmla="*/ 106 w 319"/>
                    <a:gd name="T1" fmla="*/ 0 h 361"/>
                    <a:gd name="T2" fmla="*/ 79 w 319"/>
                    <a:gd name="T3" fmla="*/ 15 h 361"/>
                    <a:gd name="T4" fmla="*/ 57 w 319"/>
                    <a:gd name="T5" fmla="*/ 31 h 361"/>
                    <a:gd name="T6" fmla="*/ 42 w 319"/>
                    <a:gd name="T7" fmla="*/ 51 h 361"/>
                    <a:gd name="T8" fmla="*/ 24 w 319"/>
                    <a:gd name="T9" fmla="*/ 76 h 361"/>
                    <a:gd name="T10" fmla="*/ 11 w 319"/>
                    <a:gd name="T11" fmla="*/ 106 h 361"/>
                    <a:gd name="T12" fmla="*/ 2 w 319"/>
                    <a:gd name="T13" fmla="*/ 134 h 361"/>
                    <a:gd name="T14" fmla="*/ 0 w 319"/>
                    <a:gd name="T15" fmla="*/ 168 h 361"/>
                    <a:gd name="T16" fmla="*/ 0 w 319"/>
                    <a:gd name="T17" fmla="*/ 196 h 361"/>
                    <a:gd name="T18" fmla="*/ 6 w 319"/>
                    <a:gd name="T19" fmla="*/ 230 h 361"/>
                    <a:gd name="T20" fmla="*/ 17 w 319"/>
                    <a:gd name="T21" fmla="*/ 258 h 361"/>
                    <a:gd name="T22" fmla="*/ 31 w 319"/>
                    <a:gd name="T23" fmla="*/ 284 h 361"/>
                    <a:gd name="T24" fmla="*/ 51 w 319"/>
                    <a:gd name="T25" fmla="*/ 309 h 361"/>
                    <a:gd name="T26" fmla="*/ 69 w 319"/>
                    <a:gd name="T27" fmla="*/ 324 h 361"/>
                    <a:gd name="T28" fmla="*/ 91 w 319"/>
                    <a:gd name="T29" fmla="*/ 340 h 361"/>
                    <a:gd name="T30" fmla="*/ 116 w 319"/>
                    <a:gd name="T31" fmla="*/ 353 h 361"/>
                    <a:gd name="T32" fmla="*/ 144 w 319"/>
                    <a:gd name="T33" fmla="*/ 361 h 361"/>
                    <a:gd name="T34" fmla="*/ 176 w 319"/>
                    <a:gd name="T35" fmla="*/ 361 h 361"/>
                    <a:gd name="T36" fmla="*/ 205 w 319"/>
                    <a:gd name="T37" fmla="*/ 359 h 361"/>
                    <a:gd name="T38" fmla="*/ 238 w 319"/>
                    <a:gd name="T39" fmla="*/ 350 h 361"/>
                    <a:gd name="T40" fmla="*/ 262 w 319"/>
                    <a:gd name="T41" fmla="*/ 337 h 361"/>
                    <a:gd name="T42" fmla="*/ 284 w 319"/>
                    <a:gd name="T43" fmla="*/ 319 h 361"/>
                    <a:gd name="T44" fmla="*/ 302 w 319"/>
                    <a:gd name="T45" fmla="*/ 300 h 361"/>
                    <a:gd name="T46" fmla="*/ 319 w 319"/>
                    <a:gd name="T47" fmla="*/ 280 h 361"/>
                    <a:gd name="T48" fmla="*/ 275 w 319"/>
                    <a:gd name="T49" fmla="*/ 286 h 361"/>
                    <a:gd name="T50" fmla="*/ 245 w 319"/>
                    <a:gd name="T51" fmla="*/ 287 h 361"/>
                    <a:gd name="T52" fmla="*/ 215 w 319"/>
                    <a:gd name="T53" fmla="*/ 287 h 361"/>
                    <a:gd name="T54" fmla="*/ 185 w 319"/>
                    <a:gd name="T55" fmla="*/ 284 h 361"/>
                    <a:gd name="T56" fmla="*/ 158 w 319"/>
                    <a:gd name="T57" fmla="*/ 278 h 361"/>
                    <a:gd name="T58" fmla="*/ 131 w 319"/>
                    <a:gd name="T59" fmla="*/ 266 h 361"/>
                    <a:gd name="T60" fmla="*/ 112 w 319"/>
                    <a:gd name="T61" fmla="*/ 250 h 361"/>
                    <a:gd name="T62" fmla="*/ 95 w 319"/>
                    <a:gd name="T63" fmla="*/ 232 h 361"/>
                    <a:gd name="T64" fmla="*/ 83 w 319"/>
                    <a:gd name="T65" fmla="*/ 208 h 361"/>
                    <a:gd name="T66" fmla="*/ 75 w 319"/>
                    <a:gd name="T67" fmla="*/ 183 h 361"/>
                    <a:gd name="T68" fmla="*/ 72 w 319"/>
                    <a:gd name="T69" fmla="*/ 155 h 361"/>
                    <a:gd name="T70" fmla="*/ 72 w 319"/>
                    <a:gd name="T71" fmla="*/ 126 h 361"/>
                    <a:gd name="T72" fmla="*/ 75 w 319"/>
                    <a:gd name="T73" fmla="*/ 94 h 361"/>
                    <a:gd name="T74" fmla="*/ 80 w 319"/>
                    <a:gd name="T75" fmla="*/ 65 h 361"/>
                    <a:gd name="T76" fmla="*/ 89 w 319"/>
                    <a:gd name="T77" fmla="*/ 35 h 361"/>
                    <a:gd name="T78" fmla="*/ 106 w 319"/>
                    <a:gd name="T79" fmla="*/ 0 h 3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319" h="361">
                      <a:moveTo>
                        <a:pt x="106" y="0"/>
                      </a:moveTo>
                      <a:lnTo>
                        <a:pt x="79" y="15"/>
                      </a:lnTo>
                      <a:lnTo>
                        <a:pt x="57" y="31"/>
                      </a:lnTo>
                      <a:lnTo>
                        <a:pt x="42" y="51"/>
                      </a:lnTo>
                      <a:lnTo>
                        <a:pt x="24" y="76"/>
                      </a:lnTo>
                      <a:lnTo>
                        <a:pt x="11" y="106"/>
                      </a:lnTo>
                      <a:lnTo>
                        <a:pt x="2" y="134"/>
                      </a:lnTo>
                      <a:lnTo>
                        <a:pt x="0" y="168"/>
                      </a:lnTo>
                      <a:lnTo>
                        <a:pt x="0" y="196"/>
                      </a:lnTo>
                      <a:lnTo>
                        <a:pt x="6" y="230"/>
                      </a:lnTo>
                      <a:lnTo>
                        <a:pt x="17" y="258"/>
                      </a:lnTo>
                      <a:lnTo>
                        <a:pt x="31" y="284"/>
                      </a:lnTo>
                      <a:lnTo>
                        <a:pt x="51" y="309"/>
                      </a:lnTo>
                      <a:lnTo>
                        <a:pt x="69" y="324"/>
                      </a:lnTo>
                      <a:lnTo>
                        <a:pt x="91" y="340"/>
                      </a:lnTo>
                      <a:lnTo>
                        <a:pt x="116" y="353"/>
                      </a:lnTo>
                      <a:lnTo>
                        <a:pt x="144" y="361"/>
                      </a:lnTo>
                      <a:lnTo>
                        <a:pt x="176" y="361"/>
                      </a:lnTo>
                      <a:lnTo>
                        <a:pt x="205" y="359"/>
                      </a:lnTo>
                      <a:lnTo>
                        <a:pt x="238" y="350"/>
                      </a:lnTo>
                      <a:lnTo>
                        <a:pt x="262" y="337"/>
                      </a:lnTo>
                      <a:lnTo>
                        <a:pt x="284" y="319"/>
                      </a:lnTo>
                      <a:lnTo>
                        <a:pt x="302" y="300"/>
                      </a:lnTo>
                      <a:lnTo>
                        <a:pt x="319" y="280"/>
                      </a:lnTo>
                      <a:lnTo>
                        <a:pt x="275" y="286"/>
                      </a:lnTo>
                      <a:lnTo>
                        <a:pt x="245" y="287"/>
                      </a:lnTo>
                      <a:lnTo>
                        <a:pt x="215" y="287"/>
                      </a:lnTo>
                      <a:lnTo>
                        <a:pt x="185" y="284"/>
                      </a:lnTo>
                      <a:lnTo>
                        <a:pt x="158" y="278"/>
                      </a:lnTo>
                      <a:lnTo>
                        <a:pt x="131" y="266"/>
                      </a:lnTo>
                      <a:lnTo>
                        <a:pt x="112" y="250"/>
                      </a:lnTo>
                      <a:lnTo>
                        <a:pt x="95" y="232"/>
                      </a:lnTo>
                      <a:lnTo>
                        <a:pt x="83" y="208"/>
                      </a:lnTo>
                      <a:lnTo>
                        <a:pt x="75" y="183"/>
                      </a:lnTo>
                      <a:lnTo>
                        <a:pt x="72" y="155"/>
                      </a:lnTo>
                      <a:lnTo>
                        <a:pt x="72" y="126"/>
                      </a:lnTo>
                      <a:lnTo>
                        <a:pt x="75" y="94"/>
                      </a:lnTo>
                      <a:lnTo>
                        <a:pt x="80" y="65"/>
                      </a:lnTo>
                      <a:lnTo>
                        <a:pt x="89" y="35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56484" name="Group 164"/>
                <p:cNvGrpSpPr>
                  <a:grpSpLocks/>
                </p:cNvGrpSpPr>
                <p:nvPr/>
              </p:nvGrpSpPr>
              <p:grpSpPr bwMode="auto">
                <a:xfrm>
                  <a:off x="2359" y="3406"/>
                  <a:ext cx="52" cy="55"/>
                  <a:chOff x="2359" y="3406"/>
                  <a:chExt cx="52" cy="55"/>
                </a:xfrm>
              </p:grpSpPr>
              <p:sp>
                <p:nvSpPr>
                  <p:cNvPr id="56472" name="Oval 152"/>
                  <p:cNvSpPr>
                    <a:spLocks noChangeArrowheads="1"/>
                  </p:cNvSpPr>
                  <p:nvPr/>
                </p:nvSpPr>
                <p:spPr bwMode="auto">
                  <a:xfrm>
                    <a:off x="2359" y="3406"/>
                    <a:ext cx="52" cy="55"/>
                  </a:xfrm>
                  <a:prstGeom prst="ellipse">
                    <a:avLst/>
                  </a:prstGeom>
                  <a:solidFill>
                    <a:srgbClr val="800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73" name="Oval 153"/>
                  <p:cNvSpPr>
                    <a:spLocks noChangeArrowheads="1"/>
                  </p:cNvSpPr>
                  <p:nvPr/>
                </p:nvSpPr>
                <p:spPr bwMode="auto">
                  <a:xfrm>
                    <a:off x="2360" y="3407"/>
                    <a:ext cx="44" cy="51"/>
                  </a:xfrm>
                  <a:prstGeom prst="ellipse">
                    <a:avLst/>
                  </a:prstGeom>
                  <a:solidFill>
                    <a:srgbClr val="E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74" name="Oval 154"/>
                  <p:cNvSpPr>
                    <a:spLocks noChangeArrowheads="1"/>
                  </p:cNvSpPr>
                  <p:nvPr/>
                </p:nvSpPr>
                <p:spPr bwMode="auto">
                  <a:xfrm>
                    <a:off x="2366" y="3417"/>
                    <a:ext cx="8" cy="10"/>
                  </a:xfrm>
                  <a:prstGeom prst="ellipse">
                    <a:avLst/>
                  </a:prstGeom>
                  <a:solidFill>
                    <a:srgbClr val="800000"/>
                  </a:solidFill>
                  <a:ln w="3175">
                    <a:solidFill>
                      <a:srgbClr val="4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75" name="Oval 155"/>
                  <p:cNvSpPr>
                    <a:spLocks noChangeArrowheads="1"/>
                  </p:cNvSpPr>
                  <p:nvPr/>
                </p:nvSpPr>
                <p:spPr bwMode="auto">
                  <a:xfrm>
                    <a:off x="2375" y="3411"/>
                    <a:ext cx="8" cy="7"/>
                  </a:xfrm>
                  <a:prstGeom prst="ellipse">
                    <a:avLst/>
                  </a:prstGeom>
                  <a:solidFill>
                    <a:srgbClr val="800000"/>
                  </a:solidFill>
                  <a:ln w="3175">
                    <a:solidFill>
                      <a:srgbClr val="4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76" name="Oval 156"/>
                  <p:cNvSpPr>
                    <a:spLocks noChangeArrowheads="1"/>
                  </p:cNvSpPr>
                  <p:nvPr/>
                </p:nvSpPr>
                <p:spPr bwMode="auto">
                  <a:xfrm>
                    <a:off x="2376" y="3448"/>
                    <a:ext cx="7" cy="8"/>
                  </a:xfrm>
                  <a:prstGeom prst="ellipse">
                    <a:avLst/>
                  </a:prstGeom>
                  <a:solidFill>
                    <a:srgbClr val="800000"/>
                  </a:solidFill>
                  <a:ln w="3175">
                    <a:solidFill>
                      <a:srgbClr val="4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77" name="Oval 157"/>
                  <p:cNvSpPr>
                    <a:spLocks noChangeArrowheads="1"/>
                  </p:cNvSpPr>
                  <p:nvPr/>
                </p:nvSpPr>
                <p:spPr bwMode="auto">
                  <a:xfrm>
                    <a:off x="2375" y="3420"/>
                    <a:ext cx="9" cy="9"/>
                  </a:xfrm>
                  <a:prstGeom prst="ellipse">
                    <a:avLst/>
                  </a:prstGeom>
                  <a:solidFill>
                    <a:srgbClr val="800000"/>
                  </a:solidFill>
                  <a:ln w="3175">
                    <a:solidFill>
                      <a:srgbClr val="4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78" name="Oval 158"/>
                  <p:cNvSpPr>
                    <a:spLocks noChangeArrowheads="1"/>
                  </p:cNvSpPr>
                  <p:nvPr/>
                </p:nvSpPr>
                <p:spPr bwMode="auto">
                  <a:xfrm>
                    <a:off x="2362" y="3429"/>
                    <a:ext cx="7" cy="7"/>
                  </a:xfrm>
                  <a:prstGeom prst="ellipse">
                    <a:avLst/>
                  </a:prstGeom>
                  <a:solidFill>
                    <a:srgbClr val="800000"/>
                  </a:solidFill>
                  <a:ln w="3175">
                    <a:solidFill>
                      <a:srgbClr val="4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79" name="Oval 159"/>
                  <p:cNvSpPr>
                    <a:spLocks noChangeArrowheads="1"/>
                  </p:cNvSpPr>
                  <p:nvPr/>
                </p:nvSpPr>
                <p:spPr bwMode="auto">
                  <a:xfrm>
                    <a:off x="2366" y="3441"/>
                    <a:ext cx="8" cy="9"/>
                  </a:xfrm>
                  <a:prstGeom prst="ellipse">
                    <a:avLst/>
                  </a:prstGeom>
                  <a:solidFill>
                    <a:srgbClr val="800000"/>
                  </a:solidFill>
                  <a:ln w="3175">
                    <a:solidFill>
                      <a:srgbClr val="4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80" name="Oval 160"/>
                  <p:cNvSpPr>
                    <a:spLocks noChangeArrowheads="1"/>
                  </p:cNvSpPr>
                  <p:nvPr/>
                </p:nvSpPr>
                <p:spPr bwMode="auto">
                  <a:xfrm>
                    <a:off x="2389" y="3440"/>
                    <a:ext cx="9" cy="11"/>
                  </a:xfrm>
                  <a:prstGeom prst="ellipse">
                    <a:avLst/>
                  </a:prstGeom>
                  <a:solidFill>
                    <a:srgbClr val="800000"/>
                  </a:solidFill>
                  <a:ln w="3175">
                    <a:solidFill>
                      <a:srgbClr val="4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81" name="Oval 161"/>
                  <p:cNvSpPr>
                    <a:spLocks noChangeArrowheads="1"/>
                  </p:cNvSpPr>
                  <p:nvPr/>
                </p:nvSpPr>
                <p:spPr bwMode="auto">
                  <a:xfrm>
                    <a:off x="2400" y="3431"/>
                    <a:ext cx="4" cy="5"/>
                  </a:xfrm>
                  <a:prstGeom prst="ellipse">
                    <a:avLst/>
                  </a:prstGeom>
                  <a:solidFill>
                    <a:srgbClr val="800000"/>
                  </a:solidFill>
                  <a:ln w="3175">
                    <a:solidFill>
                      <a:srgbClr val="4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82" name="Oval 162"/>
                  <p:cNvSpPr>
                    <a:spLocks noChangeArrowheads="1"/>
                  </p:cNvSpPr>
                  <p:nvPr/>
                </p:nvSpPr>
                <p:spPr bwMode="auto">
                  <a:xfrm>
                    <a:off x="2398" y="3417"/>
                    <a:ext cx="6" cy="7"/>
                  </a:xfrm>
                  <a:prstGeom prst="ellipse">
                    <a:avLst/>
                  </a:prstGeom>
                  <a:solidFill>
                    <a:srgbClr val="800000"/>
                  </a:solidFill>
                  <a:ln w="3175">
                    <a:solidFill>
                      <a:srgbClr val="4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83" name="Oval 163"/>
                  <p:cNvSpPr>
                    <a:spLocks noChangeArrowheads="1"/>
                  </p:cNvSpPr>
                  <p:nvPr/>
                </p:nvSpPr>
                <p:spPr bwMode="auto">
                  <a:xfrm>
                    <a:off x="2404" y="3423"/>
                    <a:ext cx="4" cy="6"/>
                  </a:xfrm>
                  <a:prstGeom prst="ellipse">
                    <a:avLst/>
                  </a:prstGeom>
                  <a:solidFill>
                    <a:srgbClr val="800000"/>
                  </a:solidFill>
                  <a:ln w="3175">
                    <a:solidFill>
                      <a:srgbClr val="4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56485" name="Freeform 165"/>
                <p:cNvSpPr>
                  <a:spLocks/>
                </p:cNvSpPr>
                <p:nvPr/>
              </p:nvSpPr>
              <p:spPr bwMode="auto">
                <a:xfrm>
                  <a:off x="2303" y="3442"/>
                  <a:ext cx="48" cy="44"/>
                </a:xfrm>
                <a:custGeom>
                  <a:avLst/>
                  <a:gdLst>
                    <a:gd name="T0" fmla="*/ 120 w 243"/>
                    <a:gd name="T1" fmla="*/ 0 h 219"/>
                    <a:gd name="T2" fmla="*/ 86 w 243"/>
                    <a:gd name="T3" fmla="*/ 77 h 219"/>
                    <a:gd name="T4" fmla="*/ 0 w 243"/>
                    <a:gd name="T5" fmla="*/ 77 h 219"/>
                    <a:gd name="T6" fmla="*/ 73 w 243"/>
                    <a:gd name="T7" fmla="*/ 129 h 219"/>
                    <a:gd name="T8" fmla="*/ 49 w 243"/>
                    <a:gd name="T9" fmla="*/ 219 h 219"/>
                    <a:gd name="T10" fmla="*/ 120 w 243"/>
                    <a:gd name="T11" fmla="*/ 168 h 219"/>
                    <a:gd name="T12" fmla="*/ 194 w 243"/>
                    <a:gd name="T13" fmla="*/ 219 h 219"/>
                    <a:gd name="T14" fmla="*/ 171 w 243"/>
                    <a:gd name="T15" fmla="*/ 129 h 219"/>
                    <a:gd name="T16" fmla="*/ 243 w 243"/>
                    <a:gd name="T17" fmla="*/ 77 h 219"/>
                    <a:gd name="T18" fmla="*/ 157 w 243"/>
                    <a:gd name="T19" fmla="*/ 77 h 219"/>
                    <a:gd name="T20" fmla="*/ 120 w 243"/>
                    <a:gd name="T21" fmla="*/ 0 h 2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43" h="219">
                      <a:moveTo>
                        <a:pt x="120" y="0"/>
                      </a:moveTo>
                      <a:lnTo>
                        <a:pt x="86" y="77"/>
                      </a:lnTo>
                      <a:lnTo>
                        <a:pt x="0" y="77"/>
                      </a:lnTo>
                      <a:lnTo>
                        <a:pt x="73" y="129"/>
                      </a:lnTo>
                      <a:lnTo>
                        <a:pt x="49" y="219"/>
                      </a:lnTo>
                      <a:lnTo>
                        <a:pt x="120" y="168"/>
                      </a:lnTo>
                      <a:lnTo>
                        <a:pt x="194" y="219"/>
                      </a:lnTo>
                      <a:lnTo>
                        <a:pt x="171" y="129"/>
                      </a:lnTo>
                      <a:lnTo>
                        <a:pt x="243" y="77"/>
                      </a:lnTo>
                      <a:lnTo>
                        <a:pt x="157" y="77"/>
                      </a:lnTo>
                      <a:lnTo>
                        <a:pt x="120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86" name="Freeform 166"/>
                <p:cNvSpPr>
                  <a:spLocks/>
                </p:cNvSpPr>
                <p:nvPr/>
              </p:nvSpPr>
              <p:spPr bwMode="auto">
                <a:xfrm>
                  <a:off x="2293" y="3384"/>
                  <a:ext cx="59" cy="52"/>
                </a:xfrm>
                <a:custGeom>
                  <a:avLst/>
                  <a:gdLst>
                    <a:gd name="T0" fmla="*/ 146 w 292"/>
                    <a:gd name="T1" fmla="*/ 0 h 261"/>
                    <a:gd name="T2" fmla="*/ 102 w 292"/>
                    <a:gd name="T3" fmla="*/ 94 h 261"/>
                    <a:gd name="T4" fmla="*/ 0 w 292"/>
                    <a:gd name="T5" fmla="*/ 94 h 261"/>
                    <a:gd name="T6" fmla="*/ 87 w 292"/>
                    <a:gd name="T7" fmla="*/ 153 h 261"/>
                    <a:gd name="T8" fmla="*/ 59 w 292"/>
                    <a:gd name="T9" fmla="*/ 261 h 261"/>
                    <a:gd name="T10" fmla="*/ 146 w 292"/>
                    <a:gd name="T11" fmla="*/ 201 h 261"/>
                    <a:gd name="T12" fmla="*/ 234 w 292"/>
                    <a:gd name="T13" fmla="*/ 261 h 261"/>
                    <a:gd name="T14" fmla="*/ 204 w 292"/>
                    <a:gd name="T15" fmla="*/ 153 h 261"/>
                    <a:gd name="T16" fmla="*/ 292 w 292"/>
                    <a:gd name="T17" fmla="*/ 94 h 261"/>
                    <a:gd name="T18" fmla="*/ 190 w 292"/>
                    <a:gd name="T19" fmla="*/ 94 h 261"/>
                    <a:gd name="T20" fmla="*/ 146 w 292"/>
                    <a:gd name="T21" fmla="*/ 0 h 2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92" h="261">
                      <a:moveTo>
                        <a:pt x="146" y="0"/>
                      </a:moveTo>
                      <a:lnTo>
                        <a:pt x="102" y="94"/>
                      </a:lnTo>
                      <a:lnTo>
                        <a:pt x="0" y="94"/>
                      </a:lnTo>
                      <a:lnTo>
                        <a:pt x="87" y="153"/>
                      </a:lnTo>
                      <a:lnTo>
                        <a:pt x="59" y="261"/>
                      </a:lnTo>
                      <a:lnTo>
                        <a:pt x="146" y="201"/>
                      </a:lnTo>
                      <a:lnTo>
                        <a:pt x="234" y="261"/>
                      </a:lnTo>
                      <a:lnTo>
                        <a:pt x="204" y="153"/>
                      </a:lnTo>
                      <a:lnTo>
                        <a:pt x="292" y="94"/>
                      </a:lnTo>
                      <a:lnTo>
                        <a:pt x="190" y="94"/>
                      </a:lnTo>
                      <a:lnTo>
                        <a:pt x="14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31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87" name="Freeform 167"/>
                <p:cNvSpPr>
                  <a:spLocks/>
                </p:cNvSpPr>
                <p:nvPr/>
              </p:nvSpPr>
              <p:spPr bwMode="auto">
                <a:xfrm>
                  <a:off x="2434" y="3462"/>
                  <a:ext cx="56" cy="59"/>
                </a:xfrm>
                <a:custGeom>
                  <a:avLst/>
                  <a:gdLst>
                    <a:gd name="T0" fmla="*/ 187 w 281"/>
                    <a:gd name="T1" fmla="*/ 0 h 296"/>
                    <a:gd name="T2" fmla="*/ 211 w 281"/>
                    <a:gd name="T3" fmla="*/ 10 h 296"/>
                    <a:gd name="T4" fmla="*/ 230 w 281"/>
                    <a:gd name="T5" fmla="*/ 25 h 296"/>
                    <a:gd name="T6" fmla="*/ 245 w 281"/>
                    <a:gd name="T7" fmla="*/ 39 h 296"/>
                    <a:gd name="T8" fmla="*/ 259 w 281"/>
                    <a:gd name="T9" fmla="*/ 62 h 296"/>
                    <a:gd name="T10" fmla="*/ 271 w 281"/>
                    <a:gd name="T11" fmla="*/ 87 h 296"/>
                    <a:gd name="T12" fmla="*/ 279 w 281"/>
                    <a:gd name="T13" fmla="*/ 109 h 296"/>
                    <a:gd name="T14" fmla="*/ 281 w 281"/>
                    <a:gd name="T15" fmla="*/ 137 h 296"/>
                    <a:gd name="T16" fmla="*/ 281 w 281"/>
                    <a:gd name="T17" fmla="*/ 161 h 296"/>
                    <a:gd name="T18" fmla="*/ 276 w 281"/>
                    <a:gd name="T19" fmla="*/ 188 h 296"/>
                    <a:gd name="T20" fmla="*/ 266 w 281"/>
                    <a:gd name="T21" fmla="*/ 212 h 296"/>
                    <a:gd name="T22" fmla="*/ 253 w 281"/>
                    <a:gd name="T23" fmla="*/ 233 h 296"/>
                    <a:gd name="T24" fmla="*/ 235 w 281"/>
                    <a:gd name="T25" fmla="*/ 254 h 296"/>
                    <a:gd name="T26" fmla="*/ 220 w 281"/>
                    <a:gd name="T27" fmla="*/ 266 h 296"/>
                    <a:gd name="T28" fmla="*/ 200 w 281"/>
                    <a:gd name="T29" fmla="*/ 279 h 296"/>
                    <a:gd name="T30" fmla="*/ 179 w 281"/>
                    <a:gd name="T31" fmla="*/ 290 h 296"/>
                    <a:gd name="T32" fmla="*/ 153 w 281"/>
                    <a:gd name="T33" fmla="*/ 296 h 296"/>
                    <a:gd name="T34" fmla="*/ 125 w 281"/>
                    <a:gd name="T35" fmla="*/ 296 h 296"/>
                    <a:gd name="T36" fmla="*/ 99 w 281"/>
                    <a:gd name="T37" fmla="*/ 296 h 296"/>
                    <a:gd name="T38" fmla="*/ 71 w 281"/>
                    <a:gd name="T39" fmla="*/ 290 h 296"/>
                    <a:gd name="T40" fmla="*/ 49 w 281"/>
                    <a:gd name="T41" fmla="*/ 278 h 296"/>
                    <a:gd name="T42" fmla="*/ 30 w 281"/>
                    <a:gd name="T43" fmla="*/ 262 h 296"/>
                    <a:gd name="T44" fmla="*/ 13 w 281"/>
                    <a:gd name="T45" fmla="*/ 248 h 296"/>
                    <a:gd name="T46" fmla="*/ 0 w 281"/>
                    <a:gd name="T47" fmla="*/ 231 h 296"/>
                    <a:gd name="T48" fmla="*/ 37 w 281"/>
                    <a:gd name="T49" fmla="*/ 234 h 296"/>
                    <a:gd name="T50" fmla="*/ 64 w 281"/>
                    <a:gd name="T51" fmla="*/ 236 h 296"/>
                    <a:gd name="T52" fmla="*/ 91 w 281"/>
                    <a:gd name="T53" fmla="*/ 236 h 296"/>
                    <a:gd name="T54" fmla="*/ 118 w 281"/>
                    <a:gd name="T55" fmla="*/ 233 h 296"/>
                    <a:gd name="T56" fmla="*/ 142 w 281"/>
                    <a:gd name="T57" fmla="*/ 228 h 296"/>
                    <a:gd name="T58" fmla="*/ 165 w 281"/>
                    <a:gd name="T59" fmla="*/ 217 h 296"/>
                    <a:gd name="T60" fmla="*/ 183 w 281"/>
                    <a:gd name="T61" fmla="*/ 205 h 296"/>
                    <a:gd name="T62" fmla="*/ 194 w 281"/>
                    <a:gd name="T63" fmla="*/ 191 h 296"/>
                    <a:gd name="T64" fmla="*/ 208 w 281"/>
                    <a:gd name="T65" fmla="*/ 170 h 296"/>
                    <a:gd name="T66" fmla="*/ 215 w 281"/>
                    <a:gd name="T67" fmla="*/ 150 h 296"/>
                    <a:gd name="T68" fmla="*/ 217 w 281"/>
                    <a:gd name="T69" fmla="*/ 126 h 296"/>
                    <a:gd name="T70" fmla="*/ 217 w 281"/>
                    <a:gd name="T71" fmla="*/ 103 h 296"/>
                    <a:gd name="T72" fmla="*/ 215 w 281"/>
                    <a:gd name="T73" fmla="*/ 76 h 296"/>
                    <a:gd name="T74" fmla="*/ 210 w 281"/>
                    <a:gd name="T75" fmla="*/ 53 h 296"/>
                    <a:gd name="T76" fmla="*/ 202 w 281"/>
                    <a:gd name="T77" fmla="*/ 27 h 296"/>
                    <a:gd name="T78" fmla="*/ 187 w 281"/>
                    <a:gd name="T79" fmla="*/ 0 h 2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281" h="296">
                      <a:moveTo>
                        <a:pt x="187" y="0"/>
                      </a:moveTo>
                      <a:lnTo>
                        <a:pt x="211" y="10"/>
                      </a:lnTo>
                      <a:lnTo>
                        <a:pt x="230" y="25"/>
                      </a:lnTo>
                      <a:lnTo>
                        <a:pt x="245" y="39"/>
                      </a:lnTo>
                      <a:lnTo>
                        <a:pt x="259" y="62"/>
                      </a:lnTo>
                      <a:lnTo>
                        <a:pt x="271" y="87"/>
                      </a:lnTo>
                      <a:lnTo>
                        <a:pt x="279" y="109"/>
                      </a:lnTo>
                      <a:lnTo>
                        <a:pt x="281" y="137"/>
                      </a:lnTo>
                      <a:lnTo>
                        <a:pt x="281" y="161"/>
                      </a:lnTo>
                      <a:lnTo>
                        <a:pt x="276" y="188"/>
                      </a:lnTo>
                      <a:lnTo>
                        <a:pt x="266" y="212"/>
                      </a:lnTo>
                      <a:lnTo>
                        <a:pt x="253" y="233"/>
                      </a:lnTo>
                      <a:lnTo>
                        <a:pt x="235" y="254"/>
                      </a:lnTo>
                      <a:lnTo>
                        <a:pt x="220" y="266"/>
                      </a:lnTo>
                      <a:lnTo>
                        <a:pt x="200" y="279"/>
                      </a:lnTo>
                      <a:lnTo>
                        <a:pt x="179" y="290"/>
                      </a:lnTo>
                      <a:lnTo>
                        <a:pt x="153" y="296"/>
                      </a:lnTo>
                      <a:lnTo>
                        <a:pt x="125" y="296"/>
                      </a:lnTo>
                      <a:lnTo>
                        <a:pt x="99" y="296"/>
                      </a:lnTo>
                      <a:lnTo>
                        <a:pt x="71" y="290"/>
                      </a:lnTo>
                      <a:lnTo>
                        <a:pt x="49" y="278"/>
                      </a:lnTo>
                      <a:lnTo>
                        <a:pt x="30" y="262"/>
                      </a:lnTo>
                      <a:lnTo>
                        <a:pt x="13" y="248"/>
                      </a:lnTo>
                      <a:lnTo>
                        <a:pt x="0" y="231"/>
                      </a:lnTo>
                      <a:lnTo>
                        <a:pt x="37" y="234"/>
                      </a:lnTo>
                      <a:lnTo>
                        <a:pt x="64" y="236"/>
                      </a:lnTo>
                      <a:lnTo>
                        <a:pt x="91" y="236"/>
                      </a:lnTo>
                      <a:lnTo>
                        <a:pt x="118" y="233"/>
                      </a:lnTo>
                      <a:lnTo>
                        <a:pt x="142" y="228"/>
                      </a:lnTo>
                      <a:lnTo>
                        <a:pt x="165" y="217"/>
                      </a:lnTo>
                      <a:lnTo>
                        <a:pt x="183" y="205"/>
                      </a:lnTo>
                      <a:lnTo>
                        <a:pt x="194" y="191"/>
                      </a:lnTo>
                      <a:lnTo>
                        <a:pt x="208" y="170"/>
                      </a:lnTo>
                      <a:lnTo>
                        <a:pt x="215" y="150"/>
                      </a:lnTo>
                      <a:lnTo>
                        <a:pt x="217" y="126"/>
                      </a:lnTo>
                      <a:lnTo>
                        <a:pt x="217" y="103"/>
                      </a:lnTo>
                      <a:lnTo>
                        <a:pt x="215" y="76"/>
                      </a:lnTo>
                      <a:lnTo>
                        <a:pt x="210" y="53"/>
                      </a:lnTo>
                      <a:lnTo>
                        <a:pt x="202" y="27"/>
                      </a:lnTo>
                      <a:lnTo>
                        <a:pt x="187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56500" name="Group 180"/>
                <p:cNvGrpSpPr>
                  <a:grpSpLocks/>
                </p:cNvGrpSpPr>
                <p:nvPr/>
              </p:nvGrpSpPr>
              <p:grpSpPr bwMode="auto">
                <a:xfrm>
                  <a:off x="2249" y="3376"/>
                  <a:ext cx="36" cy="38"/>
                  <a:chOff x="2249" y="3376"/>
                  <a:chExt cx="36" cy="38"/>
                </a:xfrm>
              </p:grpSpPr>
              <p:sp>
                <p:nvSpPr>
                  <p:cNvPr id="56488" name="Oval 168"/>
                  <p:cNvSpPr>
                    <a:spLocks noChangeArrowheads="1"/>
                  </p:cNvSpPr>
                  <p:nvPr/>
                </p:nvSpPr>
                <p:spPr bwMode="auto">
                  <a:xfrm>
                    <a:off x="2249" y="3376"/>
                    <a:ext cx="36" cy="38"/>
                  </a:xfrm>
                  <a:prstGeom prst="ellipse">
                    <a:avLst/>
                  </a:prstGeom>
                  <a:solidFill>
                    <a:srgbClr val="800000"/>
                  </a:solidFill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89" name="Oval 169"/>
                  <p:cNvSpPr>
                    <a:spLocks noChangeArrowheads="1"/>
                  </p:cNvSpPr>
                  <p:nvPr/>
                </p:nvSpPr>
                <p:spPr bwMode="auto">
                  <a:xfrm>
                    <a:off x="2250" y="3377"/>
                    <a:ext cx="30" cy="36"/>
                  </a:xfrm>
                  <a:prstGeom prst="ellipse">
                    <a:avLst/>
                  </a:prstGeom>
                  <a:solidFill>
                    <a:srgbClr val="E00000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90" name="Oval 170"/>
                  <p:cNvSpPr>
                    <a:spLocks noChangeArrowheads="1"/>
                  </p:cNvSpPr>
                  <p:nvPr/>
                </p:nvSpPr>
                <p:spPr bwMode="auto">
                  <a:xfrm>
                    <a:off x="2254" y="3383"/>
                    <a:ext cx="5" cy="7"/>
                  </a:xfrm>
                  <a:prstGeom prst="ellipse">
                    <a:avLst/>
                  </a:prstGeom>
                  <a:solidFill>
                    <a:srgbClr val="800000"/>
                  </a:solidFill>
                  <a:ln w="3175">
                    <a:solidFill>
                      <a:srgbClr val="4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91" name="Oval 171"/>
                  <p:cNvSpPr>
                    <a:spLocks noChangeArrowheads="1"/>
                  </p:cNvSpPr>
                  <p:nvPr/>
                </p:nvSpPr>
                <p:spPr bwMode="auto">
                  <a:xfrm>
                    <a:off x="2260" y="3379"/>
                    <a:ext cx="5" cy="6"/>
                  </a:xfrm>
                  <a:prstGeom prst="ellipse">
                    <a:avLst/>
                  </a:prstGeom>
                  <a:solidFill>
                    <a:srgbClr val="800000"/>
                  </a:solidFill>
                  <a:ln w="3175">
                    <a:solidFill>
                      <a:srgbClr val="4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92" name="Oval 172"/>
                  <p:cNvSpPr>
                    <a:spLocks noChangeArrowheads="1"/>
                  </p:cNvSpPr>
                  <p:nvPr/>
                </p:nvSpPr>
                <p:spPr bwMode="auto">
                  <a:xfrm>
                    <a:off x="2260" y="3405"/>
                    <a:ext cx="5" cy="6"/>
                  </a:xfrm>
                  <a:prstGeom prst="ellipse">
                    <a:avLst/>
                  </a:prstGeom>
                  <a:solidFill>
                    <a:srgbClr val="800000"/>
                  </a:solidFill>
                  <a:ln w="3175">
                    <a:solidFill>
                      <a:srgbClr val="4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93" name="Oval 173"/>
                  <p:cNvSpPr>
                    <a:spLocks noChangeArrowheads="1"/>
                  </p:cNvSpPr>
                  <p:nvPr/>
                </p:nvSpPr>
                <p:spPr bwMode="auto">
                  <a:xfrm>
                    <a:off x="2260" y="3385"/>
                    <a:ext cx="7" cy="7"/>
                  </a:xfrm>
                  <a:prstGeom prst="ellipse">
                    <a:avLst/>
                  </a:prstGeom>
                  <a:solidFill>
                    <a:srgbClr val="800000"/>
                  </a:solidFill>
                  <a:ln w="3175">
                    <a:solidFill>
                      <a:srgbClr val="4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94" name="Oval 174"/>
                  <p:cNvSpPr>
                    <a:spLocks noChangeArrowheads="1"/>
                  </p:cNvSpPr>
                  <p:nvPr/>
                </p:nvSpPr>
                <p:spPr bwMode="auto">
                  <a:xfrm>
                    <a:off x="2250" y="3392"/>
                    <a:ext cx="6" cy="5"/>
                  </a:xfrm>
                  <a:prstGeom prst="ellipse">
                    <a:avLst/>
                  </a:prstGeom>
                  <a:solidFill>
                    <a:srgbClr val="800000"/>
                  </a:solidFill>
                  <a:ln w="3175">
                    <a:solidFill>
                      <a:srgbClr val="4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95" name="Oval 175"/>
                  <p:cNvSpPr>
                    <a:spLocks noChangeArrowheads="1"/>
                  </p:cNvSpPr>
                  <p:nvPr/>
                </p:nvSpPr>
                <p:spPr bwMode="auto">
                  <a:xfrm>
                    <a:off x="2253" y="3400"/>
                    <a:ext cx="7" cy="6"/>
                  </a:xfrm>
                  <a:prstGeom prst="ellipse">
                    <a:avLst/>
                  </a:prstGeom>
                  <a:solidFill>
                    <a:srgbClr val="800000"/>
                  </a:solidFill>
                  <a:ln w="3175">
                    <a:solidFill>
                      <a:srgbClr val="4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96" name="Oval 176"/>
                  <p:cNvSpPr>
                    <a:spLocks noChangeArrowheads="1"/>
                  </p:cNvSpPr>
                  <p:nvPr/>
                </p:nvSpPr>
                <p:spPr bwMode="auto">
                  <a:xfrm>
                    <a:off x="2269" y="3400"/>
                    <a:ext cx="7" cy="8"/>
                  </a:xfrm>
                  <a:prstGeom prst="ellipse">
                    <a:avLst/>
                  </a:prstGeom>
                  <a:solidFill>
                    <a:srgbClr val="800000"/>
                  </a:solidFill>
                  <a:ln w="3175">
                    <a:solidFill>
                      <a:srgbClr val="4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97" name="Oval 177"/>
                  <p:cNvSpPr>
                    <a:spLocks noChangeArrowheads="1"/>
                  </p:cNvSpPr>
                  <p:nvPr/>
                </p:nvSpPr>
                <p:spPr bwMode="auto">
                  <a:xfrm>
                    <a:off x="2277" y="3393"/>
                    <a:ext cx="4" cy="4"/>
                  </a:xfrm>
                  <a:prstGeom prst="ellipse">
                    <a:avLst/>
                  </a:prstGeom>
                  <a:solidFill>
                    <a:srgbClr val="800000"/>
                  </a:solidFill>
                  <a:ln w="3175">
                    <a:solidFill>
                      <a:srgbClr val="4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98" name="Oval 178"/>
                  <p:cNvSpPr>
                    <a:spLocks noChangeArrowheads="1"/>
                  </p:cNvSpPr>
                  <p:nvPr/>
                </p:nvSpPr>
                <p:spPr bwMode="auto">
                  <a:xfrm>
                    <a:off x="2276" y="3383"/>
                    <a:ext cx="5" cy="5"/>
                  </a:xfrm>
                  <a:prstGeom prst="ellipse">
                    <a:avLst/>
                  </a:prstGeom>
                  <a:solidFill>
                    <a:srgbClr val="800000"/>
                  </a:solidFill>
                  <a:ln w="3175">
                    <a:solidFill>
                      <a:srgbClr val="4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56499" name="Oval 179"/>
                  <p:cNvSpPr>
                    <a:spLocks noChangeArrowheads="1"/>
                  </p:cNvSpPr>
                  <p:nvPr/>
                </p:nvSpPr>
                <p:spPr bwMode="auto">
                  <a:xfrm>
                    <a:off x="2280" y="3387"/>
                    <a:ext cx="3" cy="5"/>
                  </a:xfrm>
                  <a:prstGeom prst="ellipse">
                    <a:avLst/>
                  </a:prstGeom>
                  <a:solidFill>
                    <a:srgbClr val="800000"/>
                  </a:solidFill>
                  <a:ln w="3175">
                    <a:solidFill>
                      <a:srgbClr val="4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56501" name="Freeform 181"/>
                <p:cNvSpPr>
                  <a:spLocks/>
                </p:cNvSpPr>
                <p:nvPr/>
              </p:nvSpPr>
              <p:spPr bwMode="auto">
                <a:xfrm>
                  <a:off x="2368" y="3337"/>
                  <a:ext cx="49" cy="44"/>
                </a:xfrm>
                <a:custGeom>
                  <a:avLst/>
                  <a:gdLst>
                    <a:gd name="T0" fmla="*/ 122 w 244"/>
                    <a:gd name="T1" fmla="*/ 0 h 221"/>
                    <a:gd name="T2" fmla="*/ 86 w 244"/>
                    <a:gd name="T3" fmla="*/ 78 h 221"/>
                    <a:gd name="T4" fmla="*/ 0 w 244"/>
                    <a:gd name="T5" fmla="*/ 78 h 221"/>
                    <a:gd name="T6" fmla="*/ 73 w 244"/>
                    <a:gd name="T7" fmla="*/ 130 h 221"/>
                    <a:gd name="T8" fmla="*/ 49 w 244"/>
                    <a:gd name="T9" fmla="*/ 221 h 221"/>
                    <a:gd name="T10" fmla="*/ 122 w 244"/>
                    <a:gd name="T11" fmla="*/ 168 h 221"/>
                    <a:gd name="T12" fmla="*/ 196 w 244"/>
                    <a:gd name="T13" fmla="*/ 221 h 221"/>
                    <a:gd name="T14" fmla="*/ 171 w 244"/>
                    <a:gd name="T15" fmla="*/ 130 h 221"/>
                    <a:gd name="T16" fmla="*/ 244 w 244"/>
                    <a:gd name="T17" fmla="*/ 78 h 221"/>
                    <a:gd name="T18" fmla="*/ 159 w 244"/>
                    <a:gd name="T19" fmla="*/ 78 h 221"/>
                    <a:gd name="T20" fmla="*/ 122 w 244"/>
                    <a:gd name="T21" fmla="*/ 0 h 2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44" h="221">
                      <a:moveTo>
                        <a:pt x="122" y="0"/>
                      </a:moveTo>
                      <a:lnTo>
                        <a:pt x="86" y="78"/>
                      </a:lnTo>
                      <a:lnTo>
                        <a:pt x="0" y="78"/>
                      </a:lnTo>
                      <a:lnTo>
                        <a:pt x="73" y="130"/>
                      </a:lnTo>
                      <a:lnTo>
                        <a:pt x="49" y="221"/>
                      </a:lnTo>
                      <a:lnTo>
                        <a:pt x="122" y="168"/>
                      </a:lnTo>
                      <a:lnTo>
                        <a:pt x="196" y="221"/>
                      </a:lnTo>
                      <a:lnTo>
                        <a:pt x="171" y="130"/>
                      </a:lnTo>
                      <a:lnTo>
                        <a:pt x="244" y="78"/>
                      </a:lnTo>
                      <a:lnTo>
                        <a:pt x="159" y="78"/>
                      </a:lnTo>
                      <a:lnTo>
                        <a:pt x="122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502" name="Freeform 182"/>
                <p:cNvSpPr>
                  <a:spLocks/>
                </p:cNvSpPr>
                <p:nvPr/>
              </p:nvSpPr>
              <p:spPr bwMode="auto">
                <a:xfrm>
                  <a:off x="2511" y="3438"/>
                  <a:ext cx="34" cy="31"/>
                </a:xfrm>
                <a:custGeom>
                  <a:avLst/>
                  <a:gdLst>
                    <a:gd name="T0" fmla="*/ 85 w 171"/>
                    <a:gd name="T1" fmla="*/ 0 h 158"/>
                    <a:gd name="T2" fmla="*/ 59 w 171"/>
                    <a:gd name="T3" fmla="*/ 56 h 158"/>
                    <a:gd name="T4" fmla="*/ 0 w 171"/>
                    <a:gd name="T5" fmla="*/ 56 h 158"/>
                    <a:gd name="T6" fmla="*/ 49 w 171"/>
                    <a:gd name="T7" fmla="*/ 92 h 158"/>
                    <a:gd name="T8" fmla="*/ 33 w 171"/>
                    <a:gd name="T9" fmla="*/ 158 h 158"/>
                    <a:gd name="T10" fmla="*/ 85 w 171"/>
                    <a:gd name="T11" fmla="*/ 121 h 158"/>
                    <a:gd name="T12" fmla="*/ 136 w 171"/>
                    <a:gd name="T13" fmla="*/ 158 h 158"/>
                    <a:gd name="T14" fmla="*/ 120 w 171"/>
                    <a:gd name="T15" fmla="*/ 92 h 158"/>
                    <a:gd name="T16" fmla="*/ 171 w 171"/>
                    <a:gd name="T17" fmla="*/ 56 h 158"/>
                    <a:gd name="T18" fmla="*/ 111 w 171"/>
                    <a:gd name="T19" fmla="*/ 56 h 158"/>
                    <a:gd name="T20" fmla="*/ 85 w 171"/>
                    <a:gd name="T21" fmla="*/ 0 h 1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71" h="158">
                      <a:moveTo>
                        <a:pt x="85" y="0"/>
                      </a:moveTo>
                      <a:lnTo>
                        <a:pt x="59" y="56"/>
                      </a:lnTo>
                      <a:lnTo>
                        <a:pt x="0" y="56"/>
                      </a:lnTo>
                      <a:lnTo>
                        <a:pt x="49" y="92"/>
                      </a:lnTo>
                      <a:lnTo>
                        <a:pt x="33" y="158"/>
                      </a:lnTo>
                      <a:lnTo>
                        <a:pt x="85" y="121"/>
                      </a:lnTo>
                      <a:lnTo>
                        <a:pt x="136" y="158"/>
                      </a:lnTo>
                      <a:lnTo>
                        <a:pt x="120" y="92"/>
                      </a:lnTo>
                      <a:lnTo>
                        <a:pt x="171" y="56"/>
                      </a:lnTo>
                      <a:lnTo>
                        <a:pt x="111" y="56"/>
                      </a:lnTo>
                      <a:lnTo>
                        <a:pt x="85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31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503" name="Freeform 183"/>
                <p:cNvSpPr>
                  <a:spLocks/>
                </p:cNvSpPr>
                <p:nvPr/>
              </p:nvSpPr>
              <p:spPr bwMode="auto">
                <a:xfrm>
                  <a:off x="2411" y="3360"/>
                  <a:ext cx="42" cy="41"/>
                </a:xfrm>
                <a:custGeom>
                  <a:avLst/>
                  <a:gdLst>
                    <a:gd name="T0" fmla="*/ 106 w 209"/>
                    <a:gd name="T1" fmla="*/ 0 h 203"/>
                    <a:gd name="T2" fmla="*/ 73 w 209"/>
                    <a:gd name="T3" fmla="*/ 71 h 203"/>
                    <a:gd name="T4" fmla="*/ 0 w 209"/>
                    <a:gd name="T5" fmla="*/ 71 h 203"/>
                    <a:gd name="T6" fmla="*/ 63 w 209"/>
                    <a:gd name="T7" fmla="*/ 119 h 203"/>
                    <a:gd name="T8" fmla="*/ 42 w 209"/>
                    <a:gd name="T9" fmla="*/ 203 h 203"/>
                    <a:gd name="T10" fmla="*/ 106 w 209"/>
                    <a:gd name="T11" fmla="*/ 156 h 203"/>
                    <a:gd name="T12" fmla="*/ 168 w 209"/>
                    <a:gd name="T13" fmla="*/ 203 h 203"/>
                    <a:gd name="T14" fmla="*/ 147 w 209"/>
                    <a:gd name="T15" fmla="*/ 119 h 203"/>
                    <a:gd name="T16" fmla="*/ 209 w 209"/>
                    <a:gd name="T17" fmla="*/ 71 h 203"/>
                    <a:gd name="T18" fmla="*/ 138 w 209"/>
                    <a:gd name="T19" fmla="*/ 71 h 203"/>
                    <a:gd name="T20" fmla="*/ 106 w 209"/>
                    <a:gd name="T21" fmla="*/ 0 h 2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09" h="203">
                      <a:moveTo>
                        <a:pt x="106" y="0"/>
                      </a:moveTo>
                      <a:lnTo>
                        <a:pt x="73" y="71"/>
                      </a:lnTo>
                      <a:lnTo>
                        <a:pt x="0" y="71"/>
                      </a:lnTo>
                      <a:lnTo>
                        <a:pt x="63" y="119"/>
                      </a:lnTo>
                      <a:lnTo>
                        <a:pt x="42" y="203"/>
                      </a:lnTo>
                      <a:lnTo>
                        <a:pt x="106" y="156"/>
                      </a:lnTo>
                      <a:lnTo>
                        <a:pt x="168" y="203"/>
                      </a:lnTo>
                      <a:lnTo>
                        <a:pt x="147" y="119"/>
                      </a:lnTo>
                      <a:lnTo>
                        <a:pt x="209" y="71"/>
                      </a:lnTo>
                      <a:lnTo>
                        <a:pt x="138" y="71"/>
                      </a:lnTo>
                      <a:lnTo>
                        <a:pt x="106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317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6511" name="Group 191"/>
              <p:cNvGrpSpPr>
                <a:grpSpLocks/>
              </p:cNvGrpSpPr>
              <p:nvPr/>
            </p:nvGrpSpPr>
            <p:grpSpPr bwMode="auto">
              <a:xfrm>
                <a:off x="2442" y="3236"/>
                <a:ext cx="219" cy="270"/>
                <a:chOff x="2442" y="3236"/>
                <a:chExt cx="219" cy="270"/>
              </a:xfrm>
            </p:grpSpPr>
            <p:sp>
              <p:nvSpPr>
                <p:cNvPr id="56505" name="Line 185"/>
                <p:cNvSpPr>
                  <a:spLocks noChangeShapeType="1"/>
                </p:cNvSpPr>
                <p:nvPr/>
              </p:nvSpPr>
              <p:spPr bwMode="auto">
                <a:xfrm flipV="1">
                  <a:off x="2532" y="3236"/>
                  <a:ext cx="9" cy="114"/>
                </a:xfrm>
                <a:prstGeom prst="line">
                  <a:avLst/>
                </a:prstGeom>
                <a:noFill/>
                <a:ln w="6350">
                  <a:solidFill>
                    <a:srgbClr val="FFFF4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506" name="Line 186"/>
                <p:cNvSpPr>
                  <a:spLocks noChangeShapeType="1"/>
                </p:cNvSpPr>
                <p:nvPr/>
              </p:nvSpPr>
              <p:spPr bwMode="auto">
                <a:xfrm>
                  <a:off x="2575" y="3406"/>
                  <a:ext cx="86" cy="4"/>
                </a:xfrm>
                <a:prstGeom prst="line">
                  <a:avLst/>
                </a:prstGeom>
                <a:noFill/>
                <a:ln w="6350">
                  <a:solidFill>
                    <a:srgbClr val="FFFF4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507" name="Line 187"/>
                <p:cNvSpPr>
                  <a:spLocks noChangeShapeType="1"/>
                </p:cNvSpPr>
                <p:nvPr/>
              </p:nvSpPr>
              <p:spPr bwMode="auto">
                <a:xfrm>
                  <a:off x="2556" y="3423"/>
                  <a:ext cx="1" cy="83"/>
                </a:xfrm>
                <a:prstGeom prst="line">
                  <a:avLst/>
                </a:prstGeom>
                <a:noFill/>
                <a:ln w="6350">
                  <a:solidFill>
                    <a:srgbClr val="FFFF4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508" name="Line 188"/>
                <p:cNvSpPr>
                  <a:spLocks noChangeShapeType="1"/>
                </p:cNvSpPr>
                <p:nvPr/>
              </p:nvSpPr>
              <p:spPr bwMode="auto">
                <a:xfrm flipH="1" flipV="1">
                  <a:off x="2442" y="3326"/>
                  <a:ext cx="68" cy="45"/>
                </a:xfrm>
                <a:prstGeom prst="line">
                  <a:avLst/>
                </a:prstGeom>
                <a:noFill/>
                <a:ln w="6350">
                  <a:solidFill>
                    <a:srgbClr val="FFFF4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509" name="Line 189"/>
                <p:cNvSpPr>
                  <a:spLocks noChangeShapeType="1"/>
                </p:cNvSpPr>
                <p:nvPr/>
              </p:nvSpPr>
              <p:spPr bwMode="auto">
                <a:xfrm flipH="1" flipV="1">
                  <a:off x="2478" y="3256"/>
                  <a:ext cx="37" cy="82"/>
                </a:xfrm>
                <a:prstGeom prst="line">
                  <a:avLst/>
                </a:prstGeom>
                <a:noFill/>
                <a:ln w="6350">
                  <a:solidFill>
                    <a:srgbClr val="FFFF4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510" name="Line 190"/>
                <p:cNvSpPr>
                  <a:spLocks noChangeShapeType="1"/>
                </p:cNvSpPr>
                <p:nvPr/>
              </p:nvSpPr>
              <p:spPr bwMode="auto">
                <a:xfrm>
                  <a:off x="2579" y="3437"/>
                  <a:ext cx="78" cy="62"/>
                </a:xfrm>
                <a:prstGeom prst="line">
                  <a:avLst/>
                </a:prstGeom>
                <a:noFill/>
                <a:ln w="6350">
                  <a:solidFill>
                    <a:srgbClr val="FFFF4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56514" name="AutoShape 194"/>
          <p:cNvSpPr>
            <a:spLocks noChangeArrowheads="1"/>
          </p:cNvSpPr>
          <p:nvPr/>
        </p:nvSpPr>
        <p:spPr bwMode="auto">
          <a:xfrm>
            <a:off x="914400" y="4724400"/>
            <a:ext cx="4495800" cy="1447800"/>
          </a:xfrm>
          <a:prstGeom prst="cloudCallout">
            <a:avLst>
              <a:gd name="adj1" fmla="val 87005"/>
              <a:gd name="adj2" fmla="val -16009"/>
            </a:avLst>
          </a:prstGeom>
          <a:gradFill rotWithShape="0">
            <a:gsLst>
              <a:gs pos="0">
                <a:schemeClr val="bg1"/>
              </a:gs>
              <a:gs pos="100000">
                <a:srgbClr val="CCFFFF"/>
              </a:gs>
            </a:gsLst>
            <a:lin ang="18900000" scaled="1"/>
          </a:gra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400" b="1"/>
              <a:t>I</a:t>
            </a:r>
            <a:r>
              <a:rPr lang="zh-CN" altLang="en-US" sz="2400" b="1"/>
              <a:t>’</a:t>
            </a:r>
            <a:r>
              <a:rPr lang="en-US" altLang="zh-CN" sz="2400" b="1"/>
              <a:t>m gonna need some magic here …</a:t>
            </a:r>
          </a:p>
        </p:txBody>
      </p:sp>
    </p:spTree>
    <p:extLst>
      <p:ext uri="{BB962C8B-B14F-4D97-AF65-F5344CB8AC3E}">
        <p14:creationId xmlns:p14="http://schemas.microsoft.com/office/powerpoint/2010/main" val="320472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63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63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63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0" fill="hold"/>
                                        <p:tgtEl>
                                          <p:spTgt spid="56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0" fill="hold"/>
                                        <p:tgtEl>
                                          <p:spTgt spid="56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1"/>
                                            </p:cond>
                                          </p:stCondLst>
                                        </p:cTn>
                                        <p:tgtEl>
                                          <p:spTgt spid="5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563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63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63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63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63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6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565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30" grpId="0" autoUpdateAnimBg="0"/>
      <p:bldP spid="56340" grpId="0" autoUpdateAnimBg="0"/>
      <p:bldP spid="56341" grpId="0" autoUpdateAnimBg="0"/>
      <p:bldP spid="56342" grpId="0" autoUpdateAnimBg="0"/>
      <p:bldP spid="56350" grpId="0" autoUpdateAnimBg="0"/>
      <p:bldP spid="56351" grpId="0" autoUpdateAnimBg="0"/>
      <p:bldP spid="56514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5715000" y="0"/>
            <a:ext cx="3429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zh-CN" sz="1800" b="1">
                <a:cs typeface="宋体" charset="0"/>
              </a:rPr>
              <a:t>§6  Fast Fourier Transform</a:t>
            </a:r>
          </a:p>
        </p:txBody>
      </p:sp>
      <p:grpSp>
        <p:nvGrpSpPr>
          <p:cNvPr id="57349" name="Group 5"/>
          <p:cNvGrpSpPr>
            <a:grpSpLocks/>
          </p:cNvGrpSpPr>
          <p:nvPr/>
        </p:nvGrpSpPr>
        <p:grpSpPr bwMode="auto">
          <a:xfrm>
            <a:off x="381000" y="304800"/>
            <a:ext cx="7467600" cy="658813"/>
            <a:chOff x="336" y="240"/>
            <a:chExt cx="4704" cy="415"/>
          </a:xfrm>
        </p:grpSpPr>
        <p:sp>
          <p:nvSpPr>
            <p:cNvPr id="57347" name="Text Box 3"/>
            <p:cNvSpPr txBox="1">
              <a:spLocks noChangeArrowheads="1"/>
            </p:cNvSpPr>
            <p:nvPr/>
          </p:nvSpPr>
          <p:spPr bwMode="auto">
            <a:xfrm>
              <a:off x="336" y="288"/>
              <a:ext cx="47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solidFill>
                    <a:schemeClr val="accent2"/>
                  </a:solidFill>
                </a:rPr>
                <a:t>例：</a:t>
              </a:r>
              <a:r>
                <a:rPr lang="en-US" altLang="zh-CN" sz="2400" b="1" i="1"/>
                <a:t>N</a:t>
              </a:r>
              <a:r>
                <a:rPr lang="en-US" altLang="zh-CN" sz="2400" b="1"/>
                <a:t> = </a:t>
              </a:r>
              <a:r>
                <a:rPr lang="en-US" altLang="zh-CN" sz="2400" b="1">
                  <a:solidFill>
                    <a:schemeClr val="accent2"/>
                  </a:solidFill>
                </a:rPr>
                <a:t>2</a:t>
              </a:r>
              <a:r>
                <a:rPr lang="en-US" altLang="zh-CN" sz="2400" b="1" baseline="30000">
                  <a:solidFill>
                    <a:schemeClr val="accent2"/>
                  </a:solidFill>
                </a:rPr>
                <a:t>3</a:t>
              </a:r>
              <a:r>
                <a:rPr lang="en-US" altLang="zh-CN" sz="2400" b="1"/>
                <a:t> = 8,  </a:t>
              </a:r>
              <a:r>
                <a:rPr lang="zh-CN" altLang="en-US" sz="2400" b="1"/>
                <a:t>计算</a:t>
              </a:r>
              <a:r>
                <a:rPr lang="en-US" altLang="zh-CN" sz="2400" b="1"/>
                <a:t>                      </a:t>
              </a:r>
              <a:r>
                <a:rPr lang="zh-CN" altLang="en-US" sz="2400" b="1"/>
                <a:t>，</a:t>
              </a:r>
              <a:r>
                <a:rPr lang="en-US" altLang="zh-CN" sz="2400" b="1"/>
                <a:t> </a:t>
              </a:r>
              <a:r>
                <a:rPr lang="en-US" altLang="zh-CN" sz="2000" b="1" i="1"/>
                <a:t>j</a:t>
              </a:r>
              <a:r>
                <a:rPr lang="en-US" altLang="zh-CN" sz="2000" b="1"/>
                <a:t> = 0, 1, 2, 3, 4, 5, 6, 7</a:t>
              </a:r>
            </a:p>
          </p:txBody>
        </p:sp>
        <p:graphicFrame>
          <p:nvGraphicFramePr>
            <p:cNvPr id="57348" name="Object 4"/>
            <p:cNvGraphicFramePr>
              <a:graphicFrameLocks noChangeAspect="1"/>
            </p:cNvGraphicFramePr>
            <p:nvPr/>
          </p:nvGraphicFramePr>
          <p:xfrm>
            <a:off x="2112" y="240"/>
            <a:ext cx="1140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990360" imgH="431640" progId="Equation.3">
                    <p:embed/>
                  </p:oleObj>
                </mc:Choice>
                <mc:Fallback>
                  <p:oleObj name="Equation" r:id="rId7" imgW="990360" imgH="431640" progId="Equation.3">
                    <p:embed/>
                    <p:pic>
                      <p:nvPicPr>
                        <p:cNvPr id="5734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240"/>
                          <a:ext cx="1140" cy="4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350" name="Text Box 6"/>
          <p:cNvSpPr txBox="1">
            <a:spLocks noChangeArrowheads="1"/>
          </p:cNvSpPr>
          <p:nvPr/>
        </p:nvSpPr>
        <p:spPr bwMode="auto">
          <a:xfrm>
            <a:off x="381000" y="914400"/>
            <a:ext cx="693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008000"/>
                </a:solidFill>
              </a:rPr>
              <a:t>技巧：</a:t>
            </a:r>
            <a:r>
              <a:rPr lang="zh-CN" altLang="en-US" sz="2400" b="1"/>
              <a:t>将</a:t>
            </a:r>
            <a:r>
              <a:rPr lang="en-US" altLang="zh-CN" sz="2400" b="1"/>
              <a:t> </a:t>
            </a:r>
            <a:r>
              <a:rPr lang="en-US" altLang="zh-CN" sz="2400" b="1" i="1">
                <a:solidFill>
                  <a:schemeClr val="accent2"/>
                </a:solidFill>
              </a:rPr>
              <a:t>k</a:t>
            </a:r>
            <a:r>
              <a:rPr lang="en-US" altLang="zh-CN" sz="2400" b="1" i="1"/>
              <a:t> , </a:t>
            </a:r>
            <a:r>
              <a:rPr lang="en-US" altLang="zh-CN" sz="2400" b="1" i="1">
                <a:solidFill>
                  <a:srgbClr val="FF3300"/>
                </a:solidFill>
              </a:rPr>
              <a:t>j</a:t>
            </a:r>
            <a:r>
              <a:rPr lang="en-US" altLang="zh-CN" sz="2400" b="1"/>
              <a:t> </a:t>
            </a:r>
            <a:r>
              <a:rPr lang="zh-CN" altLang="en-US" sz="2400" b="1"/>
              <a:t>先记为</a:t>
            </a:r>
            <a:r>
              <a:rPr lang="zh-CN" altLang="en-US" sz="2400" b="1">
                <a:solidFill>
                  <a:schemeClr val="accent2"/>
                </a:solidFill>
              </a:rPr>
              <a:t>二进制数</a:t>
            </a:r>
            <a:r>
              <a:rPr lang="en-US" altLang="zh-CN" sz="2400" b="1"/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charset="0"/>
              </a:rPr>
              <a:t>/* binary numbers */</a:t>
            </a:r>
          </a:p>
        </p:txBody>
      </p:sp>
      <p:grpSp>
        <p:nvGrpSpPr>
          <p:cNvPr id="57412" name="Group 68"/>
          <p:cNvGrpSpPr>
            <a:grpSpLocks/>
          </p:cNvGrpSpPr>
          <p:nvPr/>
        </p:nvGrpSpPr>
        <p:grpSpPr bwMode="auto">
          <a:xfrm>
            <a:off x="1447800" y="1371600"/>
            <a:ext cx="4727575" cy="766763"/>
            <a:chOff x="912" y="1033"/>
            <a:chExt cx="2978" cy="483"/>
          </a:xfrm>
        </p:grpSpPr>
        <p:sp>
          <p:nvSpPr>
            <p:cNvPr id="57355" name="Rectangle 11"/>
            <p:cNvSpPr>
              <a:spLocks noChangeArrowheads="1"/>
            </p:cNvSpPr>
            <p:nvPr/>
          </p:nvSpPr>
          <p:spPr bwMode="auto">
            <a:xfrm>
              <a:off x="3011" y="1282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=</a:t>
              </a:r>
              <a:endParaRPr lang="en-US" altLang="zh-CN"/>
            </a:p>
          </p:txBody>
        </p:sp>
        <p:sp>
          <p:nvSpPr>
            <p:cNvPr id="57356" name="Rectangle 12"/>
            <p:cNvSpPr>
              <a:spLocks noChangeArrowheads="1"/>
            </p:cNvSpPr>
            <p:nvPr/>
          </p:nvSpPr>
          <p:spPr bwMode="auto">
            <a:xfrm>
              <a:off x="2684" y="1282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</a:t>
              </a:r>
            </a:p>
          </p:txBody>
        </p:sp>
        <p:sp>
          <p:nvSpPr>
            <p:cNvPr id="57357" name="Rectangle 13"/>
            <p:cNvSpPr>
              <a:spLocks noChangeArrowheads="1"/>
            </p:cNvSpPr>
            <p:nvPr/>
          </p:nvSpPr>
          <p:spPr bwMode="auto">
            <a:xfrm>
              <a:off x="2385" y="1282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7358" name="Rectangle 14"/>
            <p:cNvSpPr>
              <a:spLocks noChangeArrowheads="1"/>
            </p:cNvSpPr>
            <p:nvPr/>
          </p:nvSpPr>
          <p:spPr bwMode="auto">
            <a:xfrm>
              <a:off x="2077" y="1282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latin typeface="Symbol" charset="0"/>
                  <a:sym typeface="Symbol" charset="0"/>
                </a:rPr>
                <a:t></a:t>
              </a:r>
            </a:p>
          </p:txBody>
        </p:sp>
        <p:sp>
          <p:nvSpPr>
            <p:cNvPr id="57359" name="Rectangle 15"/>
            <p:cNvSpPr>
              <a:spLocks noChangeArrowheads="1"/>
            </p:cNvSpPr>
            <p:nvPr/>
          </p:nvSpPr>
          <p:spPr bwMode="auto">
            <a:xfrm>
              <a:off x="1785" y="1282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7360" name="Rectangle 16"/>
            <p:cNvSpPr>
              <a:spLocks noChangeArrowheads="1"/>
            </p:cNvSpPr>
            <p:nvPr/>
          </p:nvSpPr>
          <p:spPr bwMode="auto">
            <a:xfrm>
              <a:off x="1467" y="1282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</a:t>
              </a:r>
            </a:p>
          </p:txBody>
        </p:sp>
        <p:sp>
          <p:nvSpPr>
            <p:cNvPr id="57361" name="Rectangle 17"/>
            <p:cNvSpPr>
              <a:spLocks noChangeArrowheads="1"/>
            </p:cNvSpPr>
            <p:nvPr/>
          </p:nvSpPr>
          <p:spPr bwMode="auto">
            <a:xfrm>
              <a:off x="1158" y="1282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=</a:t>
              </a:r>
              <a:endParaRPr lang="en-US" altLang="zh-CN"/>
            </a:p>
          </p:txBody>
        </p:sp>
        <p:sp>
          <p:nvSpPr>
            <p:cNvPr id="57362" name="Rectangle 18"/>
            <p:cNvSpPr>
              <a:spLocks noChangeArrowheads="1"/>
            </p:cNvSpPr>
            <p:nvPr/>
          </p:nvSpPr>
          <p:spPr bwMode="auto">
            <a:xfrm>
              <a:off x="3066" y="1033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=</a:t>
              </a:r>
              <a:endParaRPr lang="en-US" altLang="zh-CN"/>
            </a:p>
          </p:txBody>
        </p:sp>
        <p:sp>
          <p:nvSpPr>
            <p:cNvPr id="57363" name="Rectangle 19"/>
            <p:cNvSpPr>
              <a:spLocks noChangeArrowheads="1"/>
            </p:cNvSpPr>
            <p:nvPr/>
          </p:nvSpPr>
          <p:spPr bwMode="auto">
            <a:xfrm>
              <a:off x="2739" y="1033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</a:t>
              </a:r>
            </a:p>
          </p:txBody>
        </p:sp>
        <p:sp>
          <p:nvSpPr>
            <p:cNvPr id="57364" name="Rectangle 20"/>
            <p:cNvSpPr>
              <a:spLocks noChangeArrowheads="1"/>
            </p:cNvSpPr>
            <p:nvPr/>
          </p:nvSpPr>
          <p:spPr bwMode="auto">
            <a:xfrm>
              <a:off x="2426" y="1033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7365" name="Rectangle 21"/>
            <p:cNvSpPr>
              <a:spLocks noChangeArrowheads="1"/>
            </p:cNvSpPr>
            <p:nvPr/>
          </p:nvSpPr>
          <p:spPr bwMode="auto">
            <a:xfrm>
              <a:off x="2118" y="1033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</a:t>
              </a:r>
            </a:p>
          </p:txBody>
        </p:sp>
        <p:sp>
          <p:nvSpPr>
            <p:cNvPr id="57366" name="Rectangle 22"/>
            <p:cNvSpPr>
              <a:spLocks noChangeArrowheads="1"/>
            </p:cNvSpPr>
            <p:nvPr/>
          </p:nvSpPr>
          <p:spPr bwMode="auto">
            <a:xfrm>
              <a:off x="1813" y="1033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7367" name="Rectangle 23"/>
            <p:cNvSpPr>
              <a:spLocks noChangeArrowheads="1"/>
            </p:cNvSpPr>
            <p:nvPr/>
          </p:nvSpPr>
          <p:spPr bwMode="auto">
            <a:xfrm>
              <a:off x="1495" y="1033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</a:t>
              </a:r>
              <a:endParaRPr lang="en-US" altLang="zh-CN"/>
            </a:p>
          </p:txBody>
        </p:sp>
        <p:sp>
          <p:nvSpPr>
            <p:cNvPr id="57368" name="Rectangle 24"/>
            <p:cNvSpPr>
              <a:spLocks noChangeArrowheads="1"/>
            </p:cNvSpPr>
            <p:nvPr/>
          </p:nvSpPr>
          <p:spPr bwMode="auto">
            <a:xfrm>
              <a:off x="1172" y="1033"/>
              <a:ext cx="9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  <a:latin typeface="Symbol" charset="0"/>
                </a:rPr>
                <a:t>=</a:t>
              </a:r>
              <a:endParaRPr lang="en-US" altLang="zh-CN"/>
            </a:p>
          </p:txBody>
        </p:sp>
        <p:sp>
          <p:nvSpPr>
            <p:cNvPr id="57369" name="Rectangle 25"/>
            <p:cNvSpPr>
              <a:spLocks noChangeArrowheads="1"/>
            </p:cNvSpPr>
            <p:nvPr/>
          </p:nvSpPr>
          <p:spPr bwMode="auto">
            <a:xfrm>
              <a:off x="3738" y="1301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7370" name="Rectangle 26"/>
            <p:cNvSpPr>
              <a:spLocks noChangeArrowheads="1"/>
            </p:cNvSpPr>
            <p:nvPr/>
          </p:nvSpPr>
          <p:spPr bwMode="auto">
            <a:xfrm>
              <a:off x="3146" y="1301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/>
                <a:t>(</a:t>
              </a:r>
              <a:endParaRPr lang="en-US" altLang="zh-CN"/>
            </a:p>
          </p:txBody>
        </p:sp>
        <p:sp>
          <p:nvSpPr>
            <p:cNvPr id="57371" name="Rectangle 27"/>
            <p:cNvSpPr>
              <a:spLocks noChangeArrowheads="1"/>
            </p:cNvSpPr>
            <p:nvPr/>
          </p:nvSpPr>
          <p:spPr bwMode="auto">
            <a:xfrm>
              <a:off x="2808" y="1301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372" name="Rectangle 28"/>
            <p:cNvSpPr>
              <a:spLocks noChangeArrowheads="1"/>
            </p:cNvSpPr>
            <p:nvPr/>
          </p:nvSpPr>
          <p:spPr bwMode="auto">
            <a:xfrm>
              <a:off x="2201" y="1301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373" name="Rectangle 29"/>
            <p:cNvSpPr>
              <a:spLocks noChangeArrowheads="1"/>
            </p:cNvSpPr>
            <p:nvPr/>
          </p:nvSpPr>
          <p:spPr bwMode="auto">
            <a:xfrm>
              <a:off x="1591" y="1301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374" name="Rectangle 30"/>
            <p:cNvSpPr>
              <a:spLocks noChangeArrowheads="1"/>
            </p:cNvSpPr>
            <p:nvPr/>
          </p:nvSpPr>
          <p:spPr bwMode="auto">
            <a:xfrm>
              <a:off x="3834" y="1052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7375" name="Rectangle 31"/>
            <p:cNvSpPr>
              <a:spLocks noChangeArrowheads="1"/>
            </p:cNvSpPr>
            <p:nvPr/>
          </p:nvSpPr>
          <p:spPr bwMode="auto">
            <a:xfrm>
              <a:off x="3201" y="1052"/>
              <a:ext cx="5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7376" name="Rectangle 32"/>
            <p:cNvSpPr>
              <a:spLocks noChangeArrowheads="1"/>
            </p:cNvSpPr>
            <p:nvPr/>
          </p:nvSpPr>
          <p:spPr bwMode="auto">
            <a:xfrm>
              <a:off x="2863" y="1052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377" name="Rectangle 33"/>
            <p:cNvSpPr>
              <a:spLocks noChangeArrowheads="1"/>
            </p:cNvSpPr>
            <p:nvPr/>
          </p:nvSpPr>
          <p:spPr bwMode="auto">
            <a:xfrm>
              <a:off x="2242" y="1052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378" name="Rectangle 34"/>
            <p:cNvSpPr>
              <a:spLocks noChangeArrowheads="1"/>
            </p:cNvSpPr>
            <p:nvPr/>
          </p:nvSpPr>
          <p:spPr bwMode="auto">
            <a:xfrm>
              <a:off x="1619" y="1052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379" name="Rectangle 35"/>
            <p:cNvSpPr>
              <a:spLocks noChangeArrowheads="1"/>
            </p:cNvSpPr>
            <p:nvPr/>
          </p:nvSpPr>
          <p:spPr bwMode="auto">
            <a:xfrm>
              <a:off x="3664" y="1401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9933"/>
                  </a:solidFill>
                </a:rPr>
                <a:t>0</a:t>
              </a:r>
              <a:endParaRPr lang="en-US" altLang="zh-CN">
                <a:solidFill>
                  <a:srgbClr val="FF9933"/>
                </a:solidFill>
              </a:endParaRPr>
            </a:p>
          </p:txBody>
        </p:sp>
        <p:sp>
          <p:nvSpPr>
            <p:cNvPr id="57380" name="Rectangle 36"/>
            <p:cNvSpPr>
              <a:spLocks noChangeArrowheads="1"/>
            </p:cNvSpPr>
            <p:nvPr/>
          </p:nvSpPr>
          <p:spPr bwMode="auto">
            <a:xfrm>
              <a:off x="3478" y="1401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6699"/>
                  </a:solidFill>
                </a:rPr>
                <a:t>1</a:t>
              </a:r>
              <a:endParaRPr lang="en-US" altLang="zh-CN">
                <a:solidFill>
                  <a:srgbClr val="FF6699"/>
                </a:solidFill>
              </a:endParaRPr>
            </a:p>
          </p:txBody>
        </p:sp>
        <p:sp>
          <p:nvSpPr>
            <p:cNvPr id="57381" name="Rectangle 37"/>
            <p:cNvSpPr>
              <a:spLocks noChangeArrowheads="1"/>
            </p:cNvSpPr>
            <p:nvPr/>
          </p:nvSpPr>
          <p:spPr bwMode="auto">
            <a:xfrm>
              <a:off x="3293" y="1401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0000"/>
                  </a:solidFill>
                </a:rPr>
                <a:t>2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57382" name="Rectangle 38"/>
            <p:cNvSpPr>
              <a:spLocks noChangeArrowheads="1"/>
            </p:cNvSpPr>
            <p:nvPr/>
          </p:nvSpPr>
          <p:spPr bwMode="auto">
            <a:xfrm>
              <a:off x="2901" y="1285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57383" name="Rectangle 39"/>
            <p:cNvSpPr>
              <a:spLocks noChangeArrowheads="1"/>
            </p:cNvSpPr>
            <p:nvPr/>
          </p:nvSpPr>
          <p:spPr bwMode="auto">
            <a:xfrm>
              <a:off x="2596" y="1401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9933"/>
                  </a:solidFill>
                </a:rPr>
                <a:t>0</a:t>
              </a:r>
              <a:endParaRPr lang="en-US" altLang="zh-CN">
                <a:solidFill>
                  <a:srgbClr val="FF9933"/>
                </a:solidFill>
              </a:endParaRPr>
            </a:p>
          </p:txBody>
        </p:sp>
        <p:sp>
          <p:nvSpPr>
            <p:cNvPr id="57384" name="Rectangle 40"/>
            <p:cNvSpPr>
              <a:spLocks noChangeArrowheads="1"/>
            </p:cNvSpPr>
            <p:nvPr/>
          </p:nvSpPr>
          <p:spPr bwMode="auto">
            <a:xfrm>
              <a:off x="2289" y="1285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57385" name="Rectangle 41"/>
            <p:cNvSpPr>
              <a:spLocks noChangeArrowheads="1"/>
            </p:cNvSpPr>
            <p:nvPr/>
          </p:nvSpPr>
          <p:spPr bwMode="auto">
            <a:xfrm>
              <a:off x="1992" y="1401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6699"/>
                  </a:solidFill>
                </a:rPr>
                <a:t>1</a:t>
              </a:r>
              <a:endParaRPr lang="en-US" altLang="zh-CN">
                <a:solidFill>
                  <a:srgbClr val="FF6699"/>
                </a:solidFill>
              </a:endParaRPr>
            </a:p>
          </p:txBody>
        </p:sp>
        <p:sp>
          <p:nvSpPr>
            <p:cNvPr id="57386" name="Rectangle 42"/>
            <p:cNvSpPr>
              <a:spLocks noChangeArrowheads="1"/>
            </p:cNvSpPr>
            <p:nvPr/>
          </p:nvSpPr>
          <p:spPr bwMode="auto">
            <a:xfrm>
              <a:off x="1686" y="1285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387" name="Rectangle 43"/>
            <p:cNvSpPr>
              <a:spLocks noChangeArrowheads="1"/>
            </p:cNvSpPr>
            <p:nvPr/>
          </p:nvSpPr>
          <p:spPr bwMode="auto">
            <a:xfrm>
              <a:off x="1380" y="1401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0000"/>
                  </a:solidFill>
                </a:rPr>
                <a:t>2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57388" name="Rectangle 44"/>
            <p:cNvSpPr>
              <a:spLocks noChangeArrowheads="1"/>
            </p:cNvSpPr>
            <p:nvPr/>
          </p:nvSpPr>
          <p:spPr bwMode="auto">
            <a:xfrm>
              <a:off x="3760" y="1153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9999FF"/>
                  </a:solidFill>
                </a:rPr>
                <a:t>0</a:t>
              </a:r>
              <a:endParaRPr lang="en-US" altLang="zh-CN">
                <a:solidFill>
                  <a:srgbClr val="9999FF"/>
                </a:solidFill>
              </a:endParaRPr>
            </a:p>
          </p:txBody>
        </p:sp>
        <p:sp>
          <p:nvSpPr>
            <p:cNvPr id="57389" name="Rectangle 45"/>
            <p:cNvSpPr>
              <a:spLocks noChangeArrowheads="1"/>
            </p:cNvSpPr>
            <p:nvPr/>
          </p:nvSpPr>
          <p:spPr bwMode="auto">
            <a:xfrm>
              <a:off x="3560" y="1153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3399FF"/>
                  </a:solidFill>
                </a:rPr>
                <a:t>1</a:t>
              </a:r>
              <a:endParaRPr lang="en-US" altLang="zh-CN">
                <a:solidFill>
                  <a:srgbClr val="3399FF"/>
                </a:solidFill>
              </a:endParaRPr>
            </a:p>
          </p:txBody>
        </p:sp>
        <p:sp>
          <p:nvSpPr>
            <p:cNvPr id="57390" name="Rectangle 46"/>
            <p:cNvSpPr>
              <a:spLocks noChangeArrowheads="1"/>
            </p:cNvSpPr>
            <p:nvPr/>
          </p:nvSpPr>
          <p:spPr bwMode="auto">
            <a:xfrm>
              <a:off x="3362" y="1153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</a:rPr>
                <a:t>2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7391" name="Rectangle 47"/>
            <p:cNvSpPr>
              <a:spLocks noChangeArrowheads="1"/>
            </p:cNvSpPr>
            <p:nvPr/>
          </p:nvSpPr>
          <p:spPr bwMode="auto">
            <a:xfrm>
              <a:off x="2956" y="1037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57392" name="Rectangle 48"/>
            <p:cNvSpPr>
              <a:spLocks noChangeArrowheads="1"/>
            </p:cNvSpPr>
            <p:nvPr/>
          </p:nvSpPr>
          <p:spPr bwMode="auto">
            <a:xfrm>
              <a:off x="2651" y="1153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9999FF"/>
                  </a:solidFill>
                </a:rPr>
                <a:t>0</a:t>
              </a:r>
              <a:endParaRPr lang="en-US" altLang="zh-CN">
                <a:solidFill>
                  <a:srgbClr val="9999FF"/>
                </a:solidFill>
              </a:endParaRPr>
            </a:p>
          </p:txBody>
        </p:sp>
        <p:sp>
          <p:nvSpPr>
            <p:cNvPr id="57393" name="Rectangle 49"/>
            <p:cNvSpPr>
              <a:spLocks noChangeArrowheads="1"/>
            </p:cNvSpPr>
            <p:nvPr/>
          </p:nvSpPr>
          <p:spPr bwMode="auto">
            <a:xfrm>
              <a:off x="2330" y="1037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57394" name="Rectangle 50"/>
            <p:cNvSpPr>
              <a:spLocks noChangeArrowheads="1"/>
            </p:cNvSpPr>
            <p:nvPr/>
          </p:nvSpPr>
          <p:spPr bwMode="auto">
            <a:xfrm>
              <a:off x="2033" y="1153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3399FF"/>
                  </a:solidFill>
                </a:rPr>
                <a:t>1</a:t>
              </a:r>
              <a:endParaRPr lang="en-US" altLang="zh-CN">
                <a:solidFill>
                  <a:srgbClr val="3399FF"/>
                </a:solidFill>
              </a:endParaRPr>
            </a:p>
          </p:txBody>
        </p:sp>
        <p:sp>
          <p:nvSpPr>
            <p:cNvPr id="57395" name="Rectangle 51"/>
            <p:cNvSpPr>
              <a:spLocks noChangeArrowheads="1"/>
            </p:cNvSpPr>
            <p:nvPr/>
          </p:nvSpPr>
          <p:spPr bwMode="auto">
            <a:xfrm>
              <a:off x="1714" y="1037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396" name="Rectangle 52"/>
            <p:cNvSpPr>
              <a:spLocks noChangeArrowheads="1"/>
            </p:cNvSpPr>
            <p:nvPr/>
          </p:nvSpPr>
          <p:spPr bwMode="auto">
            <a:xfrm>
              <a:off x="1407" y="1153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</a:rPr>
                <a:t>2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7397" name="Rectangle 53"/>
            <p:cNvSpPr>
              <a:spLocks noChangeArrowheads="1"/>
            </p:cNvSpPr>
            <p:nvPr/>
          </p:nvSpPr>
          <p:spPr bwMode="auto">
            <a:xfrm>
              <a:off x="3615" y="1301"/>
              <a:ext cx="47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9933"/>
                  </a:solidFill>
                </a:rPr>
                <a:t>j</a:t>
              </a:r>
              <a:endParaRPr lang="en-US" altLang="zh-CN">
                <a:solidFill>
                  <a:srgbClr val="FF9933"/>
                </a:solidFill>
              </a:endParaRPr>
            </a:p>
          </p:txBody>
        </p:sp>
        <p:sp>
          <p:nvSpPr>
            <p:cNvPr id="57398" name="Rectangle 54"/>
            <p:cNvSpPr>
              <a:spLocks noChangeArrowheads="1"/>
            </p:cNvSpPr>
            <p:nvPr/>
          </p:nvSpPr>
          <p:spPr bwMode="auto">
            <a:xfrm>
              <a:off x="3433" y="1301"/>
              <a:ext cx="47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6699"/>
                  </a:solidFill>
                </a:rPr>
                <a:t>j</a:t>
              </a:r>
              <a:endParaRPr lang="en-US" altLang="zh-CN">
                <a:solidFill>
                  <a:srgbClr val="FF6699"/>
                </a:solidFill>
              </a:endParaRPr>
            </a:p>
          </p:txBody>
        </p:sp>
        <p:sp>
          <p:nvSpPr>
            <p:cNvPr id="57399" name="Rectangle 55"/>
            <p:cNvSpPr>
              <a:spLocks noChangeArrowheads="1"/>
            </p:cNvSpPr>
            <p:nvPr/>
          </p:nvSpPr>
          <p:spPr bwMode="auto">
            <a:xfrm>
              <a:off x="3242" y="1301"/>
              <a:ext cx="47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0000"/>
                  </a:solidFill>
                </a:rPr>
                <a:t>j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57400" name="Rectangle 56"/>
            <p:cNvSpPr>
              <a:spLocks noChangeArrowheads="1"/>
            </p:cNvSpPr>
            <p:nvPr/>
          </p:nvSpPr>
          <p:spPr bwMode="auto">
            <a:xfrm>
              <a:off x="2547" y="1301"/>
              <a:ext cx="47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9933"/>
                  </a:solidFill>
                </a:rPr>
                <a:t>j</a:t>
              </a:r>
              <a:endParaRPr lang="en-US" altLang="zh-CN">
                <a:solidFill>
                  <a:srgbClr val="FF9933"/>
                </a:solidFill>
              </a:endParaRPr>
            </a:p>
          </p:txBody>
        </p:sp>
        <p:sp>
          <p:nvSpPr>
            <p:cNvPr id="57401" name="Rectangle 57"/>
            <p:cNvSpPr>
              <a:spLocks noChangeArrowheads="1"/>
            </p:cNvSpPr>
            <p:nvPr/>
          </p:nvSpPr>
          <p:spPr bwMode="auto">
            <a:xfrm>
              <a:off x="1948" y="1301"/>
              <a:ext cx="47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6699"/>
                  </a:solidFill>
                </a:rPr>
                <a:t>j</a:t>
              </a:r>
              <a:endParaRPr lang="en-US" altLang="zh-CN">
                <a:solidFill>
                  <a:srgbClr val="FF6699"/>
                </a:solidFill>
              </a:endParaRPr>
            </a:p>
          </p:txBody>
        </p:sp>
        <p:sp>
          <p:nvSpPr>
            <p:cNvPr id="57402" name="Rectangle 58"/>
            <p:cNvSpPr>
              <a:spLocks noChangeArrowheads="1"/>
            </p:cNvSpPr>
            <p:nvPr/>
          </p:nvSpPr>
          <p:spPr bwMode="auto">
            <a:xfrm>
              <a:off x="1329" y="1301"/>
              <a:ext cx="47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0000"/>
                  </a:solidFill>
                </a:rPr>
                <a:t>j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57403" name="Rectangle 59"/>
            <p:cNvSpPr>
              <a:spLocks noChangeArrowheads="1"/>
            </p:cNvSpPr>
            <p:nvPr/>
          </p:nvSpPr>
          <p:spPr bwMode="auto">
            <a:xfrm>
              <a:off x="1061" y="1301"/>
              <a:ext cx="47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FF0000"/>
                  </a:solidFill>
                </a:rPr>
                <a:t>j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57404" name="Rectangle 60"/>
            <p:cNvSpPr>
              <a:spLocks noChangeArrowheads="1"/>
            </p:cNvSpPr>
            <p:nvPr/>
          </p:nvSpPr>
          <p:spPr bwMode="auto">
            <a:xfrm>
              <a:off x="3667" y="1052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9999FF"/>
                  </a:solidFill>
                </a:rPr>
                <a:t>k</a:t>
              </a:r>
              <a:endParaRPr lang="en-US" altLang="zh-CN">
                <a:solidFill>
                  <a:srgbClr val="9999FF"/>
                </a:solidFill>
              </a:endParaRPr>
            </a:p>
          </p:txBody>
        </p:sp>
        <p:sp>
          <p:nvSpPr>
            <p:cNvPr id="57405" name="Rectangle 61"/>
            <p:cNvSpPr>
              <a:spLocks noChangeArrowheads="1"/>
            </p:cNvSpPr>
            <p:nvPr/>
          </p:nvSpPr>
          <p:spPr bwMode="auto">
            <a:xfrm>
              <a:off x="3472" y="1052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3399FF"/>
                  </a:solidFill>
                </a:rPr>
                <a:t>k</a:t>
              </a:r>
              <a:endParaRPr lang="en-US" altLang="zh-CN">
                <a:solidFill>
                  <a:srgbClr val="3399FF"/>
                </a:solidFill>
              </a:endParaRPr>
            </a:p>
          </p:txBody>
        </p:sp>
        <p:sp>
          <p:nvSpPr>
            <p:cNvPr id="57406" name="Rectangle 62"/>
            <p:cNvSpPr>
              <a:spLocks noChangeArrowheads="1"/>
            </p:cNvSpPr>
            <p:nvPr/>
          </p:nvSpPr>
          <p:spPr bwMode="auto">
            <a:xfrm>
              <a:off x="3267" y="1052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k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7407" name="Rectangle 63"/>
            <p:cNvSpPr>
              <a:spLocks noChangeArrowheads="1"/>
            </p:cNvSpPr>
            <p:nvPr/>
          </p:nvSpPr>
          <p:spPr bwMode="auto">
            <a:xfrm>
              <a:off x="2558" y="1052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9999FF"/>
                  </a:solidFill>
                </a:rPr>
                <a:t>k</a:t>
              </a:r>
              <a:endParaRPr lang="en-US" altLang="zh-CN">
                <a:solidFill>
                  <a:srgbClr val="9999FF"/>
                </a:solidFill>
              </a:endParaRPr>
            </a:p>
          </p:txBody>
        </p:sp>
        <p:sp>
          <p:nvSpPr>
            <p:cNvPr id="57408" name="Rectangle 64"/>
            <p:cNvSpPr>
              <a:spLocks noChangeArrowheads="1"/>
            </p:cNvSpPr>
            <p:nvPr/>
          </p:nvSpPr>
          <p:spPr bwMode="auto">
            <a:xfrm>
              <a:off x="1945" y="1052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rgbClr val="3399FF"/>
                  </a:solidFill>
                </a:rPr>
                <a:t>k</a:t>
              </a:r>
              <a:endParaRPr lang="en-US" altLang="zh-CN">
                <a:solidFill>
                  <a:srgbClr val="3399FF"/>
                </a:solidFill>
              </a:endParaRPr>
            </a:p>
          </p:txBody>
        </p:sp>
        <p:sp>
          <p:nvSpPr>
            <p:cNvPr id="57409" name="Rectangle 65"/>
            <p:cNvSpPr>
              <a:spLocks noChangeArrowheads="1"/>
            </p:cNvSpPr>
            <p:nvPr/>
          </p:nvSpPr>
          <p:spPr bwMode="auto">
            <a:xfrm>
              <a:off x="1312" y="1052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k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7410" name="Rectangle 66"/>
            <p:cNvSpPr>
              <a:spLocks noChangeArrowheads="1"/>
            </p:cNvSpPr>
            <p:nvPr/>
          </p:nvSpPr>
          <p:spPr bwMode="auto">
            <a:xfrm>
              <a:off x="1031" y="1052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100" b="1" i="1">
                  <a:solidFill>
                    <a:schemeClr val="accent2"/>
                  </a:solidFill>
                </a:rPr>
                <a:t>k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7411" name="AutoShape 67"/>
            <p:cNvSpPr>
              <a:spLocks/>
            </p:cNvSpPr>
            <p:nvPr/>
          </p:nvSpPr>
          <p:spPr bwMode="auto">
            <a:xfrm>
              <a:off x="912" y="1152"/>
              <a:ext cx="48" cy="288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7417" name="Group 73"/>
          <p:cNvGrpSpPr>
            <a:grpSpLocks/>
          </p:cNvGrpSpPr>
          <p:nvPr/>
        </p:nvGrpSpPr>
        <p:grpSpPr bwMode="auto">
          <a:xfrm>
            <a:off x="554038" y="2249488"/>
            <a:ext cx="644525" cy="457200"/>
            <a:chOff x="349" y="1657"/>
            <a:chExt cx="406" cy="288"/>
          </a:xfrm>
        </p:grpSpPr>
        <p:sp>
          <p:nvSpPr>
            <p:cNvPr id="57414" name="Rectangle 70"/>
            <p:cNvSpPr>
              <a:spLocks noChangeArrowheads="1"/>
            </p:cNvSpPr>
            <p:nvPr/>
          </p:nvSpPr>
          <p:spPr bwMode="auto">
            <a:xfrm>
              <a:off x="687" y="1657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chemeClr val="accent2"/>
                  </a:solidFill>
                </a:rPr>
                <a:t>k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7415" name="Rectangle 71"/>
            <p:cNvSpPr>
              <a:spLocks noChangeArrowheads="1"/>
            </p:cNvSpPr>
            <p:nvPr/>
          </p:nvSpPr>
          <p:spPr bwMode="auto">
            <a:xfrm>
              <a:off x="630" y="1657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FF0000"/>
                  </a:solidFill>
                </a:rPr>
                <a:t>j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57416" name="Rectangle 72"/>
            <p:cNvSpPr>
              <a:spLocks noChangeArrowheads="1"/>
            </p:cNvSpPr>
            <p:nvPr/>
          </p:nvSpPr>
          <p:spPr bwMode="auto">
            <a:xfrm>
              <a:off x="349" y="1676"/>
              <a:ext cx="1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 i="1">
                  <a:solidFill>
                    <a:srgbClr val="000000"/>
                  </a:solidFill>
                </a:rPr>
                <a:t>W</a:t>
              </a:r>
              <a:endParaRPr lang="en-US" altLang="zh-CN"/>
            </a:p>
          </p:txBody>
        </p:sp>
      </p:grpSp>
      <p:grpSp>
        <p:nvGrpSpPr>
          <p:cNvPr id="57460" name="Group 116"/>
          <p:cNvGrpSpPr>
            <a:grpSpLocks/>
          </p:cNvGrpSpPr>
          <p:nvPr/>
        </p:nvGrpSpPr>
        <p:grpSpPr bwMode="auto">
          <a:xfrm>
            <a:off x="1371600" y="2209800"/>
            <a:ext cx="4965700" cy="506413"/>
            <a:chOff x="851" y="1664"/>
            <a:chExt cx="3128" cy="319"/>
          </a:xfrm>
        </p:grpSpPr>
        <p:sp>
          <p:nvSpPr>
            <p:cNvPr id="57419" name="Rectangle 75"/>
            <p:cNvSpPr>
              <a:spLocks noChangeArrowheads="1"/>
            </p:cNvSpPr>
            <p:nvPr/>
          </p:nvSpPr>
          <p:spPr bwMode="auto">
            <a:xfrm>
              <a:off x="3934" y="1688"/>
              <a:ext cx="4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7420" name="Rectangle 76"/>
            <p:cNvSpPr>
              <a:spLocks noChangeArrowheads="1"/>
            </p:cNvSpPr>
            <p:nvPr/>
          </p:nvSpPr>
          <p:spPr bwMode="auto">
            <a:xfrm>
              <a:off x="3789" y="1688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421" name="Rectangle 77"/>
            <p:cNvSpPr>
              <a:spLocks noChangeArrowheads="1"/>
            </p:cNvSpPr>
            <p:nvPr/>
          </p:nvSpPr>
          <p:spPr bwMode="auto">
            <a:xfrm>
              <a:off x="3354" y="1688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422" name="Rectangle 78"/>
            <p:cNvSpPr>
              <a:spLocks noChangeArrowheads="1"/>
            </p:cNvSpPr>
            <p:nvPr/>
          </p:nvSpPr>
          <p:spPr bwMode="auto">
            <a:xfrm>
              <a:off x="2917" y="1688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423" name="Rectangle 79"/>
            <p:cNvSpPr>
              <a:spLocks noChangeArrowheads="1"/>
            </p:cNvSpPr>
            <p:nvPr/>
          </p:nvSpPr>
          <p:spPr bwMode="auto">
            <a:xfrm>
              <a:off x="2643" y="1688"/>
              <a:ext cx="4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7424" name="Rectangle 80"/>
            <p:cNvSpPr>
              <a:spLocks noChangeArrowheads="1"/>
            </p:cNvSpPr>
            <p:nvPr/>
          </p:nvSpPr>
          <p:spPr bwMode="auto">
            <a:xfrm>
              <a:off x="2525" y="1688"/>
              <a:ext cx="4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7425" name="Rectangle 81"/>
            <p:cNvSpPr>
              <a:spLocks noChangeArrowheads="1"/>
            </p:cNvSpPr>
            <p:nvPr/>
          </p:nvSpPr>
          <p:spPr bwMode="auto">
            <a:xfrm>
              <a:off x="2379" y="1688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426" name="Rectangle 82"/>
            <p:cNvSpPr>
              <a:spLocks noChangeArrowheads="1"/>
            </p:cNvSpPr>
            <p:nvPr/>
          </p:nvSpPr>
          <p:spPr bwMode="auto">
            <a:xfrm>
              <a:off x="1955" y="1688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427" name="Rectangle 83"/>
            <p:cNvSpPr>
              <a:spLocks noChangeArrowheads="1"/>
            </p:cNvSpPr>
            <p:nvPr/>
          </p:nvSpPr>
          <p:spPr bwMode="auto">
            <a:xfrm>
              <a:off x="1529" y="1688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428" name="Rectangle 84"/>
            <p:cNvSpPr>
              <a:spLocks noChangeArrowheads="1"/>
            </p:cNvSpPr>
            <p:nvPr/>
          </p:nvSpPr>
          <p:spPr bwMode="auto">
            <a:xfrm>
              <a:off x="1266" y="1688"/>
              <a:ext cx="4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7429" name="Rectangle 85"/>
            <p:cNvSpPr>
              <a:spLocks noChangeArrowheads="1"/>
            </p:cNvSpPr>
            <p:nvPr/>
          </p:nvSpPr>
          <p:spPr bwMode="auto">
            <a:xfrm>
              <a:off x="3861" y="1664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57430" name="Rectangle 86"/>
            <p:cNvSpPr>
              <a:spLocks noChangeArrowheads="1"/>
            </p:cNvSpPr>
            <p:nvPr/>
          </p:nvSpPr>
          <p:spPr bwMode="auto">
            <a:xfrm>
              <a:off x="3647" y="1756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9999FF"/>
                  </a:solidFill>
                </a:rPr>
                <a:t>0</a:t>
              </a:r>
              <a:endParaRPr lang="en-US" altLang="zh-CN">
                <a:solidFill>
                  <a:srgbClr val="9999FF"/>
                </a:solidFill>
              </a:endParaRPr>
            </a:p>
          </p:txBody>
        </p:sp>
        <p:sp>
          <p:nvSpPr>
            <p:cNvPr id="57431" name="Rectangle 87"/>
            <p:cNvSpPr>
              <a:spLocks noChangeArrowheads="1"/>
            </p:cNvSpPr>
            <p:nvPr/>
          </p:nvSpPr>
          <p:spPr bwMode="auto">
            <a:xfrm>
              <a:off x="3421" y="1664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57432" name="Rectangle 88"/>
            <p:cNvSpPr>
              <a:spLocks noChangeArrowheads="1"/>
            </p:cNvSpPr>
            <p:nvPr/>
          </p:nvSpPr>
          <p:spPr bwMode="auto">
            <a:xfrm>
              <a:off x="3215" y="1756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3399FF"/>
                  </a:solidFill>
                </a:rPr>
                <a:t>1</a:t>
              </a:r>
              <a:endParaRPr lang="en-US" altLang="zh-CN">
                <a:solidFill>
                  <a:srgbClr val="3399FF"/>
                </a:solidFill>
              </a:endParaRPr>
            </a:p>
          </p:txBody>
        </p:sp>
        <p:sp>
          <p:nvSpPr>
            <p:cNvPr id="57433" name="Rectangle 89"/>
            <p:cNvSpPr>
              <a:spLocks noChangeArrowheads="1"/>
            </p:cNvSpPr>
            <p:nvPr/>
          </p:nvSpPr>
          <p:spPr bwMode="auto">
            <a:xfrm>
              <a:off x="2991" y="1664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434" name="Rectangle 90"/>
            <p:cNvSpPr>
              <a:spLocks noChangeArrowheads="1"/>
            </p:cNvSpPr>
            <p:nvPr/>
          </p:nvSpPr>
          <p:spPr bwMode="auto">
            <a:xfrm>
              <a:off x="2775" y="1756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</a:rPr>
                <a:t>2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7435" name="Rectangle 91"/>
            <p:cNvSpPr>
              <a:spLocks noChangeArrowheads="1"/>
            </p:cNvSpPr>
            <p:nvPr/>
          </p:nvSpPr>
          <p:spPr bwMode="auto">
            <a:xfrm>
              <a:off x="2451" y="1664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57436" name="Rectangle 92"/>
            <p:cNvSpPr>
              <a:spLocks noChangeArrowheads="1"/>
            </p:cNvSpPr>
            <p:nvPr/>
          </p:nvSpPr>
          <p:spPr bwMode="auto">
            <a:xfrm>
              <a:off x="2238" y="1756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9933"/>
                  </a:solidFill>
                </a:rPr>
                <a:t>0</a:t>
              </a:r>
              <a:endParaRPr lang="en-US" altLang="zh-CN">
                <a:solidFill>
                  <a:srgbClr val="FF9933"/>
                </a:solidFill>
              </a:endParaRPr>
            </a:p>
          </p:txBody>
        </p:sp>
        <p:sp>
          <p:nvSpPr>
            <p:cNvPr id="57437" name="Rectangle 93"/>
            <p:cNvSpPr>
              <a:spLocks noChangeArrowheads="1"/>
            </p:cNvSpPr>
            <p:nvPr/>
          </p:nvSpPr>
          <p:spPr bwMode="auto">
            <a:xfrm>
              <a:off x="2023" y="1664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57438" name="Rectangle 94"/>
            <p:cNvSpPr>
              <a:spLocks noChangeArrowheads="1"/>
            </p:cNvSpPr>
            <p:nvPr/>
          </p:nvSpPr>
          <p:spPr bwMode="auto">
            <a:xfrm>
              <a:off x="1817" y="1756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6699"/>
                  </a:solidFill>
                </a:rPr>
                <a:t>1</a:t>
              </a:r>
              <a:endParaRPr lang="en-US" altLang="zh-CN">
                <a:solidFill>
                  <a:srgbClr val="FF6699"/>
                </a:solidFill>
              </a:endParaRPr>
            </a:p>
          </p:txBody>
        </p:sp>
        <p:sp>
          <p:nvSpPr>
            <p:cNvPr id="57439" name="Rectangle 95"/>
            <p:cNvSpPr>
              <a:spLocks noChangeArrowheads="1"/>
            </p:cNvSpPr>
            <p:nvPr/>
          </p:nvSpPr>
          <p:spPr bwMode="auto">
            <a:xfrm>
              <a:off x="1603" y="1664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440" name="Rectangle 96"/>
            <p:cNvSpPr>
              <a:spLocks noChangeArrowheads="1"/>
            </p:cNvSpPr>
            <p:nvPr/>
          </p:nvSpPr>
          <p:spPr bwMode="auto">
            <a:xfrm>
              <a:off x="1388" y="1756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0000"/>
                  </a:solidFill>
                </a:rPr>
                <a:t>2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57441" name="Rectangle 97"/>
            <p:cNvSpPr>
              <a:spLocks noChangeArrowheads="1"/>
            </p:cNvSpPr>
            <p:nvPr/>
          </p:nvSpPr>
          <p:spPr bwMode="auto">
            <a:xfrm>
              <a:off x="3709" y="1676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</a:t>
              </a:r>
            </a:p>
          </p:txBody>
        </p:sp>
        <p:sp>
          <p:nvSpPr>
            <p:cNvPr id="57442" name="Rectangle 98"/>
            <p:cNvSpPr>
              <a:spLocks noChangeArrowheads="1"/>
            </p:cNvSpPr>
            <p:nvPr/>
          </p:nvSpPr>
          <p:spPr bwMode="auto">
            <a:xfrm>
              <a:off x="3489" y="1676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7443" name="Rectangle 99"/>
            <p:cNvSpPr>
              <a:spLocks noChangeArrowheads="1"/>
            </p:cNvSpPr>
            <p:nvPr/>
          </p:nvSpPr>
          <p:spPr bwMode="auto">
            <a:xfrm>
              <a:off x="3274" y="1676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</a:t>
              </a:r>
            </a:p>
          </p:txBody>
        </p:sp>
        <p:sp>
          <p:nvSpPr>
            <p:cNvPr id="57444" name="Rectangle 100"/>
            <p:cNvSpPr>
              <a:spLocks noChangeArrowheads="1"/>
            </p:cNvSpPr>
            <p:nvPr/>
          </p:nvSpPr>
          <p:spPr bwMode="auto">
            <a:xfrm>
              <a:off x="3061" y="1676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7445" name="Rectangle 101"/>
            <p:cNvSpPr>
              <a:spLocks noChangeArrowheads="1"/>
            </p:cNvSpPr>
            <p:nvPr/>
          </p:nvSpPr>
          <p:spPr bwMode="auto">
            <a:xfrm>
              <a:off x="2837" y="1676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</a:t>
              </a:r>
            </a:p>
          </p:txBody>
        </p:sp>
        <p:sp>
          <p:nvSpPr>
            <p:cNvPr id="57446" name="Rectangle 102"/>
            <p:cNvSpPr>
              <a:spLocks noChangeArrowheads="1"/>
            </p:cNvSpPr>
            <p:nvPr/>
          </p:nvSpPr>
          <p:spPr bwMode="auto">
            <a:xfrm>
              <a:off x="2567" y="1676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</a:t>
              </a:r>
            </a:p>
          </p:txBody>
        </p:sp>
        <p:sp>
          <p:nvSpPr>
            <p:cNvPr id="57447" name="Rectangle 103"/>
            <p:cNvSpPr>
              <a:spLocks noChangeArrowheads="1"/>
            </p:cNvSpPr>
            <p:nvPr/>
          </p:nvSpPr>
          <p:spPr bwMode="auto">
            <a:xfrm>
              <a:off x="2300" y="1676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</a:t>
              </a:r>
            </a:p>
          </p:txBody>
        </p:sp>
        <p:sp>
          <p:nvSpPr>
            <p:cNvPr id="57448" name="Rectangle 104"/>
            <p:cNvSpPr>
              <a:spLocks noChangeArrowheads="1"/>
            </p:cNvSpPr>
            <p:nvPr/>
          </p:nvSpPr>
          <p:spPr bwMode="auto">
            <a:xfrm>
              <a:off x="2090" y="1676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7449" name="Rectangle 105"/>
            <p:cNvSpPr>
              <a:spLocks noChangeArrowheads="1"/>
            </p:cNvSpPr>
            <p:nvPr/>
          </p:nvSpPr>
          <p:spPr bwMode="auto">
            <a:xfrm>
              <a:off x="1875" y="1676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</a:t>
              </a:r>
            </a:p>
          </p:txBody>
        </p:sp>
        <p:sp>
          <p:nvSpPr>
            <p:cNvPr id="57450" name="Rectangle 106"/>
            <p:cNvSpPr>
              <a:spLocks noChangeArrowheads="1"/>
            </p:cNvSpPr>
            <p:nvPr/>
          </p:nvSpPr>
          <p:spPr bwMode="auto">
            <a:xfrm>
              <a:off x="1673" y="1676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7451" name="Rectangle 107"/>
            <p:cNvSpPr>
              <a:spLocks noChangeArrowheads="1"/>
            </p:cNvSpPr>
            <p:nvPr/>
          </p:nvSpPr>
          <p:spPr bwMode="auto">
            <a:xfrm>
              <a:off x="1450" y="1676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</a:t>
              </a:r>
              <a:endParaRPr lang="en-US" altLang="zh-CN"/>
            </a:p>
          </p:txBody>
        </p:sp>
        <p:sp>
          <p:nvSpPr>
            <p:cNvPr id="57452" name="Rectangle 108"/>
            <p:cNvSpPr>
              <a:spLocks noChangeArrowheads="1"/>
            </p:cNvSpPr>
            <p:nvPr/>
          </p:nvSpPr>
          <p:spPr bwMode="auto">
            <a:xfrm>
              <a:off x="851" y="1687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solidFill>
                    <a:srgbClr val="000000"/>
                  </a:solidFill>
                  <a:latin typeface="Symbol" charset="0"/>
                </a:rPr>
                <a:t>=</a:t>
              </a:r>
              <a:endParaRPr lang="en-US" altLang="zh-CN"/>
            </a:p>
          </p:txBody>
        </p:sp>
        <p:sp>
          <p:nvSpPr>
            <p:cNvPr id="57453" name="Rectangle 109"/>
            <p:cNvSpPr>
              <a:spLocks noChangeArrowheads="1"/>
            </p:cNvSpPr>
            <p:nvPr/>
          </p:nvSpPr>
          <p:spPr bwMode="auto">
            <a:xfrm>
              <a:off x="3574" y="1690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9999FF"/>
                  </a:solidFill>
                </a:rPr>
                <a:t>k</a:t>
              </a:r>
              <a:endParaRPr lang="en-US" altLang="zh-CN">
                <a:solidFill>
                  <a:srgbClr val="9999FF"/>
                </a:solidFill>
              </a:endParaRPr>
            </a:p>
          </p:txBody>
        </p:sp>
        <p:sp>
          <p:nvSpPr>
            <p:cNvPr id="57454" name="Rectangle 110"/>
            <p:cNvSpPr>
              <a:spLocks noChangeArrowheads="1"/>
            </p:cNvSpPr>
            <p:nvPr/>
          </p:nvSpPr>
          <p:spPr bwMode="auto">
            <a:xfrm>
              <a:off x="3147" y="1690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3399FF"/>
                  </a:solidFill>
                </a:rPr>
                <a:t>k</a:t>
              </a:r>
              <a:endParaRPr lang="en-US" altLang="zh-CN">
                <a:solidFill>
                  <a:srgbClr val="3399FF"/>
                </a:solidFill>
              </a:endParaRPr>
            </a:p>
          </p:txBody>
        </p:sp>
        <p:sp>
          <p:nvSpPr>
            <p:cNvPr id="57455" name="Rectangle 111"/>
            <p:cNvSpPr>
              <a:spLocks noChangeArrowheads="1"/>
            </p:cNvSpPr>
            <p:nvPr/>
          </p:nvSpPr>
          <p:spPr bwMode="auto">
            <a:xfrm>
              <a:off x="2701" y="1690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chemeClr val="accent2"/>
                  </a:solidFill>
                </a:rPr>
                <a:t>k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7456" name="Rectangle 112"/>
            <p:cNvSpPr>
              <a:spLocks noChangeArrowheads="1"/>
            </p:cNvSpPr>
            <p:nvPr/>
          </p:nvSpPr>
          <p:spPr bwMode="auto">
            <a:xfrm>
              <a:off x="2199" y="1690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FF9933"/>
                  </a:solidFill>
                </a:rPr>
                <a:t>j</a:t>
              </a:r>
              <a:endParaRPr lang="en-US" altLang="zh-CN">
                <a:solidFill>
                  <a:srgbClr val="FF9933"/>
                </a:solidFill>
              </a:endParaRPr>
            </a:p>
          </p:txBody>
        </p:sp>
        <p:sp>
          <p:nvSpPr>
            <p:cNvPr id="57457" name="Rectangle 113"/>
            <p:cNvSpPr>
              <a:spLocks noChangeArrowheads="1"/>
            </p:cNvSpPr>
            <p:nvPr/>
          </p:nvSpPr>
          <p:spPr bwMode="auto">
            <a:xfrm>
              <a:off x="1782" y="1690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FF6699"/>
                  </a:solidFill>
                </a:rPr>
                <a:t>j</a:t>
              </a:r>
              <a:endParaRPr lang="en-US" altLang="zh-CN">
                <a:solidFill>
                  <a:srgbClr val="FF6699"/>
                </a:solidFill>
              </a:endParaRPr>
            </a:p>
          </p:txBody>
        </p:sp>
        <p:sp>
          <p:nvSpPr>
            <p:cNvPr id="57458" name="Rectangle 114"/>
            <p:cNvSpPr>
              <a:spLocks noChangeArrowheads="1"/>
            </p:cNvSpPr>
            <p:nvPr/>
          </p:nvSpPr>
          <p:spPr bwMode="auto">
            <a:xfrm>
              <a:off x="1347" y="1690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FF0000"/>
                  </a:solidFill>
                </a:rPr>
                <a:t>j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57459" name="Rectangle 115"/>
            <p:cNvSpPr>
              <a:spLocks noChangeArrowheads="1"/>
            </p:cNvSpPr>
            <p:nvPr/>
          </p:nvSpPr>
          <p:spPr bwMode="auto">
            <a:xfrm>
              <a:off x="1013" y="1714"/>
              <a:ext cx="1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 i="1">
                  <a:solidFill>
                    <a:srgbClr val="000000"/>
                  </a:solidFill>
                </a:rPr>
                <a:t>W</a:t>
              </a:r>
              <a:endParaRPr lang="en-US" altLang="zh-CN"/>
            </a:p>
          </p:txBody>
        </p:sp>
      </p:grpSp>
      <p:grpSp>
        <p:nvGrpSpPr>
          <p:cNvPr id="57518" name="Group 174"/>
          <p:cNvGrpSpPr>
            <a:grpSpLocks/>
          </p:cNvGrpSpPr>
          <p:nvPr/>
        </p:nvGrpSpPr>
        <p:grpSpPr bwMode="auto">
          <a:xfrm>
            <a:off x="1371600" y="2743200"/>
            <a:ext cx="6743700" cy="506413"/>
            <a:chOff x="669" y="2096"/>
            <a:chExt cx="4248" cy="319"/>
          </a:xfrm>
        </p:grpSpPr>
        <p:sp>
          <p:nvSpPr>
            <p:cNvPr id="57462" name="Rectangle 118"/>
            <p:cNvSpPr>
              <a:spLocks noChangeArrowheads="1"/>
            </p:cNvSpPr>
            <p:nvPr/>
          </p:nvSpPr>
          <p:spPr bwMode="auto">
            <a:xfrm>
              <a:off x="4872" y="2120"/>
              <a:ext cx="4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7463" name="Rectangle 119"/>
            <p:cNvSpPr>
              <a:spLocks noChangeArrowheads="1"/>
            </p:cNvSpPr>
            <p:nvPr/>
          </p:nvSpPr>
          <p:spPr bwMode="auto">
            <a:xfrm>
              <a:off x="4344" y="2120"/>
              <a:ext cx="4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7464" name="Rectangle 120"/>
            <p:cNvSpPr>
              <a:spLocks noChangeArrowheads="1"/>
            </p:cNvSpPr>
            <p:nvPr/>
          </p:nvSpPr>
          <p:spPr bwMode="auto">
            <a:xfrm>
              <a:off x="4076" y="2120"/>
              <a:ext cx="4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7465" name="Rectangle 121"/>
            <p:cNvSpPr>
              <a:spLocks noChangeArrowheads="1"/>
            </p:cNvSpPr>
            <p:nvPr/>
          </p:nvSpPr>
          <p:spPr bwMode="auto">
            <a:xfrm>
              <a:off x="3938" y="2120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466" name="Rectangle 122"/>
            <p:cNvSpPr>
              <a:spLocks noChangeArrowheads="1"/>
            </p:cNvSpPr>
            <p:nvPr/>
          </p:nvSpPr>
          <p:spPr bwMode="auto">
            <a:xfrm>
              <a:off x="3494" y="2120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467" name="Rectangle 123"/>
            <p:cNvSpPr>
              <a:spLocks noChangeArrowheads="1"/>
            </p:cNvSpPr>
            <p:nvPr/>
          </p:nvSpPr>
          <p:spPr bwMode="auto">
            <a:xfrm>
              <a:off x="3057" y="2120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468" name="Rectangle 124"/>
            <p:cNvSpPr>
              <a:spLocks noChangeArrowheads="1"/>
            </p:cNvSpPr>
            <p:nvPr/>
          </p:nvSpPr>
          <p:spPr bwMode="auto">
            <a:xfrm>
              <a:off x="2783" y="2120"/>
              <a:ext cx="4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7469" name="Rectangle 125"/>
            <p:cNvSpPr>
              <a:spLocks noChangeArrowheads="1"/>
            </p:cNvSpPr>
            <p:nvPr/>
          </p:nvSpPr>
          <p:spPr bwMode="auto">
            <a:xfrm>
              <a:off x="2522" y="2120"/>
              <a:ext cx="4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7470" name="Rectangle 126"/>
            <p:cNvSpPr>
              <a:spLocks noChangeArrowheads="1"/>
            </p:cNvSpPr>
            <p:nvPr/>
          </p:nvSpPr>
          <p:spPr bwMode="auto">
            <a:xfrm>
              <a:off x="2375" y="2120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471" name="Rectangle 127"/>
            <p:cNvSpPr>
              <a:spLocks noChangeArrowheads="1"/>
            </p:cNvSpPr>
            <p:nvPr/>
          </p:nvSpPr>
          <p:spPr bwMode="auto">
            <a:xfrm>
              <a:off x="1931" y="2120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472" name="Rectangle 128"/>
            <p:cNvSpPr>
              <a:spLocks noChangeArrowheads="1"/>
            </p:cNvSpPr>
            <p:nvPr/>
          </p:nvSpPr>
          <p:spPr bwMode="auto">
            <a:xfrm>
              <a:off x="1496" y="2120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473" name="Rectangle 129"/>
            <p:cNvSpPr>
              <a:spLocks noChangeArrowheads="1"/>
            </p:cNvSpPr>
            <p:nvPr/>
          </p:nvSpPr>
          <p:spPr bwMode="auto">
            <a:xfrm>
              <a:off x="1221" y="2120"/>
              <a:ext cx="4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7474" name="Rectangle 130"/>
            <p:cNvSpPr>
              <a:spLocks noChangeArrowheads="1"/>
            </p:cNvSpPr>
            <p:nvPr/>
          </p:nvSpPr>
          <p:spPr bwMode="auto">
            <a:xfrm>
              <a:off x="4798" y="2188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9999FF"/>
                  </a:solidFill>
                </a:rPr>
                <a:t>0</a:t>
              </a:r>
              <a:endParaRPr lang="en-US" altLang="zh-CN">
                <a:solidFill>
                  <a:srgbClr val="9999FF"/>
                </a:solidFill>
              </a:endParaRPr>
            </a:p>
          </p:txBody>
        </p:sp>
        <p:sp>
          <p:nvSpPr>
            <p:cNvPr id="57475" name="Rectangle 131"/>
            <p:cNvSpPr>
              <a:spLocks noChangeArrowheads="1"/>
            </p:cNvSpPr>
            <p:nvPr/>
          </p:nvSpPr>
          <p:spPr bwMode="auto">
            <a:xfrm>
              <a:off x="4637" y="2188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3399FF"/>
                  </a:solidFill>
                </a:rPr>
                <a:t>1</a:t>
              </a:r>
              <a:endParaRPr lang="en-US" altLang="zh-CN">
                <a:solidFill>
                  <a:srgbClr val="3399FF"/>
                </a:solidFill>
              </a:endParaRPr>
            </a:p>
          </p:txBody>
        </p:sp>
        <p:sp>
          <p:nvSpPr>
            <p:cNvPr id="57476" name="Rectangle 132"/>
            <p:cNvSpPr>
              <a:spLocks noChangeArrowheads="1"/>
            </p:cNvSpPr>
            <p:nvPr/>
          </p:nvSpPr>
          <p:spPr bwMode="auto">
            <a:xfrm>
              <a:off x="4476" y="2188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</a:rPr>
                <a:t>2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7477" name="Rectangle 133"/>
            <p:cNvSpPr>
              <a:spLocks noChangeArrowheads="1"/>
            </p:cNvSpPr>
            <p:nvPr/>
          </p:nvSpPr>
          <p:spPr bwMode="auto">
            <a:xfrm>
              <a:off x="4274" y="2188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9933"/>
                  </a:solidFill>
                </a:rPr>
                <a:t>0</a:t>
              </a:r>
              <a:endParaRPr lang="en-US" altLang="zh-CN">
                <a:solidFill>
                  <a:srgbClr val="FF9933"/>
                </a:solidFill>
              </a:endParaRPr>
            </a:p>
          </p:txBody>
        </p:sp>
        <p:sp>
          <p:nvSpPr>
            <p:cNvPr id="57478" name="Rectangle 134"/>
            <p:cNvSpPr>
              <a:spLocks noChangeArrowheads="1"/>
            </p:cNvSpPr>
            <p:nvPr/>
          </p:nvSpPr>
          <p:spPr bwMode="auto">
            <a:xfrm>
              <a:off x="4005" y="2096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57479" name="Rectangle 135"/>
            <p:cNvSpPr>
              <a:spLocks noChangeArrowheads="1"/>
            </p:cNvSpPr>
            <p:nvPr/>
          </p:nvSpPr>
          <p:spPr bwMode="auto">
            <a:xfrm>
              <a:off x="3796" y="2188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9999FF"/>
                  </a:solidFill>
                </a:rPr>
                <a:t>0</a:t>
              </a:r>
              <a:endParaRPr lang="en-US" altLang="zh-CN">
                <a:solidFill>
                  <a:srgbClr val="9999FF"/>
                </a:solidFill>
              </a:endParaRPr>
            </a:p>
          </p:txBody>
        </p:sp>
        <p:sp>
          <p:nvSpPr>
            <p:cNvPr id="57480" name="Rectangle 136"/>
            <p:cNvSpPr>
              <a:spLocks noChangeArrowheads="1"/>
            </p:cNvSpPr>
            <p:nvPr/>
          </p:nvSpPr>
          <p:spPr bwMode="auto">
            <a:xfrm>
              <a:off x="3567" y="2096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481" name="Rectangle 137"/>
            <p:cNvSpPr>
              <a:spLocks noChangeArrowheads="1"/>
            </p:cNvSpPr>
            <p:nvPr/>
          </p:nvSpPr>
          <p:spPr bwMode="auto">
            <a:xfrm>
              <a:off x="3355" y="2188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3399FF"/>
                  </a:solidFill>
                </a:rPr>
                <a:t>1</a:t>
              </a:r>
              <a:endParaRPr lang="en-US" altLang="zh-CN">
                <a:solidFill>
                  <a:srgbClr val="3399FF"/>
                </a:solidFill>
              </a:endParaRPr>
            </a:p>
          </p:txBody>
        </p:sp>
        <p:sp>
          <p:nvSpPr>
            <p:cNvPr id="57482" name="Rectangle 138"/>
            <p:cNvSpPr>
              <a:spLocks noChangeArrowheads="1"/>
            </p:cNvSpPr>
            <p:nvPr/>
          </p:nvSpPr>
          <p:spPr bwMode="auto">
            <a:xfrm>
              <a:off x="3131" y="2096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3</a:t>
              </a:r>
              <a:endParaRPr lang="en-US" altLang="zh-CN"/>
            </a:p>
          </p:txBody>
        </p:sp>
        <p:sp>
          <p:nvSpPr>
            <p:cNvPr id="57483" name="Rectangle 139"/>
            <p:cNvSpPr>
              <a:spLocks noChangeArrowheads="1"/>
            </p:cNvSpPr>
            <p:nvPr/>
          </p:nvSpPr>
          <p:spPr bwMode="auto">
            <a:xfrm>
              <a:off x="2915" y="2188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</a:rPr>
                <a:t>2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7484" name="Rectangle 140"/>
            <p:cNvSpPr>
              <a:spLocks noChangeArrowheads="1"/>
            </p:cNvSpPr>
            <p:nvPr/>
          </p:nvSpPr>
          <p:spPr bwMode="auto">
            <a:xfrm>
              <a:off x="2716" y="2188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6699"/>
                  </a:solidFill>
                </a:rPr>
                <a:t>1</a:t>
              </a:r>
              <a:endParaRPr lang="en-US" altLang="zh-CN">
                <a:solidFill>
                  <a:srgbClr val="FF6699"/>
                </a:solidFill>
              </a:endParaRPr>
            </a:p>
          </p:txBody>
        </p:sp>
        <p:sp>
          <p:nvSpPr>
            <p:cNvPr id="57485" name="Rectangle 141"/>
            <p:cNvSpPr>
              <a:spLocks noChangeArrowheads="1"/>
            </p:cNvSpPr>
            <p:nvPr/>
          </p:nvSpPr>
          <p:spPr bwMode="auto">
            <a:xfrm>
              <a:off x="2448" y="2096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57486" name="Rectangle 142"/>
            <p:cNvSpPr>
              <a:spLocks noChangeArrowheads="1"/>
            </p:cNvSpPr>
            <p:nvPr/>
          </p:nvSpPr>
          <p:spPr bwMode="auto">
            <a:xfrm>
              <a:off x="2233" y="2188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9999FF"/>
                  </a:solidFill>
                </a:rPr>
                <a:t>0</a:t>
              </a:r>
              <a:endParaRPr lang="en-US" altLang="zh-CN">
                <a:solidFill>
                  <a:srgbClr val="9999FF"/>
                </a:solidFill>
              </a:endParaRPr>
            </a:p>
          </p:txBody>
        </p:sp>
        <p:sp>
          <p:nvSpPr>
            <p:cNvPr id="57487" name="Rectangle 143"/>
            <p:cNvSpPr>
              <a:spLocks noChangeArrowheads="1"/>
            </p:cNvSpPr>
            <p:nvPr/>
          </p:nvSpPr>
          <p:spPr bwMode="auto">
            <a:xfrm>
              <a:off x="2004" y="2096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3</a:t>
              </a:r>
              <a:endParaRPr lang="en-US" altLang="zh-CN"/>
            </a:p>
          </p:txBody>
        </p:sp>
        <p:sp>
          <p:nvSpPr>
            <p:cNvPr id="57488" name="Rectangle 144"/>
            <p:cNvSpPr>
              <a:spLocks noChangeArrowheads="1"/>
            </p:cNvSpPr>
            <p:nvPr/>
          </p:nvSpPr>
          <p:spPr bwMode="auto">
            <a:xfrm>
              <a:off x="1792" y="2188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3399FF"/>
                  </a:solidFill>
                </a:rPr>
                <a:t>1</a:t>
              </a:r>
              <a:endParaRPr lang="en-US" altLang="zh-CN">
                <a:solidFill>
                  <a:srgbClr val="3399FF"/>
                </a:solidFill>
              </a:endParaRPr>
            </a:p>
          </p:txBody>
        </p:sp>
        <p:sp>
          <p:nvSpPr>
            <p:cNvPr id="57489" name="Rectangle 145"/>
            <p:cNvSpPr>
              <a:spLocks noChangeArrowheads="1"/>
            </p:cNvSpPr>
            <p:nvPr/>
          </p:nvSpPr>
          <p:spPr bwMode="auto">
            <a:xfrm>
              <a:off x="1568" y="2096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000000"/>
                  </a:solidFill>
                </a:rPr>
                <a:t>4</a:t>
              </a:r>
              <a:endParaRPr lang="en-US" altLang="zh-CN"/>
            </a:p>
          </p:txBody>
        </p:sp>
        <p:sp>
          <p:nvSpPr>
            <p:cNvPr id="57490" name="Rectangle 146"/>
            <p:cNvSpPr>
              <a:spLocks noChangeArrowheads="1"/>
            </p:cNvSpPr>
            <p:nvPr/>
          </p:nvSpPr>
          <p:spPr bwMode="auto">
            <a:xfrm>
              <a:off x="1354" y="2188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</a:rPr>
                <a:t>2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7491" name="Rectangle 147"/>
            <p:cNvSpPr>
              <a:spLocks noChangeArrowheads="1"/>
            </p:cNvSpPr>
            <p:nvPr/>
          </p:nvSpPr>
          <p:spPr bwMode="auto">
            <a:xfrm>
              <a:off x="1152" y="2188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0000"/>
                  </a:solidFill>
                </a:rPr>
                <a:t>2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57492" name="Rectangle 148"/>
            <p:cNvSpPr>
              <a:spLocks noChangeArrowheads="1"/>
            </p:cNvSpPr>
            <p:nvPr/>
          </p:nvSpPr>
          <p:spPr bwMode="auto">
            <a:xfrm>
              <a:off x="4725" y="2122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9999FF"/>
                  </a:solidFill>
                </a:rPr>
                <a:t>k</a:t>
              </a:r>
              <a:endParaRPr lang="en-US" altLang="zh-CN">
                <a:solidFill>
                  <a:srgbClr val="9999FF"/>
                </a:solidFill>
              </a:endParaRPr>
            </a:p>
          </p:txBody>
        </p:sp>
        <p:sp>
          <p:nvSpPr>
            <p:cNvPr id="57493" name="Rectangle 149"/>
            <p:cNvSpPr>
              <a:spLocks noChangeArrowheads="1"/>
            </p:cNvSpPr>
            <p:nvPr/>
          </p:nvSpPr>
          <p:spPr bwMode="auto">
            <a:xfrm>
              <a:off x="4568" y="2122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3399FF"/>
                  </a:solidFill>
                </a:rPr>
                <a:t>k</a:t>
              </a:r>
              <a:endParaRPr lang="en-US" altLang="zh-CN">
                <a:solidFill>
                  <a:srgbClr val="3399FF"/>
                </a:solidFill>
              </a:endParaRPr>
            </a:p>
          </p:txBody>
        </p:sp>
        <p:sp>
          <p:nvSpPr>
            <p:cNvPr id="57494" name="Rectangle 150"/>
            <p:cNvSpPr>
              <a:spLocks noChangeArrowheads="1"/>
            </p:cNvSpPr>
            <p:nvPr/>
          </p:nvSpPr>
          <p:spPr bwMode="auto">
            <a:xfrm>
              <a:off x="4402" y="2122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chemeClr val="accent2"/>
                  </a:solidFill>
                </a:rPr>
                <a:t>k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7495" name="Rectangle 151"/>
            <p:cNvSpPr>
              <a:spLocks noChangeArrowheads="1"/>
            </p:cNvSpPr>
            <p:nvPr/>
          </p:nvSpPr>
          <p:spPr bwMode="auto">
            <a:xfrm>
              <a:off x="4235" y="2122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FF9933"/>
                  </a:solidFill>
                </a:rPr>
                <a:t>j</a:t>
              </a:r>
              <a:endParaRPr lang="en-US" altLang="zh-CN">
                <a:solidFill>
                  <a:srgbClr val="FF9933"/>
                </a:solidFill>
              </a:endParaRPr>
            </a:p>
          </p:txBody>
        </p:sp>
        <p:sp>
          <p:nvSpPr>
            <p:cNvPr id="57496" name="Rectangle 152"/>
            <p:cNvSpPr>
              <a:spLocks noChangeArrowheads="1"/>
            </p:cNvSpPr>
            <p:nvPr/>
          </p:nvSpPr>
          <p:spPr bwMode="auto">
            <a:xfrm>
              <a:off x="3723" y="2122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9999FF"/>
                  </a:solidFill>
                </a:rPr>
                <a:t>k</a:t>
              </a:r>
              <a:endParaRPr lang="en-US" altLang="zh-CN">
                <a:solidFill>
                  <a:srgbClr val="9999FF"/>
                </a:solidFill>
              </a:endParaRPr>
            </a:p>
          </p:txBody>
        </p:sp>
        <p:sp>
          <p:nvSpPr>
            <p:cNvPr id="57497" name="Rectangle 153"/>
            <p:cNvSpPr>
              <a:spLocks noChangeArrowheads="1"/>
            </p:cNvSpPr>
            <p:nvPr/>
          </p:nvSpPr>
          <p:spPr bwMode="auto">
            <a:xfrm>
              <a:off x="3287" y="2122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3399FF"/>
                  </a:solidFill>
                </a:rPr>
                <a:t>k</a:t>
              </a:r>
              <a:endParaRPr lang="en-US" altLang="zh-CN">
                <a:solidFill>
                  <a:srgbClr val="3399FF"/>
                </a:solidFill>
              </a:endParaRPr>
            </a:p>
          </p:txBody>
        </p:sp>
        <p:sp>
          <p:nvSpPr>
            <p:cNvPr id="57498" name="Rectangle 154"/>
            <p:cNvSpPr>
              <a:spLocks noChangeArrowheads="1"/>
            </p:cNvSpPr>
            <p:nvPr/>
          </p:nvSpPr>
          <p:spPr bwMode="auto">
            <a:xfrm>
              <a:off x="2841" y="2122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chemeClr val="accent2"/>
                  </a:solidFill>
                </a:rPr>
                <a:t>k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7499" name="Rectangle 155"/>
            <p:cNvSpPr>
              <a:spLocks noChangeArrowheads="1"/>
            </p:cNvSpPr>
            <p:nvPr/>
          </p:nvSpPr>
          <p:spPr bwMode="auto">
            <a:xfrm>
              <a:off x="2681" y="2122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FF6699"/>
                  </a:solidFill>
                </a:rPr>
                <a:t>j</a:t>
              </a:r>
              <a:endParaRPr lang="en-US" altLang="zh-CN">
                <a:solidFill>
                  <a:srgbClr val="FF6699"/>
                </a:solidFill>
              </a:endParaRPr>
            </a:p>
          </p:txBody>
        </p:sp>
        <p:sp>
          <p:nvSpPr>
            <p:cNvPr id="57500" name="Rectangle 156"/>
            <p:cNvSpPr>
              <a:spLocks noChangeArrowheads="1"/>
            </p:cNvSpPr>
            <p:nvPr/>
          </p:nvSpPr>
          <p:spPr bwMode="auto">
            <a:xfrm>
              <a:off x="2160" y="2122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9999FF"/>
                  </a:solidFill>
                </a:rPr>
                <a:t>k</a:t>
              </a:r>
              <a:endParaRPr lang="en-US" altLang="zh-CN">
                <a:solidFill>
                  <a:srgbClr val="9999FF"/>
                </a:solidFill>
              </a:endParaRPr>
            </a:p>
          </p:txBody>
        </p:sp>
        <p:sp>
          <p:nvSpPr>
            <p:cNvPr id="57501" name="Rectangle 157"/>
            <p:cNvSpPr>
              <a:spLocks noChangeArrowheads="1"/>
            </p:cNvSpPr>
            <p:nvPr/>
          </p:nvSpPr>
          <p:spPr bwMode="auto">
            <a:xfrm>
              <a:off x="1724" y="2122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3399FF"/>
                  </a:solidFill>
                </a:rPr>
                <a:t>k</a:t>
              </a:r>
              <a:endParaRPr lang="en-US" altLang="zh-CN">
                <a:solidFill>
                  <a:srgbClr val="3399FF"/>
                </a:solidFill>
              </a:endParaRPr>
            </a:p>
          </p:txBody>
        </p:sp>
        <p:sp>
          <p:nvSpPr>
            <p:cNvPr id="57502" name="Rectangle 158"/>
            <p:cNvSpPr>
              <a:spLocks noChangeArrowheads="1"/>
            </p:cNvSpPr>
            <p:nvPr/>
          </p:nvSpPr>
          <p:spPr bwMode="auto">
            <a:xfrm>
              <a:off x="1280" y="2122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chemeClr val="accent2"/>
                  </a:solidFill>
                </a:rPr>
                <a:t>k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7503" name="Rectangle 159"/>
            <p:cNvSpPr>
              <a:spLocks noChangeArrowheads="1"/>
            </p:cNvSpPr>
            <p:nvPr/>
          </p:nvSpPr>
          <p:spPr bwMode="auto">
            <a:xfrm>
              <a:off x="1111" y="2122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FF0000"/>
                  </a:solidFill>
                </a:rPr>
                <a:t>j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57504" name="Rectangle 160"/>
            <p:cNvSpPr>
              <a:spLocks noChangeArrowheads="1"/>
            </p:cNvSpPr>
            <p:nvPr/>
          </p:nvSpPr>
          <p:spPr bwMode="auto">
            <a:xfrm>
              <a:off x="831" y="2146"/>
              <a:ext cx="1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 i="1">
                  <a:solidFill>
                    <a:srgbClr val="000000"/>
                  </a:solidFill>
                </a:rPr>
                <a:t>W</a:t>
              </a:r>
              <a:endParaRPr lang="en-US" altLang="zh-CN"/>
            </a:p>
          </p:txBody>
        </p:sp>
        <p:sp>
          <p:nvSpPr>
            <p:cNvPr id="57505" name="Rectangle 161"/>
            <p:cNvSpPr>
              <a:spLocks noChangeArrowheads="1"/>
            </p:cNvSpPr>
            <p:nvPr/>
          </p:nvSpPr>
          <p:spPr bwMode="auto">
            <a:xfrm>
              <a:off x="4127" y="2108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7506" name="Rectangle 162"/>
            <p:cNvSpPr>
              <a:spLocks noChangeArrowheads="1"/>
            </p:cNvSpPr>
            <p:nvPr/>
          </p:nvSpPr>
          <p:spPr bwMode="auto">
            <a:xfrm>
              <a:off x="3858" y="2108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</a:t>
              </a:r>
            </a:p>
          </p:txBody>
        </p:sp>
        <p:sp>
          <p:nvSpPr>
            <p:cNvPr id="57507" name="Rectangle 163"/>
            <p:cNvSpPr>
              <a:spLocks noChangeArrowheads="1"/>
            </p:cNvSpPr>
            <p:nvPr/>
          </p:nvSpPr>
          <p:spPr bwMode="auto">
            <a:xfrm>
              <a:off x="3638" y="2108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7508" name="Rectangle 164"/>
            <p:cNvSpPr>
              <a:spLocks noChangeArrowheads="1"/>
            </p:cNvSpPr>
            <p:nvPr/>
          </p:nvSpPr>
          <p:spPr bwMode="auto">
            <a:xfrm>
              <a:off x="3414" y="2108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</a:t>
              </a:r>
            </a:p>
          </p:txBody>
        </p:sp>
        <p:sp>
          <p:nvSpPr>
            <p:cNvPr id="57509" name="Rectangle 165"/>
            <p:cNvSpPr>
              <a:spLocks noChangeArrowheads="1"/>
            </p:cNvSpPr>
            <p:nvPr/>
          </p:nvSpPr>
          <p:spPr bwMode="auto">
            <a:xfrm>
              <a:off x="3201" y="2108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7510" name="Rectangle 166"/>
            <p:cNvSpPr>
              <a:spLocks noChangeArrowheads="1"/>
            </p:cNvSpPr>
            <p:nvPr/>
          </p:nvSpPr>
          <p:spPr bwMode="auto">
            <a:xfrm>
              <a:off x="2977" y="2108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</a:t>
              </a:r>
            </a:p>
          </p:txBody>
        </p:sp>
        <p:sp>
          <p:nvSpPr>
            <p:cNvPr id="57511" name="Rectangle 167"/>
            <p:cNvSpPr>
              <a:spLocks noChangeArrowheads="1"/>
            </p:cNvSpPr>
            <p:nvPr/>
          </p:nvSpPr>
          <p:spPr bwMode="auto">
            <a:xfrm>
              <a:off x="2573" y="2108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7512" name="Rectangle 168"/>
            <p:cNvSpPr>
              <a:spLocks noChangeArrowheads="1"/>
            </p:cNvSpPr>
            <p:nvPr/>
          </p:nvSpPr>
          <p:spPr bwMode="auto">
            <a:xfrm>
              <a:off x="2295" y="2108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</a:t>
              </a:r>
            </a:p>
          </p:txBody>
        </p:sp>
        <p:sp>
          <p:nvSpPr>
            <p:cNvPr id="57513" name="Rectangle 169"/>
            <p:cNvSpPr>
              <a:spLocks noChangeArrowheads="1"/>
            </p:cNvSpPr>
            <p:nvPr/>
          </p:nvSpPr>
          <p:spPr bwMode="auto">
            <a:xfrm>
              <a:off x="2075" y="2108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7514" name="Rectangle 170"/>
            <p:cNvSpPr>
              <a:spLocks noChangeArrowheads="1"/>
            </p:cNvSpPr>
            <p:nvPr/>
          </p:nvSpPr>
          <p:spPr bwMode="auto">
            <a:xfrm>
              <a:off x="1851" y="2108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</a:t>
              </a:r>
            </a:p>
          </p:txBody>
        </p:sp>
        <p:sp>
          <p:nvSpPr>
            <p:cNvPr id="57515" name="Rectangle 171"/>
            <p:cNvSpPr>
              <a:spLocks noChangeArrowheads="1"/>
            </p:cNvSpPr>
            <p:nvPr/>
          </p:nvSpPr>
          <p:spPr bwMode="auto">
            <a:xfrm>
              <a:off x="1638" y="2108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7516" name="Rectangle 172"/>
            <p:cNvSpPr>
              <a:spLocks noChangeArrowheads="1"/>
            </p:cNvSpPr>
            <p:nvPr/>
          </p:nvSpPr>
          <p:spPr bwMode="auto">
            <a:xfrm>
              <a:off x="1416" y="2108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  <a:sym typeface="Symbol" charset="0"/>
                </a:rPr>
                <a:t></a:t>
              </a:r>
            </a:p>
          </p:txBody>
        </p:sp>
        <p:sp>
          <p:nvSpPr>
            <p:cNvPr id="57517" name="Rectangle 173"/>
            <p:cNvSpPr>
              <a:spLocks noChangeArrowheads="1"/>
            </p:cNvSpPr>
            <p:nvPr/>
          </p:nvSpPr>
          <p:spPr bwMode="auto">
            <a:xfrm>
              <a:off x="669" y="2119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solidFill>
                    <a:srgbClr val="000000"/>
                  </a:solidFill>
                  <a:latin typeface="Symbol" charset="0"/>
                </a:rPr>
                <a:t>=</a:t>
              </a:r>
              <a:endParaRPr lang="en-US" altLang="zh-CN"/>
            </a:p>
          </p:txBody>
        </p:sp>
      </p:grpSp>
      <p:grpSp>
        <p:nvGrpSpPr>
          <p:cNvPr id="57551" name="Group 207"/>
          <p:cNvGrpSpPr>
            <a:grpSpLocks/>
          </p:cNvGrpSpPr>
          <p:nvPr/>
        </p:nvGrpSpPr>
        <p:grpSpPr bwMode="auto">
          <a:xfrm>
            <a:off x="1371600" y="3276600"/>
            <a:ext cx="3998913" cy="487363"/>
            <a:chOff x="899" y="2473"/>
            <a:chExt cx="2519" cy="307"/>
          </a:xfrm>
        </p:grpSpPr>
        <p:sp>
          <p:nvSpPr>
            <p:cNvPr id="57520" name="Rectangle 176"/>
            <p:cNvSpPr>
              <a:spLocks noChangeArrowheads="1"/>
            </p:cNvSpPr>
            <p:nvPr/>
          </p:nvSpPr>
          <p:spPr bwMode="auto">
            <a:xfrm>
              <a:off x="3373" y="2485"/>
              <a:ext cx="4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7521" name="Rectangle 177"/>
            <p:cNvSpPr>
              <a:spLocks noChangeArrowheads="1"/>
            </p:cNvSpPr>
            <p:nvPr/>
          </p:nvSpPr>
          <p:spPr bwMode="auto">
            <a:xfrm>
              <a:off x="2845" y="2485"/>
              <a:ext cx="4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7522" name="Rectangle 178"/>
            <p:cNvSpPr>
              <a:spLocks noChangeArrowheads="1"/>
            </p:cNvSpPr>
            <p:nvPr/>
          </p:nvSpPr>
          <p:spPr bwMode="auto">
            <a:xfrm>
              <a:off x="2577" y="2485"/>
              <a:ext cx="4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7523" name="Rectangle 179"/>
            <p:cNvSpPr>
              <a:spLocks noChangeArrowheads="1"/>
            </p:cNvSpPr>
            <p:nvPr/>
          </p:nvSpPr>
          <p:spPr bwMode="auto">
            <a:xfrm>
              <a:off x="2500" y="2485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57524" name="Rectangle 180"/>
            <p:cNvSpPr>
              <a:spLocks noChangeArrowheads="1"/>
            </p:cNvSpPr>
            <p:nvPr/>
          </p:nvSpPr>
          <p:spPr bwMode="auto">
            <a:xfrm>
              <a:off x="2123" y="2485"/>
              <a:ext cx="4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7525" name="Rectangle 181"/>
            <p:cNvSpPr>
              <a:spLocks noChangeArrowheads="1"/>
            </p:cNvSpPr>
            <p:nvPr/>
          </p:nvSpPr>
          <p:spPr bwMode="auto">
            <a:xfrm>
              <a:off x="1862" y="2485"/>
              <a:ext cx="4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)</a:t>
              </a:r>
              <a:endParaRPr lang="en-US" altLang="zh-CN"/>
            </a:p>
          </p:txBody>
        </p:sp>
        <p:sp>
          <p:nvSpPr>
            <p:cNvPr id="57526" name="Rectangle 182"/>
            <p:cNvSpPr>
              <a:spLocks noChangeArrowheads="1"/>
            </p:cNvSpPr>
            <p:nvPr/>
          </p:nvSpPr>
          <p:spPr bwMode="auto">
            <a:xfrm>
              <a:off x="1786" y="2485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57527" name="Rectangle 183"/>
            <p:cNvSpPr>
              <a:spLocks noChangeArrowheads="1"/>
            </p:cNvSpPr>
            <p:nvPr/>
          </p:nvSpPr>
          <p:spPr bwMode="auto">
            <a:xfrm>
              <a:off x="1672" y="2485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0</a:t>
              </a:r>
              <a:endParaRPr lang="en-US" altLang="zh-CN"/>
            </a:p>
          </p:txBody>
        </p:sp>
        <p:sp>
          <p:nvSpPr>
            <p:cNvPr id="57528" name="Rectangle 184"/>
            <p:cNvSpPr>
              <a:spLocks noChangeArrowheads="1"/>
            </p:cNvSpPr>
            <p:nvPr/>
          </p:nvSpPr>
          <p:spPr bwMode="auto">
            <a:xfrm>
              <a:off x="1451" y="2485"/>
              <a:ext cx="4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</a:rPr>
                <a:t>(</a:t>
              </a:r>
              <a:endParaRPr lang="en-US" altLang="zh-CN"/>
            </a:p>
          </p:txBody>
        </p:sp>
        <p:sp>
          <p:nvSpPr>
            <p:cNvPr id="57529" name="Rectangle 185"/>
            <p:cNvSpPr>
              <a:spLocks noChangeArrowheads="1"/>
            </p:cNvSpPr>
            <p:nvPr/>
          </p:nvSpPr>
          <p:spPr bwMode="auto">
            <a:xfrm>
              <a:off x="3299" y="2553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9999FF"/>
                  </a:solidFill>
                </a:rPr>
                <a:t>0</a:t>
              </a:r>
              <a:endParaRPr lang="en-US" altLang="zh-CN">
                <a:solidFill>
                  <a:srgbClr val="9999FF"/>
                </a:solidFill>
              </a:endParaRPr>
            </a:p>
          </p:txBody>
        </p:sp>
        <p:sp>
          <p:nvSpPr>
            <p:cNvPr id="57530" name="Rectangle 186"/>
            <p:cNvSpPr>
              <a:spLocks noChangeArrowheads="1"/>
            </p:cNvSpPr>
            <p:nvPr/>
          </p:nvSpPr>
          <p:spPr bwMode="auto">
            <a:xfrm>
              <a:off x="3137" y="2553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3399FF"/>
                  </a:solidFill>
                </a:rPr>
                <a:t>1</a:t>
              </a:r>
              <a:endParaRPr lang="en-US" altLang="zh-CN">
                <a:solidFill>
                  <a:srgbClr val="3399FF"/>
                </a:solidFill>
              </a:endParaRPr>
            </a:p>
          </p:txBody>
        </p:sp>
        <p:sp>
          <p:nvSpPr>
            <p:cNvPr id="57531" name="Rectangle 187"/>
            <p:cNvSpPr>
              <a:spLocks noChangeArrowheads="1"/>
            </p:cNvSpPr>
            <p:nvPr/>
          </p:nvSpPr>
          <p:spPr bwMode="auto">
            <a:xfrm>
              <a:off x="2977" y="2553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chemeClr val="accent2"/>
                  </a:solidFill>
                </a:rPr>
                <a:t>2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7532" name="Rectangle 188"/>
            <p:cNvSpPr>
              <a:spLocks noChangeArrowheads="1"/>
            </p:cNvSpPr>
            <p:nvPr/>
          </p:nvSpPr>
          <p:spPr bwMode="auto">
            <a:xfrm>
              <a:off x="2775" y="2553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9933"/>
                  </a:solidFill>
                </a:rPr>
                <a:t>0</a:t>
              </a:r>
              <a:endParaRPr lang="en-US" altLang="zh-CN">
                <a:solidFill>
                  <a:srgbClr val="FF9933"/>
                </a:solidFill>
              </a:endParaRPr>
            </a:p>
          </p:txBody>
        </p:sp>
        <p:sp>
          <p:nvSpPr>
            <p:cNvPr id="57533" name="Rectangle 189"/>
            <p:cNvSpPr>
              <a:spLocks noChangeArrowheads="1"/>
            </p:cNvSpPr>
            <p:nvPr/>
          </p:nvSpPr>
          <p:spPr bwMode="auto">
            <a:xfrm>
              <a:off x="2411" y="2553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9999FF"/>
                  </a:solidFill>
                </a:rPr>
                <a:t>0</a:t>
              </a:r>
              <a:endParaRPr lang="en-US" altLang="zh-CN">
                <a:solidFill>
                  <a:srgbClr val="9999FF"/>
                </a:solidFill>
              </a:endParaRPr>
            </a:p>
          </p:txBody>
        </p:sp>
        <p:sp>
          <p:nvSpPr>
            <p:cNvPr id="57534" name="Rectangle 190"/>
            <p:cNvSpPr>
              <a:spLocks noChangeArrowheads="1"/>
            </p:cNvSpPr>
            <p:nvPr/>
          </p:nvSpPr>
          <p:spPr bwMode="auto">
            <a:xfrm>
              <a:off x="2249" y="2553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3399FF"/>
                  </a:solidFill>
                </a:rPr>
                <a:t>1</a:t>
              </a:r>
              <a:endParaRPr lang="en-US" altLang="zh-CN">
                <a:solidFill>
                  <a:srgbClr val="3399FF"/>
                </a:solidFill>
              </a:endParaRPr>
            </a:p>
          </p:txBody>
        </p:sp>
        <p:sp>
          <p:nvSpPr>
            <p:cNvPr id="57535" name="Rectangle 191"/>
            <p:cNvSpPr>
              <a:spLocks noChangeArrowheads="1"/>
            </p:cNvSpPr>
            <p:nvPr/>
          </p:nvSpPr>
          <p:spPr bwMode="auto">
            <a:xfrm>
              <a:off x="2056" y="2553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6699"/>
                  </a:solidFill>
                </a:rPr>
                <a:t>1</a:t>
              </a:r>
              <a:endParaRPr lang="en-US" altLang="zh-CN">
                <a:solidFill>
                  <a:srgbClr val="FF6699"/>
                </a:solidFill>
              </a:endParaRPr>
            </a:p>
          </p:txBody>
        </p:sp>
        <p:sp>
          <p:nvSpPr>
            <p:cNvPr id="57536" name="Rectangle 192"/>
            <p:cNvSpPr>
              <a:spLocks noChangeArrowheads="1"/>
            </p:cNvSpPr>
            <p:nvPr/>
          </p:nvSpPr>
          <p:spPr bwMode="auto">
            <a:xfrm>
              <a:off x="1582" y="2553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9999FF"/>
                  </a:solidFill>
                </a:rPr>
                <a:t>0</a:t>
              </a:r>
              <a:endParaRPr lang="en-US" altLang="zh-CN">
                <a:solidFill>
                  <a:srgbClr val="9999FF"/>
                </a:solidFill>
              </a:endParaRPr>
            </a:p>
          </p:txBody>
        </p:sp>
        <p:sp>
          <p:nvSpPr>
            <p:cNvPr id="57537" name="Rectangle 193"/>
            <p:cNvSpPr>
              <a:spLocks noChangeArrowheads="1"/>
            </p:cNvSpPr>
            <p:nvPr/>
          </p:nvSpPr>
          <p:spPr bwMode="auto">
            <a:xfrm>
              <a:off x="1382" y="2553"/>
              <a:ext cx="4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200" b="1">
                  <a:solidFill>
                    <a:srgbClr val="FF0000"/>
                  </a:solidFill>
                </a:rPr>
                <a:t>2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57538" name="Rectangle 194"/>
            <p:cNvSpPr>
              <a:spLocks noChangeArrowheads="1"/>
            </p:cNvSpPr>
            <p:nvPr/>
          </p:nvSpPr>
          <p:spPr bwMode="auto">
            <a:xfrm>
              <a:off x="3226" y="2487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9999FF"/>
                  </a:solidFill>
                </a:rPr>
                <a:t>k</a:t>
              </a:r>
              <a:endParaRPr lang="en-US" altLang="zh-CN">
                <a:solidFill>
                  <a:srgbClr val="9999FF"/>
                </a:solidFill>
              </a:endParaRPr>
            </a:p>
          </p:txBody>
        </p:sp>
        <p:sp>
          <p:nvSpPr>
            <p:cNvPr id="57539" name="Rectangle 195"/>
            <p:cNvSpPr>
              <a:spLocks noChangeArrowheads="1"/>
            </p:cNvSpPr>
            <p:nvPr/>
          </p:nvSpPr>
          <p:spPr bwMode="auto">
            <a:xfrm>
              <a:off x="3069" y="2487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3399FF"/>
                  </a:solidFill>
                </a:rPr>
                <a:t>k</a:t>
              </a:r>
              <a:endParaRPr lang="en-US" altLang="zh-CN">
                <a:solidFill>
                  <a:srgbClr val="3399FF"/>
                </a:solidFill>
              </a:endParaRPr>
            </a:p>
          </p:txBody>
        </p:sp>
        <p:sp>
          <p:nvSpPr>
            <p:cNvPr id="57540" name="Rectangle 196"/>
            <p:cNvSpPr>
              <a:spLocks noChangeArrowheads="1"/>
            </p:cNvSpPr>
            <p:nvPr/>
          </p:nvSpPr>
          <p:spPr bwMode="auto">
            <a:xfrm>
              <a:off x="2903" y="2487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chemeClr val="accent2"/>
                  </a:solidFill>
                </a:rPr>
                <a:t>k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57541" name="Rectangle 197"/>
            <p:cNvSpPr>
              <a:spLocks noChangeArrowheads="1"/>
            </p:cNvSpPr>
            <p:nvPr/>
          </p:nvSpPr>
          <p:spPr bwMode="auto">
            <a:xfrm>
              <a:off x="2736" y="2487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FF9933"/>
                  </a:solidFill>
                </a:rPr>
                <a:t>j</a:t>
              </a:r>
              <a:endParaRPr lang="en-US" altLang="zh-CN">
                <a:solidFill>
                  <a:srgbClr val="FF9933"/>
                </a:solidFill>
              </a:endParaRPr>
            </a:p>
          </p:txBody>
        </p:sp>
        <p:sp>
          <p:nvSpPr>
            <p:cNvPr id="57542" name="Rectangle 198"/>
            <p:cNvSpPr>
              <a:spLocks noChangeArrowheads="1"/>
            </p:cNvSpPr>
            <p:nvPr/>
          </p:nvSpPr>
          <p:spPr bwMode="auto">
            <a:xfrm>
              <a:off x="2338" y="2487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9999FF"/>
                  </a:solidFill>
                </a:rPr>
                <a:t>k</a:t>
              </a:r>
              <a:endParaRPr lang="en-US" altLang="zh-CN">
                <a:solidFill>
                  <a:srgbClr val="9999FF"/>
                </a:solidFill>
              </a:endParaRPr>
            </a:p>
          </p:txBody>
        </p:sp>
        <p:sp>
          <p:nvSpPr>
            <p:cNvPr id="57543" name="Rectangle 199"/>
            <p:cNvSpPr>
              <a:spLocks noChangeArrowheads="1"/>
            </p:cNvSpPr>
            <p:nvPr/>
          </p:nvSpPr>
          <p:spPr bwMode="auto">
            <a:xfrm>
              <a:off x="2181" y="2487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3399FF"/>
                  </a:solidFill>
                </a:rPr>
                <a:t>k</a:t>
              </a:r>
              <a:endParaRPr lang="en-US" altLang="zh-CN">
                <a:solidFill>
                  <a:srgbClr val="3399FF"/>
                </a:solidFill>
              </a:endParaRPr>
            </a:p>
          </p:txBody>
        </p:sp>
        <p:sp>
          <p:nvSpPr>
            <p:cNvPr id="57544" name="Rectangle 200"/>
            <p:cNvSpPr>
              <a:spLocks noChangeArrowheads="1"/>
            </p:cNvSpPr>
            <p:nvPr/>
          </p:nvSpPr>
          <p:spPr bwMode="auto">
            <a:xfrm>
              <a:off x="2021" y="2487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FF6699"/>
                  </a:solidFill>
                </a:rPr>
                <a:t>j</a:t>
              </a:r>
              <a:endParaRPr lang="en-US" altLang="zh-CN">
                <a:solidFill>
                  <a:srgbClr val="FF6699"/>
                </a:solidFill>
              </a:endParaRPr>
            </a:p>
          </p:txBody>
        </p:sp>
        <p:sp>
          <p:nvSpPr>
            <p:cNvPr id="57545" name="Rectangle 201"/>
            <p:cNvSpPr>
              <a:spLocks noChangeArrowheads="1"/>
            </p:cNvSpPr>
            <p:nvPr/>
          </p:nvSpPr>
          <p:spPr bwMode="auto">
            <a:xfrm>
              <a:off x="1510" y="2487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9999FF"/>
                  </a:solidFill>
                </a:rPr>
                <a:t>k</a:t>
              </a:r>
              <a:endParaRPr lang="en-US" altLang="zh-CN">
                <a:solidFill>
                  <a:srgbClr val="9999FF"/>
                </a:solidFill>
              </a:endParaRPr>
            </a:p>
          </p:txBody>
        </p:sp>
        <p:sp>
          <p:nvSpPr>
            <p:cNvPr id="57546" name="Rectangle 202"/>
            <p:cNvSpPr>
              <a:spLocks noChangeArrowheads="1"/>
            </p:cNvSpPr>
            <p:nvPr/>
          </p:nvSpPr>
          <p:spPr bwMode="auto">
            <a:xfrm>
              <a:off x="1341" y="2487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 i="1">
                  <a:solidFill>
                    <a:srgbClr val="FF0000"/>
                  </a:solidFill>
                </a:rPr>
                <a:t>j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57547" name="Rectangle 203"/>
            <p:cNvSpPr>
              <a:spLocks noChangeArrowheads="1"/>
            </p:cNvSpPr>
            <p:nvPr/>
          </p:nvSpPr>
          <p:spPr bwMode="auto">
            <a:xfrm>
              <a:off x="1061" y="2511"/>
              <a:ext cx="1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 i="1">
                  <a:solidFill>
                    <a:srgbClr val="000000"/>
                  </a:solidFill>
                </a:rPr>
                <a:t>W</a:t>
              </a:r>
              <a:endParaRPr lang="en-US" altLang="zh-CN"/>
            </a:p>
          </p:txBody>
        </p:sp>
        <p:sp>
          <p:nvSpPr>
            <p:cNvPr id="57548" name="Rectangle 204"/>
            <p:cNvSpPr>
              <a:spLocks noChangeArrowheads="1"/>
            </p:cNvSpPr>
            <p:nvPr/>
          </p:nvSpPr>
          <p:spPr bwMode="auto">
            <a:xfrm>
              <a:off x="2627" y="2473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7549" name="Rectangle 205"/>
            <p:cNvSpPr>
              <a:spLocks noChangeArrowheads="1"/>
            </p:cNvSpPr>
            <p:nvPr/>
          </p:nvSpPr>
          <p:spPr bwMode="auto">
            <a:xfrm>
              <a:off x="1913" y="2473"/>
              <a:ext cx="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 b="1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CN"/>
            </a:p>
          </p:txBody>
        </p:sp>
        <p:sp>
          <p:nvSpPr>
            <p:cNvPr id="57550" name="Rectangle 206"/>
            <p:cNvSpPr>
              <a:spLocks noChangeArrowheads="1"/>
            </p:cNvSpPr>
            <p:nvPr/>
          </p:nvSpPr>
          <p:spPr bwMode="auto">
            <a:xfrm>
              <a:off x="899" y="2485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1">
                  <a:solidFill>
                    <a:srgbClr val="000000"/>
                  </a:solidFill>
                  <a:latin typeface="Symbol" charset="0"/>
                </a:rPr>
                <a:t>=</a:t>
              </a:r>
              <a:endParaRPr lang="en-US" altLang="zh-CN"/>
            </a:p>
          </p:txBody>
        </p:sp>
      </p:grpSp>
      <p:graphicFrame>
        <p:nvGraphicFramePr>
          <p:cNvPr id="57552" name="Object 208"/>
          <p:cNvGraphicFramePr>
            <a:graphicFrameLocks noChangeAspect="1"/>
          </p:cNvGraphicFramePr>
          <p:nvPr/>
        </p:nvGraphicFramePr>
        <p:xfrm>
          <a:off x="381000" y="3810000"/>
          <a:ext cx="82296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644640" imgH="533160" progId="Equation.3">
                  <p:embed/>
                </p:oleObj>
              </mc:Choice>
              <mc:Fallback>
                <p:oleObj name="Equation" r:id="rId9" imgW="3644640" imgH="533160" progId="Equation.3">
                  <p:embed/>
                  <p:pic>
                    <p:nvPicPr>
                      <p:cNvPr id="57552" name="Object 2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810000"/>
                        <a:ext cx="822960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567" name="Group 223"/>
          <p:cNvGrpSpPr>
            <a:grpSpLocks/>
          </p:cNvGrpSpPr>
          <p:nvPr/>
        </p:nvGrpSpPr>
        <p:grpSpPr bwMode="auto">
          <a:xfrm>
            <a:off x="3505200" y="4648200"/>
            <a:ext cx="914400" cy="457200"/>
            <a:chOff x="2208" y="3168"/>
            <a:chExt cx="576" cy="288"/>
          </a:xfrm>
        </p:grpSpPr>
        <p:graphicFrame>
          <p:nvGraphicFramePr>
            <p:cNvPr id="57553" name="Object 209"/>
            <p:cNvGraphicFramePr>
              <a:graphicFrameLocks noChangeAspect="1"/>
            </p:cNvGraphicFramePr>
            <p:nvPr/>
          </p:nvGraphicFramePr>
          <p:xfrm>
            <a:off x="2208" y="3264"/>
            <a:ext cx="57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723600" imgH="228600" progId="Equation.3">
                    <p:embed/>
                  </p:oleObj>
                </mc:Choice>
                <mc:Fallback>
                  <p:oleObj name="Equation" r:id="rId11" imgW="723600" imgH="228600" progId="Equation.3">
                    <p:embed/>
                    <p:pic>
                      <p:nvPicPr>
                        <p:cNvPr id="57553" name="Object 2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3264"/>
                          <a:ext cx="576" cy="19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565" name="AutoShape 221"/>
            <p:cNvSpPr>
              <a:spLocks/>
            </p:cNvSpPr>
            <p:nvPr/>
          </p:nvSpPr>
          <p:spPr bwMode="auto">
            <a:xfrm rot="-5400000">
              <a:off x="2400" y="2976"/>
              <a:ext cx="96" cy="48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7569" name="Group 225"/>
          <p:cNvGrpSpPr>
            <a:grpSpLocks/>
          </p:cNvGrpSpPr>
          <p:nvPr/>
        </p:nvGrpSpPr>
        <p:grpSpPr bwMode="auto">
          <a:xfrm>
            <a:off x="2895600" y="4953000"/>
            <a:ext cx="2971800" cy="681038"/>
            <a:chOff x="1824" y="3360"/>
            <a:chExt cx="1872" cy="429"/>
          </a:xfrm>
        </p:grpSpPr>
        <p:sp>
          <p:nvSpPr>
            <p:cNvPr id="57566" name="AutoShape 222"/>
            <p:cNvSpPr>
              <a:spLocks/>
            </p:cNvSpPr>
            <p:nvPr/>
          </p:nvSpPr>
          <p:spPr bwMode="auto">
            <a:xfrm rot="-5400000">
              <a:off x="2640" y="2544"/>
              <a:ext cx="240" cy="1872"/>
            </a:xfrm>
            <a:prstGeom prst="leftBrace">
              <a:avLst>
                <a:gd name="adj1" fmla="val 65000"/>
                <a:gd name="adj2" fmla="val 50000"/>
              </a:avLst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57568" name="Object 224"/>
            <p:cNvGraphicFramePr>
              <a:graphicFrameLocks noChangeAspect="1"/>
            </p:cNvGraphicFramePr>
            <p:nvPr/>
          </p:nvGraphicFramePr>
          <p:xfrm>
            <a:off x="2496" y="3600"/>
            <a:ext cx="576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698400" imgH="228600" progId="Equation.3">
                    <p:embed/>
                  </p:oleObj>
                </mc:Choice>
                <mc:Fallback>
                  <p:oleObj name="Equation" r:id="rId13" imgW="698400" imgH="228600" progId="Equation.3">
                    <p:embed/>
                    <p:pic>
                      <p:nvPicPr>
                        <p:cNvPr id="57568" name="Object 2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3600"/>
                          <a:ext cx="576" cy="189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578" name="Group 234"/>
          <p:cNvGrpSpPr>
            <a:grpSpLocks/>
          </p:cNvGrpSpPr>
          <p:nvPr/>
        </p:nvGrpSpPr>
        <p:grpSpPr bwMode="auto">
          <a:xfrm>
            <a:off x="2286000" y="4953000"/>
            <a:ext cx="4857750" cy="1316038"/>
            <a:chOff x="1440" y="3360"/>
            <a:chExt cx="3060" cy="829"/>
          </a:xfrm>
        </p:grpSpPr>
        <p:sp>
          <p:nvSpPr>
            <p:cNvPr id="57575" name="AutoShape 231"/>
            <p:cNvSpPr>
              <a:spLocks/>
            </p:cNvSpPr>
            <p:nvPr/>
          </p:nvSpPr>
          <p:spPr bwMode="auto">
            <a:xfrm rot="-5400000">
              <a:off x="2737" y="2063"/>
              <a:ext cx="466" cy="3060"/>
            </a:xfrm>
            <a:prstGeom prst="leftBracket">
              <a:avLst>
                <a:gd name="adj" fmla="val 54721"/>
              </a:avLst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576" name="Line 232"/>
            <p:cNvSpPr>
              <a:spLocks noChangeShapeType="1"/>
            </p:cNvSpPr>
            <p:nvPr/>
          </p:nvSpPr>
          <p:spPr bwMode="auto">
            <a:xfrm>
              <a:off x="3024" y="3825"/>
              <a:ext cx="0" cy="159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57577" name="Object 233"/>
            <p:cNvGraphicFramePr>
              <a:graphicFrameLocks noChangeAspect="1"/>
            </p:cNvGraphicFramePr>
            <p:nvPr/>
          </p:nvGraphicFramePr>
          <p:xfrm>
            <a:off x="2736" y="3984"/>
            <a:ext cx="624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698400" imgH="228600" progId="Equation.3">
                    <p:embed/>
                  </p:oleObj>
                </mc:Choice>
                <mc:Fallback>
                  <p:oleObj name="Equation" r:id="rId15" imgW="698400" imgH="228600" progId="Equation.3">
                    <p:embed/>
                    <p:pic>
                      <p:nvPicPr>
                        <p:cNvPr id="57577" name="Object 2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984"/>
                          <a:ext cx="624" cy="205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008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579" name="Group 235"/>
          <p:cNvGrpSpPr>
            <a:grpSpLocks/>
          </p:cNvGrpSpPr>
          <p:nvPr/>
        </p:nvGrpSpPr>
        <p:grpSpPr bwMode="auto">
          <a:xfrm>
            <a:off x="457200" y="4876800"/>
            <a:ext cx="1143000" cy="914400"/>
            <a:chOff x="240" y="2928"/>
            <a:chExt cx="864" cy="672"/>
          </a:xfrm>
        </p:grpSpPr>
        <p:grpSp>
          <p:nvGrpSpPr>
            <p:cNvPr id="57580" name="Group 236"/>
            <p:cNvGrpSpPr>
              <a:grpSpLocks/>
            </p:cNvGrpSpPr>
            <p:nvPr/>
          </p:nvGrpSpPr>
          <p:grpSpPr bwMode="auto">
            <a:xfrm>
              <a:off x="528" y="2928"/>
              <a:ext cx="48" cy="288"/>
              <a:chOff x="528" y="2928"/>
              <a:chExt cx="48" cy="288"/>
            </a:xfrm>
          </p:grpSpPr>
          <p:sp>
            <p:nvSpPr>
              <p:cNvPr id="57581" name="Line 237"/>
              <p:cNvSpPr>
                <a:spLocks noChangeShapeType="1"/>
              </p:cNvSpPr>
              <p:nvPr/>
            </p:nvSpPr>
            <p:spPr bwMode="auto">
              <a:xfrm>
                <a:off x="528" y="2928"/>
                <a:ext cx="0" cy="28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82" name="Line 238"/>
              <p:cNvSpPr>
                <a:spLocks noChangeShapeType="1"/>
              </p:cNvSpPr>
              <p:nvPr/>
            </p:nvSpPr>
            <p:spPr bwMode="auto">
              <a:xfrm>
                <a:off x="576" y="2928"/>
                <a:ext cx="0" cy="28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aphicFrame>
          <p:nvGraphicFramePr>
            <p:cNvPr id="57583" name="Object 239"/>
            <p:cNvGraphicFramePr>
              <a:graphicFrameLocks noChangeAspect="1"/>
            </p:cNvGraphicFramePr>
            <p:nvPr/>
          </p:nvGraphicFramePr>
          <p:xfrm>
            <a:off x="240" y="3312"/>
            <a:ext cx="86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685800" imgH="228600" progId="Equation.3">
                    <p:embed/>
                  </p:oleObj>
                </mc:Choice>
                <mc:Fallback>
                  <p:oleObj name="Equation" r:id="rId17" imgW="685800" imgH="228600" progId="Equation.3">
                    <p:embed/>
                    <p:pic>
                      <p:nvPicPr>
                        <p:cNvPr id="57583" name="Object 2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3312"/>
                          <a:ext cx="864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584" name="AutoShape 240"/>
          <p:cNvSpPr>
            <a:spLocks noChangeArrowheads="1"/>
          </p:cNvSpPr>
          <p:nvPr/>
        </p:nvSpPr>
        <p:spPr bwMode="auto">
          <a:xfrm>
            <a:off x="1371600" y="5867400"/>
            <a:ext cx="2209800" cy="609600"/>
          </a:xfrm>
          <a:prstGeom prst="wedgeEllipseCallout">
            <a:avLst>
              <a:gd name="adj1" fmla="val -66884"/>
              <a:gd name="adj2" fmla="val -245833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400" b="1">
                <a:solidFill>
                  <a:schemeClr val="accent2"/>
                </a:solidFill>
              </a:rPr>
              <a:t>2</a:t>
            </a:r>
            <a:r>
              <a:rPr lang="en-US" altLang="zh-CN" sz="2400" b="1">
                <a:solidFill>
                  <a:schemeClr val="accent2"/>
                </a:solidFill>
                <a:sym typeface="Symbol" charset="0"/>
              </a:rPr>
              <a:t>3</a:t>
            </a:r>
            <a:r>
              <a:rPr lang="zh-CN" altLang="en-US" sz="2400" b="1">
                <a:sym typeface="Symbol" charset="0"/>
              </a:rPr>
              <a:t>次乘法</a:t>
            </a:r>
            <a:endParaRPr lang="en-US" altLang="zh-CN" sz="2400" b="1"/>
          </a:p>
        </p:txBody>
      </p:sp>
      <p:sp>
        <p:nvSpPr>
          <p:cNvPr id="57586" name="AutoShape 242"/>
          <p:cNvSpPr>
            <a:spLocks noChangeArrowheads="1"/>
          </p:cNvSpPr>
          <p:nvPr/>
        </p:nvSpPr>
        <p:spPr bwMode="auto">
          <a:xfrm flipH="1">
            <a:off x="5486400" y="5791200"/>
            <a:ext cx="3352800" cy="762000"/>
          </a:xfrm>
          <a:prstGeom prst="horizontalScroll">
            <a:avLst>
              <a:gd name="adj" fmla="val 3958"/>
            </a:avLst>
          </a:prstGeom>
          <a:gradFill rotWithShape="0">
            <a:gsLst>
              <a:gs pos="0">
                <a:srgbClr val="C0C0C0"/>
              </a:gs>
              <a:gs pos="50000">
                <a:schemeClr val="bg1"/>
              </a:gs>
              <a:gs pos="100000">
                <a:srgbClr val="C0C0C0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000" b="1"/>
              <a:t>全部计算需要</a:t>
            </a:r>
            <a:r>
              <a:rPr lang="en-US" altLang="zh-CN" sz="2000" b="1">
                <a:solidFill>
                  <a:schemeClr val="accent2"/>
                </a:solidFill>
              </a:rPr>
              <a:t>2</a:t>
            </a:r>
            <a:r>
              <a:rPr lang="en-US" altLang="zh-CN" sz="2000" b="1">
                <a:solidFill>
                  <a:schemeClr val="accent2"/>
                </a:solidFill>
                <a:sym typeface="Symbol" charset="0"/>
              </a:rPr>
              <a:t>3 8</a:t>
            </a:r>
            <a:r>
              <a:rPr lang="zh-CN" altLang="en-US" sz="2000" b="1">
                <a:sym typeface="Symbol" charset="0"/>
              </a:rPr>
              <a:t>次乘法</a:t>
            </a:r>
            <a:endParaRPr lang="en-US" altLang="zh-CN" sz="2000" b="1">
              <a:sym typeface="Symbol" charset="0"/>
            </a:endParaRPr>
          </a:p>
        </p:txBody>
      </p:sp>
      <p:sp>
        <p:nvSpPr>
          <p:cNvPr id="57587" name="Oval 243" descr="再生纸"/>
          <p:cNvSpPr>
            <a:spLocks noChangeArrowheads="1"/>
          </p:cNvSpPr>
          <p:nvPr/>
        </p:nvSpPr>
        <p:spPr bwMode="auto">
          <a:xfrm>
            <a:off x="1219200" y="914400"/>
            <a:ext cx="5181600" cy="3276600"/>
          </a:xfrm>
          <a:prstGeom prst="ellipse">
            <a:avLst/>
          </a:prstGeom>
          <a:blipFill dpi="0" rotWithShape="0">
            <a:blip r:embed="rId19"/>
            <a:srcRect/>
            <a:tile tx="0" ty="0" sx="100000" sy="100000" flip="none" algn="tl"/>
          </a:blipFill>
          <a:ln>
            <a:noFill/>
          </a:ln>
          <a:effectLst>
            <a:prstShdw prst="shdw17" dist="17961" dir="2700000">
              <a:srgbClr val="FFFFFF">
                <a:gamma/>
                <a:shade val="60000"/>
                <a:invGamma/>
                <a:alpha val="74998"/>
              </a:srgbClr>
            </a:prst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pPr algn="ctr"/>
            <a:r>
              <a:rPr lang="zh-CN" altLang="en-US" sz="2400" b="1"/>
              <a:t>一般地：取</a:t>
            </a:r>
            <a:r>
              <a:rPr lang="en-US" altLang="zh-CN" sz="2400" b="1"/>
              <a:t> </a:t>
            </a:r>
            <a:r>
              <a:rPr lang="en-US" altLang="zh-CN" sz="2400" b="1" i="1">
                <a:solidFill>
                  <a:schemeClr val="accent2"/>
                </a:solidFill>
              </a:rPr>
              <a:t>N</a:t>
            </a:r>
            <a:r>
              <a:rPr lang="en-US" altLang="zh-CN" sz="2400" b="1">
                <a:solidFill>
                  <a:schemeClr val="accent2"/>
                </a:solidFill>
              </a:rPr>
              <a:t> = 2</a:t>
            </a:r>
            <a:r>
              <a:rPr lang="en-US" altLang="zh-CN" sz="2400" b="1" i="1" baseline="30000">
                <a:solidFill>
                  <a:schemeClr val="accent2"/>
                </a:solidFill>
              </a:rPr>
              <a:t>p</a:t>
            </a:r>
            <a:r>
              <a:rPr lang="en-US" altLang="zh-CN" sz="2400" b="1" i="1" baseline="30000"/>
              <a:t> </a:t>
            </a:r>
            <a:r>
              <a:rPr lang="zh-CN" altLang="en-US" sz="2400" b="1"/>
              <a:t>，</a:t>
            </a:r>
            <a:endParaRPr lang="en-US" altLang="zh-CN" sz="2400" b="1"/>
          </a:p>
          <a:p>
            <a:pPr algn="ctr"/>
            <a:r>
              <a:rPr lang="zh-CN" altLang="en-US" sz="2400" b="1"/>
              <a:t>每个</a:t>
            </a:r>
            <a:r>
              <a:rPr lang="en-US" altLang="zh-CN" sz="2400" b="1" i="1"/>
              <a:t>C</a:t>
            </a:r>
            <a:r>
              <a:rPr lang="en-US" altLang="zh-CN" sz="2400" b="1" i="1" baseline="-25000"/>
              <a:t>j</a:t>
            </a:r>
            <a:r>
              <a:rPr lang="en-US" altLang="zh-CN" sz="2400" b="1"/>
              <a:t> </a:t>
            </a:r>
            <a:r>
              <a:rPr lang="zh-CN" altLang="en-US" sz="2400" b="1"/>
              <a:t>用</a:t>
            </a:r>
            <a:r>
              <a:rPr lang="en-US" altLang="zh-CN" sz="2400" b="1"/>
              <a:t> 2</a:t>
            </a:r>
            <a:r>
              <a:rPr lang="en-US" altLang="zh-CN" sz="2400" b="1" i="1"/>
              <a:t>p</a:t>
            </a:r>
            <a:r>
              <a:rPr lang="en-US" altLang="zh-CN" sz="2400" b="1"/>
              <a:t> </a:t>
            </a:r>
            <a:r>
              <a:rPr lang="zh-CN" altLang="en-US" sz="2400" b="1"/>
              <a:t>次乘法，共用</a:t>
            </a:r>
            <a:r>
              <a:rPr lang="en-US" altLang="zh-CN" sz="2400" b="1"/>
              <a:t> </a:t>
            </a:r>
          </a:p>
          <a:p>
            <a:pPr algn="ctr"/>
            <a:r>
              <a:rPr lang="en-US" altLang="zh-CN" sz="2400" b="1">
                <a:solidFill>
                  <a:srgbClr val="FF0000"/>
                </a:solidFill>
              </a:rPr>
              <a:t>2</a:t>
            </a:r>
            <a:r>
              <a:rPr lang="en-US" altLang="zh-CN" sz="2400" b="1" i="1">
                <a:solidFill>
                  <a:srgbClr val="FF0000"/>
                </a:solidFill>
              </a:rPr>
              <a:t>N log</a:t>
            </a:r>
            <a:r>
              <a:rPr lang="en-US" altLang="zh-CN" sz="2400" b="1" baseline="-25000">
                <a:solidFill>
                  <a:srgbClr val="FF0000"/>
                </a:solidFill>
              </a:rPr>
              <a:t>2</a:t>
            </a:r>
            <a:r>
              <a:rPr lang="en-US" altLang="zh-CN" sz="2400" b="1" i="1">
                <a:solidFill>
                  <a:srgbClr val="FF0000"/>
                </a:solidFill>
              </a:rPr>
              <a:t>N</a:t>
            </a:r>
            <a:r>
              <a:rPr lang="en-US" altLang="zh-CN" sz="2400" b="1"/>
              <a:t> </a:t>
            </a:r>
            <a:r>
              <a:rPr lang="zh-CN" altLang="en-US" sz="2400" b="1"/>
              <a:t>次乘法。</a:t>
            </a:r>
            <a:endParaRPr lang="en-US" altLang="zh-CN" sz="2400" b="1"/>
          </a:p>
        </p:txBody>
      </p:sp>
      <p:grpSp>
        <p:nvGrpSpPr>
          <p:cNvPr id="57591" name="Group 247"/>
          <p:cNvGrpSpPr>
            <a:grpSpLocks/>
          </p:cNvGrpSpPr>
          <p:nvPr/>
        </p:nvGrpSpPr>
        <p:grpSpPr bwMode="auto">
          <a:xfrm>
            <a:off x="1676400" y="2667000"/>
            <a:ext cx="4343400" cy="822325"/>
            <a:chOff x="1056" y="1728"/>
            <a:chExt cx="2736" cy="518"/>
          </a:xfrm>
        </p:grpSpPr>
        <p:sp>
          <p:nvSpPr>
            <p:cNvPr id="57592" name="Text Box 248"/>
            <p:cNvSpPr txBox="1">
              <a:spLocks noChangeArrowheads="1"/>
            </p:cNvSpPr>
            <p:nvPr/>
          </p:nvSpPr>
          <p:spPr bwMode="auto">
            <a:xfrm>
              <a:off x="1056" y="1728"/>
              <a:ext cx="2736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zh-CN" altLang="en-US" sz="2400" b="1"/>
                <a:t>利用</a:t>
              </a:r>
              <a:r>
                <a:rPr lang="en-US" altLang="zh-CN" sz="2400" b="1"/>
                <a:t>                         </a:t>
              </a:r>
              <a:r>
                <a:rPr lang="zh-CN" altLang="en-US" sz="2400" b="1"/>
                <a:t>，还可以进一步化简到</a:t>
              </a:r>
              <a:r>
                <a:rPr lang="en-US" altLang="zh-CN" sz="2400" b="1"/>
                <a:t> </a:t>
              </a:r>
              <a:r>
                <a:rPr lang="en-US" altLang="zh-CN" sz="2400" b="1" i="1">
                  <a:solidFill>
                    <a:srgbClr val="FF0000"/>
                  </a:solidFill>
                </a:rPr>
                <a:t>N</a:t>
              </a:r>
              <a:r>
                <a:rPr lang="en-US" altLang="zh-CN" sz="2400" b="1">
                  <a:solidFill>
                    <a:srgbClr val="FF0000"/>
                  </a:solidFill>
                </a:rPr>
                <a:t>(</a:t>
              </a:r>
              <a:r>
                <a:rPr lang="en-US" altLang="zh-CN" sz="2400" b="1" i="1">
                  <a:solidFill>
                    <a:srgbClr val="FF0000"/>
                  </a:solidFill>
                </a:rPr>
                <a:t>p</a:t>
              </a:r>
              <a:r>
                <a:rPr lang="en-US" altLang="zh-CN" sz="2400" b="1">
                  <a:solidFill>
                    <a:srgbClr val="FF0000"/>
                  </a:solidFill>
                  <a:sym typeface="Symbol" charset="0"/>
                </a:rPr>
                <a:t>1</a:t>
              </a:r>
              <a:r>
                <a:rPr lang="en-US" altLang="zh-CN" sz="2400" b="1">
                  <a:solidFill>
                    <a:srgbClr val="FF0000"/>
                  </a:solidFill>
                </a:rPr>
                <a:t>)/2</a:t>
              </a:r>
              <a:r>
                <a:rPr lang="en-US" altLang="zh-CN" sz="2400" b="1"/>
                <a:t> </a:t>
              </a:r>
              <a:r>
                <a:rPr lang="zh-CN" altLang="en-US" sz="2400" b="1"/>
                <a:t>次乘法。</a:t>
              </a:r>
              <a:endParaRPr lang="en-US" altLang="zh-CN"/>
            </a:p>
          </p:txBody>
        </p:sp>
        <p:graphicFrame>
          <p:nvGraphicFramePr>
            <p:cNvPr id="57593" name="Object 249"/>
            <p:cNvGraphicFramePr>
              <a:graphicFrameLocks noChangeAspect="1"/>
            </p:cNvGraphicFramePr>
            <p:nvPr/>
          </p:nvGraphicFramePr>
          <p:xfrm>
            <a:off x="1584" y="1728"/>
            <a:ext cx="1200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990360" imgH="253800" progId="Equation.3">
                    <p:embed/>
                  </p:oleObj>
                </mc:Choice>
                <mc:Fallback>
                  <p:oleObj name="Equation" r:id="rId20" imgW="990360" imgH="253800" progId="Equation.3">
                    <p:embed/>
                    <p:pic>
                      <p:nvPicPr>
                        <p:cNvPr id="57593" name="Object 2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1728"/>
                          <a:ext cx="1200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594" name="AutoShape 250"/>
          <p:cNvSpPr>
            <a:spLocks noChangeArrowheads="1"/>
          </p:cNvSpPr>
          <p:nvPr/>
        </p:nvSpPr>
        <p:spPr bwMode="auto">
          <a:xfrm>
            <a:off x="6781800" y="1524000"/>
            <a:ext cx="1828800" cy="990600"/>
          </a:xfrm>
          <a:prstGeom prst="foldedCorner">
            <a:avLst>
              <a:gd name="adj" fmla="val 12500"/>
            </a:avLst>
          </a:prstGeom>
          <a:gradFill rotWithShape="0">
            <a:gsLst>
              <a:gs pos="0">
                <a:srgbClr val="FFFFFF"/>
              </a:gs>
              <a:gs pos="100000">
                <a:srgbClr val="FFFFCC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0" lang="en-US" altLang="zh-CN" sz="2400" b="1"/>
              <a:t>HW:  </a:t>
            </a:r>
          </a:p>
          <a:p>
            <a:pPr algn="ctr"/>
            <a:r>
              <a:rPr kumimoji="0" lang="en-US" altLang="zh-CN" sz="2400" b="1"/>
              <a:t>p.138  #1</a:t>
            </a:r>
          </a:p>
        </p:txBody>
      </p:sp>
    </p:spTree>
    <p:extLst>
      <p:ext uri="{BB962C8B-B14F-4D97-AF65-F5344CB8AC3E}">
        <p14:creationId xmlns:p14="http://schemas.microsoft.com/office/powerpoint/2010/main" val="385285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74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74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4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75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75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575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75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75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75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75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575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75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7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7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575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8" dur="500"/>
                                        <p:tgtEl>
                                          <p:spTgt spid="575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0" grpId="0" autoUpdateAnimBg="0"/>
      <p:bldP spid="57584" grpId="0" animBg="1" autoUpdateAnimBg="0"/>
      <p:bldP spid="57586" grpId="0" animBg="1" autoUpdateAnimBg="0"/>
      <p:bldP spid="57587" grpId="0" animBg="1" autoUpdateAnimBg="0"/>
      <p:bldP spid="57594" grpId="0" animBg="1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13504</TotalTime>
  <Words>2752</Words>
  <Application>Microsoft Macintosh PowerPoint</Application>
  <PresentationFormat>全屏显示(4:3)</PresentationFormat>
  <Paragraphs>949</Paragraphs>
  <Slides>29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楷体_GB2312</vt:lpstr>
      <vt:lpstr>SimSun</vt:lpstr>
      <vt:lpstr>Arial</vt:lpstr>
      <vt:lpstr>Calibri</vt:lpstr>
      <vt:lpstr>Helvetica</vt:lpstr>
      <vt:lpstr>Symbol</vt:lpstr>
      <vt:lpstr>Tahoma</vt:lpstr>
      <vt:lpstr>Times New Roman</vt:lpstr>
      <vt:lpstr>Wingdings</vt:lpstr>
      <vt:lpstr>Office Theme</vt:lpstr>
      <vt:lpstr>Equation</vt:lpstr>
      <vt:lpstr>分段低次插值 piecewise polynomial Interpolation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采用光滑的分段二次多项式连接样条结点</vt:lpstr>
      <vt:lpstr>1、每一段样条曲线在两端结点有如下方程成立</vt:lpstr>
      <vt:lpstr>PowerPoint 演示文稿</vt:lpstr>
      <vt:lpstr>PowerPoint 演示文稿</vt:lpstr>
      <vt:lpstr>PowerPoint 演示文稿</vt:lpstr>
      <vt:lpstr>写出分段二次样条函数</vt:lpstr>
      <vt:lpstr>1、每一条抛物线穿过两个连续的数据点</vt:lpstr>
      <vt:lpstr>PowerPoint 演示文稿</vt:lpstr>
      <vt:lpstr>PowerPoint 演示文稿</vt:lpstr>
      <vt:lpstr>PowerPoint 演示文稿</vt:lpstr>
      <vt:lpstr>求解系数得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[Insert name of your demo] Preparation Plan for 3rd-year Review</dc:title>
  <dc:creator>Frank</dc:creator>
  <cp:lastModifiedBy>Xueming Liu</cp:lastModifiedBy>
  <cp:revision>1772</cp:revision>
  <dcterms:created xsi:type="dcterms:W3CDTF">2006-08-16T00:00:00Z</dcterms:created>
  <dcterms:modified xsi:type="dcterms:W3CDTF">2024-03-15T01:23:11Z</dcterms:modified>
</cp:coreProperties>
</file>