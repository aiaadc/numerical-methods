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74" r:id="rId2"/>
    <p:sldId id="375" r:id="rId3"/>
    <p:sldId id="376" r:id="rId4"/>
    <p:sldId id="290" r:id="rId5"/>
    <p:sldId id="377" r:id="rId6"/>
    <p:sldId id="300" r:id="rId7"/>
    <p:sldId id="292" r:id="rId8"/>
    <p:sldId id="293" r:id="rId9"/>
    <p:sldId id="294" r:id="rId10"/>
    <p:sldId id="303" r:id="rId11"/>
    <p:sldId id="296" r:id="rId12"/>
    <p:sldId id="29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4"/>
    <p:restoredTop sz="91355"/>
  </p:normalViewPr>
  <p:slideViewPr>
    <p:cSldViewPr>
      <p:cViewPr varScale="1">
        <p:scale>
          <a:sx n="101" d="100"/>
          <a:sy n="101" d="100"/>
        </p:scale>
        <p:origin x="1248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Relationship Id="rId4" Type="http://schemas.openxmlformats.org/officeDocument/2006/relationships/image" Target="../media/image36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image" Target="../media/image33.emf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5" Type="http://schemas.openxmlformats.org/officeDocument/2006/relationships/image" Target="../media/image41.emf"/><Relationship Id="rId10" Type="http://schemas.openxmlformats.org/officeDocument/2006/relationships/image" Target="../media/image46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7" Type="http://schemas.openxmlformats.org/officeDocument/2006/relationships/image" Target="../media/image61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2020/12/27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39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5.emf"/><Relationship Id="rId18" Type="http://schemas.openxmlformats.org/officeDocument/2006/relationships/oleObject" Target="../embeddings/oleObject7.bin"/><Relationship Id="rId3" Type="http://schemas.openxmlformats.org/officeDocument/2006/relationships/audio" Target="../media/audio1.bin"/><Relationship Id="rId21" Type="http://schemas.openxmlformats.org/officeDocument/2006/relationships/image" Target="../media/image9.emf"/><Relationship Id="rId7" Type="http://schemas.openxmlformats.org/officeDocument/2006/relationships/image" Target="../media/image2.e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.bin"/><Relationship Id="rId20" Type="http://schemas.openxmlformats.org/officeDocument/2006/relationships/oleObject" Target="../embeddings/oleObject8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4.emf"/><Relationship Id="rId5" Type="http://schemas.openxmlformats.org/officeDocument/2006/relationships/audio" Target="../media/audio3.bin"/><Relationship Id="rId15" Type="http://schemas.openxmlformats.org/officeDocument/2006/relationships/image" Target="../media/image6.emf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8.emf"/><Relationship Id="rId4" Type="http://schemas.openxmlformats.org/officeDocument/2006/relationships/audio" Target="../media/audio2.bin"/><Relationship Id="rId9" Type="http://schemas.openxmlformats.org/officeDocument/2006/relationships/image" Target="../media/image3.emf"/><Relationship Id="rId1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4.bin"/><Relationship Id="rId3" Type="http://schemas.openxmlformats.org/officeDocument/2006/relationships/audio" Target="../media/audio4.bin"/><Relationship Id="rId21" Type="http://schemas.openxmlformats.org/officeDocument/2006/relationships/image" Target="../media/image16.emf"/><Relationship Id="rId7" Type="http://schemas.openxmlformats.org/officeDocument/2006/relationships/audio" Target="../media/audio6.bin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audio" Target="../media/audio3.bin"/><Relationship Id="rId11" Type="http://schemas.openxmlformats.org/officeDocument/2006/relationships/image" Target="../media/image11.emf"/><Relationship Id="rId5" Type="http://schemas.openxmlformats.org/officeDocument/2006/relationships/audio" Target="../media/audio5.bin"/><Relationship Id="rId15" Type="http://schemas.openxmlformats.org/officeDocument/2006/relationships/image" Target="../media/image13.e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5.emf"/><Relationship Id="rId4" Type="http://schemas.openxmlformats.org/officeDocument/2006/relationships/audio" Target="../media/audio2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oleObject" Target="../embeddings/oleObject20.bin"/><Relationship Id="rId3" Type="http://schemas.openxmlformats.org/officeDocument/2006/relationships/audio" Target="../media/audio5.bin"/><Relationship Id="rId7" Type="http://schemas.openxmlformats.org/officeDocument/2006/relationships/audio" Target="../media/audio4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audio" Target="../media/audio2.bin"/><Relationship Id="rId11" Type="http://schemas.openxmlformats.org/officeDocument/2006/relationships/oleObject" Target="../embeddings/oleObject19.bin"/><Relationship Id="rId5" Type="http://schemas.openxmlformats.org/officeDocument/2006/relationships/audio" Target="../media/audio6.bin"/><Relationship Id="rId10" Type="http://schemas.openxmlformats.org/officeDocument/2006/relationships/image" Target="../media/image20.emf"/><Relationship Id="rId4" Type="http://schemas.openxmlformats.org/officeDocument/2006/relationships/audio" Target="../media/audio3.bin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audio6.bin"/><Relationship Id="rId13" Type="http://schemas.openxmlformats.org/officeDocument/2006/relationships/image" Target="../media/image29.emf"/><Relationship Id="rId18" Type="http://schemas.openxmlformats.org/officeDocument/2006/relationships/oleObject" Target="../embeddings/oleObject29.bin"/><Relationship Id="rId3" Type="http://schemas.openxmlformats.org/officeDocument/2006/relationships/audio" Target="../media/audio5.bin"/><Relationship Id="rId7" Type="http://schemas.openxmlformats.org/officeDocument/2006/relationships/audio" Target="../media/audio1.bin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1" Type="http://schemas.openxmlformats.org/officeDocument/2006/relationships/vmlDrawing" Target="../drawings/vmlDrawing6.vml"/><Relationship Id="rId6" Type="http://schemas.openxmlformats.org/officeDocument/2006/relationships/audio" Target="../media/audio3.bin"/><Relationship Id="rId11" Type="http://schemas.openxmlformats.org/officeDocument/2006/relationships/image" Target="../media/image19.jpeg"/><Relationship Id="rId5" Type="http://schemas.openxmlformats.org/officeDocument/2006/relationships/audio" Target="../media/audio2.bin"/><Relationship Id="rId15" Type="http://schemas.openxmlformats.org/officeDocument/2006/relationships/image" Target="../media/image30.emf"/><Relationship Id="rId10" Type="http://schemas.openxmlformats.org/officeDocument/2006/relationships/image" Target="../media/image28.emf"/><Relationship Id="rId19" Type="http://schemas.openxmlformats.org/officeDocument/2006/relationships/image" Target="../media/image32.emf"/><Relationship Id="rId4" Type="http://schemas.openxmlformats.org/officeDocument/2006/relationships/audio" Target="../media/audio4.bin"/><Relationship Id="rId9" Type="http://schemas.openxmlformats.org/officeDocument/2006/relationships/oleObject" Target="../embeddings/oleObject25.bin"/><Relationship Id="rId14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5.emf"/><Relationship Id="rId3" Type="http://schemas.openxmlformats.org/officeDocument/2006/relationships/audio" Target="../media/audio5.bin"/><Relationship Id="rId7" Type="http://schemas.openxmlformats.org/officeDocument/2006/relationships/image" Target="../media/image37.jpeg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audio" Target="../media/audio4.bin"/><Relationship Id="rId11" Type="http://schemas.openxmlformats.org/officeDocument/2006/relationships/image" Target="../media/image34.emf"/><Relationship Id="rId5" Type="http://schemas.openxmlformats.org/officeDocument/2006/relationships/audio" Target="../media/audio2.bin"/><Relationship Id="rId15" Type="http://schemas.openxmlformats.org/officeDocument/2006/relationships/image" Target="../media/image36.emf"/><Relationship Id="rId10" Type="http://schemas.openxmlformats.org/officeDocument/2006/relationships/oleObject" Target="../embeddings/oleObject31.bin"/><Relationship Id="rId4" Type="http://schemas.openxmlformats.org/officeDocument/2006/relationships/audio" Target="../media/audio1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42.emf"/><Relationship Id="rId26" Type="http://schemas.openxmlformats.org/officeDocument/2006/relationships/oleObject" Target="../embeddings/oleObject43.bin"/><Relationship Id="rId3" Type="http://schemas.openxmlformats.org/officeDocument/2006/relationships/audio" Target="../media/audio5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9.emf"/><Relationship Id="rId17" Type="http://schemas.openxmlformats.org/officeDocument/2006/relationships/oleObject" Target="../embeddings/oleObject39.bin"/><Relationship Id="rId25" Type="http://schemas.openxmlformats.org/officeDocument/2006/relationships/image" Target="../media/image4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emf"/><Relationship Id="rId20" Type="http://schemas.openxmlformats.org/officeDocument/2006/relationships/image" Target="../media/image43.emf"/><Relationship Id="rId29" Type="http://schemas.openxmlformats.org/officeDocument/2006/relationships/oleObject" Target="../embeddings/oleObject44.bin"/><Relationship Id="rId1" Type="http://schemas.openxmlformats.org/officeDocument/2006/relationships/vmlDrawing" Target="../drawings/vmlDrawing8.vml"/><Relationship Id="rId6" Type="http://schemas.openxmlformats.org/officeDocument/2006/relationships/audio" Target="../media/audio4.bin"/><Relationship Id="rId11" Type="http://schemas.openxmlformats.org/officeDocument/2006/relationships/oleObject" Target="../embeddings/oleObject36.bin"/><Relationship Id="rId24" Type="http://schemas.openxmlformats.org/officeDocument/2006/relationships/oleObject" Target="../embeddings/oleObject42.bin"/><Relationship Id="rId5" Type="http://schemas.openxmlformats.org/officeDocument/2006/relationships/audio" Target="../media/audio2.bin"/><Relationship Id="rId15" Type="http://schemas.openxmlformats.org/officeDocument/2006/relationships/oleObject" Target="../embeddings/oleObject38.bin"/><Relationship Id="rId23" Type="http://schemas.openxmlformats.org/officeDocument/2006/relationships/image" Target="../media/image19.jpeg"/><Relationship Id="rId28" Type="http://schemas.openxmlformats.org/officeDocument/2006/relationships/image" Target="../media/image48.jpeg"/><Relationship Id="rId10" Type="http://schemas.openxmlformats.org/officeDocument/2006/relationships/image" Target="../media/image38.emf"/><Relationship Id="rId19" Type="http://schemas.openxmlformats.org/officeDocument/2006/relationships/oleObject" Target="../embeddings/oleObject40.bin"/><Relationship Id="rId4" Type="http://schemas.openxmlformats.org/officeDocument/2006/relationships/audio" Target="../media/audio3.bin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40.emf"/><Relationship Id="rId22" Type="http://schemas.openxmlformats.org/officeDocument/2006/relationships/image" Target="../media/image44.emf"/><Relationship Id="rId27" Type="http://schemas.openxmlformats.org/officeDocument/2006/relationships/image" Target="../media/image46.emf"/><Relationship Id="rId30" Type="http://schemas.openxmlformats.org/officeDocument/2006/relationships/image" Target="../media/image4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0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2.emf"/><Relationship Id="rId4" Type="http://schemas.openxmlformats.org/officeDocument/2006/relationships/image" Target="../media/image49.e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8.emf"/><Relationship Id="rId18" Type="http://schemas.openxmlformats.org/officeDocument/2006/relationships/oleObject" Target="../embeddings/oleObject57.bin"/><Relationship Id="rId3" Type="http://schemas.openxmlformats.org/officeDocument/2006/relationships/audio" Target="../media/audio5.bin"/><Relationship Id="rId7" Type="http://schemas.openxmlformats.org/officeDocument/2006/relationships/image" Target="../media/image55.e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6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7.emf"/><Relationship Id="rId5" Type="http://schemas.openxmlformats.org/officeDocument/2006/relationships/audio" Target="../media/audio4.bin"/><Relationship Id="rId15" Type="http://schemas.openxmlformats.org/officeDocument/2006/relationships/image" Target="../media/image59.emf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61.emf"/><Relationship Id="rId4" Type="http://schemas.openxmlformats.org/officeDocument/2006/relationships/audio" Target="../media/audio2.bin"/><Relationship Id="rId9" Type="http://schemas.openxmlformats.org/officeDocument/2006/relationships/image" Target="../media/image56.emf"/><Relationship Id="rId14" Type="http://schemas.openxmlformats.org/officeDocument/2006/relationships/oleObject" Target="../embeddings/oleObject5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三 角 分 解 法</a:t>
            </a:r>
            <a:endParaRPr lang="en-US" sz="3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1"/>
            <a:ext cx="6477000" cy="2148102"/>
          </a:xfrm>
        </p:spPr>
        <p:txBody>
          <a:bodyPr>
            <a:normAutofit/>
          </a:bodyPr>
          <a:lstStyle/>
          <a:p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</a:t>
            </a:r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雪</a:t>
            </a:r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明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8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9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70" name="Group 6">
            <a:extLst>
              <a:ext uri="{FF2B5EF4-FFF2-40B4-BE49-F238E27FC236}">
                <a16:creationId xmlns:a16="http://schemas.microsoft.com/office/drawing/2014/main" id="{0552C007-B4AA-ED44-813E-6C157DFCB60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676400"/>
            <a:ext cx="3810000" cy="423863"/>
            <a:chOff x="480" y="1104"/>
            <a:chExt cx="2400" cy="267"/>
          </a:xfrm>
        </p:grpSpPr>
        <p:sp>
          <p:nvSpPr>
            <p:cNvPr id="36868" name="Text Box 4">
              <a:extLst>
                <a:ext uri="{FF2B5EF4-FFF2-40B4-BE49-F238E27FC236}">
                  <a16:creationId xmlns:a16="http://schemas.microsoft.com/office/drawing/2014/main" id="{85081073-FB23-1648-96E7-90FDD67A4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104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b="1">
                  <a:solidFill>
                    <a:schemeClr val="accent2"/>
                  </a:solidFill>
                  <a:latin typeface="Times New Roman" charset="0"/>
                  <a:ea typeface="宋体" charset="0"/>
                </a:rPr>
                <a:t>Step 1:</a:t>
              </a:r>
            </a:p>
          </p:txBody>
        </p:sp>
        <p:graphicFrame>
          <p:nvGraphicFramePr>
            <p:cNvPr id="2082" name="Object 5">
              <a:extLst>
                <a:ext uri="{FF2B5EF4-FFF2-40B4-BE49-F238E27FC236}">
                  <a16:creationId xmlns:a16="http://schemas.microsoft.com/office/drawing/2014/main" id="{89B52FC8-DD15-1B47-B24B-1D3BB272EA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104"/>
            <a:ext cx="177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53" name="Equation" r:id="rId6" imgW="34810700" imgH="5270500" progId="Equation.3">
                    <p:embed/>
                  </p:oleObj>
                </mc:Choice>
                <mc:Fallback>
                  <p:oleObj name="Equation" r:id="rId6" imgW="34810700" imgH="5270500" progId="Equation.3">
                    <p:embed/>
                    <p:pic>
                      <p:nvPicPr>
                        <p:cNvPr id="2082" name="Object 5">
                          <a:extLst>
                            <a:ext uri="{FF2B5EF4-FFF2-40B4-BE49-F238E27FC236}">
                              <a16:creationId xmlns:a16="http://schemas.microsoft.com/office/drawing/2014/main" id="{89B52FC8-DD15-1B47-B24B-1D3BB272EA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104"/>
                          <a:ext cx="1776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902" name="Group 38">
            <a:extLst>
              <a:ext uri="{FF2B5EF4-FFF2-40B4-BE49-F238E27FC236}">
                <a16:creationId xmlns:a16="http://schemas.microsoft.com/office/drawing/2014/main" id="{D3CF750D-9529-174E-8754-6CF0A03D303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209800"/>
            <a:ext cx="5651500" cy="1524000"/>
            <a:chOff x="295" y="1392"/>
            <a:chExt cx="3560" cy="960"/>
          </a:xfrm>
        </p:grpSpPr>
        <p:sp>
          <p:nvSpPr>
            <p:cNvPr id="36871" name="Text Box 7">
              <a:extLst>
                <a:ext uri="{FF2B5EF4-FFF2-40B4-BE49-F238E27FC236}">
                  <a16:creationId xmlns:a16="http://schemas.microsoft.com/office/drawing/2014/main" id="{A0C4F1CE-D930-7C44-8A16-BF48D773B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1680"/>
              <a:ext cx="10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latin typeface="Times New Roman" charset="0"/>
                  <a:ea typeface="宋体" charset="0"/>
                  <a:cs typeface="楷体_GB2312" charset="0"/>
                </a:rPr>
                <a:t>记</a:t>
              </a:r>
              <a:r>
                <a:rPr lang="en-US" altLang="zh-CN" b="1" dirty="0">
                  <a:latin typeface="Times New Roman" charset="0"/>
                  <a:ea typeface="宋体" charset="0"/>
                  <a:cs typeface="楷体_GB2312" charset="0"/>
                </a:rPr>
                <a:t>  </a:t>
              </a:r>
              <a:r>
                <a:rPr lang="en-US" altLang="zh-CN" b="1" i="1" dirty="0">
                  <a:latin typeface="Times New Roman" charset="0"/>
                  <a:ea typeface="宋体" charset="0"/>
                  <a:cs typeface="楷体_GB2312" charset="0"/>
                </a:rPr>
                <a:t>L</a:t>
              </a:r>
              <a:r>
                <a:rPr lang="en-US" altLang="zh-CN" b="1" baseline="-25000" dirty="0">
                  <a:latin typeface="Times New Roman" charset="0"/>
                  <a:ea typeface="宋体" charset="0"/>
                  <a:cs typeface="楷体_GB2312" charset="0"/>
                </a:rPr>
                <a:t>1</a:t>
              </a:r>
              <a:r>
                <a:rPr lang="en-US" altLang="zh-CN" b="1" dirty="0">
                  <a:latin typeface="Times New Roman" charset="0"/>
                  <a:ea typeface="宋体" charset="0"/>
                  <a:cs typeface="楷体_GB2312" charset="0"/>
                </a:rPr>
                <a:t> =</a:t>
              </a:r>
            </a:p>
          </p:txBody>
        </p:sp>
        <p:grpSp>
          <p:nvGrpSpPr>
            <p:cNvPr id="2073" name="Group 13">
              <a:extLst>
                <a:ext uri="{FF2B5EF4-FFF2-40B4-BE49-F238E27FC236}">
                  <a16:creationId xmlns:a16="http://schemas.microsoft.com/office/drawing/2014/main" id="{094E807C-A40D-074A-ACC8-0448CE35C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392"/>
              <a:ext cx="1056" cy="960"/>
              <a:chOff x="1392" y="1776"/>
              <a:chExt cx="1056" cy="960"/>
            </a:xfrm>
          </p:grpSpPr>
          <p:graphicFrame>
            <p:nvGraphicFramePr>
              <p:cNvPr id="2076" name="Object 8">
                <a:extLst>
                  <a:ext uri="{FF2B5EF4-FFF2-40B4-BE49-F238E27FC236}">
                    <a16:creationId xmlns:a16="http://schemas.microsoft.com/office/drawing/2014/main" id="{A8AC18DF-64E1-9246-B253-2621EFCF0A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1776"/>
              <a:ext cx="955" cy="9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954" name="Equation" r:id="rId8" imgW="23698200" imgH="21069300" progId="Equation.3">
                      <p:embed/>
                    </p:oleObj>
                  </mc:Choice>
                  <mc:Fallback>
                    <p:oleObj name="Equation" r:id="rId8" imgW="23698200" imgH="21069300" progId="Equation.3">
                      <p:embed/>
                      <p:pic>
                        <p:nvPicPr>
                          <p:cNvPr id="2076" name="Object 8">
                            <a:extLst>
                              <a:ext uri="{FF2B5EF4-FFF2-40B4-BE49-F238E27FC236}">
                                <a16:creationId xmlns:a16="http://schemas.microsoft.com/office/drawing/2014/main" id="{A8AC18DF-64E1-9246-B253-2621EFCF0A1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1776"/>
                            <a:ext cx="955" cy="9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873" name="Line 9">
                <a:extLst>
                  <a:ext uri="{FF2B5EF4-FFF2-40B4-BE49-F238E27FC236}">
                    <a16:creationId xmlns:a16="http://schemas.microsoft.com/office/drawing/2014/main" id="{C674F36B-11A0-DA4F-BB87-A4D04DC61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230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6874" name="Oval 10">
                <a:extLst>
                  <a:ext uri="{FF2B5EF4-FFF2-40B4-BE49-F238E27FC236}">
                    <a16:creationId xmlns:a16="http://schemas.microsoft.com/office/drawing/2014/main" id="{49D6EC2B-B76C-7E46-9726-2D617A5F4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400"/>
                <a:ext cx="240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6875" name="Oval 11">
                <a:extLst>
                  <a:ext uri="{FF2B5EF4-FFF2-40B4-BE49-F238E27FC236}">
                    <a16:creationId xmlns:a16="http://schemas.microsoft.com/office/drawing/2014/main" id="{6ED94847-DC3E-C541-9EB8-9E1DDF030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1824"/>
                <a:ext cx="240" cy="38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6876" name="AutoShape 12">
                <a:extLst>
                  <a:ext uri="{FF2B5EF4-FFF2-40B4-BE49-F238E27FC236}">
                    <a16:creationId xmlns:a16="http://schemas.microsoft.com/office/drawing/2014/main" id="{F53C9210-4DFC-214F-B755-9276E315A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776"/>
                <a:ext cx="1056" cy="960"/>
              </a:xfrm>
              <a:prstGeom prst="bracketPair">
                <a:avLst>
                  <a:gd name="adj" fmla="val 1012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6878" name="Text Box 14">
              <a:extLst>
                <a:ext uri="{FF2B5EF4-FFF2-40B4-BE49-F238E27FC236}">
                  <a16:creationId xmlns:a16="http://schemas.microsoft.com/office/drawing/2014/main" id="{139DE348-CD3F-0A4E-A94E-17A68D1EB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68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，则</a:t>
              </a:r>
              <a:endParaRPr lang="en-US" altLang="zh-CN" b="1"/>
            </a:p>
          </p:txBody>
        </p:sp>
        <p:graphicFrame>
          <p:nvGraphicFramePr>
            <p:cNvPr id="2075" name="Object 15">
              <a:extLst>
                <a:ext uri="{FF2B5EF4-FFF2-40B4-BE49-F238E27FC236}">
                  <a16:creationId xmlns:a16="http://schemas.microsoft.com/office/drawing/2014/main" id="{BAF94F49-D82B-A24B-A8A7-4B7B4DA9A3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1680"/>
            <a:ext cx="107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55" name="Equation" r:id="rId10" imgW="22237700" imgH="5270500" progId="Equation.3">
                    <p:embed/>
                  </p:oleObj>
                </mc:Choice>
                <mc:Fallback>
                  <p:oleObj name="Equation" r:id="rId10" imgW="22237700" imgH="5270500" progId="Equation.3">
                    <p:embed/>
                    <p:pic>
                      <p:nvPicPr>
                        <p:cNvPr id="2075" name="Object 15">
                          <a:extLst>
                            <a:ext uri="{FF2B5EF4-FFF2-40B4-BE49-F238E27FC236}">
                              <a16:creationId xmlns:a16="http://schemas.microsoft.com/office/drawing/2014/main" id="{BAF94F49-D82B-A24B-A8A7-4B7B4DA9A3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680"/>
                          <a:ext cx="1071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886" name="Group 22">
            <a:extLst>
              <a:ext uri="{FF2B5EF4-FFF2-40B4-BE49-F238E27FC236}">
                <a16:creationId xmlns:a16="http://schemas.microsoft.com/office/drawing/2014/main" id="{1205C060-7E7D-0F4C-8478-1B41516F312C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2362200"/>
            <a:ext cx="1752600" cy="1143000"/>
            <a:chOff x="3984" y="1392"/>
            <a:chExt cx="1104" cy="720"/>
          </a:xfrm>
        </p:grpSpPr>
        <p:graphicFrame>
          <p:nvGraphicFramePr>
            <p:cNvPr id="2067" name="Object 16">
              <a:extLst>
                <a:ext uri="{FF2B5EF4-FFF2-40B4-BE49-F238E27FC236}">
                  <a16:creationId xmlns:a16="http://schemas.microsoft.com/office/drawing/2014/main" id="{A60957E0-7AB7-7449-96AC-6E87E369A1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1392"/>
            <a:ext cx="100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56" name="Equation" r:id="rId12" imgW="21069300" imgH="5562600" progId="Equation.3">
                    <p:embed/>
                  </p:oleObj>
                </mc:Choice>
                <mc:Fallback>
                  <p:oleObj name="Equation" r:id="rId12" imgW="21069300" imgH="5562600" progId="Equation.3">
                    <p:embed/>
                    <p:pic>
                      <p:nvPicPr>
                        <p:cNvPr id="2067" name="Object 16">
                          <a:extLst>
                            <a:ext uri="{FF2B5EF4-FFF2-40B4-BE49-F238E27FC236}">
                              <a16:creationId xmlns:a16="http://schemas.microsoft.com/office/drawing/2014/main" id="{A60957E0-7AB7-7449-96AC-6E87E369A1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392"/>
                          <a:ext cx="100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8" name="Object 17">
              <a:extLst>
                <a:ext uri="{FF2B5EF4-FFF2-40B4-BE49-F238E27FC236}">
                  <a16:creationId xmlns:a16="http://schemas.microsoft.com/office/drawing/2014/main" id="{38B5893D-3DFA-1648-A498-34BC409851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1680"/>
            <a:ext cx="48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57" name="Equation" r:id="rId14" imgW="6438900" imgH="4394200" progId="Equation.3">
                    <p:embed/>
                  </p:oleObj>
                </mc:Choice>
                <mc:Fallback>
                  <p:oleObj name="Equation" r:id="rId14" imgW="6438900" imgH="4394200" progId="Equation.3">
                    <p:embed/>
                    <p:pic>
                      <p:nvPicPr>
                        <p:cNvPr id="2068" name="Object 17">
                          <a:extLst>
                            <a:ext uri="{FF2B5EF4-FFF2-40B4-BE49-F238E27FC236}">
                              <a16:creationId xmlns:a16="http://schemas.microsoft.com/office/drawing/2014/main" id="{38B5893D-3DFA-1648-A498-34BC409851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680"/>
                          <a:ext cx="48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9" name="Object 18">
              <a:extLst>
                <a:ext uri="{FF2B5EF4-FFF2-40B4-BE49-F238E27FC236}">
                  <a16:creationId xmlns:a16="http://schemas.microsoft.com/office/drawing/2014/main" id="{7711A551-802D-A945-9DBE-95DA6C1A46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2" y="1728"/>
            <a:ext cx="3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58" name="Equation" r:id="rId16" imgW="5854700" imgH="4686300" progId="Equation.3">
                    <p:embed/>
                  </p:oleObj>
                </mc:Choice>
                <mc:Fallback>
                  <p:oleObj name="Equation" r:id="rId16" imgW="5854700" imgH="4686300" progId="Equation.3">
                    <p:embed/>
                    <p:pic>
                      <p:nvPicPr>
                        <p:cNvPr id="2069" name="Object 18">
                          <a:extLst>
                            <a:ext uri="{FF2B5EF4-FFF2-40B4-BE49-F238E27FC236}">
                              <a16:creationId xmlns:a16="http://schemas.microsoft.com/office/drawing/2014/main" id="{7711A551-802D-A945-9DBE-95DA6C1A46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728"/>
                          <a:ext cx="32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3" name="Oval 19">
              <a:extLst>
                <a:ext uri="{FF2B5EF4-FFF2-40B4-BE49-F238E27FC236}">
                  <a16:creationId xmlns:a16="http://schemas.microsoft.com/office/drawing/2014/main" id="{2CB34394-1E8A-CB40-95D8-23DFC1578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680"/>
              <a:ext cx="9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84" name="AutoShape 20">
              <a:extLst>
                <a:ext uri="{FF2B5EF4-FFF2-40B4-BE49-F238E27FC236}">
                  <a16:creationId xmlns:a16="http://schemas.microsoft.com/office/drawing/2014/main" id="{375D2B31-9B9D-3E4D-AFB1-C4060B04F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392"/>
              <a:ext cx="1104" cy="672"/>
            </a:xfrm>
            <a:prstGeom prst="bracketPair">
              <a:avLst>
                <a:gd name="adj" fmla="val 9523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36901" name="Group 37">
            <a:extLst>
              <a:ext uri="{FF2B5EF4-FFF2-40B4-BE49-F238E27FC236}">
                <a16:creationId xmlns:a16="http://schemas.microsoft.com/office/drawing/2014/main" id="{07CD5B09-96F6-774D-8757-A67CF3FCE8D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038600"/>
            <a:ext cx="5943600" cy="1636713"/>
            <a:chOff x="336" y="2304"/>
            <a:chExt cx="3744" cy="1031"/>
          </a:xfrm>
        </p:grpSpPr>
        <p:sp>
          <p:nvSpPr>
            <p:cNvPr id="36888" name="Text Box 24">
              <a:extLst>
                <a:ext uri="{FF2B5EF4-FFF2-40B4-BE49-F238E27FC236}">
                  <a16:creationId xmlns:a16="http://schemas.microsoft.com/office/drawing/2014/main" id="{F4A606F2-88B2-494E-B87B-FB7C299F3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448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olidFill>
                    <a:schemeClr val="accent2"/>
                  </a:solidFill>
                </a:rPr>
                <a:t>Step 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000" b="1">
                  <a:solidFill>
                    <a:schemeClr val="accent2"/>
                  </a:solidFill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sym typeface="Symbol" pitchFamily="18" charset="2"/>
                </a:rPr>
                <a:t> 1:</a:t>
              </a:r>
              <a:endParaRPr lang="en-US" altLang="zh-CN" sz="20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065" name="Object 27">
              <a:extLst>
                <a:ext uri="{FF2B5EF4-FFF2-40B4-BE49-F238E27FC236}">
                  <a16:creationId xmlns:a16="http://schemas.microsoft.com/office/drawing/2014/main" id="{D847E88A-4E9A-5A4F-8FB4-2ABC927D6A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304"/>
            <a:ext cx="2832" cy="10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59" name="Equation" r:id="rId18" imgW="74599800" imgH="22237700" progId="Equation.3">
                    <p:embed/>
                  </p:oleObj>
                </mc:Choice>
                <mc:Fallback>
                  <p:oleObj name="Equation" r:id="rId18" imgW="74599800" imgH="22237700" progId="Equation.3">
                    <p:embed/>
                    <p:pic>
                      <p:nvPicPr>
                        <p:cNvPr id="2065" name="Object 27">
                          <a:extLst>
                            <a:ext uri="{FF2B5EF4-FFF2-40B4-BE49-F238E27FC236}">
                              <a16:creationId xmlns:a16="http://schemas.microsoft.com/office/drawing/2014/main" id="{D847E88A-4E9A-5A4F-8FB4-2ABC927D6A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304"/>
                          <a:ext cx="2832" cy="10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2" name="Text Box 28">
              <a:extLst>
                <a:ext uri="{FF2B5EF4-FFF2-40B4-BE49-F238E27FC236}">
                  <a16:creationId xmlns:a16="http://schemas.microsoft.com/office/drawing/2014/main" id="{2A4F732B-79BA-804D-B284-123712515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400"/>
              <a:ext cx="768" cy="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latin typeface="Times New Roman" charset="0"/>
                  <a:ea typeface="宋体" charset="0"/>
                  <a:cs typeface="楷体_GB2312" charset="0"/>
                </a:rPr>
                <a:t>其中</a:t>
              </a:r>
              <a:endParaRPr lang="en-US" altLang="zh-CN" sz="2400" b="1" dirty="0">
                <a:latin typeface="Times New Roman" charset="0"/>
                <a:ea typeface="宋体" charset="0"/>
                <a:cs typeface="楷体_GB2312" charset="0"/>
              </a:endParaRP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1" i="1" dirty="0">
                  <a:latin typeface="Times New Roman" charset="0"/>
                  <a:ea typeface="宋体" charset="0"/>
                  <a:cs typeface="楷体_GB2312" charset="0"/>
                </a:rPr>
                <a:t>   L</a:t>
              </a:r>
              <a:r>
                <a:rPr lang="en-US" altLang="zh-CN" b="1" i="1" baseline="-25000" dirty="0">
                  <a:latin typeface="Times New Roman" charset="0"/>
                  <a:ea typeface="宋体" charset="0"/>
                  <a:cs typeface="楷体_GB2312" charset="0"/>
                </a:rPr>
                <a:t>k</a:t>
              </a:r>
              <a:r>
                <a:rPr lang="en-US" altLang="zh-CN" b="1" dirty="0">
                  <a:latin typeface="Times New Roman" charset="0"/>
                  <a:ea typeface="宋体" charset="0"/>
                  <a:cs typeface="楷体_GB2312" charset="0"/>
                </a:rPr>
                <a:t> =</a:t>
              </a:r>
            </a:p>
          </p:txBody>
        </p:sp>
      </p:grpSp>
      <p:grpSp>
        <p:nvGrpSpPr>
          <p:cNvPr id="36903" name="Group 39">
            <a:extLst>
              <a:ext uri="{FF2B5EF4-FFF2-40B4-BE49-F238E27FC236}">
                <a16:creationId xmlns:a16="http://schemas.microsoft.com/office/drawing/2014/main" id="{6748B532-87DE-454B-956F-9EBED1C1477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886200"/>
            <a:ext cx="2438400" cy="2209800"/>
            <a:chOff x="3936" y="2448"/>
            <a:chExt cx="1536" cy="1392"/>
          </a:xfrm>
        </p:grpSpPr>
        <p:graphicFrame>
          <p:nvGraphicFramePr>
            <p:cNvPr id="2057" name="Object 29">
              <a:extLst>
                <a:ext uri="{FF2B5EF4-FFF2-40B4-BE49-F238E27FC236}">
                  <a16:creationId xmlns:a16="http://schemas.microsoft.com/office/drawing/2014/main" id="{D0798D0F-A80E-5049-8248-F1FAEF9B46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2484"/>
            <a:ext cx="1450" cy="1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60" name="Equation" r:id="rId20" imgW="35102800" imgH="32181800" progId="Equation.3">
                    <p:embed/>
                  </p:oleObj>
                </mc:Choice>
                <mc:Fallback>
                  <p:oleObj name="Equation" r:id="rId20" imgW="35102800" imgH="32181800" progId="Equation.3">
                    <p:embed/>
                    <p:pic>
                      <p:nvPicPr>
                        <p:cNvPr id="2057" name="Object 29">
                          <a:extLst>
                            <a:ext uri="{FF2B5EF4-FFF2-40B4-BE49-F238E27FC236}">
                              <a16:creationId xmlns:a16="http://schemas.microsoft.com/office/drawing/2014/main" id="{D0798D0F-A80E-5049-8248-F1FAEF9B46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84"/>
                          <a:ext cx="1450" cy="1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4" name="Line 30">
              <a:extLst>
                <a:ext uri="{FF2B5EF4-FFF2-40B4-BE49-F238E27FC236}">
                  <a16:creationId xmlns:a16="http://schemas.microsoft.com/office/drawing/2014/main" id="{AB477C52-6745-AF45-B06C-AADFF4519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736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36895" name="Line 31">
              <a:extLst>
                <a:ext uri="{FF2B5EF4-FFF2-40B4-BE49-F238E27FC236}">
                  <a16:creationId xmlns:a16="http://schemas.microsoft.com/office/drawing/2014/main" id="{381AA83A-AB14-F74D-8CB7-1D0CD7DC9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312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36896" name="Oval 32">
              <a:extLst>
                <a:ext uri="{FF2B5EF4-FFF2-40B4-BE49-F238E27FC236}">
                  <a16:creationId xmlns:a16="http://schemas.microsoft.com/office/drawing/2014/main" id="{AB7D8314-DCB6-2047-8D38-E3804C52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928"/>
              <a:ext cx="192" cy="7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97" name="Oval 33">
              <a:extLst>
                <a:ext uri="{FF2B5EF4-FFF2-40B4-BE49-F238E27FC236}">
                  <a16:creationId xmlns:a16="http://schemas.microsoft.com/office/drawing/2014/main" id="{FDADF60B-65B3-4D46-9481-70CB5085A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504"/>
              <a:ext cx="144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98" name="Oval 34">
              <a:extLst>
                <a:ext uri="{FF2B5EF4-FFF2-40B4-BE49-F238E27FC236}">
                  <a16:creationId xmlns:a16="http://schemas.microsoft.com/office/drawing/2014/main" id="{20A9C7DE-A6D9-1C4D-ABF8-D69D2A565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544"/>
              <a:ext cx="480" cy="62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99" name="AutoShape 35">
              <a:extLst>
                <a:ext uri="{FF2B5EF4-FFF2-40B4-BE49-F238E27FC236}">
                  <a16:creationId xmlns:a16="http://schemas.microsoft.com/office/drawing/2014/main" id="{58B0A35D-C42A-4949-8AD2-EC43A7516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448"/>
              <a:ext cx="1536" cy="1392"/>
            </a:xfrm>
            <a:prstGeom prst="bracketPair">
              <a:avLst>
                <a:gd name="adj" fmla="val 75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9F4A9C41-27A2-4849-A0A2-6018D8EB3D30}"/>
              </a:ext>
            </a:extLst>
          </p:cNvPr>
          <p:cNvSpPr txBox="1">
            <a:spLocks/>
          </p:cNvSpPr>
          <p:nvPr/>
        </p:nvSpPr>
        <p:spPr>
          <a:xfrm>
            <a:off x="330743" y="182881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楷体_GB2312" charset="0"/>
              </a:rPr>
              <a:t>高斯消元法的矩阵形式</a:t>
            </a:r>
            <a:endParaRPr lang="en-CN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6" name="Process 35">
            <a:extLst>
              <a:ext uri="{FF2B5EF4-FFF2-40B4-BE49-F238E27FC236}">
                <a16:creationId xmlns:a16="http://schemas.microsoft.com/office/drawing/2014/main" id="{3EF8EB62-D965-A94A-9452-40BC89EF836A}"/>
              </a:ext>
            </a:extLst>
          </p:cNvPr>
          <p:cNvSpPr/>
          <p:nvPr/>
        </p:nvSpPr>
        <p:spPr>
          <a:xfrm>
            <a:off x="330743" y="9448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28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EF76F00-14EB-F14B-B17B-64EB612D8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0"/>
            <a:ext cx="5181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Matrix Form of G.E.</a:t>
            </a:r>
          </a:p>
        </p:txBody>
      </p:sp>
      <p:graphicFrame>
        <p:nvGraphicFramePr>
          <p:cNvPr id="37891" name="Object 3">
            <a:extLst>
              <a:ext uri="{FF2B5EF4-FFF2-40B4-BE49-F238E27FC236}">
                <a16:creationId xmlns:a16="http://schemas.microsoft.com/office/drawing/2014/main" id="{52FA0CDF-B9F9-CC4A-9589-C0D739524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143000"/>
          <a:ext cx="8699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4" name="Equation" r:id="rId8" imgW="8483600" imgH="5562600" progId="Equation.3">
                  <p:embed/>
                </p:oleObj>
              </mc:Choice>
              <mc:Fallback>
                <p:oleObj name="Equation" r:id="rId8" imgW="8483600" imgH="5562600" progId="Equation.3">
                  <p:embed/>
                  <p:pic>
                    <p:nvPicPr>
                      <p:cNvPr id="37891" name="Object 3">
                        <a:extLst>
                          <a:ext uri="{FF2B5EF4-FFF2-40B4-BE49-F238E27FC236}">
                            <a16:creationId xmlns:a16="http://schemas.microsoft.com/office/drawing/2014/main" id="{52FA0CDF-B9F9-CC4A-9589-C0D739524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43000"/>
                        <a:ext cx="8699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0" name="Group 12">
            <a:extLst>
              <a:ext uri="{FF2B5EF4-FFF2-40B4-BE49-F238E27FC236}">
                <a16:creationId xmlns:a16="http://schemas.microsoft.com/office/drawing/2014/main" id="{039CFB3F-2544-5846-937E-91816C16D7A2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04800"/>
            <a:ext cx="2286000" cy="2209800"/>
            <a:chOff x="1824" y="1584"/>
            <a:chExt cx="1440" cy="1392"/>
          </a:xfrm>
        </p:grpSpPr>
        <p:graphicFrame>
          <p:nvGraphicFramePr>
            <p:cNvPr id="3099" name="Object 5">
              <a:extLst>
                <a:ext uri="{FF2B5EF4-FFF2-40B4-BE49-F238E27FC236}">
                  <a16:creationId xmlns:a16="http://schemas.microsoft.com/office/drawing/2014/main" id="{2B2159F6-8FB4-9148-A6A9-35B9F681B7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8" y="1620"/>
            <a:ext cx="1341" cy="1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965" name="Equation" r:id="rId10" imgW="32473900" imgH="32181800" progId="Equation.3">
                    <p:embed/>
                  </p:oleObj>
                </mc:Choice>
                <mc:Fallback>
                  <p:oleObj name="Equation" r:id="rId10" imgW="32473900" imgH="32181800" progId="Equation.3">
                    <p:embed/>
                    <p:pic>
                      <p:nvPicPr>
                        <p:cNvPr id="3099" name="Object 5">
                          <a:extLst>
                            <a:ext uri="{FF2B5EF4-FFF2-40B4-BE49-F238E27FC236}">
                              <a16:creationId xmlns:a16="http://schemas.microsoft.com/office/drawing/2014/main" id="{2B2159F6-8FB4-9148-A6A9-35B9F681B7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8" y="1620"/>
                          <a:ext cx="1341" cy="1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4" name="Line 6">
              <a:extLst>
                <a:ext uri="{FF2B5EF4-FFF2-40B4-BE49-F238E27FC236}">
                  <a16:creationId xmlns:a16="http://schemas.microsoft.com/office/drawing/2014/main" id="{D6BE2A50-D32C-CB47-B512-CE5DB3FF8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37895" name="Line 7">
              <a:extLst>
                <a:ext uri="{FF2B5EF4-FFF2-40B4-BE49-F238E27FC236}">
                  <a16:creationId xmlns:a16="http://schemas.microsoft.com/office/drawing/2014/main" id="{4E3D290E-394A-F441-90DC-A8C4689C5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48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37896" name="Oval 8">
              <a:extLst>
                <a:ext uri="{FF2B5EF4-FFF2-40B4-BE49-F238E27FC236}">
                  <a16:creationId xmlns:a16="http://schemas.microsoft.com/office/drawing/2014/main" id="{C90C0B4A-6DAB-AB4D-9F83-DBF29FF07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064"/>
              <a:ext cx="192" cy="7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897" name="Oval 9">
              <a:extLst>
                <a:ext uri="{FF2B5EF4-FFF2-40B4-BE49-F238E27FC236}">
                  <a16:creationId xmlns:a16="http://schemas.microsoft.com/office/drawing/2014/main" id="{BCD1AB6F-0D95-2740-9B60-665A68B56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0"/>
              <a:ext cx="144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898" name="Oval 10">
              <a:extLst>
                <a:ext uri="{FF2B5EF4-FFF2-40B4-BE49-F238E27FC236}">
                  <a16:creationId xmlns:a16="http://schemas.microsoft.com/office/drawing/2014/main" id="{20C5A597-82F1-6140-9CF2-3A801C2EA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680"/>
              <a:ext cx="480" cy="62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899" name="AutoShape 11">
              <a:extLst>
                <a:ext uri="{FF2B5EF4-FFF2-40B4-BE49-F238E27FC236}">
                  <a16:creationId xmlns:a16="http://schemas.microsoft.com/office/drawing/2014/main" id="{F8334DBB-5E33-8140-BE0B-4A34295F3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584"/>
              <a:ext cx="1440" cy="1392"/>
            </a:xfrm>
            <a:prstGeom prst="bracketPair">
              <a:avLst>
                <a:gd name="adj" fmla="val 75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aphicFrame>
        <p:nvGraphicFramePr>
          <p:cNvPr id="37901" name="Object 13">
            <a:extLst>
              <a:ext uri="{FF2B5EF4-FFF2-40B4-BE49-F238E27FC236}">
                <a16:creationId xmlns:a16="http://schemas.microsoft.com/office/drawing/2014/main" id="{43AAECB7-F5DD-DA4F-B7B1-DD87A100BE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1219200"/>
          <a:ext cx="16478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6" name="Equation" r:id="rId12" imgW="23698200" imgH="5562600" progId="Equation.3">
                  <p:embed/>
                </p:oleObj>
              </mc:Choice>
              <mc:Fallback>
                <p:oleObj name="Equation" r:id="rId12" imgW="23698200" imgH="5562600" progId="Equation.3">
                  <p:embed/>
                  <p:pic>
                    <p:nvPicPr>
                      <p:cNvPr id="37901" name="Object 13">
                        <a:extLst>
                          <a:ext uri="{FF2B5EF4-FFF2-40B4-BE49-F238E27FC236}">
                            <a16:creationId xmlns:a16="http://schemas.microsoft.com/office/drawing/2014/main" id="{43AAECB7-F5DD-DA4F-B7B1-DD87A100BE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219200"/>
                        <a:ext cx="16478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13" name="Group 25">
            <a:extLst>
              <a:ext uri="{FF2B5EF4-FFF2-40B4-BE49-F238E27FC236}">
                <a16:creationId xmlns:a16="http://schemas.microsoft.com/office/drawing/2014/main" id="{DACF7BB7-0B5D-1F45-BFE1-D818F86A6EC3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762000"/>
            <a:ext cx="2362200" cy="1282700"/>
            <a:chOff x="3696" y="432"/>
            <a:chExt cx="1488" cy="808"/>
          </a:xfrm>
        </p:grpSpPr>
        <p:grpSp>
          <p:nvGrpSpPr>
            <p:cNvPr id="3088" name="Group 19">
              <a:extLst>
                <a:ext uri="{FF2B5EF4-FFF2-40B4-BE49-F238E27FC236}">
                  <a16:creationId xmlns:a16="http://schemas.microsoft.com/office/drawing/2014/main" id="{6347BB75-D3FD-5E43-8E6A-CF12B1F950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432"/>
              <a:ext cx="816" cy="808"/>
              <a:chOff x="3600" y="480"/>
              <a:chExt cx="816" cy="808"/>
            </a:xfrm>
          </p:grpSpPr>
          <p:graphicFrame>
            <p:nvGraphicFramePr>
              <p:cNvPr id="3094" name="Object 14">
                <a:extLst>
                  <a:ext uri="{FF2B5EF4-FFF2-40B4-BE49-F238E27FC236}">
                    <a16:creationId xmlns:a16="http://schemas.microsoft.com/office/drawing/2014/main" id="{08451EB3-6922-724E-8CAD-ACC8A5DB635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0" y="480"/>
              <a:ext cx="812" cy="8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967" name="Equation" r:id="rId14" imgW="17259300" imgH="20485100" progId="Equation.3">
                      <p:embed/>
                    </p:oleObj>
                  </mc:Choice>
                  <mc:Fallback>
                    <p:oleObj name="Equation" r:id="rId14" imgW="17259300" imgH="20485100" progId="Equation.3">
                      <p:embed/>
                      <p:pic>
                        <p:nvPicPr>
                          <p:cNvPr id="3094" name="Object 14">
                            <a:extLst>
                              <a:ext uri="{FF2B5EF4-FFF2-40B4-BE49-F238E27FC236}">
                                <a16:creationId xmlns:a16="http://schemas.microsoft.com/office/drawing/2014/main" id="{08451EB3-6922-724E-8CAD-ACC8A5DB635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480"/>
                            <a:ext cx="812" cy="8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03" name="Line 15">
                <a:extLst>
                  <a:ext uri="{FF2B5EF4-FFF2-40B4-BE49-F238E27FC236}">
                    <a16:creationId xmlns:a16="http://schemas.microsoft.com/office/drawing/2014/main" id="{1191719C-356B-3C41-9120-F4884A97D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912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宋体" charset="0"/>
                </a:endParaRPr>
              </a:p>
            </p:txBody>
          </p:sp>
          <p:graphicFrame>
            <p:nvGraphicFramePr>
              <p:cNvPr id="3096" name="Object 16">
                <a:extLst>
                  <a:ext uri="{FF2B5EF4-FFF2-40B4-BE49-F238E27FC236}">
                    <a16:creationId xmlns:a16="http://schemas.microsoft.com/office/drawing/2014/main" id="{A6E55F0F-3A29-EB49-88FF-77D1A6641D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48" y="864"/>
              <a:ext cx="376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968" name="Equation" r:id="rId16" imgW="6438900" imgH="5562600" progId="Equation.3">
                      <p:embed/>
                    </p:oleObj>
                  </mc:Choice>
                  <mc:Fallback>
                    <p:oleObj name="Equation" r:id="rId16" imgW="6438900" imgH="5562600" progId="Equation.3">
                      <p:embed/>
                      <p:pic>
                        <p:nvPicPr>
                          <p:cNvPr id="3096" name="Object 16">
                            <a:extLst>
                              <a:ext uri="{FF2B5EF4-FFF2-40B4-BE49-F238E27FC236}">
                                <a16:creationId xmlns:a16="http://schemas.microsoft.com/office/drawing/2014/main" id="{A6E55F0F-3A29-EB49-88FF-77D1A6641D5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864"/>
                            <a:ext cx="376" cy="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05" name="Oval 17">
                <a:extLst>
                  <a:ext uri="{FF2B5EF4-FFF2-40B4-BE49-F238E27FC236}">
                    <a16:creationId xmlns:a16="http://schemas.microsoft.com/office/drawing/2014/main" id="{B1C29927-724B-F84F-960E-97A97D1B4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528"/>
                <a:ext cx="288" cy="38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7906" name="AutoShape 18">
                <a:extLst>
                  <a:ext uri="{FF2B5EF4-FFF2-40B4-BE49-F238E27FC236}">
                    <a16:creationId xmlns:a16="http://schemas.microsoft.com/office/drawing/2014/main" id="{CD7D863F-3470-EE4A-A2E6-B373231B7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480"/>
                <a:ext cx="816" cy="768"/>
              </a:xfrm>
              <a:prstGeom prst="bracketPair">
                <a:avLst>
                  <a:gd name="adj" fmla="val 7477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3089" name="Group 23">
              <a:extLst>
                <a:ext uri="{FF2B5EF4-FFF2-40B4-BE49-F238E27FC236}">
                  <a16:creationId xmlns:a16="http://schemas.microsoft.com/office/drawing/2014/main" id="{F6F0EA99-2BE2-884E-86EF-B98972E2EB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624"/>
              <a:ext cx="432" cy="240"/>
              <a:chOff x="1488" y="2352"/>
              <a:chExt cx="432" cy="240"/>
            </a:xfrm>
          </p:grpSpPr>
          <p:sp>
            <p:nvSpPr>
              <p:cNvPr id="37908" name="Text Box 20">
                <a:extLst>
                  <a:ext uri="{FF2B5EF4-FFF2-40B4-BE49-F238E27FC236}">
                    <a16:creationId xmlns:a16="http://schemas.microsoft.com/office/drawing/2014/main" id="{79E37AA5-AAA5-B545-84A6-43B3F19A7D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352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zh-CN" altLang="en-US" sz="1600" b="1">
                    <a:latin typeface="Times New Roman" charset="0"/>
                    <a:ea typeface="宋体" charset="0"/>
                    <a:cs typeface="楷体_GB2312" charset="0"/>
                  </a:rPr>
                  <a:t>记为</a:t>
                </a:r>
                <a:endParaRPr lang="en-US" altLang="zh-CN" sz="1600" b="1">
                  <a:latin typeface="Times New Roman" charset="0"/>
                  <a:ea typeface="宋体" charset="0"/>
                  <a:cs typeface="楷体_GB2312" charset="0"/>
                </a:endParaRPr>
              </a:p>
            </p:txBody>
          </p:sp>
          <p:sp>
            <p:nvSpPr>
              <p:cNvPr id="37909" name="Line 21">
                <a:extLst>
                  <a:ext uri="{FF2B5EF4-FFF2-40B4-BE49-F238E27FC236}">
                    <a16:creationId xmlns:a16="http://schemas.microsoft.com/office/drawing/2014/main" id="{6F429E3F-2098-6E45-A6B1-7C5BCF9C2A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544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7910" name="Line 22">
                <a:extLst>
                  <a:ext uri="{FF2B5EF4-FFF2-40B4-BE49-F238E27FC236}">
                    <a16:creationId xmlns:a16="http://schemas.microsoft.com/office/drawing/2014/main" id="{EFDBA517-96F1-0649-BE6A-622A16C45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592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宋体" charset="0"/>
                </a:endParaRPr>
              </a:p>
            </p:txBody>
          </p:sp>
        </p:grpSp>
        <p:sp>
          <p:nvSpPr>
            <p:cNvPr id="37912" name="Text Box 24">
              <a:extLst>
                <a:ext uri="{FF2B5EF4-FFF2-40B4-BE49-F238E27FC236}">
                  <a16:creationId xmlns:a16="http://schemas.microsoft.com/office/drawing/2014/main" id="{578C4630-24F8-6B4B-B538-CC0C3E1BB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67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 i="1">
                  <a:latin typeface="Times New Roman" charset="0"/>
                  <a:ea typeface="宋体" charset="0"/>
                </a:rPr>
                <a:t>L</a:t>
              </a:r>
            </a:p>
          </p:txBody>
        </p:sp>
      </p:grpSp>
      <p:sp>
        <p:nvSpPr>
          <p:cNvPr id="37914" name="AutoShape 26">
            <a:extLst>
              <a:ext uri="{FF2B5EF4-FFF2-40B4-BE49-F238E27FC236}">
                <a16:creationId xmlns:a16="http://schemas.microsoft.com/office/drawing/2014/main" id="{0636FC0A-64F8-7D41-8528-92FB6997B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667000"/>
            <a:ext cx="6400800" cy="1143000"/>
          </a:xfrm>
          <a:prstGeom prst="wedgeEllipseCallout">
            <a:avLst>
              <a:gd name="adj1" fmla="val 21403"/>
              <a:gd name="adj2" fmla="val -112778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单位下三角阵</a:t>
            </a:r>
            <a:endParaRPr lang="en-US" altLang="zh-CN" b="1"/>
          </a:p>
          <a:p>
            <a:pPr algn="ctr" eaLnBrk="1" hangingPunct="1"/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unitary lower-triangular matrix */</a:t>
            </a:r>
          </a:p>
        </p:txBody>
      </p:sp>
      <p:grpSp>
        <p:nvGrpSpPr>
          <p:cNvPr id="37922" name="Group 34">
            <a:extLst>
              <a:ext uri="{FF2B5EF4-FFF2-40B4-BE49-F238E27FC236}">
                <a16:creationId xmlns:a16="http://schemas.microsoft.com/office/drawing/2014/main" id="{37A54FBB-5C52-1842-8E6A-24A3CD1774C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048000"/>
            <a:ext cx="3276600" cy="1828800"/>
            <a:chOff x="336" y="1776"/>
            <a:chExt cx="2064" cy="1152"/>
          </a:xfrm>
        </p:grpSpPr>
        <p:sp>
          <p:nvSpPr>
            <p:cNvPr id="37915" name="Text Box 27">
              <a:extLst>
                <a:ext uri="{FF2B5EF4-FFF2-40B4-BE49-F238E27FC236}">
                  <a16:creationId xmlns:a16="http://schemas.microsoft.com/office/drawing/2014/main" id="{7FEC2B46-07AB-664B-8FBE-5EABECA16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160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latin typeface="Times New Roman" charset="0"/>
                  <a:ea typeface="宋体" charset="0"/>
                  <a:cs typeface="楷体_GB2312" charset="0"/>
                </a:rPr>
                <a:t>记</a:t>
              </a:r>
              <a:r>
                <a:rPr lang="en-US" altLang="zh-CN" b="1">
                  <a:latin typeface="Times New Roman" charset="0"/>
                  <a:ea typeface="宋体" charset="0"/>
                </a:rPr>
                <a:t> </a:t>
              </a:r>
              <a:r>
                <a:rPr lang="en-US" altLang="zh-CN" sz="2800" b="1" i="1">
                  <a:latin typeface="Times New Roman" charset="0"/>
                  <a:ea typeface="宋体" charset="0"/>
                </a:rPr>
                <a:t>U</a:t>
              </a:r>
              <a:r>
                <a:rPr lang="en-US" altLang="zh-CN" b="1">
                  <a:latin typeface="Times New Roman" charset="0"/>
                  <a:ea typeface="宋体" charset="0"/>
                </a:rPr>
                <a:t> =</a:t>
              </a:r>
            </a:p>
          </p:txBody>
        </p:sp>
        <p:grpSp>
          <p:nvGrpSpPr>
            <p:cNvPr id="3084" name="Group 33">
              <a:extLst>
                <a:ext uri="{FF2B5EF4-FFF2-40B4-BE49-F238E27FC236}">
                  <a16:creationId xmlns:a16="http://schemas.microsoft.com/office/drawing/2014/main" id="{BC0DA5FE-F341-614C-87B4-657ACBCC13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776"/>
              <a:ext cx="1392" cy="1152"/>
              <a:chOff x="1824" y="2688"/>
              <a:chExt cx="1392" cy="1152"/>
            </a:xfrm>
          </p:grpSpPr>
          <p:graphicFrame>
            <p:nvGraphicFramePr>
              <p:cNvPr id="3085" name="Object 30">
                <a:extLst>
                  <a:ext uri="{FF2B5EF4-FFF2-40B4-BE49-F238E27FC236}">
                    <a16:creationId xmlns:a16="http://schemas.microsoft.com/office/drawing/2014/main" id="{7E89B15F-8575-FF4F-9AD9-E075F213A70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72" y="2688"/>
              <a:ext cx="1317" cy="11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969" name="Equation" r:id="rId18" imgW="28676600" imgH="21653500" progId="Equation.3">
                      <p:embed/>
                    </p:oleObj>
                  </mc:Choice>
                  <mc:Fallback>
                    <p:oleObj name="Equation" r:id="rId18" imgW="28676600" imgH="21653500" progId="Equation.3">
                      <p:embed/>
                      <p:pic>
                        <p:nvPicPr>
                          <p:cNvPr id="3085" name="Object 30">
                            <a:extLst>
                              <a:ext uri="{FF2B5EF4-FFF2-40B4-BE49-F238E27FC236}">
                                <a16:creationId xmlns:a16="http://schemas.microsoft.com/office/drawing/2014/main" id="{7E89B15F-8575-FF4F-9AD9-E075F213A70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2688"/>
                            <a:ext cx="1317" cy="11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19" name="Oval 31">
                <a:extLst>
                  <a:ext uri="{FF2B5EF4-FFF2-40B4-BE49-F238E27FC236}">
                    <a16:creationId xmlns:a16="http://schemas.microsoft.com/office/drawing/2014/main" id="{6F0AB590-1DBC-5F40-A98A-D4763B7BF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264"/>
                <a:ext cx="528" cy="52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7920" name="AutoShape 32">
                <a:extLst>
                  <a:ext uri="{FF2B5EF4-FFF2-40B4-BE49-F238E27FC236}">
                    <a16:creationId xmlns:a16="http://schemas.microsoft.com/office/drawing/2014/main" id="{4964E8EA-5D34-EF4F-94D1-0B3FE5048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688"/>
                <a:ext cx="1392" cy="1152"/>
              </a:xfrm>
              <a:prstGeom prst="bracketPair">
                <a:avLst>
                  <a:gd name="adj" fmla="val 7727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graphicFrame>
        <p:nvGraphicFramePr>
          <p:cNvPr id="37923" name="Object 35">
            <a:extLst>
              <a:ext uri="{FF2B5EF4-FFF2-40B4-BE49-F238E27FC236}">
                <a16:creationId xmlns:a16="http://schemas.microsoft.com/office/drawing/2014/main" id="{E72583EC-1190-EB41-83C3-AF92B6B75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581400"/>
          <a:ext cx="2286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70" name="Equation" r:id="rId20" imgW="19304000" imgH="4686300" progId="Equation.3">
                  <p:embed/>
                </p:oleObj>
              </mc:Choice>
              <mc:Fallback>
                <p:oleObj name="Equation" r:id="rId20" imgW="19304000" imgH="4686300" progId="Equation.3">
                  <p:embed/>
                  <p:pic>
                    <p:nvPicPr>
                      <p:cNvPr id="37923" name="Object 35">
                        <a:extLst>
                          <a:ext uri="{FF2B5EF4-FFF2-40B4-BE49-F238E27FC236}">
                            <a16:creationId xmlns:a16="http://schemas.microsoft.com/office/drawing/2014/main" id="{E72583EC-1190-EB41-83C3-AF92B6B75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581400"/>
                        <a:ext cx="2286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4" name="AutoShape 36">
            <a:extLst>
              <a:ext uri="{FF2B5EF4-FFF2-40B4-BE49-F238E27FC236}">
                <a16:creationId xmlns:a16="http://schemas.microsoft.com/office/drawing/2014/main" id="{FC5039B2-90D6-3848-BE4D-83AF4106F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800600"/>
            <a:ext cx="4191000" cy="1143000"/>
          </a:xfrm>
          <a:prstGeom prst="wedgeEllipseCallout">
            <a:avLst>
              <a:gd name="adj1" fmla="val -8713"/>
              <a:gd name="adj2" fmla="val -119028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b="1" i="1"/>
              <a:t>A</a:t>
            </a:r>
            <a:r>
              <a:rPr lang="en-US" altLang="zh-CN" b="1"/>
              <a:t> </a:t>
            </a:r>
            <a:r>
              <a:rPr lang="zh-CN" altLang="en-US" b="1"/>
              <a:t>的</a:t>
            </a:r>
            <a:r>
              <a:rPr lang="en-US" altLang="zh-CN" b="1"/>
              <a:t> </a:t>
            </a:r>
            <a:r>
              <a:rPr lang="en-US" altLang="zh-CN" b="1" i="1"/>
              <a:t>LU</a:t>
            </a:r>
            <a:r>
              <a:rPr lang="en-US" altLang="zh-CN" b="1"/>
              <a:t> </a:t>
            </a:r>
            <a:r>
              <a:rPr lang="zh-CN" altLang="en-US" b="1"/>
              <a:t>分解</a:t>
            </a:r>
            <a:endParaRPr lang="en-US" altLang="zh-CN" b="1"/>
          </a:p>
          <a:p>
            <a:pPr algn="ctr">
              <a:defRPr/>
            </a:pPr>
            <a:r>
              <a:rPr lang="en-US" altLang="zh-CN" sz="2000" b="1">
                <a:solidFill>
                  <a:srgbClr val="008000"/>
                </a:solidFill>
                <a:latin typeface="Arial" pitchFamily="34" charset="0"/>
              </a:rPr>
              <a:t>/* </a:t>
            </a:r>
            <a:r>
              <a:rPr lang="en-US" altLang="zh-CN" sz="2000" b="1" i="1">
                <a:solidFill>
                  <a:srgbClr val="008000"/>
                </a:solidFill>
              </a:rPr>
              <a:t>LU</a:t>
            </a:r>
            <a:r>
              <a:rPr lang="en-US" altLang="zh-CN" sz="2000" b="1">
                <a:solidFill>
                  <a:srgbClr val="008000"/>
                </a:solidFill>
                <a:latin typeface="Arial" pitchFamily="34" charset="0"/>
              </a:rPr>
              <a:t> factorization */</a:t>
            </a:r>
            <a:endParaRPr lang="en-US" altLang="zh-CN" sz="2000" b="1" i="1">
              <a:solidFill>
                <a:srgbClr val="008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41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4" grpId="0" animBg="1" autoUpdateAnimBg="0"/>
      <p:bldP spid="37924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ADC9FA8-4712-E347-AD2C-F10285E64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0"/>
            <a:ext cx="5181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Matrix Form of G.E.</a:t>
            </a:r>
          </a:p>
        </p:txBody>
      </p:sp>
      <p:grpSp>
        <p:nvGrpSpPr>
          <p:cNvPr id="4099" name="Group 31">
            <a:extLst>
              <a:ext uri="{FF2B5EF4-FFF2-40B4-BE49-F238E27FC236}">
                <a16:creationId xmlns:a16="http://schemas.microsoft.com/office/drawing/2014/main" id="{B4BD7F3A-C7B1-DE46-B8E4-AF11DB1FBE05}"/>
              </a:ext>
            </a:extLst>
          </p:cNvPr>
          <p:cNvGrpSpPr>
            <a:grpSpLocks/>
          </p:cNvGrpSpPr>
          <p:nvPr/>
        </p:nvGrpSpPr>
        <p:grpSpPr bwMode="auto">
          <a:xfrm>
            <a:off x="400050" y="2108200"/>
            <a:ext cx="7988300" cy="1752600"/>
            <a:chOff x="336" y="2942"/>
            <a:chExt cx="5032" cy="1104"/>
          </a:xfrm>
        </p:grpSpPr>
        <p:sp>
          <p:nvSpPr>
            <p:cNvPr id="38940" name="AutoShape 28" descr="再生纸">
              <a:extLst>
                <a:ext uri="{FF2B5EF4-FFF2-40B4-BE49-F238E27FC236}">
                  <a16:creationId xmlns:a16="http://schemas.microsoft.com/office/drawing/2014/main" id="{BC503136-A9DD-A24D-9D44-D621F9489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942"/>
              <a:ext cx="5032" cy="110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ffectLst>
              <a:prstShdw prst="shdw17" dist="17961" dir="2700000">
                <a:srgbClr val="FFFFFF">
                  <a:gamma/>
                  <a:shade val="60000"/>
                  <a:invGamma/>
                  <a:alpha val="74998"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marL="565150" indent="-5651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注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：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en-US" altLang="zh-CN" b="1" i="1"/>
                <a:t>L</a:t>
              </a:r>
              <a:r>
                <a:rPr lang="en-US" altLang="zh-CN" b="1"/>
                <a:t> </a:t>
              </a:r>
              <a:r>
                <a:rPr lang="zh-CN" altLang="en-US" b="1"/>
                <a:t>为一般下三角阵而</a:t>
              </a:r>
              <a:r>
                <a:rPr lang="en-US" altLang="zh-CN" b="1"/>
                <a:t> </a:t>
              </a:r>
              <a:r>
                <a:rPr lang="en-US" altLang="zh-CN" b="1" i="1"/>
                <a:t>U</a:t>
              </a:r>
              <a:r>
                <a:rPr lang="en-US" altLang="zh-CN" b="1"/>
                <a:t> </a:t>
              </a:r>
              <a:r>
                <a:rPr lang="zh-CN" altLang="en-US" b="1"/>
                <a:t>为</a:t>
              </a:r>
              <a:r>
                <a:rPr lang="zh-CN" altLang="en-US" b="1">
                  <a:solidFill>
                    <a:schemeClr val="accent2"/>
                  </a:solidFill>
                </a:rPr>
                <a:t>单位</a:t>
              </a:r>
              <a:r>
                <a:rPr lang="zh-CN" altLang="en-US" b="1"/>
                <a:t>上三角阵的分解称为</a:t>
              </a:r>
              <a:r>
                <a:rPr lang="en-US" altLang="zh-CN" b="1">
                  <a:solidFill>
                    <a:schemeClr val="accent2"/>
                  </a:solidFill>
                </a:rPr>
                <a:t>Crout </a:t>
              </a:r>
              <a:r>
                <a:rPr lang="zh-CN" altLang="en-US" b="1">
                  <a:solidFill>
                    <a:schemeClr val="accent2"/>
                  </a:solidFill>
                </a:rPr>
                <a:t>分解</a:t>
              </a:r>
              <a:r>
                <a:rPr lang="zh-CN" altLang="en-US" b="1"/>
                <a:t>。</a:t>
              </a:r>
              <a:endParaRPr lang="en-US" altLang="zh-CN" b="1"/>
            </a:p>
            <a:p>
              <a:pPr eaLnBrk="1" hangingPunct="1"/>
              <a:r>
                <a:rPr lang="en-US" altLang="zh-CN" b="1"/>
                <a:t>        </a:t>
              </a:r>
              <a:r>
                <a:rPr lang="zh-CN" altLang="en-US" b="1"/>
                <a:t>实际上只要考虑</a:t>
              </a:r>
              <a:r>
                <a:rPr lang="en-US" altLang="zh-CN" b="1"/>
                <a:t> </a:t>
              </a:r>
              <a:r>
                <a:rPr lang="en-US" altLang="zh-CN" b="1" i="1"/>
                <a:t>A</a:t>
              </a:r>
              <a:r>
                <a:rPr lang="en-US" altLang="zh-CN" b="1"/>
                <a:t>* </a:t>
              </a:r>
              <a:r>
                <a:rPr lang="zh-CN" altLang="en-US" b="1"/>
                <a:t>的</a:t>
              </a:r>
              <a:r>
                <a:rPr lang="en-US" altLang="zh-CN" b="1"/>
                <a:t> </a:t>
              </a:r>
              <a:r>
                <a:rPr lang="en-US" altLang="zh-CN" b="1" i="1"/>
                <a:t>LU</a:t>
              </a:r>
              <a:r>
                <a:rPr lang="en-US" altLang="zh-CN" b="1"/>
                <a:t> </a:t>
              </a:r>
              <a:r>
                <a:rPr lang="zh-CN" altLang="en-US" b="1"/>
                <a:t>分解，即</a:t>
              </a:r>
              <a:r>
                <a:rPr lang="en-US" altLang="zh-CN" b="1"/>
                <a:t> </a:t>
              </a:r>
              <a:r>
                <a:rPr lang="en-US" altLang="zh-CN" b="1" i="1"/>
                <a:t>              </a:t>
              </a:r>
              <a:r>
                <a:rPr lang="zh-CN" altLang="en-US" b="1"/>
                <a:t>，则</a:t>
              </a:r>
              <a:endParaRPr lang="en-US" altLang="zh-CN" b="1"/>
            </a:p>
            <a:p>
              <a:pPr eaLnBrk="1" hangingPunct="1"/>
              <a:r>
                <a:rPr lang="en-US" altLang="zh-CN" b="1"/>
                <a:t>                        </a:t>
              </a:r>
              <a:r>
                <a:rPr lang="zh-CN" altLang="en-US" b="1"/>
                <a:t>即是</a:t>
              </a:r>
              <a:r>
                <a:rPr lang="en-US" altLang="zh-CN" b="1"/>
                <a:t> </a:t>
              </a:r>
              <a:r>
                <a:rPr lang="en-US" altLang="zh-CN" b="1" i="1"/>
                <a:t>A </a:t>
              </a:r>
              <a:r>
                <a:rPr lang="zh-CN" altLang="en-US" b="1"/>
                <a:t>的</a:t>
              </a:r>
              <a:r>
                <a:rPr lang="en-US" altLang="zh-CN" b="1"/>
                <a:t> Crout </a:t>
              </a:r>
              <a:r>
                <a:rPr lang="zh-CN" altLang="en-US" b="1"/>
                <a:t>分解。</a:t>
              </a:r>
              <a:endParaRPr lang="en-US" altLang="zh-CN" b="1"/>
            </a:p>
          </p:txBody>
        </p:sp>
        <p:graphicFrame>
          <p:nvGraphicFramePr>
            <p:cNvPr id="4101" name="Object 29">
              <a:extLst>
                <a:ext uri="{FF2B5EF4-FFF2-40B4-BE49-F238E27FC236}">
                  <a16:creationId xmlns:a16="http://schemas.microsoft.com/office/drawing/2014/main" id="{2AEE0257-44CF-134A-ABD8-8BCC483323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1" y="3456"/>
            <a:ext cx="76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923" name="Equation" r:id="rId4" imgW="14338300" imgH="4978400" progId="Equation.3">
                    <p:embed/>
                  </p:oleObj>
                </mc:Choice>
                <mc:Fallback>
                  <p:oleObj name="Equation" r:id="rId4" imgW="14338300" imgH="4978400" progId="Equation.3">
                    <p:embed/>
                    <p:pic>
                      <p:nvPicPr>
                        <p:cNvPr id="4101" name="Object 29">
                          <a:extLst>
                            <a:ext uri="{FF2B5EF4-FFF2-40B4-BE49-F238E27FC236}">
                              <a16:creationId xmlns:a16="http://schemas.microsoft.com/office/drawing/2014/main" id="{2AEE0257-44CF-134A-ABD8-8BCC483323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1" y="3456"/>
                          <a:ext cx="76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2" name="Object 30">
              <a:extLst>
                <a:ext uri="{FF2B5EF4-FFF2-40B4-BE49-F238E27FC236}">
                  <a16:creationId xmlns:a16="http://schemas.microsoft.com/office/drawing/2014/main" id="{F273C03D-FB95-914A-8853-A94379BD00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3696"/>
            <a:ext cx="720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924" name="Equation" r:id="rId6" imgW="16967200" imgH="4978400" progId="Equation.3">
                    <p:embed/>
                  </p:oleObj>
                </mc:Choice>
                <mc:Fallback>
                  <p:oleObj name="Equation" r:id="rId6" imgW="16967200" imgH="4978400" progId="Equation.3">
                    <p:embed/>
                    <p:pic>
                      <p:nvPicPr>
                        <p:cNvPr id="4102" name="Object 30">
                          <a:extLst>
                            <a:ext uri="{FF2B5EF4-FFF2-40B4-BE49-F238E27FC236}">
                              <a16:creationId xmlns:a16="http://schemas.microsoft.com/office/drawing/2014/main" id="{F273C03D-FB95-914A-8853-A94379BD00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696"/>
                          <a:ext cx="720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74595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0F77358-1457-9743-B592-5C2DE16D3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0"/>
            <a:ext cx="411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Doolittle</a:t>
            </a:r>
          </a:p>
        </p:txBody>
      </p:sp>
      <p:sp>
        <p:nvSpPr>
          <p:cNvPr id="40093" name="Text Box 157">
            <a:extLst>
              <a:ext uri="{FF2B5EF4-FFF2-40B4-BE49-F238E27FC236}">
                <a16:creationId xmlns:a16="http://schemas.microsoft.com/office/drawing/2014/main" id="{77DAFC1C-22C2-D148-A92B-B9476E04E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7315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b="1">
                <a:latin typeface="楷体_GB2312" charset="0"/>
              </a:rPr>
              <a:t>道立特分解法</a:t>
            </a:r>
            <a:r>
              <a:rPr lang="en-US" altLang="zh-CN" b="1">
                <a:latin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Doolittle Factorization */</a:t>
            </a:r>
            <a:r>
              <a:rPr lang="zh-CN" altLang="en-US" b="1">
                <a:latin typeface="楷体_GB2312" charset="0"/>
              </a:rPr>
              <a:t>：</a:t>
            </a:r>
            <a:endParaRPr lang="en-US" altLang="zh-CN" b="1">
              <a:latin typeface="楷体_GB2312" charset="0"/>
            </a:endParaRPr>
          </a:p>
          <a:p>
            <a:pPr eaLnBrk="1" hangingPunct="1"/>
            <a:r>
              <a:rPr lang="en-US" altLang="zh-CN" b="1">
                <a:latin typeface="楷体_GB2312" charset="0"/>
              </a:rPr>
              <a:t>        </a:t>
            </a:r>
            <a:r>
              <a:rPr lang="en-US" altLang="zh-CN" b="1"/>
              <a:t>——</a:t>
            </a:r>
            <a:r>
              <a:rPr lang="en-US" altLang="zh-CN" b="1">
                <a:latin typeface="楷体_GB2312" charset="0"/>
              </a:rPr>
              <a:t> </a:t>
            </a:r>
            <a:r>
              <a:rPr lang="en-US" altLang="zh-CN" b="1" i="1"/>
              <a:t>LU</a:t>
            </a:r>
            <a:r>
              <a:rPr lang="en-US" altLang="zh-CN" b="1"/>
              <a:t> </a:t>
            </a:r>
            <a:r>
              <a:rPr lang="zh-CN" altLang="en-US" b="1">
                <a:latin typeface="楷体_GB2312" charset="0"/>
              </a:rPr>
              <a:t>分解的紧凑格式</a:t>
            </a:r>
            <a:r>
              <a:rPr lang="en-US" altLang="zh-CN" b="1">
                <a:latin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compact form */</a:t>
            </a:r>
          </a:p>
        </p:txBody>
      </p:sp>
      <p:grpSp>
        <p:nvGrpSpPr>
          <p:cNvPr id="40100" name="Group 164">
            <a:extLst>
              <a:ext uri="{FF2B5EF4-FFF2-40B4-BE49-F238E27FC236}">
                <a16:creationId xmlns:a16="http://schemas.microsoft.com/office/drawing/2014/main" id="{FEEF40BB-AD75-7241-8BB1-0C216EFD9341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447800"/>
            <a:ext cx="3810000" cy="1295400"/>
            <a:chOff x="624" y="912"/>
            <a:chExt cx="2400" cy="816"/>
          </a:xfrm>
        </p:grpSpPr>
        <p:sp>
          <p:nvSpPr>
            <p:cNvPr id="40094" name="Rectangle 158">
              <a:extLst>
                <a:ext uri="{FF2B5EF4-FFF2-40B4-BE49-F238E27FC236}">
                  <a16:creationId xmlns:a16="http://schemas.microsoft.com/office/drawing/2014/main" id="{86414226-09C7-BF4A-BED4-893D892C6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912"/>
              <a:ext cx="864" cy="8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095" name="AutoShape 159">
              <a:extLst>
                <a:ext uri="{FF2B5EF4-FFF2-40B4-BE49-F238E27FC236}">
                  <a16:creationId xmlns:a16="http://schemas.microsoft.com/office/drawing/2014/main" id="{8221D732-89CE-9342-BA03-0C52BA30D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912"/>
              <a:ext cx="864" cy="816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096" name="AutoShape 160">
              <a:extLst>
                <a:ext uri="{FF2B5EF4-FFF2-40B4-BE49-F238E27FC236}">
                  <a16:creationId xmlns:a16="http://schemas.microsoft.com/office/drawing/2014/main" id="{B3FE28D5-B5C6-CC49-9E87-7EC18F8639B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2160" y="912"/>
              <a:ext cx="864" cy="816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5151" name="Group 163">
              <a:extLst>
                <a:ext uri="{FF2B5EF4-FFF2-40B4-BE49-F238E27FC236}">
                  <a16:creationId xmlns:a16="http://schemas.microsoft.com/office/drawing/2014/main" id="{258DA7AF-7628-F246-B31A-17DAA1DACE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296"/>
              <a:ext cx="144" cy="48"/>
              <a:chOff x="1344" y="3168"/>
              <a:chExt cx="144" cy="48"/>
            </a:xfrm>
          </p:grpSpPr>
          <p:sp>
            <p:nvSpPr>
              <p:cNvPr id="40097" name="Line 161">
                <a:extLst>
                  <a:ext uri="{FF2B5EF4-FFF2-40B4-BE49-F238E27FC236}">
                    <a16:creationId xmlns:a16="http://schemas.microsoft.com/office/drawing/2014/main" id="{F2B89A00-0519-9D4F-A0B3-FA305D936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40098" name="Line 162">
                <a:extLst>
                  <a:ext uri="{FF2B5EF4-FFF2-40B4-BE49-F238E27FC236}">
                    <a16:creationId xmlns:a16="http://schemas.microsoft.com/office/drawing/2014/main" id="{F2B815E5-D0DF-424C-917C-26C38FA5CF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216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charset="0"/>
                  <a:ea typeface="宋体" charset="0"/>
                </a:endParaRPr>
              </a:p>
            </p:txBody>
          </p:sp>
        </p:grpSp>
      </p:grpSp>
      <p:grpSp>
        <p:nvGrpSpPr>
          <p:cNvPr id="40108" name="Group 172">
            <a:extLst>
              <a:ext uri="{FF2B5EF4-FFF2-40B4-BE49-F238E27FC236}">
                <a16:creationId xmlns:a16="http://schemas.microsoft.com/office/drawing/2014/main" id="{DE7F89F4-D871-1E46-84BA-D2EBF47010DE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600200"/>
            <a:ext cx="1371600" cy="1177925"/>
            <a:chOff x="1248" y="934"/>
            <a:chExt cx="864" cy="816"/>
          </a:xfrm>
        </p:grpSpPr>
        <p:sp>
          <p:nvSpPr>
            <p:cNvPr id="40106" name="Rectangle 170">
              <a:extLst>
                <a:ext uri="{FF2B5EF4-FFF2-40B4-BE49-F238E27FC236}">
                  <a16:creationId xmlns:a16="http://schemas.microsoft.com/office/drawing/2014/main" id="{7A9CB28B-37D2-F244-8251-EED045D4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934"/>
              <a:ext cx="96" cy="81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107" name="Rectangle 171">
              <a:extLst>
                <a:ext uri="{FF2B5EF4-FFF2-40B4-BE49-F238E27FC236}">
                  <a16:creationId xmlns:a16="http://schemas.microsoft.com/office/drawing/2014/main" id="{D9E1B715-9D45-0541-8C6F-8DDB8E4C5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934"/>
              <a:ext cx="768" cy="816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109" name="Rectangle 173">
            <a:extLst>
              <a:ext uri="{FF2B5EF4-FFF2-40B4-BE49-F238E27FC236}">
                <a16:creationId xmlns:a16="http://schemas.microsoft.com/office/drawing/2014/main" id="{9C4ED383-7FD0-7640-9547-517E8EC8C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524000"/>
            <a:ext cx="152400" cy="12192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40113" name="Group 177">
            <a:extLst>
              <a:ext uri="{FF2B5EF4-FFF2-40B4-BE49-F238E27FC236}">
                <a16:creationId xmlns:a16="http://schemas.microsoft.com/office/drawing/2014/main" id="{A4E3E27C-E1B0-5D4B-BBE7-488BF9292A03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447800"/>
            <a:ext cx="3810000" cy="152400"/>
            <a:chOff x="1248" y="912"/>
            <a:chExt cx="2400" cy="96"/>
          </a:xfrm>
        </p:grpSpPr>
        <p:sp>
          <p:nvSpPr>
            <p:cNvPr id="40110" name="Rectangle 174">
              <a:extLst>
                <a:ext uri="{FF2B5EF4-FFF2-40B4-BE49-F238E27FC236}">
                  <a16:creationId xmlns:a16="http://schemas.microsoft.com/office/drawing/2014/main" id="{22751707-9BDA-934A-970D-9AF29C27B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912"/>
              <a:ext cx="864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111" name="Rectangle 175">
              <a:extLst>
                <a:ext uri="{FF2B5EF4-FFF2-40B4-BE49-F238E27FC236}">
                  <a16:creationId xmlns:a16="http://schemas.microsoft.com/office/drawing/2014/main" id="{9DEC96A4-BB42-DA49-A13B-48E55BAAF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912"/>
              <a:ext cx="864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112" name="Rectangle 176">
            <a:extLst>
              <a:ext uri="{FF2B5EF4-FFF2-40B4-BE49-F238E27FC236}">
                <a16:creationId xmlns:a16="http://schemas.microsoft.com/office/drawing/2014/main" id="{713162F0-B4E3-DD40-B626-DA90F1BCFDCD}"/>
              </a:ext>
            </a:extLst>
          </p:cNvPr>
          <p:cNvSpPr>
            <a:spLocks noChangeArrowheads="1"/>
          </p:cNvSpPr>
          <p:nvPr/>
        </p:nvSpPr>
        <p:spPr bwMode="auto">
          <a:xfrm rot="-2886845">
            <a:off x="4797425" y="1193800"/>
            <a:ext cx="152400" cy="18288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40116" name="Group 180">
            <a:extLst>
              <a:ext uri="{FF2B5EF4-FFF2-40B4-BE49-F238E27FC236}">
                <a16:creationId xmlns:a16="http://schemas.microsoft.com/office/drawing/2014/main" id="{828BFBFD-9593-D649-AE7E-740C259E959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600200"/>
            <a:ext cx="3657600" cy="152400"/>
            <a:chOff x="1344" y="1008"/>
            <a:chExt cx="2304" cy="96"/>
          </a:xfrm>
        </p:grpSpPr>
        <p:sp>
          <p:nvSpPr>
            <p:cNvPr id="40114" name="Rectangle 178">
              <a:extLst>
                <a:ext uri="{FF2B5EF4-FFF2-40B4-BE49-F238E27FC236}">
                  <a16:creationId xmlns:a16="http://schemas.microsoft.com/office/drawing/2014/main" id="{B8A975E5-FB5A-7A4F-807D-0A32728C0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008"/>
              <a:ext cx="768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115" name="Rectangle 179">
              <a:extLst>
                <a:ext uri="{FF2B5EF4-FFF2-40B4-BE49-F238E27FC236}">
                  <a16:creationId xmlns:a16="http://schemas.microsoft.com/office/drawing/2014/main" id="{C7BD1587-624E-AA4D-873B-1BDF6676D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008"/>
              <a:ext cx="768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40119" name="Group 183">
            <a:extLst>
              <a:ext uri="{FF2B5EF4-FFF2-40B4-BE49-F238E27FC236}">
                <a16:creationId xmlns:a16="http://schemas.microsoft.com/office/drawing/2014/main" id="{F54D9082-1977-604C-9E24-E98D38D776E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752600"/>
            <a:ext cx="1219200" cy="1025525"/>
            <a:chOff x="1344" y="1104"/>
            <a:chExt cx="768" cy="646"/>
          </a:xfrm>
        </p:grpSpPr>
        <p:sp>
          <p:nvSpPr>
            <p:cNvPr id="40117" name="Rectangle 181">
              <a:extLst>
                <a:ext uri="{FF2B5EF4-FFF2-40B4-BE49-F238E27FC236}">
                  <a16:creationId xmlns:a16="http://schemas.microsoft.com/office/drawing/2014/main" id="{6E52C7F7-2130-2D4A-A8E5-931153426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104"/>
              <a:ext cx="96" cy="64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118" name="Rectangle 182">
              <a:extLst>
                <a:ext uri="{FF2B5EF4-FFF2-40B4-BE49-F238E27FC236}">
                  <a16:creationId xmlns:a16="http://schemas.microsoft.com/office/drawing/2014/main" id="{E7A7AF87-0188-184F-A659-AD0C8C24E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104"/>
              <a:ext cx="672" cy="64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120" name="Rectangle 184">
            <a:extLst>
              <a:ext uri="{FF2B5EF4-FFF2-40B4-BE49-F238E27FC236}">
                <a16:creationId xmlns:a16="http://schemas.microsoft.com/office/drawing/2014/main" id="{3529CAAD-1163-CF48-8BA3-A0FB2DC64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752600"/>
            <a:ext cx="152400" cy="9906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121" name="AutoShape 185">
            <a:extLst>
              <a:ext uri="{FF2B5EF4-FFF2-40B4-BE49-F238E27FC236}">
                <a16:creationId xmlns:a16="http://schemas.microsoft.com/office/drawing/2014/main" id="{C0A74399-CAD9-C546-AB46-513A04718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124200"/>
            <a:ext cx="2667000" cy="1143000"/>
          </a:xfrm>
          <a:prstGeom prst="wedgeEllipseCallout">
            <a:avLst>
              <a:gd name="adj1" fmla="val 20296"/>
              <a:gd name="adj2" fmla="val -119722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反复计算</a:t>
            </a:r>
            <a:r>
              <a:rPr lang="en-US" altLang="zh-CN" b="1"/>
              <a:t>,</a:t>
            </a:r>
          </a:p>
          <a:p>
            <a:pPr algn="ctr" eaLnBrk="1" hangingPunct="1"/>
            <a:r>
              <a:rPr lang="zh-CN" altLang="en-US" b="1"/>
              <a:t>很浪费哦</a:t>
            </a:r>
            <a:r>
              <a:rPr lang="en-US" altLang="zh-CN" b="1"/>
              <a:t> ……</a:t>
            </a:r>
          </a:p>
        </p:txBody>
      </p:sp>
      <p:grpSp>
        <p:nvGrpSpPr>
          <p:cNvPr id="40130" name="Group 194">
            <a:extLst>
              <a:ext uri="{FF2B5EF4-FFF2-40B4-BE49-F238E27FC236}">
                <a16:creationId xmlns:a16="http://schemas.microsoft.com/office/drawing/2014/main" id="{5642AFEF-2CB1-ED4F-B923-685CDE345E2F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819400"/>
            <a:ext cx="7262813" cy="749300"/>
            <a:chOff x="528" y="2976"/>
            <a:chExt cx="4176" cy="472"/>
          </a:xfrm>
        </p:grpSpPr>
        <p:sp>
          <p:nvSpPr>
            <p:cNvPr id="40122" name="Text Box 186">
              <a:extLst>
                <a:ext uri="{FF2B5EF4-FFF2-40B4-BE49-F238E27FC236}">
                  <a16:creationId xmlns:a16="http://schemas.microsoft.com/office/drawing/2014/main" id="{88967CAC-04C9-5A46-8803-91F9938DE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072"/>
              <a:ext cx="35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latin typeface="楷体_GB2312" charset="0"/>
                </a:rPr>
                <a:t>通过比较法直接导出</a:t>
              </a:r>
              <a:r>
                <a:rPr lang="en-US" altLang="zh-CN" b="1" i="1"/>
                <a:t>L </a:t>
              </a:r>
              <a:r>
                <a:rPr lang="zh-CN" altLang="en-US" b="1"/>
                <a:t>和</a:t>
              </a:r>
              <a:r>
                <a:rPr lang="en-US" altLang="zh-CN" b="1" i="1"/>
                <a:t> U </a:t>
              </a:r>
              <a:r>
                <a:rPr lang="zh-CN" altLang="en-US" b="1">
                  <a:latin typeface="楷体_GB2312" charset="0"/>
                </a:rPr>
                <a:t>的计算公式。</a:t>
              </a:r>
              <a:endParaRPr lang="en-US" altLang="zh-CN" b="1">
                <a:latin typeface="楷体_GB2312" charset="0"/>
              </a:endParaRPr>
            </a:p>
          </p:txBody>
        </p:sp>
        <p:pic>
          <p:nvPicPr>
            <p:cNvPr id="5138" name="Picture 189" descr="LIGHT">
              <a:extLst>
                <a:ext uri="{FF2B5EF4-FFF2-40B4-BE49-F238E27FC236}">
                  <a16:creationId xmlns:a16="http://schemas.microsoft.com/office/drawing/2014/main" id="{CC1E188D-D837-DC49-941A-CF703C73B7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976"/>
              <a:ext cx="279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126" name="Text Box 190">
              <a:extLst>
                <a:ext uri="{FF2B5EF4-FFF2-40B4-BE49-F238E27FC236}">
                  <a16:creationId xmlns:a16="http://schemas.microsoft.com/office/drawing/2014/main" id="{76657947-A606-1444-8A1D-D6F71DC43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976"/>
              <a:ext cx="336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kumimoji="0" lang="zh-CN" altLang="en-US" b="1">
                  <a:solidFill>
                    <a:schemeClr val="accent2"/>
                  </a:solidFill>
                  <a:latin typeface="Times New Roman" charset="0"/>
                  <a:ea typeface="宋体" charset="0"/>
                  <a:cs typeface="楷体_GB2312" charset="0"/>
                </a:rPr>
                <a:t>思路</a:t>
              </a:r>
              <a:endParaRPr kumimoji="0" lang="en-US" altLang="zh-CN" b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</a:endParaRPr>
            </a:p>
          </p:txBody>
        </p:sp>
      </p:grpSp>
      <p:graphicFrame>
        <p:nvGraphicFramePr>
          <p:cNvPr id="40131" name="Object 195">
            <a:extLst>
              <a:ext uri="{FF2B5EF4-FFF2-40B4-BE49-F238E27FC236}">
                <a16:creationId xmlns:a16="http://schemas.microsoft.com/office/drawing/2014/main" id="{5FD64C60-D18B-584E-A413-A51B6AEE6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505200"/>
          <a:ext cx="5599113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0" name="Equation" r:id="rId9" imgW="71970900" imgH="22237700" progId="Equation.3">
                  <p:embed/>
                </p:oleObj>
              </mc:Choice>
              <mc:Fallback>
                <p:oleObj name="Equation" r:id="rId9" imgW="71970900" imgH="22237700" progId="Equation.3">
                  <p:embed/>
                  <p:pic>
                    <p:nvPicPr>
                      <p:cNvPr id="40131" name="Object 195">
                        <a:extLst>
                          <a:ext uri="{FF2B5EF4-FFF2-40B4-BE49-F238E27FC236}">
                            <a16:creationId xmlns:a16="http://schemas.microsoft.com/office/drawing/2014/main" id="{5FD64C60-D18B-584E-A413-A51B6AEE6D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05200"/>
                        <a:ext cx="5599113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33" name="Object 197">
            <a:extLst>
              <a:ext uri="{FF2B5EF4-FFF2-40B4-BE49-F238E27FC236}">
                <a16:creationId xmlns:a16="http://schemas.microsoft.com/office/drawing/2014/main" id="{4D09FE94-FD5C-4F42-984E-99EC29720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5486400"/>
          <a:ext cx="15462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1" name="Equation" r:id="rId11" imgW="16383000" imgH="10236200" progId="Equation.3">
                  <p:embed/>
                </p:oleObj>
              </mc:Choice>
              <mc:Fallback>
                <p:oleObj name="Equation" r:id="rId11" imgW="16383000" imgH="10236200" progId="Equation.3">
                  <p:embed/>
                  <p:pic>
                    <p:nvPicPr>
                      <p:cNvPr id="40133" name="Object 197">
                        <a:extLst>
                          <a:ext uri="{FF2B5EF4-FFF2-40B4-BE49-F238E27FC236}">
                            <a16:creationId xmlns:a16="http://schemas.microsoft.com/office/drawing/2014/main" id="{4D09FE94-FD5C-4F42-984E-99EC29720C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486400"/>
                        <a:ext cx="154622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34" name="Object 198">
            <a:extLst>
              <a:ext uri="{FF2B5EF4-FFF2-40B4-BE49-F238E27FC236}">
                <a16:creationId xmlns:a16="http://schemas.microsoft.com/office/drawing/2014/main" id="{BECCEF7B-2126-E548-B378-A07BE6F4D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715000"/>
          <a:ext cx="1408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2" name="Equation" r:id="rId13" imgW="14922500" imgH="5562600" progId="Equation.3">
                  <p:embed/>
                </p:oleObj>
              </mc:Choice>
              <mc:Fallback>
                <p:oleObj name="Equation" r:id="rId13" imgW="14922500" imgH="5562600" progId="Equation.3">
                  <p:embed/>
                  <p:pic>
                    <p:nvPicPr>
                      <p:cNvPr id="40134" name="Object 198">
                        <a:extLst>
                          <a:ext uri="{FF2B5EF4-FFF2-40B4-BE49-F238E27FC236}">
                            <a16:creationId xmlns:a16="http://schemas.microsoft.com/office/drawing/2014/main" id="{BECCEF7B-2126-E548-B378-A07BE6F4D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715000"/>
                        <a:ext cx="1408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465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1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01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0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0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0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40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401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93" grpId="0" autoUpdateAnimBg="0"/>
      <p:bldP spid="40109" grpId="0" animBg="1"/>
      <p:bldP spid="40112" grpId="0" animBg="1"/>
      <p:bldP spid="40120" grpId="0" animBg="1"/>
      <p:bldP spid="40121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6">
            <a:extLst>
              <a:ext uri="{FF2B5EF4-FFF2-40B4-BE49-F238E27FC236}">
                <a16:creationId xmlns:a16="http://schemas.microsoft.com/office/drawing/2014/main" id="{5001AA1E-94F2-A84B-9C51-AB7DCB92FB58}"/>
              </a:ext>
            </a:extLst>
          </p:cNvPr>
          <p:cNvGrpSpPr>
            <a:grpSpLocks/>
          </p:cNvGrpSpPr>
          <p:nvPr/>
        </p:nvGrpSpPr>
        <p:grpSpPr bwMode="auto">
          <a:xfrm>
            <a:off x="382588" y="1125538"/>
            <a:ext cx="8393112" cy="2509837"/>
            <a:chOff x="241" y="1168"/>
            <a:chExt cx="5287" cy="1582"/>
          </a:xfrm>
        </p:grpSpPr>
        <p:graphicFrame>
          <p:nvGraphicFramePr>
            <p:cNvPr id="6171" name="Object 12">
              <a:extLst>
                <a:ext uri="{FF2B5EF4-FFF2-40B4-BE49-F238E27FC236}">
                  <a16:creationId xmlns:a16="http://schemas.microsoft.com/office/drawing/2014/main" id="{130C0CBB-8320-5B47-B0DF-E44B5F98F5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1" y="1168"/>
            <a:ext cx="5287" cy="10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997" name="Equation" r:id="rId3" imgW="4279900" imgH="876300" progId="Equation.3">
                    <p:embed/>
                  </p:oleObj>
                </mc:Choice>
                <mc:Fallback>
                  <p:oleObj name="Equation" r:id="rId3" imgW="4279900" imgH="876300" progId="Equation.3">
                    <p:embed/>
                    <p:pic>
                      <p:nvPicPr>
                        <p:cNvPr id="6171" name="Object 12">
                          <a:extLst>
                            <a:ext uri="{FF2B5EF4-FFF2-40B4-BE49-F238E27FC236}">
                              <a16:creationId xmlns:a16="http://schemas.microsoft.com/office/drawing/2014/main" id="{130C0CBB-8320-5B47-B0DF-E44B5F98F5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" y="1168"/>
                          <a:ext cx="5287" cy="10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2" name="Rectangle 19">
              <a:extLst>
                <a:ext uri="{FF2B5EF4-FFF2-40B4-BE49-F238E27FC236}">
                  <a16:creationId xmlns:a16="http://schemas.microsoft.com/office/drawing/2014/main" id="{8695F31F-F75D-6946-A347-2289289DB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116"/>
              <a:ext cx="3901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6000" b="1" i="1">
                  <a:solidFill>
                    <a:srgbClr val="0000CC"/>
                  </a:solidFill>
                  <a:ea typeface="黑体" panose="02010609060101010101" pitchFamily="49" charset="-122"/>
                </a:rPr>
                <a:t>L    </a:t>
              </a:r>
              <a:r>
                <a:rPr lang="en-US" altLang="zh-CN" sz="6000" b="1">
                  <a:solidFill>
                    <a:srgbClr val="0000CC"/>
                  </a:solidFill>
                  <a:ea typeface="黑体" panose="02010609060101010101" pitchFamily="49" charset="-122"/>
                  <a:sym typeface="Symbol" pitchFamily="2" charset="2"/>
                </a:rPr>
                <a:t> </a:t>
              </a:r>
              <a:r>
                <a:rPr lang="en-US" altLang="zh-CN" sz="6000" b="1" i="1">
                  <a:solidFill>
                    <a:srgbClr val="0000CC"/>
                  </a:solidFill>
                  <a:ea typeface="黑体" panose="02010609060101010101" pitchFamily="49" charset="-122"/>
                  <a:sym typeface="Symbol" pitchFamily="2" charset="2"/>
                </a:rPr>
                <a:t>   U     </a:t>
              </a:r>
              <a:r>
                <a:rPr lang="en-US" altLang="zh-CN" sz="6000" b="1">
                  <a:solidFill>
                    <a:srgbClr val="0000CC"/>
                  </a:solidFill>
                  <a:ea typeface="黑体" panose="02010609060101010101" pitchFamily="49" charset="-122"/>
                  <a:sym typeface="Symbol" pitchFamily="2" charset="2"/>
                </a:rPr>
                <a:t>=    </a:t>
              </a:r>
              <a:r>
                <a:rPr lang="en-US" altLang="zh-CN" sz="6000" b="1" i="1">
                  <a:solidFill>
                    <a:srgbClr val="0000CC"/>
                  </a:solidFill>
                  <a:ea typeface="黑体" panose="02010609060101010101" pitchFamily="49" charset="-122"/>
                  <a:sym typeface="Symbol" pitchFamily="2" charset="2"/>
                </a:rPr>
                <a:t>A</a:t>
              </a:r>
            </a:p>
          </p:txBody>
        </p:sp>
      </p:grpSp>
      <p:sp>
        <p:nvSpPr>
          <p:cNvPr id="876566" name="Rectangle 22">
            <a:extLst>
              <a:ext uri="{FF2B5EF4-FFF2-40B4-BE49-F238E27FC236}">
                <a16:creationId xmlns:a16="http://schemas.microsoft.com/office/drawing/2014/main" id="{4170640E-2374-3C41-843A-CA86F1237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462338"/>
            <a:ext cx="4178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  <a:sym typeface="Wingdings 2" pitchFamily="2" charset="2"/>
              </a:rPr>
              <a:t></a:t>
            </a:r>
            <a:r>
              <a:rPr lang="zh-CN" altLang="en-US" b="1">
                <a:ea typeface="黑体" panose="02010609060101010101" pitchFamily="49" charset="-122"/>
              </a:rPr>
              <a:t>比较等式两边的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第一行</a:t>
            </a:r>
            <a:r>
              <a:rPr lang="zh-CN" altLang="en-US" b="1">
                <a:ea typeface="黑体" panose="02010609060101010101" pitchFamily="49" charset="-122"/>
              </a:rPr>
              <a:t>得：</a:t>
            </a:r>
          </a:p>
        </p:txBody>
      </p:sp>
      <p:sp>
        <p:nvSpPr>
          <p:cNvPr id="876567" name="Rectangle 23">
            <a:extLst>
              <a:ext uri="{FF2B5EF4-FFF2-40B4-BE49-F238E27FC236}">
                <a16:creationId xmlns:a16="http://schemas.microsoft.com/office/drawing/2014/main" id="{89CD3E7E-1AD4-454E-B32D-2E31BA495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3462338"/>
            <a:ext cx="11953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i="1">
                <a:solidFill>
                  <a:srgbClr val="0000CC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6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600" b="1" i="1" baseline="-25000">
                <a:solidFill>
                  <a:srgbClr val="0000CC"/>
                </a:solidFill>
                <a:ea typeface="黑体" panose="02010609060101010101" pitchFamily="49" charset="-122"/>
              </a:rPr>
              <a:t>j </a:t>
            </a:r>
            <a:r>
              <a:rPr lang="en-US" altLang="zh-CN" sz="2600" b="1" i="1">
                <a:solidFill>
                  <a:srgbClr val="0000CC"/>
                </a:solidFill>
                <a:ea typeface="黑体" panose="02010609060101010101" pitchFamily="49" charset="-122"/>
              </a:rPr>
              <a:t>= a</a:t>
            </a:r>
            <a:r>
              <a:rPr lang="en-US" altLang="zh-CN" sz="26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600" b="1" i="1" baseline="-25000">
                <a:solidFill>
                  <a:srgbClr val="0000CC"/>
                </a:solidFill>
                <a:ea typeface="黑体" panose="02010609060101010101" pitchFamily="49" charset="-122"/>
              </a:rPr>
              <a:t>j</a:t>
            </a:r>
          </a:p>
        </p:txBody>
      </p:sp>
      <p:sp>
        <p:nvSpPr>
          <p:cNvPr id="876568" name="Rectangle 24">
            <a:extLst>
              <a:ext uri="{FF2B5EF4-FFF2-40B4-BE49-F238E27FC236}">
                <a16:creationId xmlns:a16="http://schemas.microsoft.com/office/drawing/2014/main" id="{C99B2E19-078D-DB41-BE54-0DBED7BE9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995738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黑体" panose="02010609060101010101" pitchFamily="49" charset="-122"/>
              </a:rPr>
              <a:t>比较等式两边的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第一列</a:t>
            </a:r>
            <a:r>
              <a:rPr lang="zh-CN" altLang="en-US" b="1">
                <a:ea typeface="黑体" panose="02010609060101010101" pitchFamily="49" charset="-122"/>
              </a:rPr>
              <a:t>得：</a:t>
            </a:r>
            <a:endParaRPr lang="zh-CN" altLang="en-US" sz="2600" b="1" baseline="-2500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76569" name="Object 25">
            <a:extLst>
              <a:ext uri="{FF2B5EF4-FFF2-40B4-BE49-F238E27FC236}">
                <a16:creationId xmlns:a16="http://schemas.microsoft.com/office/drawing/2014/main" id="{BC447F92-CCA2-AF49-AB5C-82C1B9C3A2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3550" y="3995738"/>
          <a:ext cx="14747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8" name="Equation" r:id="rId5" imgW="16967200" imgH="5270500" progId="Equation.DSMT4">
                  <p:embed/>
                </p:oleObj>
              </mc:Choice>
              <mc:Fallback>
                <p:oleObj name="Equation" r:id="rId5" imgW="16967200" imgH="5270500" progId="Equation.DSMT4">
                  <p:embed/>
                  <p:pic>
                    <p:nvPicPr>
                      <p:cNvPr id="876569" name="Object 25">
                        <a:extLst>
                          <a:ext uri="{FF2B5EF4-FFF2-40B4-BE49-F238E27FC236}">
                            <a16:creationId xmlns:a16="http://schemas.microsoft.com/office/drawing/2014/main" id="{BC447F92-CCA2-AF49-AB5C-82C1B9C3A2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3995738"/>
                        <a:ext cx="14747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70" name="Rectangle 26">
            <a:extLst>
              <a:ext uri="{FF2B5EF4-FFF2-40B4-BE49-F238E27FC236}">
                <a16:creationId xmlns:a16="http://schemas.microsoft.com/office/drawing/2014/main" id="{FE6F2633-B237-8542-B08F-5278F6715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4754563"/>
            <a:ext cx="4178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  <a:sym typeface="Wingdings 2" pitchFamily="2" charset="2"/>
              </a:rPr>
              <a:t></a:t>
            </a:r>
            <a:r>
              <a:rPr lang="zh-CN" altLang="en-US" b="1">
                <a:ea typeface="黑体" panose="02010609060101010101" pitchFamily="49" charset="-122"/>
              </a:rPr>
              <a:t>比较等式两边的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第二行</a:t>
            </a:r>
            <a:r>
              <a:rPr lang="zh-CN" altLang="en-US" b="1">
                <a:ea typeface="黑体" panose="02010609060101010101" pitchFamily="49" charset="-122"/>
              </a:rPr>
              <a:t>得：</a:t>
            </a:r>
          </a:p>
        </p:txBody>
      </p:sp>
      <p:graphicFrame>
        <p:nvGraphicFramePr>
          <p:cNvPr id="876571" name="Object 27">
            <a:extLst>
              <a:ext uri="{FF2B5EF4-FFF2-40B4-BE49-F238E27FC236}">
                <a16:creationId xmlns:a16="http://schemas.microsoft.com/office/drawing/2014/main" id="{571E733B-9562-AE49-B6FC-954AB3422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7350" y="4754563"/>
          <a:ext cx="20351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9" name="Equation" r:id="rId7" imgW="23406100" imgH="5562600" progId="Equation.DSMT4">
                  <p:embed/>
                </p:oleObj>
              </mc:Choice>
              <mc:Fallback>
                <p:oleObj name="Equation" r:id="rId7" imgW="23406100" imgH="5562600" progId="Equation.DSMT4">
                  <p:embed/>
                  <p:pic>
                    <p:nvPicPr>
                      <p:cNvPr id="876571" name="Object 27">
                        <a:extLst>
                          <a:ext uri="{FF2B5EF4-FFF2-40B4-BE49-F238E27FC236}">
                            <a16:creationId xmlns:a16="http://schemas.microsoft.com/office/drawing/2014/main" id="{571E733B-9562-AE49-B6FC-954AB3422C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4754563"/>
                        <a:ext cx="20351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72" name="Rectangle 28">
            <a:extLst>
              <a:ext uri="{FF2B5EF4-FFF2-40B4-BE49-F238E27FC236}">
                <a16:creationId xmlns:a16="http://schemas.microsoft.com/office/drawing/2014/main" id="{E53AA755-E3A1-1543-B149-1614F09D5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364163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黑体" panose="02010609060101010101" pitchFamily="49" charset="-122"/>
              </a:rPr>
              <a:t>比较等式两边的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第二列</a:t>
            </a:r>
            <a:r>
              <a:rPr lang="zh-CN" altLang="en-US" b="1">
                <a:ea typeface="黑体" panose="02010609060101010101" pitchFamily="49" charset="-122"/>
              </a:rPr>
              <a:t>得：</a:t>
            </a:r>
          </a:p>
        </p:txBody>
      </p:sp>
      <p:graphicFrame>
        <p:nvGraphicFramePr>
          <p:cNvPr id="876573" name="Object 29">
            <a:extLst>
              <a:ext uri="{FF2B5EF4-FFF2-40B4-BE49-F238E27FC236}">
                <a16:creationId xmlns:a16="http://schemas.microsoft.com/office/drawing/2014/main" id="{40D90682-C3E6-7D4C-890E-DE5D3F53E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7350" y="5287963"/>
          <a:ext cx="26701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0" name="Equation" r:id="rId9" imgW="30721300" imgH="5854700" progId="Equation.3">
                  <p:embed/>
                </p:oleObj>
              </mc:Choice>
              <mc:Fallback>
                <p:oleObj name="Equation" r:id="rId9" imgW="30721300" imgH="5854700" progId="Equation.3">
                  <p:embed/>
                  <p:pic>
                    <p:nvPicPr>
                      <p:cNvPr id="876573" name="Object 29">
                        <a:extLst>
                          <a:ext uri="{FF2B5EF4-FFF2-40B4-BE49-F238E27FC236}">
                            <a16:creationId xmlns:a16="http://schemas.microsoft.com/office/drawing/2014/main" id="{40D90682-C3E6-7D4C-890E-DE5D3F53E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5287963"/>
                        <a:ext cx="26701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74" name="Rectangle 30">
            <a:extLst>
              <a:ext uri="{FF2B5EF4-FFF2-40B4-BE49-F238E27FC236}">
                <a16:creationId xmlns:a16="http://schemas.microsoft.com/office/drawing/2014/main" id="{0C6539F3-A69B-DC4E-BD0D-E8E8F134F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550" y="3462338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( </a:t>
            </a:r>
            <a:r>
              <a:rPr lang="en-US" altLang="zh-CN" b="1" i="1">
                <a:ea typeface="黑体" panose="02010609060101010101" pitchFamily="49" charset="-122"/>
              </a:rPr>
              <a:t>j = </a:t>
            </a:r>
            <a:r>
              <a:rPr lang="en-US" altLang="zh-CN" b="1">
                <a:ea typeface="黑体" panose="02010609060101010101" pitchFamily="49" charset="-122"/>
              </a:rPr>
              <a:t>1,…, </a:t>
            </a:r>
            <a:r>
              <a:rPr lang="en-US" altLang="zh-CN" b="1" i="1">
                <a:ea typeface="黑体" panose="02010609060101010101" pitchFamily="49" charset="-122"/>
              </a:rPr>
              <a:t>n </a:t>
            </a:r>
            <a:r>
              <a:rPr lang="en-US" altLang="zh-CN" b="1">
                <a:ea typeface="黑体" panose="02010609060101010101" pitchFamily="49" charset="-122"/>
              </a:rPr>
              <a:t>)</a:t>
            </a:r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876575" name="Rectangle 31">
            <a:extLst>
              <a:ext uri="{FF2B5EF4-FFF2-40B4-BE49-F238E27FC236}">
                <a16:creationId xmlns:a16="http://schemas.microsoft.com/office/drawing/2014/main" id="{A7C2B9B5-398A-704C-900A-EACABF0E4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3995738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( </a:t>
            </a:r>
            <a:r>
              <a:rPr lang="en-US" altLang="zh-CN" b="1" i="1">
                <a:ea typeface="黑体" panose="02010609060101010101" pitchFamily="49" charset="-122"/>
              </a:rPr>
              <a:t>i = </a:t>
            </a:r>
            <a:r>
              <a:rPr lang="en-US" altLang="zh-CN" b="1">
                <a:ea typeface="黑体" panose="02010609060101010101" pitchFamily="49" charset="-122"/>
              </a:rPr>
              <a:t>2,…, </a:t>
            </a:r>
            <a:r>
              <a:rPr lang="en-US" altLang="zh-CN" b="1" i="1">
                <a:ea typeface="黑体" panose="02010609060101010101" pitchFamily="49" charset="-122"/>
              </a:rPr>
              <a:t>n </a:t>
            </a:r>
            <a:r>
              <a:rPr lang="en-US" altLang="zh-CN" b="1">
                <a:ea typeface="黑体" panose="02010609060101010101" pitchFamily="49" charset="-122"/>
              </a:rPr>
              <a:t>)</a:t>
            </a:r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876576" name="Rectangle 32">
            <a:extLst>
              <a:ext uri="{FF2B5EF4-FFF2-40B4-BE49-F238E27FC236}">
                <a16:creationId xmlns:a16="http://schemas.microsoft.com/office/drawing/2014/main" id="{2CBBC4FA-1B7D-694A-A62A-5FB0B5C63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4754563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( </a:t>
            </a:r>
            <a:r>
              <a:rPr lang="en-US" altLang="zh-CN" b="1" i="1">
                <a:ea typeface="黑体" panose="02010609060101010101" pitchFamily="49" charset="-122"/>
              </a:rPr>
              <a:t>j = </a:t>
            </a:r>
            <a:r>
              <a:rPr lang="en-US" altLang="zh-CN" b="1">
                <a:ea typeface="黑体" panose="02010609060101010101" pitchFamily="49" charset="-122"/>
              </a:rPr>
              <a:t>2,…, </a:t>
            </a:r>
            <a:r>
              <a:rPr lang="en-US" altLang="zh-CN" b="1" i="1">
                <a:ea typeface="黑体" panose="02010609060101010101" pitchFamily="49" charset="-122"/>
              </a:rPr>
              <a:t>n </a:t>
            </a:r>
            <a:r>
              <a:rPr lang="en-US" altLang="zh-CN" b="1">
                <a:ea typeface="黑体" panose="02010609060101010101" pitchFamily="49" charset="-122"/>
              </a:rPr>
              <a:t>)</a:t>
            </a:r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876577" name="Rectangle 33">
            <a:extLst>
              <a:ext uri="{FF2B5EF4-FFF2-40B4-BE49-F238E27FC236}">
                <a16:creationId xmlns:a16="http://schemas.microsoft.com/office/drawing/2014/main" id="{C1007160-F36E-5748-8ADB-517E43C5A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5314950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( </a:t>
            </a:r>
            <a:r>
              <a:rPr lang="en-US" altLang="zh-CN" b="1" i="1">
                <a:ea typeface="黑体" panose="02010609060101010101" pitchFamily="49" charset="-122"/>
              </a:rPr>
              <a:t>i = </a:t>
            </a:r>
            <a:r>
              <a:rPr lang="en-US" altLang="zh-CN" b="1">
                <a:ea typeface="黑体" panose="02010609060101010101" pitchFamily="49" charset="-122"/>
              </a:rPr>
              <a:t>3,…, </a:t>
            </a:r>
            <a:r>
              <a:rPr lang="en-US" altLang="zh-CN" b="1" i="1">
                <a:ea typeface="黑体" panose="02010609060101010101" pitchFamily="49" charset="-122"/>
              </a:rPr>
              <a:t>n </a:t>
            </a:r>
            <a:r>
              <a:rPr lang="en-US" altLang="zh-CN" b="1">
                <a:ea typeface="黑体" panose="02010609060101010101" pitchFamily="49" charset="-122"/>
              </a:rPr>
              <a:t>)</a:t>
            </a:r>
            <a:endParaRPr lang="zh-CN" altLang="en-US" b="1">
              <a:ea typeface="黑体" panose="02010609060101010101" pitchFamily="49" charset="-122"/>
            </a:endParaRPr>
          </a:p>
        </p:txBody>
      </p:sp>
      <p:grpSp>
        <p:nvGrpSpPr>
          <p:cNvPr id="3" name="Group 34">
            <a:extLst>
              <a:ext uri="{FF2B5EF4-FFF2-40B4-BE49-F238E27FC236}">
                <a16:creationId xmlns:a16="http://schemas.microsoft.com/office/drawing/2014/main" id="{B2D94B55-071E-8748-AAB0-6868B86901D9}"/>
              </a:ext>
            </a:extLst>
          </p:cNvPr>
          <p:cNvGrpSpPr>
            <a:grpSpLocks/>
          </p:cNvGrpSpPr>
          <p:nvPr/>
        </p:nvGrpSpPr>
        <p:grpSpPr bwMode="auto">
          <a:xfrm>
            <a:off x="5568950" y="3462338"/>
            <a:ext cx="3163888" cy="466725"/>
            <a:chOff x="3456" y="2736"/>
            <a:chExt cx="1993" cy="294"/>
          </a:xfrm>
        </p:grpSpPr>
        <p:sp>
          <p:nvSpPr>
            <p:cNvPr id="6169" name="Line 35">
              <a:extLst>
                <a:ext uri="{FF2B5EF4-FFF2-40B4-BE49-F238E27FC236}">
                  <a16:creationId xmlns:a16="http://schemas.microsoft.com/office/drawing/2014/main" id="{19E3D50E-FBC4-C34E-B7A6-05C3B2D433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880"/>
              <a:ext cx="86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CN"/>
            </a:p>
          </p:txBody>
        </p:sp>
        <p:sp>
          <p:nvSpPr>
            <p:cNvPr id="6170" name="Rectangle 36">
              <a:extLst>
                <a:ext uri="{FF2B5EF4-FFF2-40B4-BE49-F238E27FC236}">
                  <a16:creationId xmlns:a16="http://schemas.microsoft.com/office/drawing/2014/main" id="{4CCACD4F-0D94-E948-AE40-B884BF034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736"/>
              <a:ext cx="1129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00CC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b="1" i="1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ea typeface="黑体" panose="02010609060101010101" pitchFamily="49" charset="-122"/>
                </a:rPr>
                <a:t>的第一行 </a:t>
              </a:r>
            </a:p>
          </p:txBody>
        </p:sp>
      </p:grpSp>
      <p:grpSp>
        <p:nvGrpSpPr>
          <p:cNvPr id="4" name="Group 37">
            <a:extLst>
              <a:ext uri="{FF2B5EF4-FFF2-40B4-BE49-F238E27FC236}">
                <a16:creationId xmlns:a16="http://schemas.microsoft.com/office/drawing/2014/main" id="{94DA297E-59B3-3E4E-8747-E62BE29A1D66}"/>
              </a:ext>
            </a:extLst>
          </p:cNvPr>
          <p:cNvGrpSpPr>
            <a:grpSpLocks/>
          </p:cNvGrpSpPr>
          <p:nvPr/>
        </p:nvGrpSpPr>
        <p:grpSpPr bwMode="auto">
          <a:xfrm>
            <a:off x="5797550" y="3995738"/>
            <a:ext cx="2900363" cy="466725"/>
            <a:chOff x="3600" y="3120"/>
            <a:chExt cx="1827" cy="294"/>
          </a:xfrm>
        </p:grpSpPr>
        <p:sp>
          <p:nvSpPr>
            <p:cNvPr id="6167" name="Line 38">
              <a:extLst>
                <a:ext uri="{FF2B5EF4-FFF2-40B4-BE49-F238E27FC236}">
                  <a16:creationId xmlns:a16="http://schemas.microsoft.com/office/drawing/2014/main" id="{27C2B38C-2419-E846-A3D3-9D19789E42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3264"/>
              <a:ext cx="72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CN"/>
            </a:p>
          </p:txBody>
        </p:sp>
        <p:sp>
          <p:nvSpPr>
            <p:cNvPr id="6168" name="Rectangle 39">
              <a:extLst>
                <a:ext uri="{FF2B5EF4-FFF2-40B4-BE49-F238E27FC236}">
                  <a16:creationId xmlns:a16="http://schemas.microsoft.com/office/drawing/2014/main" id="{BDD02A4D-D343-A045-BCDB-2872BF34A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120"/>
              <a:ext cx="1107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00CC"/>
                  </a:solidFill>
                  <a:ea typeface="黑体" panose="02010609060101010101" pitchFamily="49" charset="-122"/>
                </a:rPr>
                <a:t>L</a:t>
              </a:r>
              <a:r>
                <a:rPr lang="en-US" altLang="zh-CN" b="1" i="1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ea typeface="黑体" panose="02010609060101010101" pitchFamily="49" charset="-122"/>
                </a:rPr>
                <a:t>的第一列 </a:t>
              </a:r>
            </a:p>
          </p:txBody>
        </p:sp>
      </p:grpSp>
      <p:grpSp>
        <p:nvGrpSpPr>
          <p:cNvPr id="5" name="Group 40">
            <a:extLst>
              <a:ext uri="{FF2B5EF4-FFF2-40B4-BE49-F238E27FC236}">
                <a16:creationId xmlns:a16="http://schemas.microsoft.com/office/drawing/2014/main" id="{FE6B23DF-FD60-5343-B77C-8EECDC1E4BCD}"/>
              </a:ext>
            </a:extLst>
          </p:cNvPr>
          <p:cNvGrpSpPr>
            <a:grpSpLocks/>
          </p:cNvGrpSpPr>
          <p:nvPr/>
        </p:nvGrpSpPr>
        <p:grpSpPr bwMode="auto">
          <a:xfrm>
            <a:off x="6254750" y="4754563"/>
            <a:ext cx="2478088" cy="466725"/>
            <a:chOff x="3888" y="3456"/>
            <a:chExt cx="1561" cy="294"/>
          </a:xfrm>
        </p:grpSpPr>
        <p:sp>
          <p:nvSpPr>
            <p:cNvPr id="6165" name="Line 41">
              <a:extLst>
                <a:ext uri="{FF2B5EF4-FFF2-40B4-BE49-F238E27FC236}">
                  <a16:creationId xmlns:a16="http://schemas.microsoft.com/office/drawing/2014/main" id="{035A77C3-AA1D-904B-96A3-0DF4AD5F39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3600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CN"/>
            </a:p>
          </p:txBody>
        </p:sp>
        <p:sp>
          <p:nvSpPr>
            <p:cNvPr id="6166" name="Rectangle 42">
              <a:extLst>
                <a:ext uri="{FF2B5EF4-FFF2-40B4-BE49-F238E27FC236}">
                  <a16:creationId xmlns:a16="http://schemas.microsoft.com/office/drawing/2014/main" id="{AEA2E4B5-C853-BA45-AB76-8259571E2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56"/>
              <a:ext cx="1129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00CC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b="1" i="1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ea typeface="黑体" panose="02010609060101010101" pitchFamily="49" charset="-122"/>
                </a:rPr>
                <a:t>的第二行 </a:t>
              </a:r>
            </a:p>
          </p:txBody>
        </p:sp>
      </p:grpSp>
      <p:grpSp>
        <p:nvGrpSpPr>
          <p:cNvPr id="6" name="Group 43">
            <a:extLst>
              <a:ext uri="{FF2B5EF4-FFF2-40B4-BE49-F238E27FC236}">
                <a16:creationId xmlns:a16="http://schemas.microsoft.com/office/drawing/2014/main" id="{3B74839D-CCD8-0541-903D-ECBE889023D9}"/>
              </a:ext>
            </a:extLst>
          </p:cNvPr>
          <p:cNvGrpSpPr>
            <a:grpSpLocks/>
          </p:cNvGrpSpPr>
          <p:nvPr/>
        </p:nvGrpSpPr>
        <p:grpSpPr bwMode="auto">
          <a:xfrm>
            <a:off x="6864350" y="5373688"/>
            <a:ext cx="2028825" cy="466725"/>
            <a:chOff x="4320" y="3750"/>
            <a:chExt cx="1278" cy="294"/>
          </a:xfrm>
        </p:grpSpPr>
        <p:sp>
          <p:nvSpPr>
            <p:cNvPr id="6163" name="Line 44">
              <a:extLst>
                <a:ext uri="{FF2B5EF4-FFF2-40B4-BE49-F238E27FC236}">
                  <a16:creationId xmlns:a16="http://schemas.microsoft.com/office/drawing/2014/main" id="{02701CD3-B0BB-3449-9C38-0B475FB768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888"/>
              <a:ext cx="24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CN"/>
            </a:p>
          </p:txBody>
        </p:sp>
        <p:sp>
          <p:nvSpPr>
            <p:cNvPr id="6164" name="Rectangle 45">
              <a:extLst>
                <a:ext uri="{FF2B5EF4-FFF2-40B4-BE49-F238E27FC236}">
                  <a16:creationId xmlns:a16="http://schemas.microsoft.com/office/drawing/2014/main" id="{8DB684D1-CF2E-754E-9F68-22C1E1990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1" y="3750"/>
              <a:ext cx="1107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00CC"/>
                  </a:solidFill>
                  <a:ea typeface="黑体" panose="02010609060101010101" pitchFamily="49" charset="-122"/>
                </a:rPr>
                <a:t>L</a:t>
              </a:r>
              <a:r>
                <a:rPr lang="en-US" altLang="zh-CN" b="1" i="1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ea typeface="黑体" panose="02010609060101010101" pitchFamily="49" charset="-122"/>
                </a:rPr>
                <a:t>的第二列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77339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7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765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7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7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765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7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7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76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87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7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765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6566" grpId="0" autoUpdateAnimBg="0"/>
      <p:bldP spid="876567" grpId="0" autoUpdateAnimBg="0"/>
      <p:bldP spid="876568" grpId="0" autoUpdateAnimBg="0"/>
      <p:bldP spid="876570" grpId="0" autoUpdateAnimBg="0"/>
      <p:bldP spid="876572" grpId="0" autoUpdateAnimBg="0"/>
      <p:bldP spid="876574" grpId="0" autoUpdateAnimBg="0"/>
      <p:bldP spid="876575" grpId="0" autoUpdateAnimBg="0"/>
      <p:bldP spid="876576" grpId="0" autoUpdateAnimBg="0"/>
      <p:bldP spid="87657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6" name="Group 6">
            <a:extLst>
              <a:ext uri="{FF2B5EF4-FFF2-40B4-BE49-F238E27FC236}">
                <a16:creationId xmlns:a16="http://schemas.microsoft.com/office/drawing/2014/main" id="{8CE2138B-91C3-F44D-92BB-81CB9A6A56BB}"/>
              </a:ext>
            </a:extLst>
          </p:cNvPr>
          <p:cNvGrpSpPr>
            <a:grpSpLocks/>
          </p:cNvGrpSpPr>
          <p:nvPr/>
        </p:nvGrpSpPr>
        <p:grpSpPr bwMode="auto">
          <a:xfrm>
            <a:off x="498475" y="793750"/>
            <a:ext cx="5029200" cy="1009650"/>
            <a:chOff x="192" y="432"/>
            <a:chExt cx="3168" cy="636"/>
          </a:xfrm>
        </p:grpSpPr>
        <p:sp>
          <p:nvSpPr>
            <p:cNvPr id="40964" name="Text Box 4">
              <a:extLst>
                <a:ext uri="{FF2B5EF4-FFF2-40B4-BE49-F238E27FC236}">
                  <a16:creationId xmlns:a16="http://schemas.microsoft.com/office/drawing/2014/main" id="{E1CAE4A1-DE9E-8647-98FD-47495C49C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432"/>
              <a:ext cx="182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zh-CN" b="1"/>
            </a:p>
            <a:p>
              <a:pPr eaLnBrk="1" hangingPunct="1">
                <a:defRPr/>
              </a:pPr>
              <a:r>
                <a:rPr lang="zh-CN" altLang="en-US" b="1"/>
                <a:t>对</a:t>
              </a:r>
              <a:r>
                <a:rPr lang="en-US" altLang="zh-CN" b="1"/>
                <a:t> </a:t>
              </a:r>
              <a:r>
                <a:rPr lang="en-US" altLang="zh-CN" b="1" i="1"/>
                <a:t>j</a:t>
              </a:r>
              <a:r>
                <a:rPr lang="en-US" altLang="zh-CN" b="1"/>
                <a:t> = </a:t>
              </a:r>
              <a:r>
                <a:rPr lang="en-US" altLang="zh-CN" b="1" i="1"/>
                <a:t>i</a:t>
              </a:r>
              <a:r>
                <a:rPr lang="en-US" altLang="zh-CN" b="1"/>
                <a:t>, </a:t>
              </a:r>
              <a:r>
                <a:rPr lang="en-US" altLang="zh-CN" b="1" i="1"/>
                <a:t>i</a:t>
              </a:r>
              <a:r>
                <a:rPr lang="en-US" altLang="zh-CN" b="1"/>
                <a:t>+1, …, </a:t>
              </a:r>
              <a:r>
                <a:rPr lang="en-US" altLang="zh-CN" b="1" i="1"/>
                <a:t>n</a:t>
              </a:r>
              <a:r>
                <a:rPr lang="en-US" altLang="zh-CN" b="1"/>
                <a:t> </a:t>
              </a:r>
              <a:r>
                <a:rPr lang="zh-CN" altLang="en-US" b="1"/>
                <a:t>有</a:t>
              </a:r>
              <a:endParaRPr lang="en-US" altLang="zh-CN" b="1"/>
            </a:p>
          </p:txBody>
        </p:sp>
        <p:graphicFrame>
          <p:nvGraphicFramePr>
            <p:cNvPr id="7214" name="Object 5">
              <a:extLst>
                <a:ext uri="{FF2B5EF4-FFF2-40B4-BE49-F238E27FC236}">
                  <a16:creationId xmlns:a16="http://schemas.microsoft.com/office/drawing/2014/main" id="{FD5833A1-6A6C-FE43-82A3-94A9542993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528"/>
            <a:ext cx="1440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34" name="Equation" r:id="rId9" imgW="26035000" imgH="9944100" progId="Equation.3">
                    <p:embed/>
                  </p:oleObj>
                </mc:Choice>
                <mc:Fallback>
                  <p:oleObj name="Equation" r:id="rId9" imgW="26035000" imgH="9944100" progId="Equation.3">
                    <p:embed/>
                    <p:pic>
                      <p:nvPicPr>
                        <p:cNvPr id="7214" name="Object 5">
                          <a:extLst>
                            <a:ext uri="{FF2B5EF4-FFF2-40B4-BE49-F238E27FC236}">
                              <a16:creationId xmlns:a16="http://schemas.microsoft.com/office/drawing/2014/main" id="{FD5833A1-6A6C-FE43-82A3-94A9542993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528"/>
                          <a:ext cx="1440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67" name="AutoShape 7">
            <a:extLst>
              <a:ext uri="{FF2B5EF4-FFF2-40B4-BE49-F238E27FC236}">
                <a16:creationId xmlns:a16="http://schemas.microsoft.com/office/drawing/2014/main" id="{FC3ECD69-E5EC-1341-804E-2BDAE8A1C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641350"/>
            <a:ext cx="1752600" cy="609600"/>
          </a:xfrm>
          <a:prstGeom prst="wedgeEllipseCallout">
            <a:avLst>
              <a:gd name="adj1" fmla="val -64222"/>
              <a:gd name="adj2" fmla="val 77866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b="1" i="1"/>
              <a:t>l</a:t>
            </a:r>
            <a:r>
              <a:rPr lang="en-US" altLang="zh-CN" b="1" i="1" baseline="-25000"/>
              <a:t>ii</a:t>
            </a:r>
            <a:r>
              <a:rPr lang="en-US" altLang="zh-CN" b="1"/>
              <a:t> = 1</a:t>
            </a:r>
            <a:endParaRPr lang="en-US" altLang="zh-CN" b="1" i="1"/>
          </a:p>
        </p:txBody>
      </p:sp>
      <p:grpSp>
        <p:nvGrpSpPr>
          <p:cNvPr id="40970" name="Group 10">
            <a:extLst>
              <a:ext uri="{FF2B5EF4-FFF2-40B4-BE49-F238E27FC236}">
                <a16:creationId xmlns:a16="http://schemas.microsoft.com/office/drawing/2014/main" id="{E0201EF0-C1C1-8D45-9665-97908C8BDF8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784350"/>
            <a:ext cx="3317875" cy="1066800"/>
            <a:chOff x="550" y="1104"/>
            <a:chExt cx="2090" cy="672"/>
          </a:xfrm>
        </p:grpSpPr>
        <p:sp>
          <p:nvSpPr>
            <p:cNvPr id="40969" name="AutoShape 9" descr="再生纸">
              <a:extLst>
                <a:ext uri="{FF2B5EF4-FFF2-40B4-BE49-F238E27FC236}">
                  <a16:creationId xmlns:a16="http://schemas.microsoft.com/office/drawing/2014/main" id="{7CEECEE0-F37F-C443-B07C-59AFB2D41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104"/>
              <a:ext cx="1728" cy="672"/>
            </a:xfrm>
            <a:prstGeom prst="bevel">
              <a:avLst>
                <a:gd name="adj" fmla="val 6380"/>
              </a:avLst>
            </a:prstGeom>
            <a:blipFill dpi="0" rotWithShape="0">
              <a:blip r:embed="rId11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7212" name="Object 8">
              <a:extLst>
                <a:ext uri="{FF2B5EF4-FFF2-40B4-BE49-F238E27FC236}">
                  <a16:creationId xmlns:a16="http://schemas.microsoft.com/office/drawing/2014/main" id="{2320B42D-CD62-4949-81D7-C907D85ABA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0" y="1152"/>
            <a:ext cx="204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35" name="Equation" r:id="rId12" imgW="32473900" imgH="9944100" progId="Equation.3">
                    <p:embed/>
                  </p:oleObj>
                </mc:Choice>
                <mc:Fallback>
                  <p:oleObj name="Equation" r:id="rId12" imgW="32473900" imgH="9944100" progId="Equation.3">
                    <p:embed/>
                    <p:pic>
                      <p:nvPicPr>
                        <p:cNvPr id="7212" name="Object 8">
                          <a:extLst>
                            <a:ext uri="{FF2B5EF4-FFF2-40B4-BE49-F238E27FC236}">
                              <a16:creationId xmlns:a16="http://schemas.microsoft.com/office/drawing/2014/main" id="{2320B42D-CD62-4949-81D7-C907D85ABA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" y="1152"/>
                          <a:ext cx="204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74" name="Group 14">
            <a:extLst>
              <a:ext uri="{FF2B5EF4-FFF2-40B4-BE49-F238E27FC236}">
                <a16:creationId xmlns:a16="http://schemas.microsoft.com/office/drawing/2014/main" id="{5C75E6A6-03B5-5E46-9BDF-98706C857E6A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784350"/>
            <a:ext cx="1828800" cy="990600"/>
            <a:chOff x="3072" y="1152"/>
            <a:chExt cx="1152" cy="624"/>
          </a:xfrm>
        </p:grpSpPr>
        <p:sp>
          <p:nvSpPr>
            <p:cNvPr id="40971" name="AutoShape 11">
              <a:extLst>
                <a:ext uri="{FF2B5EF4-FFF2-40B4-BE49-F238E27FC236}">
                  <a16:creationId xmlns:a16="http://schemas.microsoft.com/office/drawing/2014/main" id="{A495FA17-104E-7140-A334-DD8A70249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152"/>
              <a:ext cx="576" cy="624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972" name="AutoShape 12">
              <a:extLst>
                <a:ext uri="{FF2B5EF4-FFF2-40B4-BE49-F238E27FC236}">
                  <a16:creationId xmlns:a16="http://schemas.microsoft.com/office/drawing/2014/main" id="{846336DD-0C20-844D-8D18-7467DE07FC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3648" y="1152"/>
              <a:ext cx="576" cy="624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973" name="Rectangle 13">
            <a:extLst>
              <a:ext uri="{FF2B5EF4-FFF2-40B4-BE49-F238E27FC236}">
                <a16:creationId xmlns:a16="http://schemas.microsoft.com/office/drawing/2014/main" id="{4FEB548A-0C59-544D-9102-858F3850A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012950"/>
            <a:ext cx="685800" cy="76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75" name="Rectangle 15">
            <a:extLst>
              <a:ext uri="{FF2B5EF4-FFF2-40B4-BE49-F238E27FC236}">
                <a16:creationId xmlns:a16="http://schemas.microsoft.com/office/drawing/2014/main" id="{3774B32E-9953-5148-AB0E-0082EBECE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012950"/>
            <a:ext cx="228600" cy="762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76" name="Rectangle 16">
            <a:extLst>
              <a:ext uri="{FF2B5EF4-FFF2-40B4-BE49-F238E27FC236}">
                <a16:creationId xmlns:a16="http://schemas.microsoft.com/office/drawing/2014/main" id="{D9D88FE1-FE98-CF4A-B792-5AE7E5B6D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784350"/>
            <a:ext cx="685800" cy="2286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77" name="Oval 17">
            <a:extLst>
              <a:ext uri="{FF2B5EF4-FFF2-40B4-BE49-F238E27FC236}">
                <a16:creationId xmlns:a16="http://schemas.microsoft.com/office/drawing/2014/main" id="{F9318904-374E-B746-9B91-509F8D715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165350"/>
            <a:ext cx="457200" cy="457200"/>
          </a:xfrm>
          <a:prstGeom prst="ellipse">
            <a:avLst/>
          </a:prstGeom>
          <a:noFill/>
          <a:ln w="158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i="1">
                <a:solidFill>
                  <a:schemeClr val="accent2"/>
                </a:solidFill>
                <a:latin typeface="Times New Roman" charset="0"/>
                <a:ea typeface="宋体" charset="0"/>
              </a:rPr>
              <a:t>a</a:t>
            </a:r>
          </a:p>
        </p:txBody>
      </p:sp>
      <p:grpSp>
        <p:nvGrpSpPr>
          <p:cNvPr id="40980" name="Group 20">
            <a:extLst>
              <a:ext uri="{FF2B5EF4-FFF2-40B4-BE49-F238E27FC236}">
                <a16:creationId xmlns:a16="http://schemas.microsoft.com/office/drawing/2014/main" id="{78B145C8-FB08-B342-88B5-B499564C0F16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51150"/>
            <a:ext cx="8066088" cy="852488"/>
            <a:chOff x="384" y="1872"/>
            <a:chExt cx="4414" cy="537"/>
          </a:xfrm>
        </p:grpSpPr>
        <p:sp>
          <p:nvSpPr>
            <p:cNvPr id="40978" name="Text Box 18">
              <a:extLst>
                <a:ext uri="{FF2B5EF4-FFF2-40B4-BE49-F238E27FC236}">
                  <a16:creationId xmlns:a16="http://schemas.microsoft.com/office/drawing/2014/main" id="{727ACD36-4280-D545-8BF9-841E9579E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68"/>
              <a:ext cx="33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第</a:t>
              </a:r>
              <a:r>
                <a:rPr lang="en-US" altLang="zh-CN" b="1"/>
                <a:t>i</a:t>
              </a:r>
              <a:r>
                <a:rPr lang="zh-CN" altLang="en-US" b="1"/>
                <a:t>列，对</a:t>
              </a:r>
              <a:r>
                <a:rPr lang="en-US" altLang="zh-CN" b="1"/>
                <a:t> </a:t>
              </a:r>
              <a:r>
                <a:rPr lang="en-US" altLang="zh-CN" b="1" i="1"/>
                <a:t>j</a:t>
              </a:r>
              <a:r>
                <a:rPr lang="en-US" altLang="zh-CN" b="1"/>
                <a:t> =  </a:t>
              </a:r>
              <a:r>
                <a:rPr lang="en-US" altLang="zh-CN" b="1" i="1"/>
                <a:t>i</a:t>
              </a:r>
              <a:r>
                <a:rPr lang="en-US" altLang="zh-CN" b="1"/>
                <a:t>+1, …, </a:t>
              </a:r>
              <a:r>
                <a:rPr lang="en-US" altLang="zh-CN" b="1" i="1"/>
                <a:t>n </a:t>
              </a:r>
              <a:r>
                <a:rPr lang="zh-CN" altLang="en-US" b="1"/>
                <a:t>有</a:t>
              </a:r>
              <a:endParaRPr lang="en-US" altLang="zh-CN" b="1"/>
            </a:p>
          </p:txBody>
        </p:sp>
        <p:graphicFrame>
          <p:nvGraphicFramePr>
            <p:cNvPr id="7208" name="Object 19">
              <a:extLst>
                <a:ext uri="{FF2B5EF4-FFF2-40B4-BE49-F238E27FC236}">
                  <a16:creationId xmlns:a16="http://schemas.microsoft.com/office/drawing/2014/main" id="{419F62F5-F8ED-7A46-9587-8C16417ACA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1872"/>
            <a:ext cx="148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36" name="Equation" r:id="rId14" imgW="29552900" imgH="9944100" progId="Equation.3">
                    <p:embed/>
                  </p:oleObj>
                </mc:Choice>
                <mc:Fallback>
                  <p:oleObj name="Equation" r:id="rId14" imgW="29552900" imgH="9944100" progId="Equation.3">
                    <p:embed/>
                    <p:pic>
                      <p:nvPicPr>
                        <p:cNvPr id="7208" name="Object 19">
                          <a:extLst>
                            <a:ext uri="{FF2B5EF4-FFF2-40B4-BE49-F238E27FC236}">
                              <a16:creationId xmlns:a16="http://schemas.microsoft.com/office/drawing/2014/main" id="{419F62F5-F8ED-7A46-9587-8C16417ACA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872"/>
                          <a:ext cx="148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83" name="Group 23">
            <a:extLst>
              <a:ext uri="{FF2B5EF4-FFF2-40B4-BE49-F238E27FC236}">
                <a16:creationId xmlns:a16="http://schemas.microsoft.com/office/drawing/2014/main" id="{31F4CDB1-DBD7-2148-8513-99AECA8387F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689350"/>
            <a:ext cx="3810000" cy="990600"/>
            <a:chOff x="576" y="2400"/>
            <a:chExt cx="2400" cy="624"/>
          </a:xfrm>
        </p:grpSpPr>
        <p:sp>
          <p:nvSpPr>
            <p:cNvPr id="40982" name="AutoShape 22" descr="再生纸">
              <a:extLst>
                <a:ext uri="{FF2B5EF4-FFF2-40B4-BE49-F238E27FC236}">
                  <a16:creationId xmlns:a16="http://schemas.microsoft.com/office/drawing/2014/main" id="{A1408DA7-19DD-4A47-AE5F-B769DC2AB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400"/>
              <a:ext cx="2064" cy="624"/>
            </a:xfrm>
            <a:prstGeom prst="bevel">
              <a:avLst>
                <a:gd name="adj" fmla="val 6250"/>
              </a:avLst>
            </a:prstGeom>
            <a:blipFill dpi="0" rotWithShape="0">
              <a:blip r:embed="rId11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7206" name="Object 21">
              <a:extLst>
                <a:ext uri="{FF2B5EF4-FFF2-40B4-BE49-F238E27FC236}">
                  <a16:creationId xmlns:a16="http://schemas.microsoft.com/office/drawing/2014/main" id="{E260A812-3D61-D749-BB31-14BF705B67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2448"/>
            <a:ext cx="2344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37" name="Equation" r:id="rId16" imgW="40957500" imgH="9944100" progId="Equation.3">
                    <p:embed/>
                  </p:oleObj>
                </mc:Choice>
                <mc:Fallback>
                  <p:oleObj name="Equation" r:id="rId16" imgW="40957500" imgH="9944100" progId="Equation.3">
                    <p:embed/>
                    <p:pic>
                      <p:nvPicPr>
                        <p:cNvPr id="7206" name="Object 21">
                          <a:extLst>
                            <a:ext uri="{FF2B5EF4-FFF2-40B4-BE49-F238E27FC236}">
                              <a16:creationId xmlns:a16="http://schemas.microsoft.com/office/drawing/2014/main" id="{E260A812-3D61-D749-BB31-14BF705B67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448"/>
                          <a:ext cx="2344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84" name="Group 24">
            <a:extLst>
              <a:ext uri="{FF2B5EF4-FFF2-40B4-BE49-F238E27FC236}">
                <a16:creationId xmlns:a16="http://schemas.microsoft.com/office/drawing/2014/main" id="{6A6E76C1-0E16-9E44-8D69-48638696576A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689350"/>
            <a:ext cx="1828800" cy="990600"/>
            <a:chOff x="3072" y="1152"/>
            <a:chExt cx="1152" cy="624"/>
          </a:xfrm>
        </p:grpSpPr>
        <p:sp>
          <p:nvSpPr>
            <p:cNvPr id="40985" name="AutoShape 25">
              <a:extLst>
                <a:ext uri="{FF2B5EF4-FFF2-40B4-BE49-F238E27FC236}">
                  <a16:creationId xmlns:a16="http://schemas.microsoft.com/office/drawing/2014/main" id="{7ABAF43A-0415-B946-8314-930D14EA5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152"/>
              <a:ext cx="576" cy="624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986" name="AutoShape 26">
              <a:extLst>
                <a:ext uri="{FF2B5EF4-FFF2-40B4-BE49-F238E27FC236}">
                  <a16:creationId xmlns:a16="http://schemas.microsoft.com/office/drawing/2014/main" id="{063CE1D1-39A6-C249-9E9D-0491EE1678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3648" y="1152"/>
              <a:ext cx="576" cy="624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987" name="Rectangle 27">
            <a:extLst>
              <a:ext uri="{FF2B5EF4-FFF2-40B4-BE49-F238E27FC236}">
                <a16:creationId xmlns:a16="http://schemas.microsoft.com/office/drawing/2014/main" id="{6F577631-4D03-5D46-A098-812AC6505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917950"/>
            <a:ext cx="76200" cy="7620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88" name="Rectangle 28">
            <a:extLst>
              <a:ext uri="{FF2B5EF4-FFF2-40B4-BE49-F238E27FC236}">
                <a16:creationId xmlns:a16="http://schemas.microsoft.com/office/drawing/2014/main" id="{AD4C4CD4-0DCF-AC4A-946B-5D4E056E8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917950"/>
            <a:ext cx="152400" cy="7620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89" name="Rectangle 29">
            <a:extLst>
              <a:ext uri="{FF2B5EF4-FFF2-40B4-BE49-F238E27FC236}">
                <a16:creationId xmlns:a16="http://schemas.microsoft.com/office/drawing/2014/main" id="{074B1749-C703-E543-A803-5F8805A08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689350"/>
            <a:ext cx="76200" cy="304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0" name="Oval 30">
            <a:extLst>
              <a:ext uri="{FF2B5EF4-FFF2-40B4-BE49-F238E27FC236}">
                <a16:creationId xmlns:a16="http://schemas.microsoft.com/office/drawing/2014/main" id="{678693EB-434A-E247-AB71-44F5C305A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994150"/>
            <a:ext cx="457200" cy="457200"/>
          </a:xfrm>
          <a:prstGeom prst="ellipse">
            <a:avLst/>
          </a:prstGeom>
          <a:noFill/>
          <a:ln w="158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i="1">
                <a:solidFill>
                  <a:schemeClr val="accent2"/>
                </a:solidFill>
                <a:latin typeface="Times New Roman" charset="0"/>
                <a:ea typeface="宋体" charset="0"/>
              </a:rPr>
              <a:t>b</a:t>
            </a:r>
          </a:p>
        </p:txBody>
      </p:sp>
      <p:grpSp>
        <p:nvGrpSpPr>
          <p:cNvPr id="40995" name="Group 35">
            <a:extLst>
              <a:ext uri="{FF2B5EF4-FFF2-40B4-BE49-F238E27FC236}">
                <a16:creationId xmlns:a16="http://schemas.microsoft.com/office/drawing/2014/main" id="{0BF10569-9469-124A-BABC-9018ADF43CE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908550"/>
            <a:ext cx="5105400" cy="1905000"/>
            <a:chOff x="384" y="2976"/>
            <a:chExt cx="3216" cy="1200"/>
          </a:xfrm>
        </p:grpSpPr>
        <p:sp>
          <p:nvSpPr>
            <p:cNvPr id="40991" name="AutoShape 31">
              <a:extLst>
                <a:ext uri="{FF2B5EF4-FFF2-40B4-BE49-F238E27FC236}">
                  <a16:creationId xmlns:a16="http://schemas.microsoft.com/office/drawing/2014/main" id="{0D6D1A7C-E6DF-1B4B-9FC9-24E9E3977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976"/>
              <a:ext cx="3216" cy="120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FFCC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2000" b="1"/>
                <a:t>       </a:t>
              </a:r>
              <a:r>
                <a:rPr lang="en-US" altLang="zh-CN" sz="2000" b="1">
                  <a:latin typeface="Arial" pitchFamily="34" charset="0"/>
                </a:rPr>
                <a:t>Algorithm: Doolittle Factorization</a:t>
              </a:r>
            </a:p>
            <a:p>
              <a:pPr>
                <a:defRPr/>
              </a:pPr>
              <a:r>
                <a:rPr lang="en-US" altLang="zh-CN" sz="2000" b="1" i="1"/>
                <a:t>Step 1</a:t>
              </a:r>
              <a:r>
                <a:rPr lang="en-US" altLang="zh-CN" sz="2000" b="1"/>
                <a:t>:  </a:t>
              </a:r>
              <a:r>
                <a:rPr lang="en-US" altLang="zh-CN" sz="2000" b="1" i="1"/>
                <a:t>u</a:t>
              </a:r>
              <a:r>
                <a:rPr lang="en-US" altLang="zh-CN" sz="2000" b="1" baseline="-25000"/>
                <a:t>1</a:t>
              </a:r>
              <a:r>
                <a:rPr lang="en-US" altLang="zh-CN" sz="2000" b="1" i="1" baseline="-25000"/>
                <a:t>j</a:t>
              </a:r>
              <a:r>
                <a:rPr lang="en-US" altLang="zh-CN" sz="2000" b="1"/>
                <a:t> = </a:t>
              </a:r>
              <a:r>
                <a:rPr lang="en-US" altLang="zh-CN" sz="2000" b="1" i="1"/>
                <a:t>a</a:t>
              </a:r>
              <a:r>
                <a:rPr lang="en-US" altLang="zh-CN" sz="2000" b="1" baseline="-25000"/>
                <a:t>1</a:t>
              </a:r>
              <a:r>
                <a:rPr lang="en-US" altLang="zh-CN" sz="2000" b="1" i="1" baseline="-25000"/>
                <a:t>j</a:t>
              </a:r>
              <a:r>
                <a:rPr lang="en-US" altLang="zh-CN" sz="2000" b="1"/>
                <a:t>;  </a:t>
              </a:r>
              <a:r>
                <a:rPr lang="en-US" altLang="zh-CN" sz="2000" b="1" i="1"/>
                <a:t>l</a:t>
              </a:r>
              <a:r>
                <a:rPr lang="en-US" altLang="zh-CN" sz="2000" b="1" i="1" baseline="-25000"/>
                <a:t>j</a:t>
              </a:r>
              <a:r>
                <a:rPr lang="en-US" altLang="zh-CN" sz="2000" b="1" baseline="-25000"/>
                <a:t>1</a:t>
              </a:r>
              <a:r>
                <a:rPr lang="en-US" altLang="zh-CN" sz="2000" b="1"/>
                <a:t> = </a:t>
              </a:r>
              <a:r>
                <a:rPr lang="en-US" altLang="zh-CN" sz="2000" b="1" i="1"/>
                <a:t>a</a:t>
              </a:r>
              <a:r>
                <a:rPr lang="en-US" altLang="zh-CN" sz="2000" b="1" i="1" baseline="-25000"/>
                <a:t>j</a:t>
              </a:r>
              <a:r>
                <a:rPr lang="en-US" altLang="zh-CN" sz="2000" b="1" baseline="-25000"/>
                <a:t>1</a:t>
              </a:r>
              <a:r>
                <a:rPr lang="en-US" altLang="zh-CN" sz="2000" b="1"/>
                <a:t> / </a:t>
              </a:r>
              <a:r>
                <a:rPr lang="en-US" altLang="zh-CN" sz="2000" b="1" i="1"/>
                <a:t>u</a:t>
              </a:r>
              <a:r>
                <a:rPr lang="en-US" altLang="zh-CN" sz="2000" b="1" baseline="-25000"/>
                <a:t>11</a:t>
              </a:r>
              <a:r>
                <a:rPr lang="en-US" altLang="zh-CN" sz="2000" b="1"/>
                <a:t>; ( </a:t>
              </a:r>
              <a:r>
                <a:rPr lang="en-US" altLang="zh-CN" sz="2000" b="1" i="1"/>
                <a:t>j</a:t>
              </a:r>
              <a:r>
                <a:rPr lang="en-US" altLang="zh-CN" sz="2000" b="1"/>
                <a:t> = 1, …, </a:t>
              </a:r>
              <a:r>
                <a:rPr lang="en-US" altLang="zh-CN" sz="2000" b="1" i="1"/>
                <a:t>n</a:t>
              </a:r>
              <a:r>
                <a:rPr lang="en-US" altLang="zh-CN" sz="2000" b="1"/>
                <a:t> )</a:t>
              </a: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b="1" i="1"/>
                <a:t>Step 2</a:t>
              </a:r>
              <a:r>
                <a:rPr lang="en-US" altLang="zh-CN" sz="2000" b="1"/>
                <a:t>: compute       and       for </a:t>
              </a:r>
              <a:r>
                <a:rPr lang="en-US" altLang="zh-CN" sz="2000" b="1" i="1"/>
                <a:t>i </a:t>
              </a:r>
              <a:r>
                <a:rPr lang="en-US" altLang="zh-CN" sz="2000" b="1"/>
                <a:t>= 2, …, </a:t>
              </a:r>
              <a:r>
                <a:rPr lang="en-US" altLang="zh-CN" sz="2000" b="1" i="1"/>
                <a:t>n</a:t>
              </a:r>
              <a:r>
                <a:rPr lang="en-US" altLang="zh-CN" sz="2000" b="1">
                  <a:sym typeface="Symbol" pitchFamily="18" charset="2"/>
                </a:rPr>
                <a:t>1;</a:t>
              </a:r>
            </a:p>
            <a:p>
              <a:pPr>
                <a:lnSpc>
                  <a:spcPct val="140000"/>
                </a:lnSpc>
                <a:defRPr/>
              </a:pPr>
              <a:r>
                <a:rPr lang="en-US" altLang="zh-CN" sz="2000" b="1" i="1"/>
                <a:t>Step 3</a:t>
              </a:r>
              <a:r>
                <a:rPr lang="en-US" altLang="zh-CN" sz="2000" b="1"/>
                <a:t>: </a:t>
              </a:r>
            </a:p>
          </p:txBody>
        </p:sp>
        <p:sp>
          <p:nvSpPr>
            <p:cNvPr id="40992" name="Oval 32">
              <a:extLst>
                <a:ext uri="{FF2B5EF4-FFF2-40B4-BE49-F238E27FC236}">
                  <a16:creationId xmlns:a16="http://schemas.microsoft.com/office/drawing/2014/main" id="{4FF7FDA9-9B44-704C-9466-0D953D537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504"/>
              <a:ext cx="192" cy="19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i="1">
                  <a:solidFill>
                    <a:schemeClr val="accent2"/>
                  </a:solidFill>
                  <a:latin typeface="Times New Roman" charset="0"/>
                  <a:ea typeface="宋体" charset="0"/>
                </a:rPr>
                <a:t>a</a:t>
              </a:r>
            </a:p>
          </p:txBody>
        </p:sp>
        <p:sp>
          <p:nvSpPr>
            <p:cNvPr id="40993" name="Oval 33">
              <a:extLst>
                <a:ext uri="{FF2B5EF4-FFF2-40B4-BE49-F238E27FC236}">
                  <a16:creationId xmlns:a16="http://schemas.microsoft.com/office/drawing/2014/main" id="{77871E47-C860-8649-AF76-092D1AAD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504"/>
              <a:ext cx="192" cy="19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i="1">
                  <a:solidFill>
                    <a:schemeClr val="accent2"/>
                  </a:solidFill>
                  <a:latin typeface="Times New Roman" charset="0"/>
                  <a:ea typeface="宋体" charset="0"/>
                </a:rPr>
                <a:t>b</a:t>
              </a:r>
            </a:p>
          </p:txBody>
        </p:sp>
        <p:graphicFrame>
          <p:nvGraphicFramePr>
            <p:cNvPr id="7202" name="Object 34">
              <a:extLst>
                <a:ext uri="{FF2B5EF4-FFF2-40B4-BE49-F238E27FC236}">
                  <a16:creationId xmlns:a16="http://schemas.microsoft.com/office/drawing/2014/main" id="{4471E5F7-2D59-4A46-A48D-8A77B204DB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3696"/>
            <a:ext cx="1294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38" name="Equation" r:id="rId18" imgW="29260800" imgH="9944100" progId="Equation.3">
                    <p:embed/>
                  </p:oleObj>
                </mc:Choice>
                <mc:Fallback>
                  <p:oleObj name="Equation" r:id="rId18" imgW="29260800" imgH="9944100" progId="Equation.3">
                    <p:embed/>
                    <p:pic>
                      <p:nvPicPr>
                        <p:cNvPr id="7202" name="Object 34">
                          <a:extLst>
                            <a:ext uri="{FF2B5EF4-FFF2-40B4-BE49-F238E27FC236}">
                              <a16:creationId xmlns:a16="http://schemas.microsoft.com/office/drawing/2014/main" id="{4471E5F7-2D59-4A46-A48D-8A77B204DB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696"/>
                          <a:ext cx="1294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6" name="Rectangle 36">
            <a:extLst>
              <a:ext uri="{FF2B5EF4-FFF2-40B4-BE49-F238E27FC236}">
                <a16:creationId xmlns:a16="http://schemas.microsoft.com/office/drawing/2014/main" id="{E0E2D4A7-DE63-3E4B-AA74-A0675ECE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908550"/>
            <a:ext cx="2057400" cy="1828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7" name="Rectangle 37">
            <a:extLst>
              <a:ext uri="{FF2B5EF4-FFF2-40B4-BE49-F238E27FC236}">
                <a16:creationId xmlns:a16="http://schemas.microsoft.com/office/drawing/2014/main" id="{20480939-8512-2248-BF49-9A9FED73D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908550"/>
            <a:ext cx="2057400" cy="2286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8" name="Rectangle 38">
            <a:extLst>
              <a:ext uri="{FF2B5EF4-FFF2-40B4-BE49-F238E27FC236}">
                <a16:creationId xmlns:a16="http://schemas.microsoft.com/office/drawing/2014/main" id="{B0C77869-378C-E44D-9247-E9DB354F2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137150"/>
            <a:ext cx="152400" cy="16002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9" name="Rectangle 39">
            <a:extLst>
              <a:ext uri="{FF2B5EF4-FFF2-40B4-BE49-F238E27FC236}">
                <a16:creationId xmlns:a16="http://schemas.microsoft.com/office/drawing/2014/main" id="{1B563BCD-101E-294F-BFF2-D943502C0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137150"/>
            <a:ext cx="1905000" cy="152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0" name="Rectangle 40">
            <a:extLst>
              <a:ext uri="{FF2B5EF4-FFF2-40B4-BE49-F238E27FC236}">
                <a16:creationId xmlns:a16="http://schemas.microsoft.com/office/drawing/2014/main" id="{786C84FF-AB35-4049-87AA-CDC8D145B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289550"/>
            <a:ext cx="152400" cy="14478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1" name="Rectangle 41">
            <a:extLst>
              <a:ext uri="{FF2B5EF4-FFF2-40B4-BE49-F238E27FC236}">
                <a16:creationId xmlns:a16="http://schemas.microsoft.com/office/drawing/2014/main" id="{9E6DD5C0-401D-7A4A-B195-0453E8070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289550"/>
            <a:ext cx="1752600" cy="152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2" name="Rectangle 42">
            <a:extLst>
              <a:ext uri="{FF2B5EF4-FFF2-40B4-BE49-F238E27FC236}">
                <a16:creationId xmlns:a16="http://schemas.microsoft.com/office/drawing/2014/main" id="{12C9B990-BC16-E741-9E32-297DD5B85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5441950"/>
            <a:ext cx="152400" cy="12954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3" name="Line 43">
            <a:extLst>
              <a:ext uri="{FF2B5EF4-FFF2-40B4-BE49-F238E27FC236}">
                <a16:creationId xmlns:a16="http://schemas.microsoft.com/office/drawing/2014/main" id="{51BDA571-05D2-7640-95BF-3DC0B12E6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5594350"/>
            <a:ext cx="1066800" cy="838200"/>
          </a:xfrm>
          <a:prstGeom prst="line">
            <a:avLst/>
          </a:prstGeom>
          <a:noFill/>
          <a:ln w="76200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宋体" charset="0"/>
            </a:endParaRPr>
          </a:p>
        </p:txBody>
      </p:sp>
      <p:sp>
        <p:nvSpPr>
          <p:cNvPr id="41004" name="Rectangle 44">
            <a:extLst>
              <a:ext uri="{FF2B5EF4-FFF2-40B4-BE49-F238E27FC236}">
                <a16:creationId xmlns:a16="http://schemas.microsoft.com/office/drawing/2014/main" id="{879A13F1-23DA-4342-9E3E-DE6BC162A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6432550"/>
            <a:ext cx="304800" cy="152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5" name="Rectangle 45">
            <a:extLst>
              <a:ext uri="{FF2B5EF4-FFF2-40B4-BE49-F238E27FC236}">
                <a16:creationId xmlns:a16="http://schemas.microsoft.com/office/drawing/2014/main" id="{B9E3C43D-5217-7C42-903B-55B9EC05B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6584950"/>
            <a:ext cx="152400" cy="1524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6" name="Rectangle 46">
            <a:extLst>
              <a:ext uri="{FF2B5EF4-FFF2-40B4-BE49-F238E27FC236}">
                <a16:creationId xmlns:a16="http://schemas.microsoft.com/office/drawing/2014/main" id="{1AB15668-1E71-FC48-9D10-EBAFA6DAB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6584950"/>
            <a:ext cx="152400" cy="152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197" name="Rectangle 30">
            <a:extLst>
              <a:ext uri="{FF2B5EF4-FFF2-40B4-BE49-F238E27FC236}">
                <a16:creationId xmlns:a16="http://schemas.microsoft.com/office/drawing/2014/main" id="{C4A563E7-194E-ED4E-B344-B24505C03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4450"/>
            <a:ext cx="744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第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i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步：此时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U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的前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i</a:t>
            </a:r>
            <a:r>
              <a:rPr lang="en-US" altLang="zh-CN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-1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行和</a:t>
            </a:r>
            <a:r>
              <a:rPr lang="zh-CN" altLang="en-US" i="1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L</a:t>
            </a:r>
            <a:r>
              <a:rPr lang="en-US" altLang="zh-CN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的前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i</a:t>
            </a:r>
            <a:r>
              <a:rPr lang="en-US" altLang="zh-CN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-1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列已经求出</a:t>
            </a:r>
          </a:p>
        </p:txBody>
      </p:sp>
      <p:sp>
        <p:nvSpPr>
          <p:cNvPr id="7198" name="Rectangle 31">
            <a:extLst>
              <a:ext uri="{FF2B5EF4-FFF2-40B4-BE49-F238E27FC236}">
                <a16:creationId xmlns:a16="http://schemas.microsoft.com/office/drawing/2014/main" id="{F9A7D9A2-7F1F-1742-844E-D25FFE71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76250"/>
            <a:ext cx="3990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比较等式两边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的第</a:t>
            </a:r>
            <a:r>
              <a:rPr lang="zh-CN" altLang="en-US" i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ea typeface="黑体" panose="02010609060101010101" pitchFamily="49" charset="-122"/>
                <a:sym typeface="Wingdings 2" pitchFamily="2" charset="2"/>
              </a:rPr>
              <a:t>i</a:t>
            </a:r>
            <a:r>
              <a:rPr lang="en-US" altLang="zh-CN" sz="2600" i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 2" pitchFamily="2" charset="2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</a:p>
        </p:txBody>
      </p:sp>
    </p:spTree>
    <p:extLst>
      <p:ext uri="{BB962C8B-B14F-4D97-AF65-F5344CB8AC3E}">
        <p14:creationId xmlns:p14="http://schemas.microsoft.com/office/powerpoint/2010/main" val="134426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0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0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40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09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09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09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10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10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1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1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10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9" dur="500"/>
                                        <p:tgtEl>
                                          <p:spTgt spid="41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 animBg="1" autoUpdateAnimBg="0"/>
      <p:bldP spid="40973" grpId="0" animBg="1"/>
      <p:bldP spid="40975" grpId="0" animBg="1"/>
      <p:bldP spid="40976" grpId="0" animBg="1"/>
      <p:bldP spid="40977" grpId="0" animBg="1" autoUpdateAnimBg="0"/>
      <p:bldP spid="40987" grpId="0" animBg="1"/>
      <p:bldP spid="40988" grpId="0" animBg="1"/>
      <p:bldP spid="40989" grpId="0" animBg="1"/>
      <p:bldP spid="40990" grpId="0" animBg="1" autoUpdateAnimBg="0"/>
      <p:bldP spid="40996" grpId="0" animBg="1"/>
      <p:bldP spid="40997" grpId="0" animBg="1"/>
      <p:bldP spid="40998" grpId="0" animBg="1"/>
      <p:bldP spid="40999" grpId="0" animBg="1"/>
      <p:bldP spid="41000" grpId="0" animBg="1"/>
      <p:bldP spid="41001" grpId="0" animBg="1"/>
      <p:bldP spid="41002" grpId="0" animBg="1"/>
      <p:bldP spid="41004" grpId="0" animBg="1"/>
      <p:bldP spid="41005" grpId="0" animBg="1"/>
      <p:bldP spid="4100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6E7888A-104C-F347-BDD7-1F4E8E047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0"/>
            <a:ext cx="411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Choleski</a:t>
            </a: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53CA9C43-48B1-5A48-9B88-D0A7DBFAC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153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b="1">
                <a:latin typeface="楷体_GB2312" charset="0"/>
              </a:rPr>
              <a:t>平方根法</a:t>
            </a:r>
            <a:r>
              <a:rPr lang="en-US" altLang="zh-CN" b="1">
                <a:latin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Choleski</a:t>
            </a:r>
            <a:r>
              <a:rPr lang="zh-CN" altLang="en-US" sz="2000" b="1">
                <a:solidFill>
                  <a:srgbClr val="008000"/>
                </a:solidFill>
                <a:latin typeface="Arial" panose="020B0604020202020204" pitchFamily="34" charset="0"/>
              </a:rPr>
              <a:t>’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s Method */</a:t>
            </a:r>
            <a:r>
              <a:rPr lang="zh-CN" altLang="en-US" b="1">
                <a:latin typeface="楷体_GB2312" charset="0"/>
              </a:rPr>
              <a:t>：</a:t>
            </a:r>
            <a:endParaRPr lang="en-US" altLang="zh-CN" b="1">
              <a:latin typeface="楷体_GB2312" charset="0"/>
            </a:endParaRPr>
          </a:p>
          <a:p>
            <a:pPr eaLnBrk="1" hangingPunct="1"/>
            <a:r>
              <a:rPr lang="en-US" altLang="zh-CN" b="1">
                <a:latin typeface="楷体_GB2312" charset="0"/>
              </a:rPr>
              <a:t>        </a:t>
            </a:r>
            <a:r>
              <a:rPr lang="en-US" altLang="zh-CN" b="1"/>
              <a:t>——</a:t>
            </a:r>
            <a:r>
              <a:rPr lang="zh-CN" altLang="en-US" b="1">
                <a:solidFill>
                  <a:schemeClr val="accent2"/>
                </a:solidFill>
                <a:latin typeface="楷体_GB2312" charset="0"/>
              </a:rPr>
              <a:t>对称</a:t>
            </a:r>
            <a:r>
              <a:rPr lang="en-US" altLang="zh-CN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symmetric */</a:t>
            </a:r>
            <a:r>
              <a:rPr lang="en-US" altLang="zh-CN"/>
              <a:t> </a:t>
            </a:r>
            <a:r>
              <a:rPr lang="zh-CN" altLang="en-US" b="1">
                <a:solidFill>
                  <a:schemeClr val="accent2"/>
                </a:solidFill>
                <a:latin typeface="楷体_GB2312" charset="0"/>
              </a:rPr>
              <a:t>正定</a:t>
            </a:r>
            <a:r>
              <a:rPr lang="en-US" altLang="zh-CN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positive definite */</a:t>
            </a:r>
            <a:r>
              <a:rPr lang="en-US" altLang="zh-CN"/>
              <a:t> </a:t>
            </a:r>
          </a:p>
          <a:p>
            <a:pPr eaLnBrk="1" hangingPunct="1"/>
            <a:r>
              <a:rPr lang="en-US" altLang="zh-CN"/>
              <a:t>                         </a:t>
            </a:r>
            <a:r>
              <a:rPr lang="zh-CN" altLang="en-US" b="1">
                <a:latin typeface="楷体_GB2312" charset="0"/>
              </a:rPr>
              <a:t>矩阵的分解法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42038" name="Group 54">
            <a:extLst>
              <a:ext uri="{FF2B5EF4-FFF2-40B4-BE49-F238E27FC236}">
                <a16:creationId xmlns:a16="http://schemas.microsoft.com/office/drawing/2014/main" id="{20DA3878-11C1-5F48-A108-5B6C04AB8A11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412875"/>
            <a:ext cx="8208963" cy="603250"/>
            <a:chOff x="336" y="864"/>
            <a:chExt cx="4848" cy="380"/>
          </a:xfrm>
        </p:grpSpPr>
        <p:sp>
          <p:nvSpPr>
            <p:cNvPr id="41992" name="AutoShape 8" descr="水滴">
              <a:extLst>
                <a:ext uri="{FF2B5EF4-FFF2-40B4-BE49-F238E27FC236}">
                  <a16:creationId xmlns:a16="http://schemas.microsoft.com/office/drawing/2014/main" id="{47490FA4-AE47-1847-9984-3F3254460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912"/>
              <a:ext cx="576" cy="288"/>
            </a:xfrm>
            <a:prstGeom prst="roundRect">
              <a:avLst>
                <a:gd name="adj" fmla="val 16667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800" b="1">
                  <a:solidFill>
                    <a:schemeClr val="accent2"/>
                  </a:solidFill>
                </a:rPr>
                <a:t>定义</a:t>
              </a:r>
              <a:endParaRPr kumimoji="0" lang="en-US" altLang="zh-CN" sz="2800" b="1">
                <a:solidFill>
                  <a:schemeClr val="accent2"/>
                </a:solidFill>
              </a:endParaRPr>
            </a:p>
          </p:txBody>
        </p:sp>
        <p:sp>
          <p:nvSpPr>
            <p:cNvPr id="41993" name="Text Box 9">
              <a:extLst>
                <a:ext uri="{FF2B5EF4-FFF2-40B4-BE49-F238E27FC236}">
                  <a16:creationId xmlns:a16="http://schemas.microsoft.com/office/drawing/2014/main" id="{ED9F8F98-7A2F-C149-8137-F41CFD165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864"/>
              <a:ext cx="4224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b="1"/>
                <a:t>一个矩阵</a:t>
              </a:r>
              <a:r>
                <a:rPr lang="en-US" altLang="zh-CN" b="1"/>
                <a:t> </a:t>
              </a:r>
              <a:r>
                <a:rPr lang="en-US" altLang="zh-CN" b="1" i="1"/>
                <a:t>A</a:t>
              </a:r>
              <a:r>
                <a:rPr lang="en-US" altLang="zh-CN" b="1"/>
                <a:t> = ( 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ij</a:t>
              </a:r>
              <a:r>
                <a:rPr lang="en-US" altLang="zh-CN" b="1"/>
                <a:t> )</a:t>
              </a:r>
              <a:r>
                <a:rPr lang="en-US" altLang="zh-CN" b="1" i="1" baseline="-25000"/>
                <a:t>n</a:t>
              </a:r>
              <a:r>
                <a:rPr lang="en-US" altLang="zh-CN" b="1" baseline="-25000">
                  <a:sym typeface="Symbol" pitchFamily="2" charset="2"/>
                </a:rPr>
                <a:t></a:t>
              </a:r>
              <a:r>
                <a:rPr lang="en-US" altLang="zh-CN" b="1" i="1" baseline="-25000"/>
                <a:t>n</a:t>
              </a:r>
              <a:r>
                <a:rPr lang="en-US" altLang="zh-CN" b="1"/>
                <a:t> </a:t>
              </a:r>
              <a:r>
                <a:rPr lang="zh-CN" altLang="en-US" b="1"/>
                <a:t>称为</a:t>
              </a:r>
              <a:r>
                <a:rPr lang="zh-CN" altLang="en-US" b="1">
                  <a:solidFill>
                    <a:schemeClr val="accent2"/>
                  </a:solidFill>
                </a:rPr>
                <a:t>对称阵</a:t>
              </a:r>
              <a:r>
                <a:rPr lang="zh-CN" altLang="en-US" b="1"/>
                <a:t>，如果</a:t>
              </a:r>
              <a:r>
                <a:rPr lang="en-US" altLang="zh-CN" b="1"/>
                <a:t> 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ij</a:t>
              </a:r>
              <a:r>
                <a:rPr lang="en-US" altLang="zh-CN" b="1"/>
                <a:t> = 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ji</a:t>
              </a:r>
              <a:r>
                <a:rPr lang="en-US" altLang="zh-CN" b="1"/>
                <a:t> </a:t>
              </a:r>
              <a:r>
                <a:rPr lang="zh-CN" altLang="en-US" b="1"/>
                <a:t>。</a:t>
              </a:r>
              <a:endParaRPr lang="en-US" altLang="zh-CN" b="1" i="1" baseline="-25000"/>
            </a:p>
          </p:txBody>
        </p:sp>
      </p:grpSp>
      <p:grpSp>
        <p:nvGrpSpPr>
          <p:cNvPr id="42039" name="Group 55">
            <a:extLst>
              <a:ext uri="{FF2B5EF4-FFF2-40B4-BE49-F238E27FC236}">
                <a16:creationId xmlns:a16="http://schemas.microsoft.com/office/drawing/2014/main" id="{37F396C1-ACFA-D04F-9490-55C9F274A943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057400"/>
            <a:ext cx="8001000" cy="895350"/>
            <a:chOff x="336" y="1296"/>
            <a:chExt cx="5040" cy="564"/>
          </a:xfrm>
        </p:grpSpPr>
        <p:sp>
          <p:nvSpPr>
            <p:cNvPr id="41997" name="AutoShape 13" descr="水滴">
              <a:extLst>
                <a:ext uri="{FF2B5EF4-FFF2-40B4-BE49-F238E27FC236}">
                  <a16:creationId xmlns:a16="http://schemas.microsoft.com/office/drawing/2014/main" id="{4E4CFC1D-2A1D-CD40-9FC1-6249BAB98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344"/>
              <a:ext cx="576" cy="288"/>
            </a:xfrm>
            <a:prstGeom prst="roundRect">
              <a:avLst>
                <a:gd name="adj" fmla="val 16667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800" b="1">
                  <a:solidFill>
                    <a:schemeClr val="accent2"/>
                  </a:solidFill>
                </a:rPr>
                <a:t>定义</a:t>
              </a:r>
              <a:endParaRPr kumimoji="0" lang="en-US" altLang="zh-CN" sz="2800" b="1">
                <a:solidFill>
                  <a:schemeClr val="accent2"/>
                </a:solidFill>
              </a:endParaRPr>
            </a:p>
          </p:txBody>
        </p:sp>
        <p:sp>
          <p:nvSpPr>
            <p:cNvPr id="41998" name="Text Box 14">
              <a:extLst>
                <a:ext uri="{FF2B5EF4-FFF2-40B4-BE49-F238E27FC236}">
                  <a16:creationId xmlns:a16="http://schemas.microsoft.com/office/drawing/2014/main" id="{5534D047-34EB-B642-8ABD-5E3328B08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296"/>
              <a:ext cx="4416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zh-CN" altLang="en-US" b="1"/>
                <a:t>一个矩阵</a:t>
              </a:r>
              <a:r>
                <a:rPr lang="en-US" altLang="zh-CN" b="1"/>
                <a:t> </a:t>
              </a:r>
              <a:r>
                <a:rPr lang="en-US" altLang="zh-CN" b="1" i="1"/>
                <a:t>A</a:t>
              </a:r>
              <a:r>
                <a:rPr lang="en-US" altLang="zh-CN" b="1"/>
                <a:t> </a:t>
              </a:r>
              <a:r>
                <a:rPr lang="zh-CN" altLang="en-US" b="1"/>
                <a:t>称为</a:t>
              </a:r>
              <a:r>
                <a:rPr lang="zh-CN" altLang="en-US" b="1">
                  <a:solidFill>
                    <a:schemeClr val="accent2"/>
                  </a:solidFill>
                </a:rPr>
                <a:t>正定阵</a:t>
              </a:r>
              <a:r>
                <a:rPr lang="zh-CN" altLang="en-US" b="1"/>
                <a:t>，如果</a:t>
              </a:r>
              <a:r>
                <a:rPr lang="en-US" altLang="zh-CN" b="1"/>
                <a:t>                 </a:t>
              </a:r>
              <a:r>
                <a:rPr lang="zh-CN" altLang="en-US" b="1"/>
                <a:t>对任意非零向量</a:t>
              </a:r>
              <a:r>
                <a:rPr lang="en-US" altLang="zh-CN" b="1"/>
                <a:t>    </a:t>
              </a:r>
              <a:r>
                <a:rPr lang="zh-CN" altLang="en-US" b="1"/>
                <a:t>都成立。</a:t>
              </a:r>
              <a:endParaRPr lang="en-US" altLang="zh-CN" b="1" i="1" baseline="-25000"/>
            </a:p>
          </p:txBody>
        </p:sp>
        <p:graphicFrame>
          <p:nvGraphicFramePr>
            <p:cNvPr id="8211" name="Object 15">
              <a:extLst>
                <a:ext uri="{FF2B5EF4-FFF2-40B4-BE49-F238E27FC236}">
                  <a16:creationId xmlns:a16="http://schemas.microsoft.com/office/drawing/2014/main" id="{03DEA8C6-F04F-9249-9FCC-1F643FDC44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2" y="1296"/>
            <a:ext cx="81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45" name="Equation" r:id="rId8" imgW="14922500" imgH="4686300" progId="Equation.3">
                    <p:embed/>
                  </p:oleObj>
                </mc:Choice>
                <mc:Fallback>
                  <p:oleObj name="Equation" r:id="rId8" imgW="14922500" imgH="4686300" progId="Equation.3">
                    <p:embed/>
                    <p:pic>
                      <p:nvPicPr>
                        <p:cNvPr id="8211" name="Object 15">
                          <a:extLst>
                            <a:ext uri="{FF2B5EF4-FFF2-40B4-BE49-F238E27FC236}">
                              <a16:creationId xmlns:a16="http://schemas.microsoft.com/office/drawing/2014/main" id="{03DEA8C6-F04F-9249-9FCC-1F643FDC44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296"/>
                          <a:ext cx="81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2" name="Object 16">
              <a:extLst>
                <a:ext uri="{FF2B5EF4-FFF2-40B4-BE49-F238E27FC236}">
                  <a16:creationId xmlns:a16="http://schemas.microsoft.com/office/drawing/2014/main" id="{659CCBE5-AD61-C744-AE18-B58702EC7A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9873490"/>
                </p:ext>
              </p:extLst>
            </p:nvPr>
          </p:nvGraphicFramePr>
          <p:xfrm>
            <a:off x="1625" y="1601"/>
            <a:ext cx="15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46" name="Equation" r:id="rId10" imgW="3213100" imgH="4102100" progId="Equation.3">
                    <p:embed/>
                  </p:oleObj>
                </mc:Choice>
                <mc:Fallback>
                  <p:oleObj name="Equation" r:id="rId10" imgW="3213100" imgH="4102100" progId="Equation.3">
                    <p:embed/>
                    <p:pic>
                      <p:nvPicPr>
                        <p:cNvPr id="8212" name="Object 16">
                          <a:extLst>
                            <a:ext uri="{FF2B5EF4-FFF2-40B4-BE49-F238E27FC236}">
                              <a16:creationId xmlns:a16="http://schemas.microsoft.com/office/drawing/2014/main" id="{659CCBE5-AD61-C744-AE18-B58702EC7A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5" y="1601"/>
                          <a:ext cx="15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02" name="Text Box 18">
            <a:extLst>
              <a:ext uri="{FF2B5EF4-FFF2-40B4-BE49-F238E27FC236}">
                <a16:creationId xmlns:a16="http://schemas.microsoft.com/office/drawing/2014/main" id="{47493C88-652A-564E-A26E-B8F344C91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7180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</a:t>
            </a:r>
            <a:r>
              <a:rPr lang="zh-CN" altLang="en-US" b="1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回顾：</a:t>
            </a:r>
            <a:r>
              <a:rPr lang="zh-CN" altLang="en-US" b="1">
                <a:latin typeface="楷体_GB2312" charset="0"/>
                <a:sym typeface="Wingdings" pitchFamily="2" charset="2"/>
              </a:rPr>
              <a:t>对称正定阵的几个重要性质</a:t>
            </a:r>
            <a:endParaRPr lang="en-US" altLang="zh-CN" b="1">
              <a:latin typeface="楷体_GB2312" charset="0"/>
            </a:endParaRPr>
          </a:p>
        </p:txBody>
      </p:sp>
      <p:sp>
        <p:nvSpPr>
          <p:cNvPr id="42003" name="Text Box 19">
            <a:extLst>
              <a:ext uri="{FF2B5EF4-FFF2-40B4-BE49-F238E27FC236}">
                <a16:creationId xmlns:a16="http://schemas.microsoft.com/office/drawing/2014/main" id="{621652B8-29C5-0B42-B33B-C011F4311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pitchFamily="2" charset="2"/>
              </a:rPr>
              <a:t></a:t>
            </a:r>
            <a:r>
              <a:rPr lang="en-US" altLang="zh-CN" b="1">
                <a:sym typeface="Wingdings" pitchFamily="2" charset="2"/>
              </a:rPr>
              <a:t>  </a:t>
            </a:r>
            <a:r>
              <a:rPr lang="en-US" altLang="zh-CN" b="1" i="1">
                <a:sym typeface="Wingdings" pitchFamily="2" charset="2"/>
              </a:rPr>
              <a:t>A</a:t>
            </a:r>
            <a:r>
              <a:rPr lang="en-US" altLang="zh-CN" b="1" baseline="30000">
                <a:sym typeface="Symbol" pitchFamily="2" charset="2"/>
              </a:rPr>
              <a:t>1</a:t>
            </a:r>
            <a:r>
              <a:rPr lang="en-US" altLang="zh-CN" b="1">
                <a:sym typeface="Wingdings" pitchFamily="2" charset="2"/>
              </a:rPr>
              <a:t> </a:t>
            </a:r>
            <a:r>
              <a:rPr lang="zh-CN" altLang="en-US" b="1"/>
              <a:t>亦对称正定，且</a:t>
            </a:r>
            <a:r>
              <a:rPr lang="en-US" altLang="zh-CN" b="1"/>
              <a:t> </a:t>
            </a:r>
            <a:r>
              <a:rPr lang="en-US" altLang="zh-CN" b="1" i="1"/>
              <a:t>a</a:t>
            </a:r>
            <a:r>
              <a:rPr lang="en-US" altLang="zh-CN" b="1" i="1" baseline="-25000"/>
              <a:t>ii</a:t>
            </a:r>
            <a:r>
              <a:rPr lang="en-US" altLang="zh-CN" b="1"/>
              <a:t> &gt; 0</a:t>
            </a:r>
          </a:p>
        </p:txBody>
      </p:sp>
      <p:sp>
        <p:nvSpPr>
          <p:cNvPr id="42012" name="Rectangle 28">
            <a:extLst>
              <a:ext uri="{FF2B5EF4-FFF2-40B4-BE49-F238E27FC236}">
                <a16:creationId xmlns:a16="http://schemas.microsoft.com/office/drawing/2014/main" id="{80D4A447-62BE-C048-9BE7-7496EEAA4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886200"/>
            <a:ext cx="6781800" cy="1600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2037" name="Text Box 53">
            <a:extLst>
              <a:ext uri="{FF2B5EF4-FFF2-40B4-BE49-F238E27FC236}">
                <a16:creationId xmlns:a16="http://schemas.microsoft.com/office/drawing/2014/main" id="{2438741D-B8D0-EC43-8E3C-411A9D3B4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005263"/>
            <a:ext cx="8001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pitchFamily="2" charset="2"/>
              </a:rPr>
              <a:t></a:t>
            </a:r>
            <a:r>
              <a:rPr lang="en-US" altLang="zh-CN" b="1">
                <a:sym typeface="Wingdings" pitchFamily="2" charset="2"/>
              </a:rPr>
              <a:t>  </a:t>
            </a:r>
            <a:r>
              <a:rPr lang="en-US" altLang="zh-CN" b="1" i="1">
                <a:sym typeface="Wingdings" pitchFamily="2" charset="2"/>
              </a:rPr>
              <a:t>A</a:t>
            </a:r>
            <a:r>
              <a:rPr lang="en-US" altLang="zh-CN" b="1">
                <a:sym typeface="Wingdings" pitchFamily="2" charset="2"/>
              </a:rPr>
              <a:t> </a:t>
            </a:r>
            <a:r>
              <a:rPr lang="zh-CN" altLang="en-US" b="1">
                <a:sym typeface="Wingdings" pitchFamily="2" charset="2"/>
              </a:rPr>
              <a:t>的顺序主子阵</a:t>
            </a:r>
            <a:r>
              <a:rPr lang="en-US" altLang="zh-CN" b="1">
                <a:sym typeface="Wingdings" pitchFamily="2" charset="2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sym typeface="Wingdings" pitchFamily="2" charset="2"/>
              </a:rPr>
              <a:t>/*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leading principal submatrices */ </a:t>
            </a:r>
            <a:r>
              <a:rPr lang="en-US" altLang="zh-CN" b="1" i="1">
                <a:sym typeface="Wingdings" pitchFamily="2" charset="2"/>
              </a:rPr>
              <a:t>A</a:t>
            </a:r>
            <a:r>
              <a:rPr lang="en-US" altLang="zh-CN" b="1" i="1" baseline="-25000">
                <a:sym typeface="Wingdings" pitchFamily="2" charset="2"/>
              </a:rPr>
              <a:t>k</a:t>
            </a:r>
            <a:r>
              <a:rPr lang="en-US" altLang="zh-CN" b="1" i="1">
                <a:sym typeface="Wingdings" pitchFamily="2" charset="2"/>
              </a:rPr>
              <a:t> </a:t>
            </a:r>
            <a:r>
              <a:rPr lang="zh-CN" altLang="en-US" b="1"/>
              <a:t>亦对</a:t>
            </a:r>
            <a:endParaRPr lang="en-US" altLang="zh-CN" b="1"/>
          </a:p>
          <a:p>
            <a:pPr eaLnBrk="1" hangingPunct="1"/>
            <a:r>
              <a:rPr lang="en-US" altLang="zh-CN" b="1"/>
              <a:t>     </a:t>
            </a:r>
            <a:r>
              <a:rPr lang="zh-CN" altLang="en-US" b="1"/>
              <a:t>称正定</a:t>
            </a:r>
            <a:endParaRPr lang="en-US" altLang="zh-CN" b="1"/>
          </a:p>
        </p:txBody>
      </p:sp>
      <p:sp>
        <p:nvSpPr>
          <p:cNvPr id="42046" name="Text Box 62">
            <a:extLst>
              <a:ext uri="{FF2B5EF4-FFF2-40B4-BE49-F238E27FC236}">
                <a16:creationId xmlns:a16="http://schemas.microsoft.com/office/drawing/2014/main" id="{D9FCE91A-DF99-A74B-8329-2450F417D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868863"/>
            <a:ext cx="5694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pitchFamily="2" charset="2"/>
              </a:rPr>
              <a:t></a:t>
            </a:r>
            <a:r>
              <a:rPr lang="en-US" altLang="zh-CN" b="1">
                <a:sym typeface="Wingdings" pitchFamily="2" charset="2"/>
              </a:rPr>
              <a:t>  </a:t>
            </a:r>
            <a:r>
              <a:rPr lang="en-US" altLang="zh-CN" b="1" i="1">
                <a:sym typeface="Wingdings" pitchFamily="2" charset="2"/>
              </a:rPr>
              <a:t>A</a:t>
            </a:r>
            <a:r>
              <a:rPr lang="en-US" altLang="zh-CN" b="1">
                <a:sym typeface="Wingdings" pitchFamily="2" charset="2"/>
              </a:rPr>
              <a:t> </a:t>
            </a:r>
            <a:r>
              <a:rPr lang="zh-CN" altLang="en-US" b="1">
                <a:sym typeface="Wingdings" pitchFamily="2" charset="2"/>
              </a:rPr>
              <a:t>的特征值</a:t>
            </a:r>
            <a:r>
              <a:rPr lang="en-US" altLang="zh-CN" b="1">
                <a:sym typeface="Wingdings" pitchFamily="2" charset="2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sym typeface="Wingdings" pitchFamily="2" charset="2"/>
              </a:rPr>
              <a:t>/*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eigen value */ </a:t>
            </a:r>
            <a:r>
              <a:rPr lang="en-US" altLang="zh-CN" b="1" i="1">
                <a:sym typeface="Symbol" pitchFamily="2" charset="2"/>
              </a:rPr>
              <a:t></a:t>
            </a:r>
            <a:r>
              <a:rPr lang="en-US" altLang="zh-CN" b="1" i="1" baseline="-25000">
                <a:sym typeface="Wingdings" pitchFamily="2" charset="2"/>
              </a:rPr>
              <a:t>i</a:t>
            </a:r>
            <a:r>
              <a:rPr lang="en-US" altLang="zh-CN" b="1" i="1">
                <a:sym typeface="Wingdings" pitchFamily="2" charset="2"/>
              </a:rPr>
              <a:t> </a:t>
            </a:r>
            <a:r>
              <a:rPr lang="en-US" altLang="zh-CN" b="1">
                <a:sym typeface="Wingdings" pitchFamily="2" charset="2"/>
              </a:rPr>
              <a:t>&gt; 0</a:t>
            </a:r>
            <a:r>
              <a:rPr lang="en-US" altLang="zh-CN" b="1"/>
              <a:t> </a:t>
            </a:r>
          </a:p>
        </p:txBody>
      </p:sp>
      <p:sp>
        <p:nvSpPr>
          <p:cNvPr id="42052" name="Text Box 68">
            <a:extLst>
              <a:ext uri="{FF2B5EF4-FFF2-40B4-BE49-F238E27FC236}">
                <a16:creationId xmlns:a16="http://schemas.microsoft.com/office/drawing/2014/main" id="{8AAA250C-C421-3748-845D-D50B000DA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373688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pitchFamily="2" charset="2"/>
              </a:rPr>
              <a:t></a:t>
            </a:r>
            <a:r>
              <a:rPr lang="en-US" altLang="zh-CN" b="1">
                <a:sym typeface="Wingdings" pitchFamily="2" charset="2"/>
              </a:rPr>
              <a:t>  </a:t>
            </a:r>
            <a:r>
              <a:rPr lang="en-US" altLang="zh-CN" b="1" i="1">
                <a:sym typeface="Wingdings" pitchFamily="2" charset="2"/>
              </a:rPr>
              <a:t>A</a:t>
            </a:r>
            <a:r>
              <a:rPr lang="en-US" altLang="zh-CN" b="1">
                <a:sym typeface="Wingdings" pitchFamily="2" charset="2"/>
              </a:rPr>
              <a:t> </a:t>
            </a:r>
            <a:r>
              <a:rPr lang="zh-CN" altLang="en-US" b="1">
                <a:sym typeface="Wingdings" pitchFamily="2" charset="2"/>
              </a:rPr>
              <a:t>的全部顺序主子式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/>
              <a:t>det ( </a:t>
            </a:r>
            <a:r>
              <a:rPr lang="en-US" altLang="zh-CN" b="1" i="1">
                <a:sym typeface="Wingdings" pitchFamily="2" charset="2"/>
              </a:rPr>
              <a:t>A</a:t>
            </a:r>
            <a:r>
              <a:rPr lang="en-US" altLang="zh-CN" b="1" i="1" baseline="-25000">
                <a:sym typeface="Wingdings" pitchFamily="2" charset="2"/>
              </a:rPr>
              <a:t>k</a:t>
            </a:r>
            <a:r>
              <a:rPr lang="en-US" altLang="zh-CN" b="1" i="1">
                <a:sym typeface="Wingdings" pitchFamily="2" charset="2"/>
              </a:rPr>
              <a:t> </a:t>
            </a:r>
            <a:r>
              <a:rPr lang="en-US" altLang="zh-CN" b="1">
                <a:sym typeface="Wingdings" pitchFamily="2" charset="2"/>
              </a:rPr>
              <a:t>)</a:t>
            </a:r>
            <a:r>
              <a:rPr lang="en-US" altLang="zh-CN" b="1"/>
              <a:t> &gt; 0</a:t>
            </a:r>
          </a:p>
        </p:txBody>
      </p:sp>
      <p:grpSp>
        <p:nvGrpSpPr>
          <p:cNvPr id="56" name="Group 47">
            <a:extLst>
              <a:ext uri="{FF2B5EF4-FFF2-40B4-BE49-F238E27FC236}">
                <a16:creationId xmlns:a16="http://schemas.microsoft.com/office/drawing/2014/main" id="{82897DC2-5BA5-7D47-8839-100766C27271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343400"/>
            <a:ext cx="5257800" cy="1066800"/>
            <a:chOff x="2112" y="3360"/>
            <a:chExt cx="3312" cy="672"/>
          </a:xfrm>
        </p:grpSpPr>
        <p:sp>
          <p:nvSpPr>
            <p:cNvPr id="57" name="AutoShape 48">
              <a:extLst>
                <a:ext uri="{FF2B5EF4-FFF2-40B4-BE49-F238E27FC236}">
                  <a16:creationId xmlns:a16="http://schemas.microsoft.com/office/drawing/2014/main" id="{7A01AAC9-8D59-AF49-844F-67E534783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360"/>
              <a:ext cx="3312" cy="672"/>
            </a:xfrm>
            <a:prstGeom prst="wedgeEllipseCallout">
              <a:avLst>
                <a:gd name="adj1" fmla="val -34181"/>
                <a:gd name="adj2" fmla="val -101935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r>
                <a:rPr lang="en-US" altLang="zh-CN" b="1" dirty="0">
                  <a:latin typeface="Times New Roman" charset="0"/>
                  <a:ea typeface="宋体" charset="0"/>
                  <a:cs typeface="楷体_GB2312" charset="0"/>
                </a:rPr>
                <a:t>                  </a:t>
              </a:r>
              <a:r>
                <a:rPr lang="zh-CN" altLang="en-US" b="1" dirty="0">
                  <a:latin typeface="Times New Roman" charset="0"/>
                  <a:ea typeface="宋体" charset="0"/>
                  <a:cs typeface="楷体_GB2312" charset="0"/>
                </a:rPr>
                <a:t>      </a:t>
              </a:r>
              <a:r>
                <a:rPr lang="zh-CN" altLang="en-US" sz="2400" b="1" dirty="0">
                  <a:latin typeface="Times New Roman" charset="0"/>
                  <a:ea typeface="宋体" charset="0"/>
                  <a:cs typeface="楷体_GB2312" charset="0"/>
                </a:rPr>
                <a:t>其中</a:t>
              </a:r>
              <a:endParaRPr lang="en-US" altLang="zh-CN" sz="2400" b="1" dirty="0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graphicFrame>
          <p:nvGraphicFramePr>
            <p:cNvPr id="8206" name="Object 49">
              <a:extLst>
                <a:ext uri="{FF2B5EF4-FFF2-40B4-BE49-F238E27FC236}">
                  <a16:creationId xmlns:a16="http://schemas.microsoft.com/office/drawing/2014/main" id="{3B972A74-C971-EF41-A46A-7FE3A57A19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3456"/>
            <a:ext cx="960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47" name="Equation" r:id="rId12" imgW="21945600" imgH="5562600" progId="Equation.3">
                    <p:embed/>
                  </p:oleObj>
                </mc:Choice>
                <mc:Fallback>
                  <p:oleObj name="Equation" r:id="rId12" imgW="21945600" imgH="5562600" progId="Equation.3">
                    <p:embed/>
                    <p:pic>
                      <p:nvPicPr>
                        <p:cNvPr id="8206" name="Object 49">
                          <a:extLst>
                            <a:ext uri="{FF2B5EF4-FFF2-40B4-BE49-F238E27FC236}">
                              <a16:creationId xmlns:a16="http://schemas.microsoft.com/office/drawing/2014/main" id="{3B972A74-C971-EF41-A46A-7FE3A57A19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456"/>
                          <a:ext cx="960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7" name="Object 50">
              <a:extLst>
                <a:ext uri="{FF2B5EF4-FFF2-40B4-BE49-F238E27FC236}">
                  <a16:creationId xmlns:a16="http://schemas.microsoft.com/office/drawing/2014/main" id="{B8AD3F59-0F6E-AF4E-809B-691F0526B8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3456"/>
            <a:ext cx="101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48" name="Equation" r:id="rId14" imgW="21361400" imgH="5270500" progId="Equation.3">
                    <p:embed/>
                  </p:oleObj>
                </mc:Choice>
                <mc:Fallback>
                  <p:oleObj name="Equation" r:id="rId14" imgW="21361400" imgH="5270500" progId="Equation.3">
                    <p:embed/>
                    <p:pic>
                      <p:nvPicPr>
                        <p:cNvPr id="8207" name="Object 50">
                          <a:extLst>
                            <a:ext uri="{FF2B5EF4-FFF2-40B4-BE49-F238E27FC236}">
                              <a16:creationId xmlns:a16="http://schemas.microsoft.com/office/drawing/2014/main" id="{B8AD3F59-0F6E-AF4E-809B-691F0526B8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456"/>
                          <a:ext cx="101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AutoShape 51">
              <a:extLst>
                <a:ext uri="{FF2B5EF4-FFF2-40B4-BE49-F238E27FC236}">
                  <a16:creationId xmlns:a16="http://schemas.microsoft.com/office/drawing/2014/main" id="{E2ED27C8-65B4-EE44-BFF2-2172416AE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744"/>
              <a:ext cx="576" cy="192"/>
            </a:xfrm>
            <a:prstGeom prst="wedgeRectCallout">
              <a:avLst>
                <a:gd name="adj1" fmla="val 125176"/>
                <a:gd name="adj2" fmla="val -10208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zh-CN" altLang="en-US" sz="2000" b="1" dirty="0">
                  <a:latin typeface="楷体_GB2312" charset="0"/>
                  <a:ea typeface="宋体" charset="0"/>
                  <a:cs typeface="楷体_GB2312" charset="0"/>
                </a:rPr>
                <a:t>第</a:t>
              </a:r>
              <a:r>
                <a:rPr lang="en-US" altLang="zh-CN" sz="2000" b="1" dirty="0">
                  <a:latin typeface="楷体_GB2312" charset="0"/>
                  <a:ea typeface="宋体" charset="0"/>
                  <a:cs typeface="楷体_GB2312" charset="0"/>
                </a:rPr>
                <a:t> </a:t>
              </a:r>
              <a:r>
                <a:rPr lang="en-US" altLang="zh-CN" sz="2000" b="1" i="1" dirty="0" err="1">
                  <a:solidFill>
                    <a:schemeClr val="accent2"/>
                  </a:solidFill>
                  <a:latin typeface="Times New Roman" charset="0"/>
                  <a:ea typeface="宋体" charset="0"/>
                  <a:cs typeface="楷体_GB2312" charset="0"/>
                </a:rPr>
                <a:t>i</a:t>
              </a:r>
              <a:r>
                <a:rPr lang="en-US" altLang="zh-CN" sz="2000" b="1" dirty="0">
                  <a:solidFill>
                    <a:schemeClr val="accent2"/>
                  </a:solidFill>
                  <a:latin typeface="楷体_GB2312" charset="0"/>
                  <a:ea typeface="宋体" charset="0"/>
                  <a:cs typeface="楷体_GB2312" charset="0"/>
                </a:rPr>
                <a:t> </a:t>
              </a:r>
              <a:r>
                <a:rPr lang="zh-CN" altLang="en-US" sz="2000" b="1" dirty="0">
                  <a:latin typeface="楷体_GB2312" charset="0"/>
                  <a:ea typeface="宋体" charset="0"/>
                  <a:cs typeface="楷体_GB2312" charset="0"/>
                </a:rPr>
                <a:t>位</a:t>
              </a:r>
              <a:endParaRPr lang="en-US" altLang="zh-CN" sz="2000" b="1" dirty="0">
                <a:latin typeface="楷体_GB2312" charset="0"/>
                <a:ea typeface="宋体" charset="0"/>
                <a:cs typeface="楷体_GB231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935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 autoUpdateAnimBg="0"/>
      <p:bldP spid="42002" grpId="0" autoUpdateAnimBg="0"/>
      <p:bldP spid="42003" grpId="0" autoUpdateAnimBg="0"/>
      <p:bldP spid="42012" grpId="0" animBg="1"/>
      <p:bldP spid="42037" grpId="0"/>
      <p:bldP spid="42046" grpId="0"/>
      <p:bldP spid="420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FA50E12-A4C0-9A46-ACD5-F6B53B01D13D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941888"/>
            <a:ext cx="3240087" cy="790575"/>
            <a:chOff x="-2772816" y="3212976"/>
            <a:chExt cx="3240360" cy="792088"/>
          </a:xfrm>
        </p:grpSpPr>
        <p:sp>
          <p:nvSpPr>
            <p:cNvPr id="43098" name="AutoShape 90">
              <a:extLst>
                <a:ext uri="{FF2B5EF4-FFF2-40B4-BE49-F238E27FC236}">
                  <a16:creationId xmlns:a16="http://schemas.microsoft.com/office/drawing/2014/main" id="{52A5512C-239E-214D-AFCB-84E143317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772816" y="3212976"/>
              <a:ext cx="3240360" cy="792088"/>
            </a:xfrm>
            <a:prstGeom prst="wedgeEllipseCallout">
              <a:avLst>
                <a:gd name="adj1" fmla="val 15222"/>
                <a:gd name="adj2" fmla="val -181875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b="1"/>
                <a:t>Since   </a:t>
              </a:r>
              <a:endParaRPr lang="en-US" altLang="zh-CN" sz="20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9270" name="Object 15">
              <a:extLst>
                <a:ext uri="{FF2B5EF4-FFF2-40B4-BE49-F238E27FC236}">
                  <a16:creationId xmlns:a16="http://schemas.microsoft.com/office/drawing/2014/main" id="{776A70DC-F48D-CF4F-94C2-5EB9EB2563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1295400" y="3356992"/>
            <a:ext cx="1295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0" name="Equation" r:id="rId7" imgW="14922500" imgH="4686300" progId="Equation.3">
                    <p:embed/>
                  </p:oleObj>
                </mc:Choice>
                <mc:Fallback>
                  <p:oleObj name="Equation" r:id="rId7" imgW="14922500" imgH="4686300" progId="Equation.3">
                    <p:embed/>
                    <p:pic>
                      <p:nvPicPr>
                        <p:cNvPr id="9270" name="Object 15">
                          <a:extLst>
                            <a:ext uri="{FF2B5EF4-FFF2-40B4-BE49-F238E27FC236}">
                              <a16:creationId xmlns:a16="http://schemas.microsoft.com/office/drawing/2014/main" id="{776A70DC-F48D-CF4F-94C2-5EB9EB2563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295400" y="3356992"/>
                          <a:ext cx="12954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42" name="Rectangle 34">
            <a:extLst>
              <a:ext uri="{FF2B5EF4-FFF2-40B4-BE49-F238E27FC236}">
                <a16:creationId xmlns:a16="http://schemas.microsoft.com/office/drawing/2014/main" id="{16B6BEEC-28D3-CA47-AF41-CFA9DAB4F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15888"/>
            <a:ext cx="411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Choleski</a:t>
            </a:r>
          </a:p>
        </p:txBody>
      </p:sp>
      <p:sp>
        <p:nvSpPr>
          <p:cNvPr id="43043" name="Text Box 35">
            <a:extLst>
              <a:ext uri="{FF2B5EF4-FFF2-40B4-BE49-F238E27FC236}">
                <a16:creationId xmlns:a16="http://schemas.microsoft.com/office/drawing/2014/main" id="{BC567921-A1BC-9242-8FCF-52AD78D72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09625"/>
            <a:ext cx="461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charset="0"/>
                <a:sym typeface="Wingdings" pitchFamily="2" charset="2"/>
              </a:rPr>
              <a:t>将</a:t>
            </a:r>
            <a:r>
              <a:rPr lang="zh-CN" altLang="en-US" b="1">
                <a:latin typeface="楷体_GB2312" charset="0"/>
              </a:rPr>
              <a:t>对称</a:t>
            </a:r>
            <a:r>
              <a:rPr lang="en-US" altLang="zh-CN"/>
              <a:t> </a:t>
            </a:r>
            <a:r>
              <a:rPr lang="zh-CN" altLang="en-US" b="1">
                <a:latin typeface="楷体_GB2312" charset="0"/>
              </a:rPr>
              <a:t>正定阵</a:t>
            </a:r>
            <a:r>
              <a:rPr lang="en-US" altLang="zh-CN" b="1"/>
              <a:t> </a:t>
            </a:r>
            <a:r>
              <a:rPr lang="en-US" altLang="zh-CN" b="1" i="1"/>
              <a:t>A</a:t>
            </a:r>
            <a:r>
              <a:rPr lang="en-US" altLang="zh-CN" b="1"/>
              <a:t> </a:t>
            </a:r>
            <a:r>
              <a:rPr lang="zh-CN" altLang="en-US" b="1"/>
              <a:t>做</a:t>
            </a:r>
            <a:r>
              <a:rPr lang="en-US" altLang="zh-CN" b="1"/>
              <a:t> </a:t>
            </a:r>
            <a:r>
              <a:rPr lang="en-US" altLang="zh-CN" b="1" i="1"/>
              <a:t>LU</a:t>
            </a:r>
            <a:r>
              <a:rPr lang="en-US" altLang="zh-CN" b="1"/>
              <a:t> </a:t>
            </a:r>
            <a:r>
              <a:rPr lang="zh-CN" altLang="en-US" b="1">
                <a:latin typeface="楷体_GB2312" charset="0"/>
              </a:rPr>
              <a:t>分解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43064" name="Group 56">
            <a:extLst>
              <a:ext uri="{FF2B5EF4-FFF2-40B4-BE49-F238E27FC236}">
                <a16:creationId xmlns:a16="http://schemas.microsoft.com/office/drawing/2014/main" id="{5608E7FA-67B8-934A-90D5-1836E04B51C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343025"/>
            <a:ext cx="4953000" cy="1295400"/>
            <a:chOff x="384" y="624"/>
            <a:chExt cx="3120" cy="816"/>
          </a:xfrm>
        </p:grpSpPr>
        <p:sp>
          <p:nvSpPr>
            <p:cNvPr id="43044" name="Text Box 36">
              <a:extLst>
                <a:ext uri="{FF2B5EF4-FFF2-40B4-BE49-F238E27FC236}">
                  <a16:creationId xmlns:a16="http://schemas.microsoft.com/office/drawing/2014/main" id="{2DB844B7-BCC4-7547-BB11-8C8013190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91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i="1"/>
                <a:t>U</a:t>
              </a:r>
              <a:r>
                <a:rPr lang="en-US" altLang="zh-CN" b="1"/>
                <a:t> =</a:t>
              </a:r>
              <a:endParaRPr lang="en-US" altLang="zh-CN" b="1" i="1"/>
            </a:p>
          </p:txBody>
        </p:sp>
        <p:sp>
          <p:nvSpPr>
            <p:cNvPr id="43045" name="AutoShape 37">
              <a:extLst>
                <a:ext uri="{FF2B5EF4-FFF2-40B4-BE49-F238E27FC236}">
                  <a16:creationId xmlns:a16="http://schemas.microsoft.com/office/drawing/2014/main" id="{0907B07B-BBD4-4844-B202-E711285AED6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864" y="720"/>
              <a:ext cx="672" cy="672"/>
            </a:xfrm>
            <a:prstGeom prst="rtTriangle">
              <a:avLst/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defRPr/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ij</a:t>
              </a:r>
              <a:endParaRPr lang="en-US" altLang="zh-CN" b="1" i="1"/>
            </a:p>
          </p:txBody>
        </p:sp>
        <p:sp>
          <p:nvSpPr>
            <p:cNvPr id="43047" name="AutoShape 39">
              <a:extLst>
                <a:ext uri="{FF2B5EF4-FFF2-40B4-BE49-F238E27FC236}">
                  <a16:creationId xmlns:a16="http://schemas.microsoft.com/office/drawing/2014/main" id="{2A0C15C9-2F48-C742-A872-D7AC0A36A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672"/>
              <a:ext cx="768" cy="768"/>
            </a:xfrm>
            <a:prstGeom prst="bracketPair">
              <a:avLst>
                <a:gd name="adj" fmla="val 1013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48" name="Text Box 40">
              <a:extLst>
                <a:ext uri="{FF2B5EF4-FFF2-40B4-BE49-F238E27FC236}">
                  <a16:creationId xmlns:a16="http://schemas.microsoft.com/office/drawing/2014/main" id="{D3AFBE21-38B4-1C48-9778-A1143C2D2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9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b="1">
                  <a:latin typeface="Times New Roman" charset="0"/>
                  <a:ea typeface="宋体" charset="0"/>
                </a:rPr>
                <a:t>=</a:t>
              </a:r>
            </a:p>
          </p:txBody>
        </p:sp>
        <p:sp>
          <p:nvSpPr>
            <p:cNvPr id="43049" name="AutoShape 41">
              <a:extLst>
                <a:ext uri="{FF2B5EF4-FFF2-40B4-BE49-F238E27FC236}">
                  <a16:creationId xmlns:a16="http://schemas.microsoft.com/office/drawing/2014/main" id="{829AC975-10C9-2E4D-8461-419F99114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672"/>
              <a:ext cx="768" cy="768"/>
            </a:xfrm>
            <a:prstGeom prst="bracketPair">
              <a:avLst>
                <a:gd name="adj" fmla="val 1013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50" name="AutoShape 42">
              <a:extLst>
                <a:ext uri="{FF2B5EF4-FFF2-40B4-BE49-F238E27FC236}">
                  <a16:creationId xmlns:a16="http://schemas.microsoft.com/office/drawing/2014/main" id="{62E72512-09A2-6B47-99C1-49AC254D803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20" y="720"/>
              <a:ext cx="672" cy="672"/>
            </a:xfrm>
            <a:prstGeom prst="parallelogram">
              <a:avLst>
                <a:gd name="adj" fmla="val 85861"/>
              </a:avLst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051" name="Text Box 43">
              <a:extLst>
                <a:ext uri="{FF2B5EF4-FFF2-40B4-BE49-F238E27FC236}">
                  <a16:creationId xmlns:a16="http://schemas.microsoft.com/office/drawing/2014/main" id="{A7EEECBA-7629-FF4B-AF45-44A8E8E36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672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i="1"/>
                <a:t>u</a:t>
              </a:r>
              <a:r>
                <a:rPr lang="en-US" altLang="zh-CN" sz="1400" b="1" baseline="-25000"/>
                <a:t>11</a:t>
              </a:r>
              <a:endParaRPr lang="en-US" altLang="zh-CN" sz="1400" b="1" i="1"/>
            </a:p>
          </p:txBody>
        </p:sp>
        <p:sp>
          <p:nvSpPr>
            <p:cNvPr id="43055" name="AutoShape 47">
              <a:extLst>
                <a:ext uri="{FF2B5EF4-FFF2-40B4-BE49-F238E27FC236}">
                  <a16:creationId xmlns:a16="http://schemas.microsoft.com/office/drawing/2014/main" id="{583BD2D1-5E14-844E-BA85-EA44E82D77F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2880" y="672"/>
              <a:ext cx="576" cy="672"/>
            </a:xfrm>
            <a:prstGeom prst="rtTriangle">
              <a:avLst/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defRPr/>
              </a:pPr>
              <a:r>
                <a:rPr lang="en-US" altLang="zh-CN" sz="1600" b="1" i="1"/>
                <a:t>u</a:t>
              </a:r>
              <a:r>
                <a:rPr lang="en-US" altLang="zh-CN" sz="1600" b="1" i="1" baseline="-25000"/>
                <a:t>ij</a:t>
              </a:r>
              <a:r>
                <a:rPr lang="en-US" altLang="zh-CN" sz="1600" b="1"/>
                <a:t> / </a:t>
              </a:r>
              <a:r>
                <a:rPr lang="en-US" altLang="zh-CN" sz="1600" b="1" i="1"/>
                <a:t>u</a:t>
              </a:r>
              <a:r>
                <a:rPr lang="en-US" altLang="zh-CN" sz="1600" b="1" i="1" baseline="-25000"/>
                <a:t>ii</a:t>
              </a:r>
              <a:endParaRPr lang="en-US" altLang="zh-CN" sz="1600" b="1" i="1"/>
            </a:p>
          </p:txBody>
        </p:sp>
        <p:sp>
          <p:nvSpPr>
            <p:cNvPr id="43056" name="AutoShape 48">
              <a:extLst>
                <a:ext uri="{FF2B5EF4-FFF2-40B4-BE49-F238E27FC236}">
                  <a16:creationId xmlns:a16="http://schemas.microsoft.com/office/drawing/2014/main" id="{DAF148B9-7CA4-4241-B985-0F45D03B5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624"/>
              <a:ext cx="768" cy="768"/>
            </a:xfrm>
            <a:prstGeom prst="bracketPair">
              <a:avLst>
                <a:gd name="adj" fmla="val 1013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58" name="AutoShape 50">
              <a:extLst>
                <a:ext uri="{FF2B5EF4-FFF2-40B4-BE49-F238E27FC236}">
                  <a16:creationId xmlns:a16="http://schemas.microsoft.com/office/drawing/2014/main" id="{1D2446E0-4C70-5F4D-AF0F-3CCA34E3D96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784" y="672"/>
              <a:ext cx="672" cy="672"/>
            </a:xfrm>
            <a:prstGeom prst="parallelogram">
              <a:avLst>
                <a:gd name="adj" fmla="val 85861"/>
              </a:avLst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059" name="Text Box 51">
              <a:extLst>
                <a:ext uri="{FF2B5EF4-FFF2-40B4-BE49-F238E27FC236}">
                  <a16:creationId xmlns:a16="http://schemas.microsoft.com/office/drawing/2014/main" id="{C10461B2-1729-4540-AA44-0A0360417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624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latin typeface="Times New Roman" charset="0"/>
                  <a:ea typeface="宋体" charset="0"/>
                </a:rPr>
                <a:t>1</a:t>
              </a:r>
            </a:p>
          </p:txBody>
        </p:sp>
        <p:sp>
          <p:nvSpPr>
            <p:cNvPr id="43060" name="Text Box 52">
              <a:extLst>
                <a:ext uri="{FF2B5EF4-FFF2-40B4-BE49-F238E27FC236}">
                  <a16:creationId xmlns:a16="http://schemas.microsoft.com/office/drawing/2014/main" id="{7348DA66-E5E6-0247-8C24-D4FA1D43C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720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latin typeface="Times New Roman" charset="0"/>
                  <a:ea typeface="宋体" charset="0"/>
                </a:rPr>
                <a:t>1</a:t>
              </a:r>
            </a:p>
          </p:txBody>
        </p:sp>
        <p:sp>
          <p:nvSpPr>
            <p:cNvPr id="43061" name="Text Box 53">
              <a:extLst>
                <a:ext uri="{FF2B5EF4-FFF2-40B4-BE49-F238E27FC236}">
                  <a16:creationId xmlns:a16="http://schemas.microsoft.com/office/drawing/2014/main" id="{A9203FC4-5C7B-8C46-8F88-ED98D7D0C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200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latin typeface="Times New Roman" charset="0"/>
                  <a:ea typeface="宋体" charset="0"/>
                </a:rPr>
                <a:t>1</a:t>
              </a:r>
            </a:p>
          </p:txBody>
        </p:sp>
        <p:sp>
          <p:nvSpPr>
            <p:cNvPr id="43062" name="Text Box 54">
              <a:extLst>
                <a:ext uri="{FF2B5EF4-FFF2-40B4-BE49-F238E27FC236}">
                  <a16:creationId xmlns:a16="http://schemas.microsoft.com/office/drawing/2014/main" id="{5EC38981-34E7-7142-AF33-FBAC26897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81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i="1"/>
                <a:t>u</a:t>
              </a:r>
              <a:r>
                <a:rPr lang="en-US" altLang="zh-CN" sz="1400" b="1" baseline="-25000"/>
                <a:t>22</a:t>
              </a:r>
              <a:endParaRPr lang="en-US" altLang="zh-CN" sz="1400" b="1" i="1"/>
            </a:p>
          </p:txBody>
        </p:sp>
        <p:sp>
          <p:nvSpPr>
            <p:cNvPr id="43063" name="Text Box 55">
              <a:extLst>
                <a:ext uri="{FF2B5EF4-FFF2-40B4-BE49-F238E27FC236}">
                  <a16:creationId xmlns:a16="http://schemas.microsoft.com/office/drawing/2014/main" id="{D42ADF97-11D3-424E-800E-D092F8663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24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i="1"/>
                <a:t>u</a:t>
              </a:r>
              <a:r>
                <a:rPr lang="en-US" altLang="zh-CN" sz="1400" b="1" i="1" baseline="-25000"/>
                <a:t>nn</a:t>
              </a:r>
              <a:endParaRPr lang="en-US" altLang="zh-CN" sz="1400" b="1" i="1"/>
            </a:p>
          </p:txBody>
        </p:sp>
      </p:grpSp>
      <p:grpSp>
        <p:nvGrpSpPr>
          <p:cNvPr id="43069" name="Group 61">
            <a:extLst>
              <a:ext uri="{FF2B5EF4-FFF2-40B4-BE49-F238E27FC236}">
                <a16:creationId xmlns:a16="http://schemas.microsoft.com/office/drawing/2014/main" id="{616BCFA0-8AC5-1344-9614-72E329378028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647825"/>
            <a:ext cx="1270000" cy="458788"/>
            <a:chOff x="3600" y="816"/>
            <a:chExt cx="800" cy="289"/>
          </a:xfrm>
        </p:grpSpPr>
        <p:sp>
          <p:nvSpPr>
            <p:cNvPr id="43065" name="Text Box 57">
              <a:extLst>
                <a:ext uri="{FF2B5EF4-FFF2-40B4-BE49-F238E27FC236}">
                  <a16:creationId xmlns:a16="http://schemas.microsoft.com/office/drawing/2014/main" id="{A428AD1A-7637-8145-AC3E-7520935A2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816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1400" b="1">
                  <a:latin typeface="Times New Roman" charset="0"/>
                  <a:ea typeface="宋体" charset="0"/>
                  <a:cs typeface="楷体_GB2312" charset="0"/>
                </a:rPr>
                <a:t>记为</a:t>
              </a:r>
              <a:endParaRPr lang="en-US" altLang="zh-CN" sz="1400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sp>
          <p:nvSpPr>
            <p:cNvPr id="43066" name="Line 58">
              <a:extLst>
                <a:ext uri="{FF2B5EF4-FFF2-40B4-BE49-F238E27FC236}">
                  <a16:creationId xmlns:a16="http://schemas.microsoft.com/office/drawing/2014/main" id="{CF6F6B2E-3F42-2244-B38B-0CBC3E557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008"/>
              <a:ext cx="28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3067" name="Line 59">
              <a:extLst>
                <a:ext uri="{FF2B5EF4-FFF2-40B4-BE49-F238E27FC236}">
                  <a16:creationId xmlns:a16="http://schemas.microsoft.com/office/drawing/2014/main" id="{B6B09F24-849A-5948-A5E0-F54AD96D27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056"/>
              <a:ext cx="28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graphicFrame>
          <p:nvGraphicFramePr>
            <p:cNvPr id="9253" name="Object 60">
              <a:extLst>
                <a:ext uri="{FF2B5EF4-FFF2-40B4-BE49-F238E27FC236}">
                  <a16:creationId xmlns:a16="http://schemas.microsoft.com/office/drawing/2014/main" id="{5BADB2A4-4613-4940-92BD-4855F749D1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864"/>
            <a:ext cx="36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1" name="Equation" r:id="rId9" imgW="6731000" imgH="4978400" progId="Equation.3">
                    <p:embed/>
                  </p:oleObj>
                </mc:Choice>
                <mc:Fallback>
                  <p:oleObj name="Equation" r:id="rId9" imgW="6731000" imgH="4978400" progId="Equation.3">
                    <p:embed/>
                    <p:pic>
                      <p:nvPicPr>
                        <p:cNvPr id="9253" name="Object 60">
                          <a:extLst>
                            <a:ext uri="{FF2B5EF4-FFF2-40B4-BE49-F238E27FC236}">
                              <a16:creationId xmlns:a16="http://schemas.microsoft.com/office/drawing/2014/main" id="{5BADB2A4-4613-4940-92BD-4855F749D1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864"/>
                          <a:ext cx="368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72" name="Group 64">
            <a:extLst>
              <a:ext uri="{FF2B5EF4-FFF2-40B4-BE49-F238E27FC236}">
                <a16:creationId xmlns:a16="http://schemas.microsoft.com/office/drawing/2014/main" id="{5B9FC77C-83F7-564D-B532-D67C6F9C8D4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790825"/>
            <a:ext cx="1600200" cy="457200"/>
            <a:chOff x="336" y="1680"/>
            <a:chExt cx="1008" cy="288"/>
          </a:xfrm>
        </p:grpSpPr>
        <p:sp>
          <p:nvSpPr>
            <p:cNvPr id="43070" name="Text Box 62">
              <a:extLst>
                <a:ext uri="{FF2B5EF4-FFF2-40B4-BE49-F238E27FC236}">
                  <a16:creationId xmlns:a16="http://schemas.microsoft.com/office/drawing/2014/main" id="{D98BBB62-FD60-1F46-BCE8-54D9F70E9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68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 </a:t>
              </a:r>
              <a:r>
                <a:rPr lang="en-US" altLang="zh-CN" b="1" i="1"/>
                <a:t>A </a:t>
              </a:r>
              <a:r>
                <a:rPr lang="zh-CN" altLang="en-US" b="1"/>
                <a:t>对称</a:t>
              </a:r>
              <a:endParaRPr lang="en-US" altLang="zh-CN" b="1"/>
            </a:p>
          </p:txBody>
        </p:sp>
        <p:sp>
          <p:nvSpPr>
            <p:cNvPr id="43071" name="AutoShape 63">
              <a:extLst>
                <a:ext uri="{FF2B5EF4-FFF2-40B4-BE49-F238E27FC236}">
                  <a16:creationId xmlns:a16="http://schemas.microsoft.com/office/drawing/2014/main" id="{76BC36DA-EAB0-A740-94BB-25F6DAE61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776"/>
              <a:ext cx="240" cy="96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aphicFrame>
        <p:nvGraphicFramePr>
          <p:cNvPr id="43073" name="Object 65">
            <a:extLst>
              <a:ext uri="{FF2B5EF4-FFF2-40B4-BE49-F238E27FC236}">
                <a16:creationId xmlns:a16="http://schemas.microsoft.com/office/drawing/2014/main" id="{3E1F6517-3E52-4840-8738-19709FF045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755900"/>
          <a:ext cx="91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62" name="Equation" r:id="rId11" imgW="11404600" imgH="4978400" progId="Equation.3">
                  <p:embed/>
                </p:oleObj>
              </mc:Choice>
              <mc:Fallback>
                <p:oleObj name="Equation" r:id="rId11" imgW="11404600" imgH="4978400" progId="Equation.3">
                  <p:embed/>
                  <p:pic>
                    <p:nvPicPr>
                      <p:cNvPr id="43073" name="Object 65">
                        <a:extLst>
                          <a:ext uri="{FF2B5EF4-FFF2-40B4-BE49-F238E27FC236}">
                            <a16:creationId xmlns:a16="http://schemas.microsoft.com/office/drawing/2014/main" id="{3E1F6517-3E52-4840-8738-19709FF045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755900"/>
                        <a:ext cx="914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76" name="Group 68">
            <a:extLst>
              <a:ext uri="{FF2B5EF4-FFF2-40B4-BE49-F238E27FC236}">
                <a16:creationId xmlns:a16="http://schemas.microsoft.com/office/drawing/2014/main" id="{A38C0498-3854-F543-B34F-29B1FCD59922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790825"/>
            <a:ext cx="1752600" cy="457200"/>
            <a:chOff x="2256" y="1702"/>
            <a:chExt cx="1104" cy="288"/>
          </a:xfrm>
        </p:grpSpPr>
        <p:sp>
          <p:nvSpPr>
            <p:cNvPr id="43074" name="Text Box 66">
              <a:extLst>
                <a:ext uri="{FF2B5EF4-FFF2-40B4-BE49-F238E27FC236}">
                  <a16:creationId xmlns:a16="http://schemas.microsoft.com/office/drawing/2014/main" id="{2C6DDC4A-1209-964C-8CF3-FD73BAD37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70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latin typeface="Times New Roman" charset="0"/>
                  <a:ea typeface="宋体" charset="0"/>
                  <a:cs typeface="楷体_GB2312" charset="0"/>
                </a:rPr>
                <a:t>即</a:t>
              </a:r>
              <a:endParaRPr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graphicFrame>
          <p:nvGraphicFramePr>
            <p:cNvPr id="9247" name="Object 67">
              <a:extLst>
                <a:ext uri="{FF2B5EF4-FFF2-40B4-BE49-F238E27FC236}">
                  <a16:creationId xmlns:a16="http://schemas.microsoft.com/office/drawing/2014/main" id="{A3689CA9-BF16-1E48-86A3-4B77192B83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1728"/>
            <a:ext cx="81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3" name="Equation" r:id="rId13" imgW="15214600" imgH="4394200" progId="Equation.3">
                    <p:embed/>
                  </p:oleObj>
                </mc:Choice>
                <mc:Fallback>
                  <p:oleObj name="Equation" r:id="rId13" imgW="15214600" imgH="4394200" progId="Equation.3">
                    <p:embed/>
                    <p:pic>
                      <p:nvPicPr>
                        <p:cNvPr id="9247" name="Object 67">
                          <a:extLst>
                            <a:ext uri="{FF2B5EF4-FFF2-40B4-BE49-F238E27FC236}">
                              <a16:creationId xmlns:a16="http://schemas.microsoft.com/office/drawing/2014/main" id="{A3689CA9-BF16-1E48-86A3-4B77192B83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728"/>
                          <a:ext cx="816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96" name="Group 88">
            <a:extLst>
              <a:ext uri="{FF2B5EF4-FFF2-40B4-BE49-F238E27FC236}">
                <a16:creationId xmlns:a16="http://schemas.microsoft.com/office/drawing/2014/main" id="{5C903562-71AE-074C-B357-FCDA8D7BB88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213100"/>
            <a:ext cx="2667000" cy="1219200"/>
            <a:chOff x="528" y="2400"/>
            <a:chExt cx="1680" cy="768"/>
          </a:xfrm>
        </p:grpSpPr>
        <p:sp>
          <p:nvSpPr>
            <p:cNvPr id="43078" name="Text Box 70">
              <a:extLst>
                <a:ext uri="{FF2B5EF4-FFF2-40B4-BE49-F238E27FC236}">
                  <a16:creationId xmlns:a16="http://schemas.microsoft.com/office/drawing/2014/main" id="{D30B0862-918B-4148-8B81-BE6C64C65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64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>
                  <a:latin typeface="楷体_GB2312" charset="0"/>
                </a:rPr>
                <a:t>记</a:t>
              </a:r>
              <a:r>
                <a:rPr lang="en-US" altLang="zh-CN" b="1">
                  <a:latin typeface="楷体_GB2312" charset="0"/>
                </a:rPr>
                <a:t> </a:t>
              </a:r>
              <a:r>
                <a:rPr lang="en-US" altLang="zh-CN" b="1" i="1"/>
                <a:t>D</a:t>
              </a:r>
              <a:r>
                <a:rPr lang="en-US" altLang="zh-CN" b="1" baseline="30000"/>
                <a:t>1/2</a:t>
              </a:r>
              <a:r>
                <a:rPr lang="en-US" altLang="zh-CN" b="1"/>
                <a:t> =</a:t>
              </a:r>
              <a:endParaRPr lang="en-US" altLang="zh-CN" b="1" i="1"/>
            </a:p>
          </p:txBody>
        </p:sp>
        <p:sp>
          <p:nvSpPr>
            <p:cNvPr id="43082" name="AutoShape 74">
              <a:extLst>
                <a:ext uri="{FF2B5EF4-FFF2-40B4-BE49-F238E27FC236}">
                  <a16:creationId xmlns:a16="http://schemas.microsoft.com/office/drawing/2014/main" id="{2ACC096F-AA6F-8544-8F77-AB19DF1FC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00"/>
              <a:ext cx="768" cy="768"/>
            </a:xfrm>
            <a:prstGeom prst="bracketPair">
              <a:avLst>
                <a:gd name="adj" fmla="val 1013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83" name="AutoShape 75">
              <a:extLst>
                <a:ext uri="{FF2B5EF4-FFF2-40B4-BE49-F238E27FC236}">
                  <a16:creationId xmlns:a16="http://schemas.microsoft.com/office/drawing/2014/main" id="{FBF3F6F0-FEC1-9147-A018-E697EEAD74C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88" y="2448"/>
              <a:ext cx="672" cy="672"/>
            </a:xfrm>
            <a:prstGeom prst="parallelogram">
              <a:avLst>
                <a:gd name="adj" fmla="val 85861"/>
              </a:avLst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graphicFrame>
          <p:nvGraphicFramePr>
            <p:cNvPr id="9243" name="Object 85">
              <a:extLst>
                <a:ext uri="{FF2B5EF4-FFF2-40B4-BE49-F238E27FC236}">
                  <a16:creationId xmlns:a16="http://schemas.microsoft.com/office/drawing/2014/main" id="{B69D6401-D642-AF4B-AAA5-BA0C86E83A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8" y="2400"/>
            <a:ext cx="252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4" name="Equation" r:id="rId15" imgW="7899400" imgH="5854700" progId="Equation.3">
                    <p:embed/>
                  </p:oleObj>
                </mc:Choice>
                <mc:Fallback>
                  <p:oleObj name="Equation" r:id="rId15" imgW="7899400" imgH="5854700" progId="Equation.3">
                    <p:embed/>
                    <p:pic>
                      <p:nvPicPr>
                        <p:cNvPr id="9243" name="Object 85">
                          <a:extLst>
                            <a:ext uri="{FF2B5EF4-FFF2-40B4-BE49-F238E27FC236}">
                              <a16:creationId xmlns:a16="http://schemas.microsoft.com/office/drawing/2014/main" id="{B69D6401-D642-AF4B-AAA5-BA0C86E83A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400"/>
                          <a:ext cx="252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4" name="Object 86">
              <a:extLst>
                <a:ext uri="{FF2B5EF4-FFF2-40B4-BE49-F238E27FC236}">
                  <a16:creationId xmlns:a16="http://schemas.microsoft.com/office/drawing/2014/main" id="{E7D2C24E-68FA-3949-B7F9-7F3BB2596D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2592"/>
            <a:ext cx="261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5" name="Equation" r:id="rId17" imgW="8191500" imgH="5854700" progId="Equation.3">
                    <p:embed/>
                  </p:oleObj>
                </mc:Choice>
                <mc:Fallback>
                  <p:oleObj name="Equation" r:id="rId17" imgW="8191500" imgH="5854700" progId="Equation.3">
                    <p:embed/>
                    <p:pic>
                      <p:nvPicPr>
                        <p:cNvPr id="9244" name="Object 86">
                          <a:extLst>
                            <a:ext uri="{FF2B5EF4-FFF2-40B4-BE49-F238E27FC236}">
                              <a16:creationId xmlns:a16="http://schemas.microsoft.com/office/drawing/2014/main" id="{E7D2C24E-68FA-3949-B7F9-7F3BB2596D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592"/>
                          <a:ext cx="261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5" name="Object 87">
              <a:extLst>
                <a:ext uri="{FF2B5EF4-FFF2-40B4-BE49-F238E27FC236}">
                  <a16:creationId xmlns:a16="http://schemas.microsoft.com/office/drawing/2014/main" id="{7AC4A9F8-6142-7244-ADA2-C885A31EF0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2928"/>
            <a:ext cx="27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6" name="Equation" r:id="rId19" imgW="8483600" imgH="6146800" progId="Equation.3">
                    <p:embed/>
                  </p:oleObj>
                </mc:Choice>
                <mc:Fallback>
                  <p:oleObj name="Equation" r:id="rId19" imgW="8483600" imgH="6146800" progId="Equation.3">
                    <p:embed/>
                    <p:pic>
                      <p:nvPicPr>
                        <p:cNvPr id="9245" name="Object 87">
                          <a:extLst>
                            <a:ext uri="{FF2B5EF4-FFF2-40B4-BE49-F238E27FC236}">
                              <a16:creationId xmlns:a16="http://schemas.microsoft.com/office/drawing/2014/main" id="{7AC4A9F8-6142-7244-ADA2-C885A31EF0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928"/>
                          <a:ext cx="27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97" name="AutoShape 89">
            <a:extLst>
              <a:ext uri="{FF2B5EF4-FFF2-40B4-BE49-F238E27FC236}">
                <a16:creationId xmlns:a16="http://schemas.microsoft.com/office/drawing/2014/main" id="{DB9AD1C7-DF98-9348-A73A-5B78D9C8E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48225"/>
            <a:ext cx="2971800" cy="762000"/>
          </a:xfrm>
          <a:prstGeom prst="wedgeEllipseCallout">
            <a:avLst>
              <a:gd name="adj1" fmla="val 15222"/>
              <a:gd name="adj2" fmla="val -179792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b="1">
                <a:latin typeface="Times New Roman" charset="0"/>
                <a:ea typeface="宋体" charset="0"/>
              </a:rPr>
              <a:t>Why is </a:t>
            </a:r>
            <a:r>
              <a:rPr lang="en-US" altLang="zh-CN" b="1" i="1">
                <a:latin typeface="Times New Roman" charset="0"/>
                <a:ea typeface="宋体" charset="0"/>
              </a:rPr>
              <a:t>u</a:t>
            </a:r>
            <a:r>
              <a:rPr lang="en-US" altLang="zh-CN" b="1" i="1" baseline="-25000">
                <a:latin typeface="Times New Roman" charset="0"/>
                <a:ea typeface="宋体" charset="0"/>
              </a:rPr>
              <a:t>ii</a:t>
            </a:r>
            <a:r>
              <a:rPr lang="en-US" altLang="zh-CN" b="1">
                <a:latin typeface="Times New Roman" charset="0"/>
                <a:ea typeface="宋体" charset="0"/>
              </a:rPr>
              <a:t> &gt; 0?</a:t>
            </a:r>
          </a:p>
        </p:txBody>
      </p:sp>
      <p:grpSp>
        <p:nvGrpSpPr>
          <p:cNvPr id="43101" name="Group 93">
            <a:extLst>
              <a:ext uri="{FF2B5EF4-FFF2-40B4-BE49-F238E27FC236}">
                <a16:creationId xmlns:a16="http://schemas.microsoft.com/office/drawing/2014/main" id="{F219ACF5-6D33-FA4C-AD90-2D7B2D52254A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248025"/>
            <a:ext cx="3810000" cy="457200"/>
            <a:chOff x="2544" y="2736"/>
            <a:chExt cx="2400" cy="288"/>
          </a:xfrm>
        </p:grpSpPr>
        <p:graphicFrame>
          <p:nvGraphicFramePr>
            <p:cNvPr id="9238" name="Object 91">
              <a:extLst>
                <a:ext uri="{FF2B5EF4-FFF2-40B4-BE49-F238E27FC236}">
                  <a16:creationId xmlns:a16="http://schemas.microsoft.com/office/drawing/2014/main" id="{036A3D7C-AE51-AA42-9B54-5F1F50DB48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2736"/>
            <a:ext cx="816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7" name="Equation" r:id="rId21" imgW="15214600" imgH="4686300" progId="Equation.3">
                    <p:embed/>
                  </p:oleObj>
                </mc:Choice>
                <mc:Fallback>
                  <p:oleObj name="Equation" r:id="rId21" imgW="15214600" imgH="4686300" progId="Equation.3">
                    <p:embed/>
                    <p:pic>
                      <p:nvPicPr>
                        <p:cNvPr id="9238" name="Object 91">
                          <a:extLst>
                            <a:ext uri="{FF2B5EF4-FFF2-40B4-BE49-F238E27FC236}">
                              <a16:creationId xmlns:a16="http://schemas.microsoft.com/office/drawing/2014/main" id="{036A3D7C-AE51-AA42-9B54-5F1F50DB48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736"/>
                          <a:ext cx="816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100" name="Text Box 92">
              <a:extLst>
                <a:ext uri="{FF2B5EF4-FFF2-40B4-BE49-F238E27FC236}">
                  <a16:creationId xmlns:a16="http://schemas.microsoft.com/office/drawing/2014/main" id="{033CCFDA-FCFB-6144-A964-DA1D1B86A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736"/>
              <a:ext cx="24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楷体_GB2312" charset="0"/>
                </a:rPr>
                <a:t>则</a:t>
              </a:r>
              <a:r>
                <a:rPr lang="en-US" altLang="zh-CN" b="1" dirty="0">
                  <a:latin typeface="楷体_GB2312" charset="0"/>
                </a:rPr>
                <a:t>         </a:t>
              </a:r>
              <a:r>
                <a:rPr lang="zh-CN" altLang="en-US" b="1" dirty="0">
                  <a:latin typeface="楷体_GB2312" charset="0"/>
                </a:rPr>
                <a:t>            仍是下三角阵</a:t>
              </a:r>
              <a:endParaRPr lang="en-US" altLang="zh-CN" b="1" dirty="0">
                <a:latin typeface="楷体_GB2312" charset="0"/>
              </a:endParaRPr>
            </a:p>
          </p:txBody>
        </p:sp>
      </p:grpSp>
      <p:grpSp>
        <p:nvGrpSpPr>
          <p:cNvPr id="43104" name="Group 96">
            <a:extLst>
              <a:ext uri="{FF2B5EF4-FFF2-40B4-BE49-F238E27FC236}">
                <a16:creationId xmlns:a16="http://schemas.microsoft.com/office/drawing/2014/main" id="{87C045D0-54D0-874E-A337-41750BDEA945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781425"/>
            <a:ext cx="1524000" cy="762000"/>
            <a:chOff x="2976" y="2976"/>
            <a:chExt cx="960" cy="480"/>
          </a:xfrm>
        </p:grpSpPr>
        <p:sp>
          <p:nvSpPr>
            <p:cNvPr id="43103" name="AutoShape 95" descr="再生纸">
              <a:extLst>
                <a:ext uri="{FF2B5EF4-FFF2-40B4-BE49-F238E27FC236}">
                  <a16:creationId xmlns:a16="http://schemas.microsoft.com/office/drawing/2014/main" id="{ADCCE849-8D9A-E34F-8354-CC8357676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976"/>
              <a:ext cx="960" cy="480"/>
            </a:xfrm>
            <a:prstGeom prst="bevel">
              <a:avLst>
                <a:gd name="adj" fmla="val 6667"/>
              </a:avLst>
            </a:prstGeom>
            <a:blipFill dpi="0" rotWithShape="0">
              <a:blip r:embed="rId2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9237" name="Object 94">
              <a:extLst>
                <a:ext uri="{FF2B5EF4-FFF2-40B4-BE49-F238E27FC236}">
                  <a16:creationId xmlns:a16="http://schemas.microsoft.com/office/drawing/2014/main" id="{ABED9BCC-EC02-FB4A-B1C9-AE6DD5850C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2" y="3072"/>
            <a:ext cx="81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8" name="Equation" r:id="rId24" imgW="13462000" imgH="4686300" progId="Equation.3">
                    <p:embed/>
                  </p:oleObj>
                </mc:Choice>
                <mc:Fallback>
                  <p:oleObj name="Equation" r:id="rId24" imgW="13462000" imgH="4686300" progId="Equation.3">
                    <p:embed/>
                    <p:pic>
                      <p:nvPicPr>
                        <p:cNvPr id="9237" name="Object 94">
                          <a:extLst>
                            <a:ext uri="{FF2B5EF4-FFF2-40B4-BE49-F238E27FC236}">
                              <a16:creationId xmlns:a16="http://schemas.microsoft.com/office/drawing/2014/main" id="{ABED9BCC-EC02-FB4A-B1C9-AE6DD5850C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072"/>
                          <a:ext cx="816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110" name="Group 102">
            <a:extLst>
              <a:ext uri="{FF2B5EF4-FFF2-40B4-BE49-F238E27FC236}">
                <a16:creationId xmlns:a16="http://schemas.microsoft.com/office/drawing/2014/main" id="{DA8EFB87-920F-C14C-B6F2-C89A15A279D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467225"/>
            <a:ext cx="8001000" cy="1058863"/>
            <a:chOff x="432" y="2928"/>
            <a:chExt cx="5040" cy="667"/>
          </a:xfrm>
        </p:grpSpPr>
        <p:graphicFrame>
          <p:nvGraphicFramePr>
            <p:cNvPr id="9231" name="Object 103">
              <a:extLst>
                <a:ext uri="{FF2B5EF4-FFF2-40B4-BE49-F238E27FC236}">
                  <a16:creationId xmlns:a16="http://schemas.microsoft.com/office/drawing/2014/main" id="{AB9B49D3-AEB3-E94B-9D40-EF17D80F2A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0" y="3072"/>
            <a:ext cx="62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9" name="Equation" r:id="rId26" imgW="13169900" imgH="4394200" progId="Equation.3">
                    <p:embed/>
                  </p:oleObj>
                </mc:Choice>
                <mc:Fallback>
                  <p:oleObj name="Equation" r:id="rId26" imgW="13169900" imgH="4394200" progId="Equation.3">
                    <p:embed/>
                    <p:pic>
                      <p:nvPicPr>
                        <p:cNvPr id="9231" name="Object 103">
                          <a:extLst>
                            <a:ext uri="{FF2B5EF4-FFF2-40B4-BE49-F238E27FC236}">
                              <a16:creationId xmlns:a16="http://schemas.microsoft.com/office/drawing/2014/main" id="{AB9B49D3-AEB3-E94B-9D40-EF17D80F2A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3072"/>
                          <a:ext cx="62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32" name="Group 104">
              <a:extLst>
                <a:ext uri="{FF2B5EF4-FFF2-40B4-BE49-F238E27FC236}">
                  <a16:creationId xmlns:a16="http://schemas.microsoft.com/office/drawing/2014/main" id="{28707EF8-9EBA-AB44-A87B-1F8DB330FD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928"/>
              <a:ext cx="5040" cy="667"/>
              <a:chOff x="336" y="192"/>
              <a:chExt cx="5040" cy="667"/>
            </a:xfrm>
          </p:grpSpPr>
          <p:sp>
            <p:nvSpPr>
              <p:cNvPr id="43113" name="AutoShape 105" descr="白色大理石">
                <a:extLst>
                  <a:ext uri="{FF2B5EF4-FFF2-40B4-BE49-F238E27FC236}">
                    <a16:creationId xmlns:a16="http://schemas.microsoft.com/office/drawing/2014/main" id="{FF6E99D9-24D8-D34C-904A-CC2D85195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92"/>
                <a:ext cx="672" cy="384"/>
              </a:xfrm>
              <a:prstGeom prst="bevel">
                <a:avLst>
                  <a:gd name="adj" fmla="val 12500"/>
                </a:avLst>
              </a:prstGeom>
              <a:blipFill dpi="0" rotWithShape="0">
                <a:blip r:embed="rId28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0" lang="zh-CN" altLang="en-US" sz="2800" b="1">
                    <a:latin typeface="Times New Roman" charset="0"/>
                    <a:ea typeface="宋体" charset="0"/>
                    <a:cs typeface="楷体_GB2312" charset="0"/>
                  </a:rPr>
                  <a:t>定理</a:t>
                </a:r>
                <a:endParaRPr kumimoji="0" lang="en-US" altLang="zh-CN" sz="2800" b="1">
                  <a:latin typeface="Times New Roman" charset="0"/>
                  <a:ea typeface="宋体" charset="0"/>
                  <a:cs typeface="楷体_GB2312" charset="0"/>
                </a:endParaRPr>
              </a:p>
            </p:txBody>
          </p:sp>
          <p:sp>
            <p:nvSpPr>
              <p:cNvPr id="43114" name="Text Box 106">
                <a:extLst>
                  <a:ext uri="{FF2B5EF4-FFF2-40B4-BE49-F238E27FC236}">
                    <a16:creationId xmlns:a16="http://schemas.microsoft.com/office/drawing/2014/main" id="{513FD7D3-02AA-D24F-8D12-7D261BB361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36"/>
                <a:ext cx="5040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/>
                  <a:t>               </a:t>
                </a:r>
                <a:r>
                  <a:rPr lang="zh-CN" altLang="en-US" b="1"/>
                  <a:t>设矩阵</a:t>
                </a:r>
                <a:r>
                  <a:rPr lang="en-US" altLang="zh-CN" b="1" i="1"/>
                  <a:t>A</a:t>
                </a:r>
                <a:r>
                  <a:rPr lang="zh-CN" altLang="en-US" b="1"/>
                  <a:t>对称正定，则存在非奇异下三角阵</a:t>
                </a:r>
                <a:r>
                  <a:rPr lang="en-US" altLang="zh-CN" b="1"/>
                  <a:t>          </a:t>
                </a:r>
                <a:r>
                  <a:rPr lang="zh-CN" altLang="en-US" b="1"/>
                  <a:t>使得</a:t>
                </a:r>
                <a:endParaRPr lang="en-US" altLang="zh-CN" b="1"/>
              </a:p>
            </p:txBody>
          </p:sp>
        </p:grpSp>
        <p:graphicFrame>
          <p:nvGraphicFramePr>
            <p:cNvPr id="9233" name="Object 107">
              <a:extLst>
                <a:ext uri="{FF2B5EF4-FFF2-40B4-BE49-F238E27FC236}">
                  <a16:creationId xmlns:a16="http://schemas.microsoft.com/office/drawing/2014/main" id="{D717159D-F3F4-F04A-8A1D-137DB19541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3312"/>
            <a:ext cx="672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70" name="Equation" r:id="rId29" imgW="13754100" imgH="5270500" progId="Equation.3">
                    <p:embed/>
                  </p:oleObj>
                </mc:Choice>
                <mc:Fallback>
                  <p:oleObj name="Equation" r:id="rId29" imgW="13754100" imgH="5270500" progId="Equation.3">
                    <p:embed/>
                    <p:pic>
                      <p:nvPicPr>
                        <p:cNvPr id="9233" name="Object 107">
                          <a:extLst>
                            <a:ext uri="{FF2B5EF4-FFF2-40B4-BE49-F238E27FC236}">
                              <a16:creationId xmlns:a16="http://schemas.microsoft.com/office/drawing/2014/main" id="{D717159D-F3F4-F04A-8A1D-137DB19541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312"/>
                          <a:ext cx="672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6933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43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4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3" grpId="0" autoUpdateAnimBg="0"/>
      <p:bldP spid="4309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1">
            <a:extLst>
              <a:ext uri="{FF2B5EF4-FFF2-40B4-BE49-F238E27FC236}">
                <a16:creationId xmlns:a16="http://schemas.microsoft.com/office/drawing/2014/main" id="{36F3FDEC-5CE8-9346-A56F-0431E8C67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373688"/>
            <a:ext cx="8258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求解第</a:t>
            </a:r>
            <a:r>
              <a:rPr lang="en-US" altLang="zh-CN"/>
              <a:t>i</a:t>
            </a:r>
            <a:r>
              <a:rPr lang="zh-CN" altLang="en-US"/>
              <a:t>行和第</a:t>
            </a:r>
            <a:r>
              <a:rPr lang="en-US" altLang="zh-CN"/>
              <a:t>i</a:t>
            </a:r>
            <a:r>
              <a:rPr lang="zh-CN" altLang="en-US"/>
              <a:t>列的元素                </a:t>
            </a:r>
            <a:r>
              <a:rPr lang="en-US" altLang="zh-CN"/>
              <a:t>                          </a:t>
            </a:r>
            <a:r>
              <a:rPr lang="en-US" altLang="zh-CN" i="1"/>
              <a:t>j</a:t>
            </a:r>
            <a:r>
              <a:rPr lang="en-US" altLang="zh-CN"/>
              <a:t> = </a:t>
            </a:r>
            <a:r>
              <a:rPr lang="en-US" altLang="zh-CN" i="1"/>
              <a:t>i</a:t>
            </a:r>
            <a:r>
              <a:rPr lang="en-US" altLang="zh-CN"/>
              <a:t>+1, …, </a:t>
            </a:r>
            <a:r>
              <a:rPr lang="en-US" altLang="zh-CN" i="1"/>
              <a:t>n</a:t>
            </a:r>
            <a:endParaRPr lang="en-US" altLang="zh-CN"/>
          </a:p>
        </p:txBody>
      </p:sp>
      <p:sp>
        <p:nvSpPr>
          <p:cNvPr id="11266" name="Rectangle 20">
            <a:extLst>
              <a:ext uri="{FF2B5EF4-FFF2-40B4-BE49-F238E27FC236}">
                <a16:creationId xmlns:a16="http://schemas.microsoft.com/office/drawing/2014/main" id="{F7F671D8-F1B8-1A47-A8CD-925999C9A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724400"/>
            <a:ext cx="7851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求解第</a:t>
            </a:r>
            <a:r>
              <a:rPr lang="en-US" altLang="zh-CN"/>
              <a:t>i</a:t>
            </a:r>
            <a:r>
              <a:rPr lang="zh-CN" altLang="en-US"/>
              <a:t>个对角元</a:t>
            </a:r>
            <a:r>
              <a:rPr lang="en-US" altLang="zh-CN"/>
              <a:t>                                                 </a:t>
            </a:r>
            <a:r>
              <a:rPr lang="en-US" altLang="zh-CN" i="1"/>
              <a:t>i</a:t>
            </a:r>
            <a:r>
              <a:rPr lang="en-US" altLang="zh-CN"/>
              <a:t> = 2, …, </a:t>
            </a:r>
            <a:r>
              <a:rPr lang="en-US" altLang="zh-CN" i="1"/>
              <a:t>n</a:t>
            </a:r>
            <a:r>
              <a:rPr lang="en-US" altLang="zh-CN">
                <a:sym typeface="Symbol" pitchFamily="2" charset="2"/>
              </a:rPr>
              <a:t>1</a:t>
            </a:r>
            <a:endParaRPr lang="en-US" altLang="zh-CN"/>
          </a:p>
        </p:txBody>
      </p:sp>
      <p:sp>
        <p:nvSpPr>
          <p:cNvPr id="11267" name="Rectangle 19">
            <a:extLst>
              <a:ext uri="{FF2B5EF4-FFF2-40B4-BE49-F238E27FC236}">
                <a16:creationId xmlns:a16="http://schemas.microsoft.com/office/drawing/2014/main" id="{CA2477E5-7649-F44D-8FD0-675287E7F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76700"/>
            <a:ext cx="7675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求解第</a:t>
            </a:r>
            <a:r>
              <a:rPr lang="en-US" altLang="zh-CN"/>
              <a:t>1</a:t>
            </a:r>
            <a:r>
              <a:rPr lang="zh-CN" altLang="en-US"/>
              <a:t>行和第</a:t>
            </a:r>
            <a:r>
              <a:rPr lang="en-US" altLang="zh-CN"/>
              <a:t>1</a:t>
            </a:r>
            <a:r>
              <a:rPr lang="zh-CN" altLang="en-US"/>
              <a:t>列的元素                       </a:t>
            </a:r>
            <a:r>
              <a:rPr lang="en-US" altLang="zh-CN"/>
              <a:t>             </a:t>
            </a:r>
            <a:r>
              <a:rPr lang="en-US" altLang="zh-CN" i="1"/>
              <a:t>j</a:t>
            </a:r>
            <a:r>
              <a:rPr lang="en-US" altLang="zh-CN"/>
              <a:t> = 2, …, </a:t>
            </a:r>
            <a:r>
              <a:rPr lang="en-US" altLang="zh-CN" i="1"/>
              <a:t>n</a:t>
            </a:r>
            <a:endParaRPr lang="en-US" altLang="zh-CN"/>
          </a:p>
        </p:txBody>
      </p:sp>
      <p:sp>
        <p:nvSpPr>
          <p:cNvPr id="881667" name="Rectangle 3">
            <a:extLst>
              <a:ext uri="{FF2B5EF4-FFF2-40B4-BE49-F238E27FC236}">
                <a16:creationId xmlns:a16="http://schemas.microsoft.com/office/drawing/2014/main" id="{4AFBEA9C-54A4-CB47-AF40-20D2497C7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33375"/>
            <a:ext cx="83518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800" b="1">
                <a:solidFill>
                  <a:srgbClr val="000000"/>
                </a:solidFill>
                <a:ea typeface="黑体" panose="02010609060101010101" pitchFamily="49" charset="-122"/>
              </a:rPr>
              <a:t>平方根法（</a:t>
            </a:r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</a:rPr>
              <a:t>Cholesky </a:t>
            </a:r>
            <a:r>
              <a:rPr lang="zh-CN" altLang="en-US" sz="2800" b="1">
                <a:ea typeface="黑体" panose="02010609060101010101" pitchFamily="49" charset="-122"/>
              </a:rPr>
              <a:t>分解）的计算</a:t>
            </a:r>
          </a:p>
        </p:txBody>
      </p:sp>
      <p:sp>
        <p:nvSpPr>
          <p:cNvPr id="881672" name="Rectangle 8">
            <a:extLst>
              <a:ext uri="{FF2B5EF4-FFF2-40B4-BE49-F238E27FC236}">
                <a16:creationId xmlns:a16="http://schemas.microsoft.com/office/drawing/2014/main" id="{1B17FF3C-2B79-834E-B43D-494C21B3F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054100"/>
            <a:ext cx="6130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CC"/>
                </a:solidFill>
                <a:ea typeface="黑体" panose="02010609060101010101" pitchFamily="49" charset="-122"/>
              </a:rPr>
              <a:t>直接比较等式两边的元素</a:t>
            </a:r>
            <a:endParaRPr lang="zh-CN" altLang="en-US" b="1">
              <a:ea typeface="黑体" panose="02010609060101010101" pitchFamily="49" charset="-122"/>
            </a:endParaRPr>
          </a:p>
        </p:txBody>
      </p:sp>
      <p:graphicFrame>
        <p:nvGraphicFramePr>
          <p:cNvPr id="881673" name="Object 9">
            <a:extLst>
              <a:ext uri="{FF2B5EF4-FFF2-40B4-BE49-F238E27FC236}">
                <a16:creationId xmlns:a16="http://schemas.microsoft.com/office/drawing/2014/main" id="{318E43FD-4F25-3B46-ACAD-2F68C4D425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850" y="1484313"/>
          <a:ext cx="8545513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9" name="Equation" r:id="rId3" imgW="4356100" imgH="889000" progId="Equation.3">
                  <p:embed/>
                </p:oleObj>
              </mc:Choice>
              <mc:Fallback>
                <p:oleObj name="Equation" r:id="rId3" imgW="4356100" imgH="889000" progId="Equation.3">
                  <p:embed/>
                  <p:pic>
                    <p:nvPicPr>
                      <p:cNvPr id="881673" name="Object 9">
                        <a:extLst>
                          <a:ext uri="{FF2B5EF4-FFF2-40B4-BE49-F238E27FC236}">
                            <a16:creationId xmlns:a16="http://schemas.microsoft.com/office/drawing/2014/main" id="{318E43FD-4F25-3B46-ACAD-2F68C4D425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1484313"/>
                        <a:ext cx="8545513" cy="174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20">
            <a:extLst>
              <a:ext uri="{FF2B5EF4-FFF2-40B4-BE49-F238E27FC236}">
                <a16:creationId xmlns:a16="http://schemas.microsoft.com/office/drawing/2014/main" id="{88186F6D-ABDF-F24C-AF34-F30D173698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3429000"/>
          <a:ext cx="14001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0" name="Equation" r:id="rId5" imgW="14630400" imgH="5854700" progId="Equation.3">
                  <p:embed/>
                </p:oleObj>
              </mc:Choice>
              <mc:Fallback>
                <p:oleObj name="Equation" r:id="rId5" imgW="14630400" imgH="5854700" progId="Equation.3">
                  <p:embed/>
                  <p:pic>
                    <p:nvPicPr>
                      <p:cNvPr id="11272" name="Object 20">
                        <a:extLst>
                          <a:ext uri="{FF2B5EF4-FFF2-40B4-BE49-F238E27FC236}">
                            <a16:creationId xmlns:a16="http://schemas.microsoft.com/office/drawing/2014/main" id="{88186F6D-ABDF-F24C-AF34-F30D173698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429000"/>
                        <a:ext cx="14001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21">
            <a:extLst>
              <a:ext uri="{FF2B5EF4-FFF2-40B4-BE49-F238E27FC236}">
                <a16:creationId xmlns:a16="http://schemas.microsoft.com/office/drawing/2014/main" id="{D13A50EC-D849-F241-85EB-0F047E8FF6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7325" y="4149725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1" name="Equation" r:id="rId7" imgW="17551400" imgH="5562600" progId="Equation.3">
                  <p:embed/>
                </p:oleObj>
              </mc:Choice>
              <mc:Fallback>
                <p:oleObj name="Equation" r:id="rId7" imgW="17551400" imgH="5562600" progId="Equation.3">
                  <p:embed/>
                  <p:pic>
                    <p:nvPicPr>
                      <p:cNvPr id="11273" name="Object 21">
                        <a:extLst>
                          <a:ext uri="{FF2B5EF4-FFF2-40B4-BE49-F238E27FC236}">
                            <a16:creationId xmlns:a16="http://schemas.microsoft.com/office/drawing/2014/main" id="{D13A50EC-D849-F241-85EB-0F047E8FF6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4149725"/>
                        <a:ext cx="129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22">
            <a:extLst>
              <a:ext uri="{FF2B5EF4-FFF2-40B4-BE49-F238E27FC236}">
                <a16:creationId xmlns:a16="http://schemas.microsoft.com/office/drawing/2014/main" id="{A1FC48F8-B28E-A444-ABC8-7015103CA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1938" y="4633913"/>
          <a:ext cx="193992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2" name="Equation" r:id="rId9" imgW="28092400" imgH="8191500" progId="Equation.3">
                  <p:embed/>
                </p:oleObj>
              </mc:Choice>
              <mc:Fallback>
                <p:oleObj name="Equation" r:id="rId9" imgW="28092400" imgH="8191500" progId="Equation.3">
                  <p:embed/>
                  <p:pic>
                    <p:nvPicPr>
                      <p:cNvPr id="11274" name="Object 22">
                        <a:extLst>
                          <a:ext uri="{FF2B5EF4-FFF2-40B4-BE49-F238E27FC236}">
                            <a16:creationId xmlns:a16="http://schemas.microsoft.com/office/drawing/2014/main" id="{A1FC48F8-B28E-A444-ABC8-7015103CA4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4633913"/>
                        <a:ext cx="193992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23">
            <a:extLst>
              <a:ext uri="{FF2B5EF4-FFF2-40B4-BE49-F238E27FC236}">
                <a16:creationId xmlns:a16="http://schemas.microsoft.com/office/drawing/2014/main" id="{0C614555-41F8-0B4B-93EF-6D50C0675F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3213" y="5365750"/>
          <a:ext cx="25463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3" name="Equation" r:id="rId11" imgW="36868100" imgH="7023100" progId="Equation.3">
                  <p:embed/>
                </p:oleObj>
              </mc:Choice>
              <mc:Fallback>
                <p:oleObj name="Equation" r:id="rId11" imgW="36868100" imgH="7023100" progId="Equation.3">
                  <p:embed/>
                  <p:pic>
                    <p:nvPicPr>
                      <p:cNvPr id="11275" name="Object 23">
                        <a:extLst>
                          <a:ext uri="{FF2B5EF4-FFF2-40B4-BE49-F238E27FC236}">
                            <a16:creationId xmlns:a16="http://schemas.microsoft.com/office/drawing/2014/main" id="{0C614555-41F8-0B4B-93EF-6D50C0675F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3" y="5365750"/>
                        <a:ext cx="25463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24">
            <a:extLst>
              <a:ext uri="{FF2B5EF4-FFF2-40B4-BE49-F238E27FC236}">
                <a16:creationId xmlns:a16="http://schemas.microsoft.com/office/drawing/2014/main" id="{5A4604BF-0C4F-504F-BBAD-B9172D4F95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6165850"/>
          <a:ext cx="21209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4" name="Equation" r:id="rId13" imgW="30721300" imgH="8191500" progId="Equation.3">
                  <p:embed/>
                </p:oleObj>
              </mc:Choice>
              <mc:Fallback>
                <p:oleObj name="Equation" r:id="rId13" imgW="30721300" imgH="8191500" progId="Equation.3">
                  <p:embed/>
                  <p:pic>
                    <p:nvPicPr>
                      <p:cNvPr id="11276" name="Object 24">
                        <a:extLst>
                          <a:ext uri="{FF2B5EF4-FFF2-40B4-BE49-F238E27FC236}">
                            <a16:creationId xmlns:a16="http://schemas.microsoft.com/office/drawing/2014/main" id="{5A4604BF-0C4F-504F-BBAD-B9172D4F95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6165850"/>
                        <a:ext cx="21209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Rectangle 22">
            <a:extLst>
              <a:ext uri="{FF2B5EF4-FFF2-40B4-BE49-F238E27FC236}">
                <a16:creationId xmlns:a16="http://schemas.microsoft.com/office/drawing/2014/main" id="{3B0512BF-22BD-5146-A9F2-F7AB342A7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3500438"/>
            <a:ext cx="2338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求解第一个元素</a:t>
            </a:r>
            <a:endParaRPr lang="en-US" altLang="en-CN"/>
          </a:p>
        </p:txBody>
      </p:sp>
      <p:sp>
        <p:nvSpPr>
          <p:cNvPr id="11278" name="Rectangle 23">
            <a:extLst>
              <a:ext uri="{FF2B5EF4-FFF2-40B4-BE49-F238E27FC236}">
                <a16:creationId xmlns:a16="http://schemas.microsoft.com/office/drawing/2014/main" id="{46DE5491-ECA6-4B47-8ABE-767244828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135688"/>
            <a:ext cx="26463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求解最后一个元素</a:t>
            </a:r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24665468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8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" grpId="0"/>
      <p:bldP spid="11266" grpId="0"/>
      <p:bldP spid="11267" grpId="0"/>
      <p:bldP spid="881667" grpId="0"/>
      <p:bldP spid="881672" grpId="0"/>
      <p:bldP spid="11277" grpId="0"/>
      <p:bldP spid="112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" name="Rectangle 6">
            <a:extLst>
              <a:ext uri="{FF2B5EF4-FFF2-40B4-BE49-F238E27FC236}">
                <a16:creationId xmlns:a16="http://schemas.microsoft.com/office/drawing/2014/main" id="{5BF24DAD-C99B-1449-8300-FF94F688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0"/>
            <a:ext cx="502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Tridiagonal System</a:t>
            </a:r>
          </a:p>
        </p:txBody>
      </p:sp>
      <p:sp>
        <p:nvSpPr>
          <p:cNvPr id="45063" name="Text Box 7">
            <a:extLst>
              <a:ext uri="{FF2B5EF4-FFF2-40B4-BE49-F238E27FC236}">
                <a16:creationId xmlns:a16="http://schemas.microsoft.com/office/drawing/2014/main" id="{5CC163DE-D5C6-5743-B7C7-9454E94C5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4" y="304800"/>
            <a:ext cx="883919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sz="2800" b="1" dirty="0">
                <a:latin typeface="楷体_GB2312" charset="0"/>
              </a:rPr>
              <a:t>追赶法解</a:t>
            </a:r>
            <a:r>
              <a:rPr lang="zh-CN" altLang="en-US" sz="2800" b="1" dirty="0">
                <a:solidFill>
                  <a:schemeClr val="accent2"/>
                </a:solidFill>
                <a:latin typeface="楷体_GB2312" charset="0"/>
              </a:rPr>
              <a:t>三对角</a:t>
            </a:r>
            <a:r>
              <a:rPr lang="zh-CN" altLang="en-US" sz="2800" b="1" dirty="0">
                <a:latin typeface="楷体_GB2312" charset="0"/>
              </a:rPr>
              <a:t>方程组</a:t>
            </a:r>
            <a:r>
              <a:rPr lang="en-US" altLang="zh-CN" sz="2800" dirty="0"/>
              <a:t> </a:t>
            </a:r>
          </a:p>
          <a:p>
            <a:pPr eaLnBrk="1" hangingPunct="1"/>
            <a:r>
              <a:rPr lang="en-US" altLang="zh-CN" sz="2800" b="1" dirty="0">
                <a:solidFill>
                  <a:srgbClr val="008000"/>
                </a:solidFill>
                <a:latin typeface="Arial" panose="020B0604020202020204" pitchFamily="34" charset="0"/>
              </a:rPr>
              <a:t>/* </a:t>
            </a:r>
            <a:r>
              <a:rPr lang="en-US" altLang="zh-CN" sz="2800" b="1" dirty="0" err="1">
                <a:solidFill>
                  <a:srgbClr val="008000"/>
                </a:solidFill>
                <a:latin typeface="Arial" panose="020B0604020202020204" pitchFamily="34" charset="0"/>
              </a:rPr>
              <a:t>Crout</a:t>
            </a:r>
            <a:r>
              <a:rPr lang="en-US" altLang="zh-CN" sz="2800" b="1" dirty="0">
                <a:solidFill>
                  <a:srgbClr val="008000"/>
                </a:solidFill>
                <a:latin typeface="Arial" panose="020B0604020202020204" pitchFamily="34" charset="0"/>
              </a:rPr>
              <a:t> Reduction for Tridiagonal Linear System */</a:t>
            </a:r>
            <a:endParaRPr lang="en-US" altLang="zh-CN" sz="2800" b="1" dirty="0">
              <a:latin typeface="楷体_GB2312" charset="0"/>
            </a:endParaRPr>
          </a:p>
        </p:txBody>
      </p:sp>
      <p:grpSp>
        <p:nvGrpSpPr>
          <p:cNvPr id="45064" name="Group 8">
            <a:extLst>
              <a:ext uri="{FF2B5EF4-FFF2-40B4-BE49-F238E27FC236}">
                <a16:creationId xmlns:a16="http://schemas.microsoft.com/office/drawing/2014/main" id="{4CD6C705-7400-FF43-9AED-36E1AAE91502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143000"/>
            <a:ext cx="3886200" cy="1806575"/>
            <a:chOff x="2112" y="672"/>
            <a:chExt cx="2448" cy="1138"/>
          </a:xfrm>
        </p:grpSpPr>
        <p:graphicFrame>
          <p:nvGraphicFramePr>
            <p:cNvPr id="11287" name="Object 9">
              <a:extLst>
                <a:ext uri="{FF2B5EF4-FFF2-40B4-BE49-F238E27FC236}">
                  <a16:creationId xmlns:a16="http://schemas.microsoft.com/office/drawing/2014/main" id="{7C600EFB-8B3F-4045-BF7F-F478751059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672"/>
            <a:ext cx="2448" cy="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56" name="Equation" r:id="rId6" imgW="57924700" imgH="26911300" progId="Equation.3">
                    <p:embed/>
                  </p:oleObj>
                </mc:Choice>
                <mc:Fallback>
                  <p:oleObj name="Equation" r:id="rId6" imgW="57924700" imgH="26911300" progId="Equation.3">
                    <p:embed/>
                    <p:pic>
                      <p:nvPicPr>
                        <p:cNvPr id="11287" name="Object 9">
                          <a:extLst>
                            <a:ext uri="{FF2B5EF4-FFF2-40B4-BE49-F238E27FC236}">
                              <a16:creationId xmlns:a16="http://schemas.microsoft.com/office/drawing/2014/main" id="{7C600EFB-8B3F-4045-BF7F-F478751059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672"/>
                          <a:ext cx="2448" cy="1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6" name="Oval 10">
              <a:extLst>
                <a:ext uri="{FF2B5EF4-FFF2-40B4-BE49-F238E27FC236}">
                  <a16:creationId xmlns:a16="http://schemas.microsoft.com/office/drawing/2014/main" id="{C3D5364D-21A4-D649-A53E-93EFB990C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344"/>
              <a:ext cx="240" cy="336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067" name="Oval 11">
              <a:extLst>
                <a:ext uri="{FF2B5EF4-FFF2-40B4-BE49-F238E27FC236}">
                  <a16:creationId xmlns:a16="http://schemas.microsoft.com/office/drawing/2014/main" id="{32FD03F1-6854-A641-B051-C6055DD98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816"/>
              <a:ext cx="240" cy="336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068" name="Line 12">
              <a:extLst>
                <a:ext uri="{FF2B5EF4-FFF2-40B4-BE49-F238E27FC236}">
                  <a16:creationId xmlns:a16="http://schemas.microsoft.com/office/drawing/2014/main" id="{FE101D17-9614-CE44-B5E5-7AA8D0532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152"/>
              <a:ext cx="384" cy="24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5069" name="Line 13">
              <a:extLst>
                <a:ext uri="{FF2B5EF4-FFF2-40B4-BE49-F238E27FC236}">
                  <a16:creationId xmlns:a16="http://schemas.microsoft.com/office/drawing/2014/main" id="{166F65F4-3A04-CF43-9590-252D05626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152"/>
              <a:ext cx="384" cy="24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5070" name="Line 14">
              <a:extLst>
                <a:ext uri="{FF2B5EF4-FFF2-40B4-BE49-F238E27FC236}">
                  <a16:creationId xmlns:a16="http://schemas.microsoft.com/office/drawing/2014/main" id="{2E0D92DD-073B-5C41-BB15-6362CC6BD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152"/>
              <a:ext cx="384" cy="24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5071" name="Line 15">
              <a:extLst>
                <a:ext uri="{FF2B5EF4-FFF2-40B4-BE49-F238E27FC236}">
                  <a16:creationId xmlns:a16="http://schemas.microsoft.com/office/drawing/2014/main" id="{0755EB4B-E8C4-C543-94E1-0B2656F12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200"/>
              <a:ext cx="0" cy="33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5072" name="Line 16">
              <a:extLst>
                <a:ext uri="{FF2B5EF4-FFF2-40B4-BE49-F238E27FC236}">
                  <a16:creationId xmlns:a16="http://schemas.microsoft.com/office/drawing/2014/main" id="{DBA3CFA0-902B-FE43-A436-1CC6807BC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200"/>
              <a:ext cx="0" cy="33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</p:grpSp>
      <p:sp>
        <p:nvSpPr>
          <p:cNvPr id="45073" name="Text Box 17">
            <a:extLst>
              <a:ext uri="{FF2B5EF4-FFF2-40B4-BE49-F238E27FC236}">
                <a16:creationId xmlns:a16="http://schemas.microsoft.com/office/drawing/2014/main" id="{BBEA63AF-CC15-264E-9EEC-F1AD0F0C7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956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i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</a:rPr>
              <a:t>Step 1</a:t>
            </a:r>
            <a:r>
              <a:rPr lang="en-US" altLang="zh-CN" b="1">
                <a:latin typeface="Times New Roman" charset="0"/>
                <a:ea typeface="宋体" charset="0"/>
                <a:cs typeface="楷体_GB2312" charset="0"/>
              </a:rPr>
              <a:t>: </a:t>
            </a:r>
            <a:r>
              <a:rPr lang="zh-CN" altLang="en-US" b="1">
                <a:latin typeface="Times New Roman" charset="0"/>
                <a:ea typeface="宋体" charset="0"/>
                <a:cs typeface="楷体_GB2312" charset="0"/>
              </a:rPr>
              <a:t>对</a:t>
            </a:r>
            <a:r>
              <a:rPr lang="en-US" altLang="zh-CN" b="1">
                <a:latin typeface="Times New Roman" charset="0"/>
                <a:ea typeface="宋体" charset="0"/>
                <a:cs typeface="楷体_GB2312" charset="0"/>
              </a:rPr>
              <a:t> </a:t>
            </a:r>
            <a:r>
              <a:rPr lang="en-US" altLang="zh-CN" b="1" i="1">
                <a:latin typeface="Times New Roman" charset="0"/>
                <a:ea typeface="宋体" charset="0"/>
                <a:cs typeface="楷体_GB2312" charset="0"/>
              </a:rPr>
              <a:t>A </a:t>
            </a:r>
            <a:r>
              <a:rPr lang="zh-CN" altLang="en-US" b="1">
                <a:latin typeface="Times New Roman" charset="0"/>
                <a:ea typeface="宋体" charset="0"/>
                <a:cs typeface="楷体_GB2312" charset="0"/>
              </a:rPr>
              <a:t>作</a:t>
            </a:r>
            <a:r>
              <a:rPr lang="en-US" altLang="zh-CN" b="1">
                <a:latin typeface="Times New Roman" charset="0"/>
                <a:ea typeface="宋体" charset="0"/>
                <a:cs typeface="楷体_GB2312" charset="0"/>
              </a:rPr>
              <a:t>Crout </a:t>
            </a:r>
            <a:r>
              <a:rPr lang="zh-CN" altLang="en-US" b="1">
                <a:latin typeface="Times New Roman" charset="0"/>
                <a:ea typeface="宋体" charset="0"/>
                <a:cs typeface="楷体_GB2312" charset="0"/>
              </a:rPr>
              <a:t>分解</a:t>
            </a:r>
            <a:endParaRPr lang="en-US" altLang="zh-CN" b="1">
              <a:latin typeface="Times New Roman" charset="0"/>
              <a:ea typeface="宋体" charset="0"/>
              <a:cs typeface="楷体_GB2312" charset="0"/>
            </a:endParaRPr>
          </a:p>
        </p:txBody>
      </p:sp>
      <p:grpSp>
        <p:nvGrpSpPr>
          <p:cNvPr id="45074" name="Group 18">
            <a:extLst>
              <a:ext uri="{FF2B5EF4-FFF2-40B4-BE49-F238E27FC236}">
                <a16:creationId xmlns:a16="http://schemas.microsoft.com/office/drawing/2014/main" id="{4C3F2C74-FDBF-4442-9964-6F12D0A4F53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276600"/>
            <a:ext cx="4125913" cy="1752600"/>
            <a:chOff x="2208" y="864"/>
            <a:chExt cx="2599" cy="1104"/>
          </a:xfrm>
        </p:grpSpPr>
        <p:graphicFrame>
          <p:nvGraphicFramePr>
            <p:cNvPr id="11282" name="Object 19">
              <a:extLst>
                <a:ext uri="{FF2B5EF4-FFF2-40B4-BE49-F238E27FC236}">
                  <a16:creationId xmlns:a16="http://schemas.microsoft.com/office/drawing/2014/main" id="{4B145FFB-CB02-194D-B6D6-48749C3205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864"/>
            <a:ext cx="2599" cy="1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57" name="Equation" r:id="rId8" imgW="68757800" imgH="26911300" progId="Equation.3">
                    <p:embed/>
                  </p:oleObj>
                </mc:Choice>
                <mc:Fallback>
                  <p:oleObj name="Equation" r:id="rId8" imgW="68757800" imgH="26911300" progId="Equation.3">
                    <p:embed/>
                    <p:pic>
                      <p:nvPicPr>
                        <p:cNvPr id="11282" name="Object 19">
                          <a:extLst>
                            <a:ext uri="{FF2B5EF4-FFF2-40B4-BE49-F238E27FC236}">
                              <a16:creationId xmlns:a16="http://schemas.microsoft.com/office/drawing/2014/main" id="{4B145FFB-CB02-194D-B6D6-48749C3205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864"/>
                          <a:ext cx="2599" cy="1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Line 20">
              <a:extLst>
                <a:ext uri="{FF2B5EF4-FFF2-40B4-BE49-F238E27FC236}">
                  <a16:creationId xmlns:a16="http://schemas.microsoft.com/office/drawing/2014/main" id="{933217D6-CD50-B648-9DE8-11BEA80BD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152"/>
              <a:ext cx="624" cy="57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5077" name="Line 21">
              <a:extLst>
                <a:ext uri="{FF2B5EF4-FFF2-40B4-BE49-F238E27FC236}">
                  <a16:creationId xmlns:a16="http://schemas.microsoft.com/office/drawing/2014/main" id="{FB64E8A5-C465-CE45-8ED5-B2110C95D1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67204">
              <a:off x="2637" y="1343"/>
              <a:ext cx="480" cy="384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5078" name="Line 22">
              <a:extLst>
                <a:ext uri="{FF2B5EF4-FFF2-40B4-BE49-F238E27FC236}">
                  <a16:creationId xmlns:a16="http://schemas.microsoft.com/office/drawing/2014/main" id="{3B3A5960-F80D-344F-97F8-6D04B2B62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104"/>
              <a:ext cx="720" cy="67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  <p:sp>
          <p:nvSpPr>
            <p:cNvPr id="45079" name="Line 23">
              <a:extLst>
                <a:ext uri="{FF2B5EF4-FFF2-40B4-BE49-F238E27FC236}">
                  <a16:creationId xmlns:a16="http://schemas.microsoft.com/office/drawing/2014/main" id="{82EA78E0-4F16-B74F-96EB-5B1410F02B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67204">
              <a:off x="4032" y="1152"/>
              <a:ext cx="480" cy="384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</p:grpSp>
      <p:sp>
        <p:nvSpPr>
          <p:cNvPr id="45080" name="Text Box 24">
            <a:extLst>
              <a:ext uri="{FF2B5EF4-FFF2-40B4-BE49-F238E27FC236}">
                <a16:creationId xmlns:a16="http://schemas.microsoft.com/office/drawing/2014/main" id="{3E051498-1EDD-7343-A2CE-E617689F6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657600"/>
            <a:ext cx="2895600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b="1"/>
              <a:t>直接比较等式两边的元素，可得到计算公式。</a:t>
            </a:r>
            <a:endParaRPr lang="en-US" altLang="zh-CN" b="1"/>
          </a:p>
        </p:txBody>
      </p:sp>
      <p:grpSp>
        <p:nvGrpSpPr>
          <p:cNvPr id="45093" name="Group 37">
            <a:extLst>
              <a:ext uri="{FF2B5EF4-FFF2-40B4-BE49-F238E27FC236}">
                <a16:creationId xmlns:a16="http://schemas.microsoft.com/office/drawing/2014/main" id="{08DBA429-4AFE-CD49-9782-3ED90C0A009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029200"/>
            <a:ext cx="8229600" cy="690563"/>
            <a:chOff x="384" y="3168"/>
            <a:chExt cx="5184" cy="435"/>
          </a:xfrm>
        </p:grpSpPr>
        <p:sp>
          <p:nvSpPr>
            <p:cNvPr id="45081" name="Text Box 25">
              <a:extLst>
                <a:ext uri="{FF2B5EF4-FFF2-40B4-BE49-F238E27FC236}">
                  <a16:creationId xmlns:a16="http://schemas.microsoft.com/office/drawing/2014/main" id="{2BA06685-6B73-954A-94D3-75DD4D103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216"/>
              <a:ext cx="28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i="1">
                  <a:solidFill>
                    <a:schemeClr val="accent2"/>
                  </a:solidFill>
                </a:rPr>
                <a:t>Step 2</a:t>
              </a:r>
              <a:r>
                <a:rPr lang="en-US" altLang="zh-CN" b="1"/>
                <a:t>: </a:t>
              </a:r>
              <a:r>
                <a:rPr lang="zh-CN" altLang="en-US" b="1">
                  <a:solidFill>
                    <a:srgbClr val="FF0000"/>
                  </a:solidFill>
                </a:rPr>
                <a:t>追</a:t>
              </a:r>
              <a:r>
                <a:rPr lang="en-US" altLang="zh-CN" b="1"/>
                <a:t>——</a:t>
              </a:r>
              <a:r>
                <a:rPr lang="zh-CN" altLang="en-US" b="1"/>
                <a:t>即解</a:t>
              </a:r>
              <a:r>
                <a:rPr lang="en-US" altLang="zh-CN" b="1"/>
                <a:t>             </a:t>
              </a:r>
              <a:r>
                <a:rPr lang="zh-CN" altLang="en-US" b="1"/>
                <a:t>：</a:t>
              </a:r>
              <a:endParaRPr lang="en-US" altLang="zh-CN" b="1"/>
            </a:p>
          </p:txBody>
        </p:sp>
        <p:graphicFrame>
          <p:nvGraphicFramePr>
            <p:cNvPr id="11279" name="Object 26">
              <a:extLst>
                <a:ext uri="{FF2B5EF4-FFF2-40B4-BE49-F238E27FC236}">
                  <a16:creationId xmlns:a16="http://schemas.microsoft.com/office/drawing/2014/main" id="{DDF33DE9-ED27-5F49-991D-6B5A5AACF2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2" y="3216"/>
            <a:ext cx="6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58" name="Equation" r:id="rId10" imgW="12293600" imgH="5270500" progId="Equation.3">
                    <p:embed/>
                  </p:oleObj>
                </mc:Choice>
                <mc:Fallback>
                  <p:oleObj name="Equation" r:id="rId10" imgW="12293600" imgH="5270500" progId="Equation.3">
                    <p:embed/>
                    <p:pic>
                      <p:nvPicPr>
                        <p:cNvPr id="11279" name="Object 26">
                          <a:extLst>
                            <a:ext uri="{FF2B5EF4-FFF2-40B4-BE49-F238E27FC236}">
                              <a16:creationId xmlns:a16="http://schemas.microsoft.com/office/drawing/2014/main" id="{DDF33DE9-ED27-5F49-991D-6B5A5AACF2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" y="3216"/>
                          <a:ext cx="67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27">
              <a:extLst>
                <a:ext uri="{FF2B5EF4-FFF2-40B4-BE49-F238E27FC236}">
                  <a16:creationId xmlns:a16="http://schemas.microsoft.com/office/drawing/2014/main" id="{35A043F7-1029-C941-BC48-2CE156D82F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168"/>
            <a:ext cx="62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59" name="Equation" r:id="rId12" imgW="13169900" imgH="9944100" progId="Equation.3">
                    <p:embed/>
                  </p:oleObj>
                </mc:Choice>
                <mc:Fallback>
                  <p:oleObj name="Equation" r:id="rId12" imgW="13169900" imgH="9944100" progId="Equation.3">
                    <p:embed/>
                    <p:pic>
                      <p:nvPicPr>
                        <p:cNvPr id="11280" name="Object 27">
                          <a:extLst>
                            <a:ext uri="{FF2B5EF4-FFF2-40B4-BE49-F238E27FC236}">
                              <a16:creationId xmlns:a16="http://schemas.microsoft.com/office/drawing/2014/main" id="{35A043F7-1029-C941-BC48-2CE156D82F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168"/>
                          <a:ext cx="624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28">
              <a:extLst>
                <a:ext uri="{FF2B5EF4-FFF2-40B4-BE49-F238E27FC236}">
                  <a16:creationId xmlns:a16="http://schemas.microsoft.com/office/drawing/2014/main" id="{0B9A55D3-E5A3-6845-8B6C-93662A23F1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3168"/>
            <a:ext cx="2208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60" name="Equation" r:id="rId14" imgW="45351700" imgH="9944100" progId="Equation.3">
                    <p:embed/>
                  </p:oleObj>
                </mc:Choice>
                <mc:Fallback>
                  <p:oleObj name="Equation" r:id="rId14" imgW="45351700" imgH="9944100" progId="Equation.3">
                    <p:embed/>
                    <p:pic>
                      <p:nvPicPr>
                        <p:cNvPr id="11281" name="Object 28">
                          <a:extLst>
                            <a:ext uri="{FF2B5EF4-FFF2-40B4-BE49-F238E27FC236}">
                              <a16:creationId xmlns:a16="http://schemas.microsoft.com/office/drawing/2014/main" id="{0B9A55D3-E5A3-6845-8B6C-93662A23F1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168"/>
                          <a:ext cx="2208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94" name="Group 38">
            <a:extLst>
              <a:ext uri="{FF2B5EF4-FFF2-40B4-BE49-F238E27FC236}">
                <a16:creationId xmlns:a16="http://schemas.microsoft.com/office/drawing/2014/main" id="{22FC2D43-061C-2A44-A195-7E537EA66EC1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791200"/>
            <a:ext cx="8001000" cy="482600"/>
            <a:chOff x="384" y="3648"/>
            <a:chExt cx="5040" cy="304"/>
          </a:xfrm>
        </p:grpSpPr>
        <p:sp>
          <p:nvSpPr>
            <p:cNvPr id="45087" name="Text Box 31">
              <a:extLst>
                <a:ext uri="{FF2B5EF4-FFF2-40B4-BE49-F238E27FC236}">
                  <a16:creationId xmlns:a16="http://schemas.microsoft.com/office/drawing/2014/main" id="{03B53273-7E97-4E47-86CA-18AC910A1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48"/>
              <a:ext cx="28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i="1">
                  <a:solidFill>
                    <a:schemeClr val="accent2"/>
                  </a:solidFill>
                </a:rPr>
                <a:t>Step 3</a:t>
              </a:r>
              <a:r>
                <a:rPr lang="en-US" altLang="zh-CN" b="1"/>
                <a:t>: </a:t>
              </a:r>
              <a:r>
                <a:rPr lang="zh-CN" altLang="en-US" b="1">
                  <a:solidFill>
                    <a:srgbClr val="FF0000"/>
                  </a:solidFill>
                </a:rPr>
                <a:t>赶</a:t>
              </a:r>
              <a:r>
                <a:rPr lang="en-US" altLang="zh-CN" b="1"/>
                <a:t>——</a:t>
              </a:r>
              <a:r>
                <a:rPr lang="zh-CN" altLang="en-US" b="1"/>
                <a:t>即解</a:t>
              </a:r>
              <a:r>
                <a:rPr lang="en-US" altLang="zh-CN" b="1"/>
                <a:t>             </a:t>
              </a:r>
              <a:r>
                <a:rPr lang="zh-CN" altLang="en-US" b="1"/>
                <a:t>：</a:t>
              </a:r>
              <a:endParaRPr lang="en-US" altLang="zh-CN" b="1"/>
            </a:p>
          </p:txBody>
        </p:sp>
        <p:graphicFrame>
          <p:nvGraphicFramePr>
            <p:cNvPr id="11276" name="Object 35">
              <a:extLst>
                <a:ext uri="{FF2B5EF4-FFF2-40B4-BE49-F238E27FC236}">
                  <a16:creationId xmlns:a16="http://schemas.microsoft.com/office/drawing/2014/main" id="{BC873BEB-626F-C845-B4D0-1B7D5E8CE6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84" y="3696"/>
            <a:ext cx="67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61" name="Equation" r:id="rId16" imgW="12293600" imgH="4686300" progId="Equation.3">
                    <p:embed/>
                  </p:oleObj>
                </mc:Choice>
                <mc:Fallback>
                  <p:oleObj name="Equation" r:id="rId16" imgW="12293600" imgH="4686300" progId="Equation.3">
                    <p:embed/>
                    <p:pic>
                      <p:nvPicPr>
                        <p:cNvPr id="11276" name="Object 35">
                          <a:extLst>
                            <a:ext uri="{FF2B5EF4-FFF2-40B4-BE49-F238E27FC236}">
                              <a16:creationId xmlns:a16="http://schemas.microsoft.com/office/drawing/2014/main" id="{BC873BEB-626F-C845-B4D0-1B7D5E8CE6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4" y="3696"/>
                          <a:ext cx="67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7" name="Object 36">
              <a:extLst>
                <a:ext uri="{FF2B5EF4-FFF2-40B4-BE49-F238E27FC236}">
                  <a16:creationId xmlns:a16="http://schemas.microsoft.com/office/drawing/2014/main" id="{D6FA9FAD-9EA7-B440-AC9F-2174A07193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3696"/>
            <a:ext cx="2688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62" name="Equation" r:id="rId18" imgW="59982100" imgH="5270500" progId="Equation.3">
                    <p:embed/>
                  </p:oleObj>
                </mc:Choice>
                <mc:Fallback>
                  <p:oleObj name="Equation" r:id="rId18" imgW="59982100" imgH="5270500" progId="Equation.3">
                    <p:embed/>
                    <p:pic>
                      <p:nvPicPr>
                        <p:cNvPr id="11277" name="Object 36">
                          <a:extLst>
                            <a:ext uri="{FF2B5EF4-FFF2-40B4-BE49-F238E27FC236}">
                              <a16:creationId xmlns:a16="http://schemas.microsoft.com/office/drawing/2014/main" id="{D6FA9FAD-9EA7-B440-AC9F-2174A07193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696"/>
                          <a:ext cx="2688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95" name="AutoShape 39">
            <a:extLst>
              <a:ext uri="{FF2B5EF4-FFF2-40B4-BE49-F238E27FC236}">
                <a16:creationId xmlns:a16="http://schemas.microsoft.com/office/drawing/2014/main" id="{F5C66942-FB53-1146-BBE0-5F5564975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286000"/>
            <a:ext cx="4876800" cy="1676400"/>
          </a:xfrm>
          <a:prstGeom prst="wedgeEllipseCallout">
            <a:avLst>
              <a:gd name="adj1" fmla="val -41602"/>
              <a:gd name="adj2" fmla="val 70926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t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b="1"/>
              <a:t>与</a:t>
            </a:r>
            <a:r>
              <a:rPr lang="en-US" altLang="zh-CN" b="1"/>
              <a:t>G.E.</a:t>
            </a:r>
            <a:r>
              <a:rPr lang="zh-CN" altLang="en-US" b="1"/>
              <a:t>类似，一旦</a:t>
            </a:r>
            <a:endParaRPr lang="en-US" altLang="zh-CN" b="1"/>
          </a:p>
          <a:p>
            <a:pPr algn="ctr" eaLnBrk="1" hangingPunct="1">
              <a:lnSpc>
                <a:spcPct val="90000"/>
              </a:lnSpc>
            </a:pPr>
            <a:r>
              <a:rPr lang="en-US" altLang="zh-CN" b="1" i="1">
                <a:sym typeface="Symbol" pitchFamily="2" charset="2"/>
              </a:rPr>
              <a:t></a:t>
            </a:r>
            <a:r>
              <a:rPr lang="en-US" altLang="zh-CN" b="1" i="1" baseline="-25000">
                <a:sym typeface="Symbol" pitchFamily="2" charset="2"/>
              </a:rPr>
              <a:t>i </a:t>
            </a:r>
            <a:r>
              <a:rPr lang="en-US" altLang="zh-CN" b="1">
                <a:sym typeface="Symbol" pitchFamily="2" charset="2"/>
              </a:rPr>
              <a:t>= 0</a:t>
            </a:r>
            <a:r>
              <a:rPr lang="en-US" altLang="zh-CN" b="1"/>
              <a:t> </a:t>
            </a:r>
            <a:r>
              <a:rPr lang="zh-CN" altLang="en-US" b="1"/>
              <a:t>则算法中断，故并非任何</a:t>
            </a:r>
            <a:endParaRPr lang="en-US" altLang="zh-CN" b="1"/>
          </a:p>
          <a:p>
            <a:pPr algn="ctr" eaLnBrk="1" hangingPunct="1">
              <a:lnSpc>
                <a:spcPct val="90000"/>
              </a:lnSpc>
            </a:pPr>
            <a:r>
              <a:rPr lang="zh-CN" altLang="en-US" b="1"/>
              <a:t>三对角阵都可以用此方法分解。</a:t>
            </a:r>
            <a:endParaRPr lang="en-US" altLang="zh-CN" b="1"/>
          </a:p>
        </p:txBody>
      </p:sp>
    </p:spTree>
    <p:extLst>
      <p:ext uri="{BB962C8B-B14F-4D97-AF65-F5344CB8AC3E}">
        <p14:creationId xmlns:p14="http://schemas.microsoft.com/office/powerpoint/2010/main" val="199975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45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 autoUpdateAnimBg="0"/>
      <p:bldP spid="45073" grpId="0" autoUpdateAnimBg="0"/>
      <p:bldP spid="45080" grpId="0" autoUpdateAnimBg="0"/>
      <p:bldP spid="45095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4F007C8-29CA-9E40-9B59-CB57D707B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0"/>
            <a:ext cx="502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Tridiagonal System</a:t>
            </a:r>
          </a:p>
        </p:txBody>
      </p:sp>
      <p:grpSp>
        <p:nvGrpSpPr>
          <p:cNvPr id="46090" name="Group 10">
            <a:extLst>
              <a:ext uri="{FF2B5EF4-FFF2-40B4-BE49-F238E27FC236}">
                <a16:creationId xmlns:a16="http://schemas.microsoft.com/office/drawing/2014/main" id="{0269BF69-50F7-604B-8F5E-1AD9AC0BD68D}"/>
              </a:ext>
            </a:extLst>
          </p:cNvPr>
          <p:cNvGrpSpPr>
            <a:grpSpLocks/>
          </p:cNvGrpSpPr>
          <p:nvPr/>
        </p:nvGrpSpPr>
        <p:grpSpPr bwMode="auto">
          <a:xfrm>
            <a:off x="603250" y="2228850"/>
            <a:ext cx="8001000" cy="1416050"/>
            <a:chOff x="384" y="192"/>
            <a:chExt cx="5040" cy="892"/>
          </a:xfrm>
        </p:grpSpPr>
        <p:grpSp>
          <p:nvGrpSpPr>
            <p:cNvPr id="12292" name="Group 5">
              <a:extLst>
                <a:ext uri="{FF2B5EF4-FFF2-40B4-BE49-F238E27FC236}">
                  <a16:creationId xmlns:a16="http://schemas.microsoft.com/office/drawing/2014/main" id="{2AC1DE7E-646A-F34A-BD85-340A6F8C5D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92"/>
              <a:ext cx="5040" cy="892"/>
              <a:chOff x="336" y="192"/>
              <a:chExt cx="5040" cy="892"/>
            </a:xfrm>
          </p:grpSpPr>
          <p:sp>
            <p:nvSpPr>
              <p:cNvPr id="46086" name="AutoShape 6" descr="白色大理石">
                <a:extLst>
                  <a:ext uri="{FF2B5EF4-FFF2-40B4-BE49-F238E27FC236}">
                    <a16:creationId xmlns:a16="http://schemas.microsoft.com/office/drawing/2014/main" id="{E416D3C8-9EEC-2045-A4C2-985D5A83E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92"/>
                <a:ext cx="672" cy="384"/>
              </a:xfrm>
              <a:prstGeom prst="bevel">
                <a:avLst>
                  <a:gd name="adj" fmla="val 12500"/>
                </a:avLst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0" lang="zh-CN" altLang="en-US" sz="2800" b="1">
                    <a:latin typeface="Times New Roman" charset="0"/>
                    <a:ea typeface="宋体" charset="0"/>
                    <a:cs typeface="楷体_GB2312" charset="0"/>
                  </a:rPr>
                  <a:t>定理</a:t>
                </a:r>
                <a:endParaRPr kumimoji="0" lang="en-US" altLang="zh-CN" sz="2800" b="1">
                  <a:latin typeface="Times New Roman" charset="0"/>
                  <a:ea typeface="宋体" charset="0"/>
                  <a:cs typeface="楷体_GB2312" charset="0"/>
                </a:endParaRPr>
              </a:p>
            </p:txBody>
          </p:sp>
          <p:sp>
            <p:nvSpPr>
              <p:cNvPr id="46087" name="Text Box 7">
                <a:extLst>
                  <a:ext uri="{FF2B5EF4-FFF2-40B4-BE49-F238E27FC236}">
                    <a16:creationId xmlns:a16="http://schemas.microsoft.com/office/drawing/2014/main" id="{20484891-4E89-824A-B1E2-5CD8596750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36"/>
                <a:ext cx="5040" cy="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/>
                  <a:t>               </a:t>
                </a:r>
                <a:r>
                  <a:rPr lang="zh-CN" altLang="en-US" b="1"/>
                  <a:t>若</a:t>
                </a:r>
                <a:r>
                  <a:rPr lang="en-US" altLang="zh-CN" b="1"/>
                  <a:t> </a:t>
                </a:r>
                <a:r>
                  <a:rPr lang="en-US" altLang="zh-CN" b="1" i="1"/>
                  <a:t>A</a:t>
                </a:r>
                <a:r>
                  <a:rPr lang="en-US" altLang="zh-CN" b="1"/>
                  <a:t> </a:t>
                </a:r>
                <a:r>
                  <a:rPr lang="zh-CN" altLang="en-US" b="1"/>
                  <a:t>为</a:t>
                </a:r>
                <a:r>
                  <a:rPr lang="zh-CN" altLang="en-US" b="1">
                    <a:solidFill>
                      <a:schemeClr val="accent2"/>
                    </a:solidFill>
                  </a:rPr>
                  <a:t>对角占优</a:t>
                </a:r>
                <a:r>
                  <a:rPr lang="en-US" altLang="zh-CN" b="1"/>
                  <a:t> </a:t>
                </a:r>
                <a:r>
                  <a:rPr lang="en-US" altLang="zh-CN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/* diagonally dominant */ </a:t>
                </a:r>
                <a:r>
                  <a:rPr lang="zh-CN" altLang="en-US" b="1"/>
                  <a:t>的三对角阵，且满足</a:t>
                </a:r>
                <a:r>
                  <a:rPr lang="en-US" altLang="zh-CN" b="1"/>
                  <a:t>                                                                 </a:t>
                </a:r>
                <a:r>
                  <a:rPr lang="zh-CN" altLang="en-US" b="1"/>
                  <a:t>，则追赶法可解以</a:t>
                </a:r>
                <a:r>
                  <a:rPr lang="en-US" altLang="zh-CN" b="1"/>
                  <a:t> </a:t>
                </a:r>
                <a:r>
                  <a:rPr lang="en-US" altLang="zh-CN" b="1" i="1"/>
                  <a:t>A</a:t>
                </a:r>
                <a:r>
                  <a:rPr lang="en-US" altLang="zh-CN" b="1"/>
                  <a:t> </a:t>
                </a:r>
                <a:r>
                  <a:rPr lang="zh-CN" altLang="en-US" b="1"/>
                  <a:t>为系数矩阵的方程组。</a:t>
                </a:r>
                <a:endParaRPr lang="en-US" altLang="zh-CN" b="1"/>
              </a:p>
            </p:txBody>
          </p:sp>
        </p:grpSp>
        <p:graphicFrame>
          <p:nvGraphicFramePr>
            <p:cNvPr id="12293" name="Object 9">
              <a:extLst>
                <a:ext uri="{FF2B5EF4-FFF2-40B4-BE49-F238E27FC236}">
                  <a16:creationId xmlns:a16="http://schemas.microsoft.com/office/drawing/2014/main" id="{5C707B43-D9C9-DC4D-8750-0AD63B0526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576"/>
            <a:ext cx="3070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02" name="Equation" r:id="rId5" imgW="62611000" imgH="5270500" progId="Equation.3">
                    <p:embed/>
                  </p:oleObj>
                </mc:Choice>
                <mc:Fallback>
                  <p:oleObj name="Equation" r:id="rId5" imgW="62611000" imgH="5270500" progId="Equation.3">
                    <p:embed/>
                    <p:pic>
                      <p:nvPicPr>
                        <p:cNvPr id="12293" name="Object 9">
                          <a:extLst>
                            <a:ext uri="{FF2B5EF4-FFF2-40B4-BE49-F238E27FC236}">
                              <a16:creationId xmlns:a16="http://schemas.microsoft.com/office/drawing/2014/main" id="{5C707B43-D9C9-DC4D-8750-0AD63B0526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576"/>
                          <a:ext cx="3070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5681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14817</TotalTime>
  <Words>802</Words>
  <Application>Microsoft Macintosh PowerPoint</Application>
  <PresentationFormat>On-screen Show (4:3)</PresentationFormat>
  <Paragraphs>120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楷体_GB2312</vt:lpstr>
      <vt:lpstr>黑体</vt:lpstr>
      <vt:lpstr>SimSun</vt:lpstr>
      <vt:lpstr>Arial</vt:lpstr>
      <vt:lpstr>Calibri</vt:lpstr>
      <vt:lpstr>Times New Roman</vt:lpstr>
      <vt:lpstr>Wingdings</vt:lpstr>
      <vt:lpstr>Office Theme</vt:lpstr>
      <vt:lpstr>Equation</vt:lpstr>
      <vt:lpstr>三 角 分 解 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Liu Xueming</cp:lastModifiedBy>
  <cp:revision>2120</cp:revision>
  <dcterms:created xsi:type="dcterms:W3CDTF">2006-08-16T00:00:00Z</dcterms:created>
  <dcterms:modified xsi:type="dcterms:W3CDTF">2020-12-27T14:05:00Z</dcterms:modified>
</cp:coreProperties>
</file>