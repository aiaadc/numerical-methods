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audio1.bin" ContentType="audio/unknown"/>
  <Override PartName="/ppt/media/audio2.bin" ContentType="audio/unknown"/>
  <Override PartName="/ppt/notesSlides/notesSlide2.xml" ContentType="application/vnd.openxmlformats-officedocument.presentationml.notesSlide+xml"/>
  <Override PartName="/ppt/media/audio4.bin" ContentType="audio/unknown"/>
  <Override PartName="/ppt/media/audio6.bin" ContentType="audio/unknown"/>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362" r:id="rId3"/>
    <p:sldId id="321" r:id="rId4"/>
    <p:sldId id="325" r:id="rId5"/>
    <p:sldId id="323" r:id="rId6"/>
    <p:sldId id="326" r:id="rId7"/>
    <p:sldId id="363" r:id="rId8"/>
    <p:sldId id="364" r:id="rId9"/>
    <p:sldId id="333" r:id="rId10"/>
    <p:sldId id="365" r:id="rId11"/>
    <p:sldId id="366" r:id="rId12"/>
    <p:sldId id="302" r:id="rId13"/>
    <p:sldId id="303" r:id="rId14"/>
    <p:sldId id="304" r:id="rId15"/>
    <p:sldId id="367" r:id="rId16"/>
    <p:sldId id="335" r:id="rId17"/>
    <p:sldId id="345" r:id="rId18"/>
    <p:sldId id="306" r:id="rId19"/>
    <p:sldId id="339" r:id="rId20"/>
    <p:sldId id="340" r:id="rId21"/>
    <p:sldId id="307" r:id="rId22"/>
    <p:sldId id="308" r:id="rId23"/>
    <p:sldId id="309" r:id="rId24"/>
    <p:sldId id="346" r:id="rId25"/>
    <p:sldId id="355" r:id="rId26"/>
    <p:sldId id="266" r:id="rId27"/>
    <p:sldId id="350" r:id="rId28"/>
    <p:sldId id="351" r:id="rId29"/>
    <p:sldId id="310" r:id="rId30"/>
    <p:sldId id="313" r:id="rId31"/>
    <p:sldId id="314" r:id="rId32"/>
    <p:sldId id="315" r:id="rId33"/>
    <p:sldId id="316" r:id="rId34"/>
    <p:sldId id="358" r:id="rId35"/>
    <p:sldId id="360" r:id="rId36"/>
    <p:sldId id="356" r:id="rId37"/>
    <p:sldId id="357" r:id="rId38"/>
    <p:sldId id="368" r:id="rId39"/>
    <p:sldId id="369" r:id="rId40"/>
    <p:sldId id="370"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882"/>
    <p:restoredTop sz="90551"/>
  </p:normalViewPr>
  <p:slideViewPr>
    <p:cSldViewPr>
      <p:cViewPr varScale="1">
        <p:scale>
          <a:sx n="99" d="100"/>
          <a:sy n="99" d="100"/>
        </p:scale>
        <p:origin x="1064" y="16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0EE2C-B419-45DE-BFFD-ED88C3BCD1A5}" type="datetimeFigureOut">
              <a:rPr lang="zh-CN" altLang="en-US" smtClean="0"/>
              <a:t>2024/4/7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9922F-842D-4D55-B456-071B03B210C3}" type="slidenum">
              <a:rPr lang="zh-CN" altLang="en-US" smtClean="0"/>
              <a:t>‹#›</a:t>
            </a:fld>
            <a:endParaRPr lang="zh-CN" altLang="en-US"/>
          </a:p>
        </p:txBody>
      </p:sp>
    </p:spTree>
    <p:extLst>
      <p:ext uri="{BB962C8B-B14F-4D97-AF65-F5344CB8AC3E}">
        <p14:creationId xmlns:p14="http://schemas.microsoft.com/office/powerpoint/2010/main" val="479283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C5D9922F-842D-4D55-B456-071B03B210C3}" type="slidenum">
              <a:rPr lang="zh-CN" altLang="en-US" smtClean="0"/>
              <a:t>1</a:t>
            </a:fld>
            <a:endParaRPr lang="zh-CN" altLang="en-US"/>
          </a:p>
        </p:txBody>
      </p:sp>
    </p:spTree>
    <p:extLst>
      <p:ext uri="{BB962C8B-B14F-4D97-AF65-F5344CB8AC3E}">
        <p14:creationId xmlns:p14="http://schemas.microsoft.com/office/powerpoint/2010/main" val="870253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ACC70-FBEA-0544-82C3-E8CF38943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CB407-9C9D-BF42-A950-B851E76B3F8B}"/>
              </a:ext>
            </a:extLst>
          </p:cNvPr>
          <p:cNvSpPr>
            <a:spLocks noGrp="1"/>
          </p:cNvSpPr>
          <p:nvPr>
            <p:ph type="body" idx="1"/>
          </p:nvPr>
        </p:nvSpPr>
        <p:spPr/>
        <p:txBody>
          <a:bodyPr/>
          <a:lstStyle/>
          <a:p>
            <a:pPr eaLnBrk="1" hangingPunct="1">
              <a:defRPr/>
            </a:pPr>
            <a:endParaRPr lang="en-US" dirty="0"/>
          </a:p>
        </p:txBody>
      </p:sp>
      <p:sp>
        <p:nvSpPr>
          <p:cNvPr id="4" name="Slide Number Placeholder 3">
            <a:extLst>
              <a:ext uri="{FF2B5EF4-FFF2-40B4-BE49-F238E27FC236}">
                <a16:creationId xmlns:a16="http://schemas.microsoft.com/office/drawing/2014/main" id="{8053A6AA-5941-8640-A385-72CEFBF8DF28}"/>
              </a:ext>
            </a:extLst>
          </p:cNvPr>
          <p:cNvSpPr>
            <a:spLocks noGrp="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fld id="{E303A536-B90A-9445-BA40-F200F9B08018}" type="slidenum">
              <a:rPr lang="en-US" altLang="zh-CN" sz="1200"/>
              <a:pPr eaLnBrk="1" hangingPunct="1"/>
              <a:t>12</a:t>
            </a:fld>
            <a:endParaRPr lang="en-US" altLang="zh-CN" sz="1200"/>
          </a:p>
        </p:txBody>
      </p:sp>
    </p:spTree>
    <p:extLst>
      <p:ext uri="{BB962C8B-B14F-4D97-AF65-F5344CB8AC3E}">
        <p14:creationId xmlns:p14="http://schemas.microsoft.com/office/powerpoint/2010/main" val="4840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88213-E7C4-2B40-BB8F-C93F9F95D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EADFC4-C367-8347-85F5-F1D092BEE366}"/>
              </a:ext>
            </a:extLst>
          </p:cNvPr>
          <p:cNvSpPr>
            <a:spLocks noGrp="1"/>
          </p:cNvSpPr>
          <p:nvPr>
            <p:ph type="body" idx="1"/>
          </p:nvPr>
        </p:nvSpPr>
        <p:spPr/>
        <p:txBody>
          <a:bodyPr/>
          <a:lstStyle/>
          <a:p>
            <a:pPr>
              <a:defRPr/>
            </a:pPr>
            <a:endParaRPr lang="en-US" dirty="0"/>
          </a:p>
        </p:txBody>
      </p:sp>
      <p:sp>
        <p:nvSpPr>
          <p:cNvPr id="4" name="Slide Number Placeholder 3">
            <a:extLst>
              <a:ext uri="{FF2B5EF4-FFF2-40B4-BE49-F238E27FC236}">
                <a16:creationId xmlns:a16="http://schemas.microsoft.com/office/drawing/2014/main" id="{1092EC58-DAA4-6948-A687-69A6D6F12411}"/>
              </a:ext>
            </a:extLst>
          </p:cNvPr>
          <p:cNvSpPr>
            <a:spLocks noGrp="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fld id="{CF11A496-4721-474B-AAB8-D9EA5941A5DE}" type="slidenum">
              <a:rPr lang="en-US" altLang="zh-CN" sz="1200"/>
              <a:pPr eaLnBrk="1" hangingPunct="1"/>
              <a:t>34</a:t>
            </a:fld>
            <a:endParaRPr lang="en-US" altLang="zh-CN" sz="1200"/>
          </a:p>
        </p:txBody>
      </p:sp>
    </p:spTree>
    <p:extLst>
      <p:ext uri="{BB962C8B-B14F-4D97-AF65-F5344CB8AC3E}">
        <p14:creationId xmlns:p14="http://schemas.microsoft.com/office/powerpoint/2010/main" val="2514902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4.e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6.emf"/><Relationship Id="rId5" Type="http://schemas.openxmlformats.org/officeDocument/2006/relationships/image" Target="../media/image3.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6.emf"/><Relationship Id="rId2"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10.bin"/><Relationship Id="rId5" Type="http://schemas.openxmlformats.org/officeDocument/2006/relationships/image" Target="../media/image10.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audio" Target="../media/audio2.bin"/><Relationship Id="rId7" Type="http://schemas.openxmlformats.org/officeDocument/2006/relationships/image" Target="../media/image12.emf"/><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oleObject" Target="../embeddings/oleObject11.bin"/><Relationship Id="rId5" Type="http://schemas.openxmlformats.org/officeDocument/2006/relationships/image" Target="../media/image11.jpeg"/><Relationship Id="rId4" Type="http://schemas.openxmlformats.org/officeDocument/2006/relationships/audio" Target="../media/audio3.wav"/><Relationship Id="rId9" Type="http://schemas.openxmlformats.org/officeDocument/2006/relationships/image" Target="../media/image13.emf"/></Relationships>
</file>

<file path=ppt/slides/_rels/slide8.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1.jpeg"/><Relationship Id="rId7" Type="http://schemas.openxmlformats.org/officeDocument/2006/relationships/image" Target="../media/image14.emf"/><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oleObject" Target="../embeddings/oleObject14.bin"/><Relationship Id="rId5" Type="http://schemas.openxmlformats.org/officeDocument/2006/relationships/image" Target="../media/image12.emf"/><Relationship Id="rId10" Type="http://schemas.openxmlformats.org/officeDocument/2006/relationships/image" Target="../media/image16.emf"/><Relationship Id="rId4" Type="http://schemas.openxmlformats.org/officeDocument/2006/relationships/oleObject" Target="../embeddings/oleObject13.bin"/><Relationship Id="rId9" Type="http://schemas.openxmlformats.org/officeDocument/2006/relationships/oleObject" Target="../embeddings/oleObject15.bin"/></Relationships>
</file>

<file path=ppt/slides/_rels/slide9.xml.rels><?xml version="1.0" encoding="UTF-8" standalone="yes"?>
<Relationships xmlns="http://schemas.openxmlformats.org/package/2006/relationships"><Relationship Id="rId8" Type="http://schemas.openxmlformats.org/officeDocument/2006/relationships/image" Target="../media/image18.emf"/><Relationship Id="rId13"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0.emf"/><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2.e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19.emf"/><Relationship Id="rId4" Type="http://schemas.openxmlformats.org/officeDocument/2006/relationships/image" Target="../media/image17.emf"/><Relationship Id="rId9" Type="http://schemas.openxmlformats.org/officeDocument/2006/relationships/oleObject" Target="../embeddings/oleObject19.bin"/><Relationship Id="rId14" Type="http://schemas.openxmlformats.org/officeDocument/2006/relationships/image" Target="../media/image21.emf"/></Relationships>
</file>

<file path=ppt/slides/_rels/slide10.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8.emf"/><Relationship Id="rId5" Type="http://schemas.openxmlformats.org/officeDocument/2006/relationships/oleObject" Target="../embeddings/oleObject23.bin"/><Relationship Id="rId10" Type="http://schemas.openxmlformats.org/officeDocument/2006/relationships/image" Target="../media/image23.emf"/><Relationship Id="rId4" Type="http://schemas.openxmlformats.org/officeDocument/2006/relationships/image" Target="../media/image12.emf"/><Relationship Id="rId9" Type="http://schemas.openxmlformats.org/officeDocument/2006/relationships/oleObject" Target="../embeddings/oleObject25.bin"/></Relationships>
</file>

<file path=ppt/slides/_rels/slide11.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8.emf"/><Relationship Id="rId5" Type="http://schemas.openxmlformats.org/officeDocument/2006/relationships/oleObject" Target="../embeddings/oleObject27.bin"/><Relationship Id="rId10" Type="http://schemas.openxmlformats.org/officeDocument/2006/relationships/image" Target="../media/image25.emf"/><Relationship Id="rId4" Type="http://schemas.openxmlformats.org/officeDocument/2006/relationships/image" Target="../media/image12.emf"/><Relationship Id="rId9" Type="http://schemas.openxmlformats.org/officeDocument/2006/relationships/oleObject" Target="../embeddings/oleObject29.bin"/></Relationships>
</file>

<file path=ppt/slides/_rels/slide12.xml.rels><?xml version="1.0" encoding="UTF-8" standalone="yes"?>
<Relationships xmlns="http://schemas.openxmlformats.org/package/2006/relationships"><Relationship Id="rId8" Type="http://schemas.openxmlformats.org/officeDocument/2006/relationships/audio" Target="../media/audio6.bin"/><Relationship Id="rId13" Type="http://schemas.openxmlformats.org/officeDocument/2006/relationships/image" Target="../media/image27.jpeg"/><Relationship Id="rId3" Type="http://schemas.openxmlformats.org/officeDocument/2006/relationships/audio" Target="../media/audio3.wav"/><Relationship Id="rId7" Type="http://schemas.openxmlformats.org/officeDocument/2006/relationships/audio" Target="../media/audio5.wav"/><Relationship Id="rId12" Type="http://schemas.openxmlformats.org/officeDocument/2006/relationships/image" Target="../media/image26.emf"/><Relationship Id="rId17" Type="http://schemas.openxmlformats.org/officeDocument/2006/relationships/image" Target="../media/image29.emf"/><Relationship Id="rId2" Type="http://schemas.openxmlformats.org/officeDocument/2006/relationships/notesSlide" Target="../notesSlides/notesSlide2.xml"/><Relationship Id="rId16" Type="http://schemas.openxmlformats.org/officeDocument/2006/relationships/oleObject" Target="../embeddings/oleObject32.bin"/><Relationship Id="rId1" Type="http://schemas.openxmlformats.org/officeDocument/2006/relationships/slideLayout" Target="../slideLayouts/slideLayout7.xml"/><Relationship Id="rId6" Type="http://schemas.openxmlformats.org/officeDocument/2006/relationships/audio" Target="../media/audio4.bin"/><Relationship Id="rId11" Type="http://schemas.openxmlformats.org/officeDocument/2006/relationships/oleObject" Target="../embeddings/oleObject30.bin"/><Relationship Id="rId5" Type="http://schemas.openxmlformats.org/officeDocument/2006/relationships/audio" Target="../media/audio2.bin"/><Relationship Id="rId15" Type="http://schemas.openxmlformats.org/officeDocument/2006/relationships/image" Target="../media/image28.emf"/><Relationship Id="rId10" Type="http://schemas.openxmlformats.org/officeDocument/2006/relationships/image" Target="../media/image11.jpeg"/><Relationship Id="rId4" Type="http://schemas.openxmlformats.org/officeDocument/2006/relationships/audio" Target="../media/audio1.bin"/><Relationship Id="rId9" Type="http://schemas.openxmlformats.org/officeDocument/2006/relationships/audio" Target="../media/audio7.wav"/><Relationship Id="rId14" Type="http://schemas.openxmlformats.org/officeDocument/2006/relationships/oleObject" Target="../embeddings/oleObject31.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audio" Target="../media/audio2.bin"/><Relationship Id="rId7" Type="http://schemas.openxmlformats.org/officeDocument/2006/relationships/image" Target="../media/image30.emf"/><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oleObject" Target="../embeddings/oleObject33.bin"/><Relationship Id="rId11" Type="http://schemas.openxmlformats.org/officeDocument/2006/relationships/image" Target="../media/image32.emf"/><Relationship Id="rId5" Type="http://schemas.openxmlformats.org/officeDocument/2006/relationships/image" Target="../media/image11.jpeg"/><Relationship Id="rId10" Type="http://schemas.openxmlformats.org/officeDocument/2006/relationships/oleObject" Target="../embeddings/oleObject35.bin"/><Relationship Id="rId4" Type="http://schemas.openxmlformats.org/officeDocument/2006/relationships/audio" Target="../media/audio4.bin"/><Relationship Id="rId9" Type="http://schemas.openxmlformats.org/officeDocument/2006/relationships/image" Target="../media/image31.emf"/></Relationships>
</file>

<file path=ppt/slides/_rels/slide14.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audio" Target="../media/audio2.bin"/><Relationship Id="rId7" Type="http://schemas.openxmlformats.org/officeDocument/2006/relationships/oleObject" Target="../embeddings/oleObject37.bin"/><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image" Target="../media/image33.emf"/><Relationship Id="rId5" Type="http://schemas.openxmlformats.org/officeDocument/2006/relationships/oleObject" Target="../embeddings/oleObject36.bin"/><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image" Target="../media/image38.emf"/><Relationship Id="rId3" Type="http://schemas.openxmlformats.org/officeDocument/2006/relationships/audio" Target="../media/audio4.bin"/><Relationship Id="rId7" Type="http://schemas.openxmlformats.org/officeDocument/2006/relationships/oleObject" Target="../embeddings/oleObject39.bin"/><Relationship Id="rId12" Type="http://schemas.openxmlformats.org/officeDocument/2006/relationships/oleObject" Target="../embeddings/oleObject41.bin"/><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image" Target="../media/image35.emf"/><Relationship Id="rId11" Type="http://schemas.openxmlformats.org/officeDocument/2006/relationships/image" Target="../media/image37.emf"/><Relationship Id="rId5" Type="http://schemas.openxmlformats.org/officeDocument/2006/relationships/oleObject" Target="../embeddings/oleObject38.bin"/><Relationship Id="rId15" Type="http://schemas.openxmlformats.org/officeDocument/2006/relationships/image" Target="../media/image39.emf"/><Relationship Id="rId10" Type="http://schemas.openxmlformats.org/officeDocument/2006/relationships/oleObject" Target="../embeddings/oleObject40.bin"/><Relationship Id="rId4" Type="http://schemas.openxmlformats.org/officeDocument/2006/relationships/audio" Target="../media/audio2.bin"/><Relationship Id="rId9" Type="http://schemas.openxmlformats.org/officeDocument/2006/relationships/image" Target="../media/image11.jpeg"/><Relationship Id="rId14" Type="http://schemas.openxmlformats.org/officeDocument/2006/relationships/oleObject" Target="../embeddings/oleObject42.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40.emf"/><Relationship Id="rId7" Type="http://schemas.openxmlformats.org/officeDocument/2006/relationships/image" Target="../media/image42.emf"/><Relationship Id="rId2"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oleObject" Target="../embeddings/oleObject45.bin"/><Relationship Id="rId5" Type="http://schemas.openxmlformats.org/officeDocument/2006/relationships/image" Target="../media/image41.emf"/><Relationship Id="rId4" Type="http://schemas.openxmlformats.org/officeDocument/2006/relationships/oleObject" Target="../embeddings/oleObject44.bin"/><Relationship Id="rId9" Type="http://schemas.openxmlformats.org/officeDocument/2006/relationships/image" Target="../media/image43.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44.emf"/><Relationship Id="rId7" Type="http://schemas.openxmlformats.org/officeDocument/2006/relationships/image" Target="../media/image46.emf"/><Relationship Id="rId2"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9.bin"/><Relationship Id="rId5" Type="http://schemas.openxmlformats.org/officeDocument/2006/relationships/image" Target="../media/image45.emf"/><Relationship Id="rId4" Type="http://schemas.openxmlformats.org/officeDocument/2006/relationships/oleObject" Target="../embeddings/oleObject48.bin"/><Relationship Id="rId9" Type="http://schemas.openxmlformats.org/officeDocument/2006/relationships/image" Target="../media/image47.emf"/></Relationships>
</file>

<file path=ppt/slides/_rels/slide18.xml.rels><?xml version="1.0" encoding="UTF-8" standalone="yes"?>
<Relationships xmlns="http://schemas.openxmlformats.org/package/2006/relationships"><Relationship Id="rId3" Type="http://schemas.openxmlformats.org/officeDocument/2006/relationships/audio" Target="../media/audio7.wav"/><Relationship Id="rId7" Type="http://schemas.openxmlformats.org/officeDocument/2006/relationships/image" Target="../media/image48.emf"/><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oleObject" Target="../embeddings/oleObject51.bin"/><Relationship Id="rId5" Type="http://schemas.openxmlformats.org/officeDocument/2006/relationships/image" Target="../media/image11.jpeg"/><Relationship Id="rId4" Type="http://schemas.openxmlformats.org/officeDocument/2006/relationships/audio" Target="../media/audio2.bin"/></Relationships>
</file>

<file path=ppt/slides/_rels/slide19.xml.rels><?xml version="1.0" encoding="UTF-8" standalone="yes"?>
<Relationships xmlns="http://schemas.openxmlformats.org/package/2006/relationships"><Relationship Id="rId3" Type="http://schemas.openxmlformats.org/officeDocument/2006/relationships/image" Target="../media/image49.emf"/><Relationship Id="rId7" Type="http://schemas.openxmlformats.org/officeDocument/2006/relationships/image" Target="../media/image51.emf"/><Relationship Id="rId2" Type="http://schemas.openxmlformats.org/officeDocument/2006/relationships/oleObject" Target="../embeddings/oleObject52.bin"/><Relationship Id="rId1" Type="http://schemas.openxmlformats.org/officeDocument/2006/relationships/slideLayout" Target="../slideLayouts/slideLayout7.xml"/><Relationship Id="rId6" Type="http://schemas.openxmlformats.org/officeDocument/2006/relationships/oleObject" Target="../embeddings/oleObject54.bin"/><Relationship Id="rId5" Type="http://schemas.openxmlformats.org/officeDocument/2006/relationships/image" Target="../media/image50.emf"/><Relationship Id="rId4" Type="http://schemas.openxmlformats.org/officeDocument/2006/relationships/oleObject" Target="../embeddings/oleObject53.bin"/></Relationships>
</file>

<file path=ppt/slides/_rels/slide20.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oleObject" Target="../embeddings/oleObject55.bin"/><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emf"/><Relationship Id="rId4" Type="http://schemas.openxmlformats.org/officeDocument/2006/relationships/oleObject" Target="../embeddings/oleObject56.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audio" Target="../media/audio4.bin"/><Relationship Id="rId7" Type="http://schemas.openxmlformats.org/officeDocument/2006/relationships/image" Target="../media/image56.emf"/><Relationship Id="rId2" Type="http://schemas.openxmlformats.org/officeDocument/2006/relationships/audio" Target="../media/audio3.wav"/><Relationship Id="rId1" Type="http://schemas.openxmlformats.org/officeDocument/2006/relationships/slideLayout" Target="../slideLayouts/slideLayout7.xml"/><Relationship Id="rId6" Type="http://schemas.openxmlformats.org/officeDocument/2006/relationships/oleObject" Target="../embeddings/oleObject57.bin"/><Relationship Id="rId5" Type="http://schemas.openxmlformats.org/officeDocument/2006/relationships/image" Target="../media/image55.emf"/><Relationship Id="rId4" Type="http://schemas.openxmlformats.org/officeDocument/2006/relationships/image" Target="../media/image15.emf"/><Relationship Id="rId9" Type="http://schemas.openxmlformats.org/officeDocument/2006/relationships/image" Target="../media/image57.emf"/></Relationships>
</file>

<file path=ppt/slides/_rels/slide22.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oleObject" Target="../embeddings/oleObject63.bin"/><Relationship Id="rId3" Type="http://schemas.openxmlformats.org/officeDocument/2006/relationships/audio" Target="../media/audio1.bin"/><Relationship Id="rId7" Type="http://schemas.openxmlformats.org/officeDocument/2006/relationships/oleObject" Target="../embeddings/oleObject60.bin"/><Relationship Id="rId12" Type="http://schemas.openxmlformats.org/officeDocument/2006/relationships/image" Target="../media/image61.emf"/><Relationship Id="rId2" Type="http://schemas.openxmlformats.org/officeDocument/2006/relationships/audio" Target="../media/audio3.wav"/><Relationship Id="rId16" Type="http://schemas.openxmlformats.org/officeDocument/2006/relationships/image" Target="../media/image63.emf"/><Relationship Id="rId1" Type="http://schemas.openxmlformats.org/officeDocument/2006/relationships/slideLayout" Target="../slideLayouts/slideLayout7.xml"/><Relationship Id="rId6" Type="http://schemas.openxmlformats.org/officeDocument/2006/relationships/image" Target="../media/image58.emf"/><Relationship Id="rId11" Type="http://schemas.openxmlformats.org/officeDocument/2006/relationships/oleObject" Target="../embeddings/oleObject62.bin"/><Relationship Id="rId5" Type="http://schemas.openxmlformats.org/officeDocument/2006/relationships/oleObject" Target="../embeddings/oleObject59.bin"/><Relationship Id="rId15" Type="http://schemas.openxmlformats.org/officeDocument/2006/relationships/oleObject" Target="../embeddings/oleObject64.bin"/><Relationship Id="rId10" Type="http://schemas.openxmlformats.org/officeDocument/2006/relationships/image" Target="../media/image60.emf"/><Relationship Id="rId4" Type="http://schemas.openxmlformats.org/officeDocument/2006/relationships/audio" Target="../media/audio4.bin"/><Relationship Id="rId9" Type="http://schemas.openxmlformats.org/officeDocument/2006/relationships/oleObject" Target="../embeddings/oleObject61.bin"/><Relationship Id="rId14" Type="http://schemas.openxmlformats.org/officeDocument/2006/relationships/image" Target="../media/image62.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oleObject" Target="../embeddings/oleObject68.bin"/><Relationship Id="rId3" Type="http://schemas.openxmlformats.org/officeDocument/2006/relationships/audio" Target="../media/audio7.wav"/><Relationship Id="rId7" Type="http://schemas.openxmlformats.org/officeDocument/2006/relationships/image" Target="../media/image64.emf"/><Relationship Id="rId12" Type="http://schemas.openxmlformats.org/officeDocument/2006/relationships/image" Target="../media/image67.jpeg"/><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oleObject" Target="../embeddings/oleObject65.bin"/><Relationship Id="rId11" Type="http://schemas.openxmlformats.org/officeDocument/2006/relationships/image" Target="../media/image66.emf"/><Relationship Id="rId5" Type="http://schemas.openxmlformats.org/officeDocument/2006/relationships/audio" Target="../media/audio6.bin"/><Relationship Id="rId10" Type="http://schemas.openxmlformats.org/officeDocument/2006/relationships/oleObject" Target="../embeddings/oleObject67.bin"/><Relationship Id="rId4" Type="http://schemas.openxmlformats.org/officeDocument/2006/relationships/audio" Target="../media/audio4.bin"/><Relationship Id="rId9" Type="http://schemas.openxmlformats.org/officeDocument/2006/relationships/image" Target="../media/image65.emf"/><Relationship Id="rId14" Type="http://schemas.openxmlformats.org/officeDocument/2006/relationships/image" Target="../media/image68.emf"/></Relationships>
</file>

<file path=ppt/slides/_rels/slide24.xml.rels><?xml version="1.0" encoding="UTF-8" standalone="yes"?>
<Relationships xmlns="http://schemas.openxmlformats.org/package/2006/relationships"><Relationship Id="rId8" Type="http://schemas.openxmlformats.org/officeDocument/2006/relationships/image" Target="../media/image71.emf"/><Relationship Id="rId13" Type="http://schemas.openxmlformats.org/officeDocument/2006/relationships/image" Target="../media/image68.emf"/><Relationship Id="rId3" Type="http://schemas.openxmlformats.org/officeDocument/2006/relationships/oleObject" Target="../embeddings/oleObject69.bin"/><Relationship Id="rId7" Type="http://schemas.openxmlformats.org/officeDocument/2006/relationships/oleObject" Target="../embeddings/oleObject71.bin"/><Relationship Id="rId12" Type="http://schemas.openxmlformats.org/officeDocument/2006/relationships/oleObject" Target="../embeddings/oleObject73.bin"/><Relationship Id="rId2" Type="http://schemas.openxmlformats.org/officeDocument/2006/relationships/audio" Target="../media/audio7.wav"/><Relationship Id="rId1" Type="http://schemas.openxmlformats.org/officeDocument/2006/relationships/slideLayout" Target="../slideLayouts/slideLayout7.xml"/><Relationship Id="rId6" Type="http://schemas.openxmlformats.org/officeDocument/2006/relationships/image" Target="../media/image70.emf"/><Relationship Id="rId11" Type="http://schemas.openxmlformats.org/officeDocument/2006/relationships/image" Target="../media/image67.jpeg"/><Relationship Id="rId5" Type="http://schemas.openxmlformats.org/officeDocument/2006/relationships/oleObject" Target="../embeddings/oleObject70.bin"/><Relationship Id="rId10" Type="http://schemas.openxmlformats.org/officeDocument/2006/relationships/image" Target="../media/image72.emf"/><Relationship Id="rId4" Type="http://schemas.openxmlformats.org/officeDocument/2006/relationships/image" Target="../media/image69.emf"/><Relationship Id="rId9" Type="http://schemas.openxmlformats.org/officeDocument/2006/relationships/oleObject" Target="../embeddings/oleObject7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2.bin"/><Relationship Id="rId1" Type="http://schemas.openxmlformats.org/officeDocument/2006/relationships/slideLayout" Target="../slideLayouts/slideLayout7.xml"/><Relationship Id="rId6" Type="http://schemas.openxmlformats.org/officeDocument/2006/relationships/image" Target="../media/image73.emf"/><Relationship Id="rId5" Type="http://schemas.openxmlformats.org/officeDocument/2006/relationships/oleObject" Target="../embeddings/oleObject74.bin"/><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oleObject" Target="../embeddings/oleObject75.bin"/><Relationship Id="rId1" Type="http://schemas.openxmlformats.org/officeDocument/2006/relationships/slideLayout" Target="../slideLayouts/slideLayout7.xml"/><Relationship Id="rId5" Type="http://schemas.openxmlformats.org/officeDocument/2006/relationships/image" Target="../media/image75.emf"/><Relationship Id="rId4" Type="http://schemas.openxmlformats.org/officeDocument/2006/relationships/oleObject" Target="../embeddings/oleObject76.bin"/></Relationships>
</file>

<file path=ppt/slides/_rels/slide28.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oleObject" Target="../embeddings/oleObject77.bin"/><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29.xml.rels><?xml version="1.0" encoding="UTF-8" standalone="yes"?>
<Relationships xmlns="http://schemas.openxmlformats.org/package/2006/relationships"><Relationship Id="rId8" Type="http://schemas.openxmlformats.org/officeDocument/2006/relationships/image" Target="../media/image79.emf"/><Relationship Id="rId13" Type="http://schemas.openxmlformats.org/officeDocument/2006/relationships/oleObject" Target="../embeddings/oleObject82.bin"/><Relationship Id="rId18" Type="http://schemas.openxmlformats.org/officeDocument/2006/relationships/image" Target="../media/image84.emf"/><Relationship Id="rId3" Type="http://schemas.openxmlformats.org/officeDocument/2006/relationships/audio" Target="../media/audio1.bin"/><Relationship Id="rId7" Type="http://schemas.openxmlformats.org/officeDocument/2006/relationships/oleObject" Target="../embeddings/oleObject79.bin"/><Relationship Id="rId12" Type="http://schemas.openxmlformats.org/officeDocument/2006/relationships/image" Target="../media/image81.emf"/><Relationship Id="rId17" Type="http://schemas.openxmlformats.org/officeDocument/2006/relationships/oleObject" Target="../embeddings/oleObject84.bin"/><Relationship Id="rId2" Type="http://schemas.openxmlformats.org/officeDocument/2006/relationships/audio" Target="../media/audio2.bin"/><Relationship Id="rId16" Type="http://schemas.openxmlformats.org/officeDocument/2006/relationships/image" Target="../media/image83.emf"/><Relationship Id="rId20" Type="http://schemas.openxmlformats.org/officeDocument/2006/relationships/image" Target="../media/image85.emf"/><Relationship Id="rId1" Type="http://schemas.openxmlformats.org/officeDocument/2006/relationships/slideLayout" Target="../slideLayouts/slideLayout7.xml"/><Relationship Id="rId6" Type="http://schemas.openxmlformats.org/officeDocument/2006/relationships/image" Target="../media/image78.emf"/><Relationship Id="rId11" Type="http://schemas.openxmlformats.org/officeDocument/2006/relationships/oleObject" Target="../embeddings/oleObject81.bin"/><Relationship Id="rId5" Type="http://schemas.openxmlformats.org/officeDocument/2006/relationships/oleObject" Target="../embeddings/oleObject78.bin"/><Relationship Id="rId15" Type="http://schemas.openxmlformats.org/officeDocument/2006/relationships/oleObject" Target="../embeddings/oleObject83.bin"/><Relationship Id="rId10" Type="http://schemas.openxmlformats.org/officeDocument/2006/relationships/image" Target="../media/image80.emf"/><Relationship Id="rId19" Type="http://schemas.openxmlformats.org/officeDocument/2006/relationships/oleObject" Target="../embeddings/oleObject85.bin"/><Relationship Id="rId4" Type="http://schemas.openxmlformats.org/officeDocument/2006/relationships/image" Target="../media/image11.jpeg"/><Relationship Id="rId9" Type="http://schemas.openxmlformats.org/officeDocument/2006/relationships/oleObject" Target="../embeddings/oleObject80.bin"/><Relationship Id="rId14" Type="http://schemas.openxmlformats.org/officeDocument/2006/relationships/image" Target="../media/image82.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86.bin"/><Relationship Id="rId13" Type="http://schemas.openxmlformats.org/officeDocument/2006/relationships/image" Target="../media/image88.emf"/><Relationship Id="rId18" Type="http://schemas.openxmlformats.org/officeDocument/2006/relationships/oleObject" Target="../embeddings/oleObject91.bin"/><Relationship Id="rId3" Type="http://schemas.openxmlformats.org/officeDocument/2006/relationships/audio" Target="../media/audio1.bin"/><Relationship Id="rId21" Type="http://schemas.openxmlformats.org/officeDocument/2006/relationships/image" Target="../media/image92.emf"/><Relationship Id="rId7" Type="http://schemas.openxmlformats.org/officeDocument/2006/relationships/image" Target="../media/image27.jpeg"/><Relationship Id="rId12" Type="http://schemas.openxmlformats.org/officeDocument/2006/relationships/oleObject" Target="../embeddings/oleObject88.bin"/><Relationship Id="rId17" Type="http://schemas.openxmlformats.org/officeDocument/2006/relationships/image" Target="../media/image90.emf"/><Relationship Id="rId2" Type="http://schemas.openxmlformats.org/officeDocument/2006/relationships/audio" Target="../media/audio3.wav"/><Relationship Id="rId16" Type="http://schemas.openxmlformats.org/officeDocument/2006/relationships/oleObject" Target="../embeddings/oleObject90.bin"/><Relationship Id="rId20" Type="http://schemas.openxmlformats.org/officeDocument/2006/relationships/oleObject" Target="../embeddings/oleObject92.bin"/><Relationship Id="rId1" Type="http://schemas.openxmlformats.org/officeDocument/2006/relationships/slideLayout" Target="../slideLayouts/slideLayout7.xml"/><Relationship Id="rId6" Type="http://schemas.openxmlformats.org/officeDocument/2006/relationships/audio" Target="../media/audio8.wav"/><Relationship Id="rId11" Type="http://schemas.openxmlformats.org/officeDocument/2006/relationships/image" Target="../media/image87.emf"/><Relationship Id="rId5" Type="http://schemas.openxmlformats.org/officeDocument/2006/relationships/audio" Target="../media/audio6.bin"/><Relationship Id="rId15" Type="http://schemas.openxmlformats.org/officeDocument/2006/relationships/image" Target="../media/image89.emf"/><Relationship Id="rId10" Type="http://schemas.openxmlformats.org/officeDocument/2006/relationships/oleObject" Target="../embeddings/oleObject87.bin"/><Relationship Id="rId19" Type="http://schemas.openxmlformats.org/officeDocument/2006/relationships/image" Target="../media/image91.emf"/><Relationship Id="rId4" Type="http://schemas.openxmlformats.org/officeDocument/2006/relationships/audio" Target="../media/audio2.bin"/><Relationship Id="rId9" Type="http://schemas.openxmlformats.org/officeDocument/2006/relationships/image" Target="../media/image86.emf"/><Relationship Id="rId14" Type="http://schemas.openxmlformats.org/officeDocument/2006/relationships/oleObject" Target="../embeddings/oleObject89.bin"/></Relationships>
</file>

<file path=ppt/slides/_rels/slide31.xml.rels><?xml version="1.0" encoding="UTF-8" standalone="yes"?>
<Relationships xmlns="http://schemas.openxmlformats.org/package/2006/relationships"><Relationship Id="rId8" Type="http://schemas.openxmlformats.org/officeDocument/2006/relationships/image" Target="../media/image94.emf"/><Relationship Id="rId3" Type="http://schemas.openxmlformats.org/officeDocument/2006/relationships/audio" Target="../media/audio2.bin"/><Relationship Id="rId7" Type="http://schemas.openxmlformats.org/officeDocument/2006/relationships/oleObject" Target="../embeddings/oleObject94.bin"/><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image" Target="../media/image93.emf"/><Relationship Id="rId5" Type="http://schemas.openxmlformats.org/officeDocument/2006/relationships/oleObject" Target="../embeddings/oleObject93.bin"/><Relationship Id="rId4" Type="http://schemas.openxmlformats.org/officeDocument/2006/relationships/audio" Target="../media/audio4.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audio" Target="../media/audio1.bin"/><Relationship Id="rId7" Type="http://schemas.openxmlformats.org/officeDocument/2006/relationships/image" Target="../media/image67.jpeg"/><Relationship Id="rId2" Type="http://schemas.openxmlformats.org/officeDocument/2006/relationships/audio" Target="../media/audio3.wav"/><Relationship Id="rId1" Type="http://schemas.openxmlformats.org/officeDocument/2006/relationships/slideLayout" Target="../slideLayouts/slideLayout7.xml"/><Relationship Id="rId6" Type="http://schemas.openxmlformats.org/officeDocument/2006/relationships/image" Target="../media/image27.jpeg"/><Relationship Id="rId11" Type="http://schemas.openxmlformats.org/officeDocument/2006/relationships/image" Target="../media/image96.emf"/><Relationship Id="rId5" Type="http://schemas.openxmlformats.org/officeDocument/2006/relationships/audio" Target="../media/audio4.bin"/><Relationship Id="rId10" Type="http://schemas.openxmlformats.org/officeDocument/2006/relationships/oleObject" Target="../embeddings/oleObject96.bin"/><Relationship Id="rId4" Type="http://schemas.openxmlformats.org/officeDocument/2006/relationships/audio" Target="../media/audio2.bin"/><Relationship Id="rId9" Type="http://schemas.openxmlformats.org/officeDocument/2006/relationships/image" Target="../media/image95.emf"/></Relationships>
</file>

<file path=ppt/slides/_rels/slide33.xml.rels><?xml version="1.0" encoding="UTF-8" standalone="yes"?>
<Relationships xmlns="http://schemas.openxmlformats.org/package/2006/relationships"><Relationship Id="rId8" Type="http://schemas.openxmlformats.org/officeDocument/2006/relationships/image" Target="../media/image98.emf"/><Relationship Id="rId13" Type="http://schemas.openxmlformats.org/officeDocument/2006/relationships/oleObject" Target="../embeddings/oleObject101.bin"/><Relationship Id="rId18" Type="http://schemas.openxmlformats.org/officeDocument/2006/relationships/image" Target="../media/image103.emf"/><Relationship Id="rId3" Type="http://schemas.openxmlformats.org/officeDocument/2006/relationships/audio" Target="../media/audio6.bin"/><Relationship Id="rId21" Type="http://schemas.openxmlformats.org/officeDocument/2006/relationships/oleObject" Target="../embeddings/oleObject105.bin"/><Relationship Id="rId7" Type="http://schemas.openxmlformats.org/officeDocument/2006/relationships/oleObject" Target="../embeddings/oleObject98.bin"/><Relationship Id="rId12" Type="http://schemas.openxmlformats.org/officeDocument/2006/relationships/image" Target="../media/image100.emf"/><Relationship Id="rId17" Type="http://schemas.openxmlformats.org/officeDocument/2006/relationships/oleObject" Target="../embeddings/oleObject103.bin"/><Relationship Id="rId25" Type="http://schemas.openxmlformats.org/officeDocument/2006/relationships/image" Target="../media/image11.jpeg"/><Relationship Id="rId2" Type="http://schemas.openxmlformats.org/officeDocument/2006/relationships/audio" Target="../media/audio1.bin"/><Relationship Id="rId16" Type="http://schemas.openxmlformats.org/officeDocument/2006/relationships/image" Target="../media/image102.emf"/><Relationship Id="rId20" Type="http://schemas.openxmlformats.org/officeDocument/2006/relationships/image" Target="../media/image104.emf"/><Relationship Id="rId1" Type="http://schemas.openxmlformats.org/officeDocument/2006/relationships/slideLayout" Target="../slideLayouts/slideLayout7.xml"/><Relationship Id="rId6" Type="http://schemas.openxmlformats.org/officeDocument/2006/relationships/image" Target="../media/image97.emf"/><Relationship Id="rId11" Type="http://schemas.openxmlformats.org/officeDocument/2006/relationships/oleObject" Target="../embeddings/oleObject100.bin"/><Relationship Id="rId24" Type="http://schemas.openxmlformats.org/officeDocument/2006/relationships/image" Target="../media/image106.emf"/><Relationship Id="rId5" Type="http://schemas.openxmlformats.org/officeDocument/2006/relationships/oleObject" Target="../embeddings/oleObject97.bin"/><Relationship Id="rId15" Type="http://schemas.openxmlformats.org/officeDocument/2006/relationships/oleObject" Target="../embeddings/oleObject102.bin"/><Relationship Id="rId23" Type="http://schemas.openxmlformats.org/officeDocument/2006/relationships/oleObject" Target="../embeddings/oleObject106.bin"/><Relationship Id="rId10" Type="http://schemas.openxmlformats.org/officeDocument/2006/relationships/image" Target="../media/image99.emf"/><Relationship Id="rId19" Type="http://schemas.openxmlformats.org/officeDocument/2006/relationships/oleObject" Target="../embeddings/oleObject104.bin"/><Relationship Id="rId4" Type="http://schemas.openxmlformats.org/officeDocument/2006/relationships/audio" Target="../media/audio2.bin"/><Relationship Id="rId9" Type="http://schemas.openxmlformats.org/officeDocument/2006/relationships/oleObject" Target="../embeddings/oleObject99.bin"/><Relationship Id="rId14" Type="http://schemas.openxmlformats.org/officeDocument/2006/relationships/image" Target="../media/image101.emf"/><Relationship Id="rId22" Type="http://schemas.openxmlformats.org/officeDocument/2006/relationships/image" Target="../media/image105.emf"/></Relationships>
</file>

<file path=ppt/slides/_rels/slide34.xml.rels><?xml version="1.0" encoding="UTF-8" standalone="yes"?>
<Relationships xmlns="http://schemas.openxmlformats.org/package/2006/relationships"><Relationship Id="rId8" Type="http://schemas.openxmlformats.org/officeDocument/2006/relationships/image" Target="../media/image109.emf"/><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11.e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8.emf"/><Relationship Id="rId11" Type="http://schemas.openxmlformats.org/officeDocument/2006/relationships/oleObject" Target="../embeddings/oleObject111.bin"/><Relationship Id="rId5" Type="http://schemas.openxmlformats.org/officeDocument/2006/relationships/oleObject" Target="../embeddings/oleObject108.bin"/><Relationship Id="rId10" Type="http://schemas.openxmlformats.org/officeDocument/2006/relationships/image" Target="../media/image110.emf"/><Relationship Id="rId4" Type="http://schemas.openxmlformats.org/officeDocument/2006/relationships/image" Target="../media/image107.emf"/><Relationship Id="rId9" Type="http://schemas.openxmlformats.org/officeDocument/2006/relationships/oleObject" Target="../embeddings/oleObject110.bin"/></Relationships>
</file>

<file path=ppt/slides/_rels/slide35.xml.rels><?xml version="1.0" encoding="UTF-8" standalone="yes"?>
<Relationships xmlns="http://schemas.openxmlformats.org/package/2006/relationships"><Relationship Id="rId8" Type="http://schemas.openxmlformats.org/officeDocument/2006/relationships/image" Target="../media/image114.emf"/><Relationship Id="rId3" Type="http://schemas.openxmlformats.org/officeDocument/2006/relationships/oleObject" Target="../embeddings/oleObject112.bin"/><Relationship Id="rId7" Type="http://schemas.openxmlformats.org/officeDocument/2006/relationships/oleObject" Target="../embeddings/oleObject114.bin"/><Relationship Id="rId2" Type="http://schemas.openxmlformats.org/officeDocument/2006/relationships/audio" Target="../media/audio2.bin"/><Relationship Id="rId1" Type="http://schemas.openxmlformats.org/officeDocument/2006/relationships/slideLayout" Target="../slideLayouts/slideLayout7.xml"/><Relationship Id="rId6" Type="http://schemas.openxmlformats.org/officeDocument/2006/relationships/image" Target="../media/image113.emf"/><Relationship Id="rId5" Type="http://schemas.openxmlformats.org/officeDocument/2006/relationships/oleObject" Target="../embeddings/oleObject113.bin"/><Relationship Id="rId10" Type="http://schemas.openxmlformats.org/officeDocument/2006/relationships/image" Target="../media/image115.emf"/><Relationship Id="rId4" Type="http://schemas.openxmlformats.org/officeDocument/2006/relationships/image" Target="../media/image112.emf"/><Relationship Id="rId9" Type="http://schemas.openxmlformats.org/officeDocument/2006/relationships/oleObject" Target="../embeddings/oleObject115.bin"/></Relationships>
</file>

<file path=ppt/slides/_rels/slide36.xml.rels><?xml version="1.0" encoding="UTF-8" standalone="yes"?>
<Relationships xmlns="http://schemas.openxmlformats.org/package/2006/relationships"><Relationship Id="rId3" Type="http://schemas.openxmlformats.org/officeDocument/2006/relationships/image" Target="../media/image116.emf"/><Relationship Id="rId7" Type="http://schemas.openxmlformats.org/officeDocument/2006/relationships/image" Target="../media/image118.emf"/><Relationship Id="rId2"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oleObject" Target="../embeddings/oleObject118.bin"/><Relationship Id="rId5" Type="http://schemas.openxmlformats.org/officeDocument/2006/relationships/image" Target="../media/image117.emf"/><Relationship Id="rId4" Type="http://schemas.openxmlformats.org/officeDocument/2006/relationships/oleObject" Target="../embeddings/oleObject117.bin"/></Relationships>
</file>

<file path=ppt/slides/_rels/slide37.x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oleObject" Target="../embeddings/oleObject119.bin"/><Relationship Id="rId1" Type="http://schemas.openxmlformats.org/officeDocument/2006/relationships/slideLayout" Target="../slideLayouts/slideLayout7.xml"/><Relationship Id="rId5" Type="http://schemas.openxmlformats.org/officeDocument/2006/relationships/image" Target="../media/image120.emf"/><Relationship Id="rId4" Type="http://schemas.openxmlformats.org/officeDocument/2006/relationships/oleObject" Target="../embeddings/oleObject120.bin"/></Relationships>
</file>

<file path=ppt/slides/_rels/slide38.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oleObject" Target="../embeddings/oleObject121.bin"/><Relationship Id="rId1" Type="http://schemas.openxmlformats.org/officeDocument/2006/relationships/slideLayout" Target="../slideLayouts/slideLayout7.xml"/><Relationship Id="rId5" Type="http://schemas.openxmlformats.org/officeDocument/2006/relationships/image" Target="../media/image122.emf"/><Relationship Id="rId4" Type="http://schemas.openxmlformats.org/officeDocument/2006/relationships/oleObject" Target="../embeddings/oleObject122.bin"/></Relationships>
</file>

<file path=ppt/slides/_rels/slide39.xml.rels><?xml version="1.0" encoding="UTF-8" standalone="yes"?>
<Relationships xmlns="http://schemas.openxmlformats.org/package/2006/relationships"><Relationship Id="rId3" Type="http://schemas.openxmlformats.org/officeDocument/2006/relationships/image" Target="../media/image123.emf"/><Relationship Id="rId7" Type="http://schemas.openxmlformats.org/officeDocument/2006/relationships/image" Target="../media/image125.emf"/><Relationship Id="rId2" Type="http://schemas.openxmlformats.org/officeDocument/2006/relationships/oleObject" Target="../embeddings/oleObject123.bin"/><Relationship Id="rId1" Type="http://schemas.openxmlformats.org/officeDocument/2006/relationships/slideLayout" Target="../slideLayouts/slideLayout7.xml"/><Relationship Id="rId6" Type="http://schemas.openxmlformats.org/officeDocument/2006/relationships/oleObject" Target="../embeddings/oleObject125.bin"/><Relationship Id="rId5" Type="http://schemas.openxmlformats.org/officeDocument/2006/relationships/image" Target="../media/image124.emf"/><Relationship Id="rId4" Type="http://schemas.openxmlformats.org/officeDocument/2006/relationships/oleObject" Target="../embeddings/oleObject124.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8.emf"/><Relationship Id="rId5" Type="http://schemas.openxmlformats.org/officeDocument/2006/relationships/oleObject" Target="../embeddings/oleObject127.bin"/><Relationship Id="rId4" Type="http://schemas.openxmlformats.org/officeDocument/2006/relationships/image" Target="../media/image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373" y="1142331"/>
            <a:ext cx="8991600" cy="2762251"/>
          </a:xfrm>
        </p:spPr>
        <p:txBody>
          <a:bodyPr>
            <a:normAutofit/>
          </a:bodyPr>
          <a:lstStyle/>
          <a:p>
            <a:pPr>
              <a:lnSpc>
                <a:spcPct val="150000"/>
              </a:lnSpc>
            </a:pPr>
            <a:r>
              <a:rPr lang="zh-CN" altLang="en-US" sz="5400" b="1" dirty="0">
                <a:latin typeface="SimSun" panose="02010600030101010101" pitchFamily="2" charset="-122"/>
                <a:ea typeface="SimSun" panose="02010600030101010101" pitchFamily="2" charset="-122"/>
              </a:rPr>
              <a:t>第八章 常微分方程数值解法</a:t>
            </a:r>
            <a:endParaRPr lang="en-US" sz="5400" b="1" dirty="0">
              <a:latin typeface="SimSun" panose="02010600030101010101" pitchFamily="2" charset="-122"/>
              <a:ea typeface="SimSun" panose="02010600030101010101" pitchFamily="2" charset="-122"/>
            </a:endParaRPr>
          </a:p>
        </p:txBody>
      </p:sp>
      <p:sp>
        <p:nvSpPr>
          <p:cNvPr id="3" name="Subtitle 2"/>
          <p:cNvSpPr>
            <a:spLocks noGrp="1"/>
          </p:cNvSpPr>
          <p:nvPr>
            <p:ph type="subTitle" idx="1"/>
          </p:nvPr>
        </p:nvSpPr>
        <p:spPr>
          <a:xfrm>
            <a:off x="1457031" y="3651230"/>
            <a:ext cx="6477000" cy="2901969"/>
          </a:xfrm>
        </p:spPr>
        <p:txBody>
          <a:bodyPr>
            <a:noAutofit/>
          </a:bodyPr>
          <a:lstStyle/>
          <a:p>
            <a:endParaRPr lang="en-US" altLang="zh-CN" sz="2400" b="1" dirty="0">
              <a:solidFill>
                <a:schemeClr val="tx1"/>
              </a:solidFill>
              <a:latin typeface="SimSun" panose="02010600030101010101" pitchFamily="2" charset="-122"/>
              <a:ea typeface="SimSun" panose="02010600030101010101" pitchFamily="2" charset="-122"/>
            </a:endParaRPr>
          </a:p>
          <a:p>
            <a:r>
              <a:rPr lang="zh-CN" altLang="en-US" sz="2400" b="1" dirty="0">
                <a:solidFill>
                  <a:schemeClr val="tx1"/>
                </a:solidFill>
                <a:latin typeface="SimSun" panose="02010600030101010101" pitchFamily="2" charset="-122"/>
                <a:ea typeface="SimSun" panose="02010600030101010101" pitchFamily="2" charset="-122"/>
              </a:rPr>
              <a:t>人工智能与</a:t>
            </a:r>
            <a:r>
              <a:rPr lang="zh-CN" altLang="en-CN" sz="2400" b="1" dirty="0">
                <a:solidFill>
                  <a:schemeClr val="tx1"/>
                </a:solidFill>
                <a:latin typeface="SimSun" panose="02010600030101010101" pitchFamily="2" charset="-122"/>
                <a:ea typeface="SimSun" panose="02010600030101010101" pitchFamily="2" charset="-122"/>
              </a:rPr>
              <a:t>自动化学院</a:t>
            </a:r>
            <a:endParaRPr lang="en-US" altLang="zh-CN" sz="2400" b="1" dirty="0">
              <a:solidFill>
                <a:schemeClr val="tx1"/>
              </a:solidFill>
              <a:latin typeface="SimSun" panose="02010600030101010101" pitchFamily="2" charset="-122"/>
              <a:ea typeface="SimSun" panose="02010600030101010101" pitchFamily="2" charset="-122"/>
            </a:endParaRPr>
          </a:p>
          <a:p>
            <a:r>
              <a:rPr lang="zh-CN" altLang="en-CN" sz="2400" b="1" dirty="0">
                <a:solidFill>
                  <a:schemeClr val="tx1"/>
                </a:solidFill>
                <a:latin typeface="SimSun" panose="02010600030101010101" pitchFamily="2" charset="-122"/>
                <a:ea typeface="SimSun" panose="02010600030101010101" pitchFamily="2" charset="-122"/>
              </a:rPr>
              <a:t>刘雪明</a:t>
            </a:r>
            <a:endParaRPr lang="en-US" altLang="zh-CN" sz="2400" b="1" dirty="0">
              <a:solidFill>
                <a:schemeClr val="tx1"/>
              </a:solidFill>
              <a:latin typeface="SimSun" panose="02010600030101010101" pitchFamily="2" charset="-122"/>
              <a:ea typeface="SimSun" panose="02010600030101010101" pitchFamily="2" charset="-122"/>
            </a:endParaRPr>
          </a:p>
          <a:p>
            <a:r>
              <a:rPr lang="zh-CN" altLang="en-US" sz="2400" b="1" dirty="0">
                <a:solidFill>
                  <a:schemeClr val="tx1"/>
                </a:solidFill>
                <a:latin typeface="SimSun" panose="02010600030101010101" pitchFamily="2" charset="-122"/>
                <a:ea typeface="SimSun" panose="02010600030101010101" pitchFamily="2" charset="-122"/>
              </a:rPr>
              <a:t>电话：</a:t>
            </a:r>
            <a:r>
              <a:rPr lang="en-US" altLang="zh-CN" sz="2400" b="1" dirty="0">
                <a:solidFill>
                  <a:schemeClr val="tx1"/>
                </a:solidFill>
                <a:latin typeface="SimSun" panose="02010600030101010101" pitchFamily="2" charset="-122"/>
                <a:ea typeface="SimSun" panose="02010600030101010101" pitchFamily="2" charset="-122"/>
              </a:rPr>
              <a:t>87543563</a:t>
            </a:r>
          </a:p>
          <a:p>
            <a:r>
              <a:rPr lang="zh-CN" altLang="en-US" sz="2400" b="1" dirty="0">
                <a:solidFill>
                  <a:schemeClr val="tx1"/>
                </a:solidFill>
                <a:latin typeface="SimSun" panose="02010600030101010101" pitchFamily="2" charset="-122"/>
                <a:ea typeface="SimSun" panose="02010600030101010101" pitchFamily="2" charset="-122"/>
              </a:rPr>
              <a:t>办公室：南一楼西</a:t>
            </a:r>
            <a:r>
              <a:rPr lang="en-US" altLang="zh-CN" sz="2400" b="1" dirty="0">
                <a:solidFill>
                  <a:schemeClr val="tx1"/>
                </a:solidFill>
                <a:latin typeface="SimSun" panose="02010600030101010101" pitchFamily="2" charset="-122"/>
                <a:ea typeface="SimSun" panose="02010600030101010101" pitchFamily="2" charset="-122"/>
              </a:rPr>
              <a:t>303</a:t>
            </a:r>
          </a:p>
          <a:p>
            <a:pPr>
              <a:lnSpc>
                <a:spcPct val="125000"/>
              </a:lnSpc>
            </a:pPr>
            <a:r>
              <a:rPr lang="en-US" altLang="zh-CN" sz="2400" b="1" i="1" dirty="0" err="1">
                <a:solidFill>
                  <a:srgbClr val="0000FF"/>
                </a:solidFill>
                <a:latin typeface="SimSun" panose="02010600030101010101" pitchFamily="2" charset="-122"/>
                <a:ea typeface="SimSun" panose="02010600030101010101" pitchFamily="2" charset="-122"/>
              </a:rPr>
              <a:t>xm_liu@hust.edu.cn</a:t>
            </a:r>
            <a:endParaRPr lang="en-US" sz="2400" b="1" i="1" dirty="0">
              <a:solidFill>
                <a:srgbClr val="0000FF"/>
              </a:solidFill>
              <a:latin typeface="SimSun" panose="02010600030101010101" pitchFamily="2" charset="-122"/>
              <a:ea typeface="SimSun" panose="02010600030101010101" pitchFamily="2" charset="-122"/>
            </a:endParaRPr>
          </a:p>
        </p:txBody>
      </p:sp>
      <p:pic>
        <p:nvPicPr>
          <p:cNvPr id="1027" name="Picture 3" descr="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763"/>
            <a:ext cx="9113597" cy="128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p:cNvSpPr txBox="1">
            <a:spLocks noChangeArrowheads="1"/>
          </p:cNvSpPr>
          <p:nvPr/>
        </p:nvSpPr>
        <p:spPr bwMode="auto">
          <a:xfrm>
            <a:off x="342899" y="0"/>
            <a:ext cx="2857501"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zh-CN" b="1" i="0" u="none" strike="noStrike" cap="none" normalizeH="0" baseline="0" dirty="0" err="1">
                <a:ln>
                  <a:noFill/>
                </a:ln>
                <a:solidFill>
                  <a:srgbClr val="01416E"/>
                </a:solidFill>
                <a:effectLst/>
                <a:latin typeface="Arial" panose="020B0604020202020204" pitchFamily="34" charset="0"/>
                <a:ea typeface="SimSun" panose="02010600030101010101" pitchFamily="2" charset="-122"/>
              </a:rPr>
              <a:t>Huazhong</a:t>
            </a:r>
            <a:r>
              <a:rPr kumimoji="0" lang="en-US" altLang="zh-CN" b="1" i="0" u="none" strike="noStrike" cap="none" normalizeH="0" baseline="0" dirty="0">
                <a:ln>
                  <a:noFill/>
                </a:ln>
                <a:solidFill>
                  <a:srgbClr val="01416E"/>
                </a:solidFill>
                <a:effectLst/>
                <a:latin typeface="Arial" panose="020B0604020202020204" pitchFamily="34" charset="0"/>
                <a:ea typeface="SimSun" panose="02010600030101010101" pitchFamily="2" charset="-122"/>
              </a:rPr>
              <a:t> University of</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zh-CN" b="1" i="0" u="none" strike="noStrike" cap="none" normalizeH="0" baseline="0" dirty="0">
                <a:ln>
                  <a:noFill/>
                </a:ln>
                <a:solidFill>
                  <a:srgbClr val="01416E"/>
                </a:solidFill>
                <a:effectLst/>
                <a:latin typeface="Arial" panose="020B0604020202020204" pitchFamily="34" charset="0"/>
                <a:ea typeface="SimSun" panose="02010600030101010101" pitchFamily="2" charset="-122"/>
              </a:rPr>
              <a:t>Science and Technology</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8111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B8FD28-3B22-8943-95AE-B406903EDC5D}"/>
              </a:ext>
            </a:extLst>
          </p:cNvPr>
          <p:cNvSpPr>
            <a:spLocks noChangeArrowheads="1"/>
          </p:cNvSpPr>
          <p:nvPr/>
        </p:nvSpPr>
        <p:spPr bwMode="auto">
          <a:xfrm>
            <a:off x="395288" y="1371600"/>
            <a:ext cx="8137525"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05000"/>
              </a:lnSpc>
            </a:pPr>
            <a:r>
              <a:rPr lang="zh-CN" altLang="en-US" b="1">
                <a:solidFill>
                  <a:srgbClr val="FF0000"/>
                </a:solidFill>
                <a:latin typeface="宋体" panose="02010600030101010101" pitchFamily="2" charset="-122"/>
                <a:ea typeface="黑体" panose="02010609060101010101" pitchFamily="49" charset="-122"/>
              </a:rPr>
              <a:t>例、</a:t>
            </a:r>
            <a:r>
              <a:rPr lang="en-US" altLang="zh-CN" b="1">
                <a:solidFill>
                  <a:srgbClr val="FF0000"/>
                </a:solidFill>
                <a:latin typeface="宋体" panose="02010600030101010101" pitchFamily="2" charset="-122"/>
                <a:ea typeface="黑体" panose="02010609060101010101" pitchFamily="49" charset="-122"/>
              </a:rPr>
              <a:t> </a:t>
            </a:r>
            <a:r>
              <a:rPr lang="zh-CN" altLang="en-US" b="1">
                <a:latin typeface="宋体" panose="02010600030101010101" pitchFamily="2" charset="-122"/>
                <a:ea typeface="黑体" panose="02010609060101010101" pitchFamily="49" charset="-122"/>
              </a:rPr>
              <a:t>从高空中掉下某物体，下降过程中该物体受到的空气阻力为</a:t>
            </a:r>
            <a:r>
              <a:rPr lang="en-US" altLang="zh-CN" b="1">
                <a:latin typeface="宋体" panose="02010600030101010101" pitchFamily="2" charset="-122"/>
                <a:ea typeface="黑体" panose="02010609060101010101" pitchFamily="49" charset="-122"/>
              </a:rPr>
              <a:t>f=kv</a:t>
            </a:r>
            <a:r>
              <a:rPr lang="zh-CN" altLang="en-US" b="1">
                <a:latin typeface="宋体" panose="02010600030101010101" pitchFamily="2" charset="-122"/>
                <a:ea typeface="黑体" panose="02010609060101010101" pitchFamily="49" charset="-122"/>
              </a:rPr>
              <a:t>（</a:t>
            </a:r>
            <a:r>
              <a:rPr lang="en-US" altLang="zh-CN" b="1">
                <a:latin typeface="宋体" panose="02010600030101010101" pitchFamily="2" charset="-122"/>
                <a:ea typeface="黑体" panose="02010609060101010101" pitchFamily="49" charset="-122"/>
              </a:rPr>
              <a:t>k</a:t>
            </a:r>
            <a:r>
              <a:rPr lang="zh-CN" altLang="en-US" b="1">
                <a:latin typeface="宋体" panose="02010600030101010101" pitchFamily="2" charset="-122"/>
                <a:ea typeface="黑体" panose="02010609060101010101" pitchFamily="49" charset="-122"/>
              </a:rPr>
              <a:t>为常数），</a:t>
            </a:r>
            <a:r>
              <a:rPr lang="zh-CN" altLang="en-US" b="1">
                <a:solidFill>
                  <a:srgbClr val="000000"/>
                </a:solidFill>
                <a:latin typeface="宋体" panose="02010600030101010101" pitchFamily="2" charset="-122"/>
                <a:ea typeface="黑体" panose="02010609060101010101" pitchFamily="49" charset="-122"/>
              </a:rPr>
              <a:t>求下落速度</a:t>
            </a:r>
            <a:r>
              <a:rPr lang="en-US" altLang="zh-CN" b="1">
                <a:solidFill>
                  <a:srgbClr val="000000"/>
                </a:solidFill>
                <a:latin typeface="宋体" panose="02010600030101010101" pitchFamily="2" charset="-122"/>
                <a:ea typeface="黑体" panose="02010609060101010101" pitchFamily="49" charset="-122"/>
              </a:rPr>
              <a:t>v</a:t>
            </a:r>
            <a:r>
              <a:rPr lang="zh-CN" altLang="en-US" b="1">
                <a:solidFill>
                  <a:srgbClr val="000000"/>
                </a:solidFill>
                <a:latin typeface="宋体" panose="02010600030101010101" pitchFamily="2" charset="-122"/>
                <a:ea typeface="黑体" panose="02010609060101010101" pitchFamily="49" charset="-122"/>
              </a:rPr>
              <a:t>随时间</a:t>
            </a:r>
            <a:r>
              <a:rPr lang="en-US" altLang="zh-CN" b="1">
                <a:solidFill>
                  <a:srgbClr val="000000"/>
                </a:solidFill>
                <a:latin typeface="宋体" panose="02010600030101010101" pitchFamily="2" charset="-122"/>
                <a:ea typeface="黑体" panose="02010609060101010101" pitchFamily="49" charset="-122"/>
              </a:rPr>
              <a:t>t</a:t>
            </a:r>
            <a:r>
              <a:rPr lang="zh-CN" altLang="en-US" b="1">
                <a:solidFill>
                  <a:srgbClr val="000000"/>
                </a:solidFill>
                <a:latin typeface="宋体" panose="02010600030101010101" pitchFamily="2" charset="-122"/>
                <a:ea typeface="黑体" panose="02010609060101010101" pitchFamily="49" charset="-122"/>
              </a:rPr>
              <a:t>的变化规律</a:t>
            </a:r>
            <a:endParaRPr lang="en-US" altLang="zh-CN" b="1">
              <a:solidFill>
                <a:srgbClr val="000000"/>
              </a:solidFill>
              <a:latin typeface="宋体" panose="02010600030101010101" pitchFamily="2" charset="-122"/>
              <a:ea typeface="黑体" panose="02010609060101010101" pitchFamily="49" charset="-122"/>
            </a:endParaRPr>
          </a:p>
        </p:txBody>
      </p:sp>
      <p:graphicFrame>
        <p:nvGraphicFramePr>
          <p:cNvPr id="7" name="Object 5">
            <a:extLst>
              <a:ext uri="{FF2B5EF4-FFF2-40B4-BE49-F238E27FC236}">
                <a16:creationId xmlns:a16="http://schemas.microsoft.com/office/drawing/2014/main" id="{994A09A1-D16C-7B4C-97E7-57CE4D3614A2}"/>
              </a:ext>
            </a:extLst>
          </p:cNvPr>
          <p:cNvGraphicFramePr>
            <a:graphicFrameLocks noChangeAspect="1"/>
          </p:cNvGraphicFramePr>
          <p:nvPr>
            <p:extLst>
              <p:ext uri="{D42A27DB-BD31-4B8C-83A1-F6EECF244321}">
                <p14:modId xmlns:p14="http://schemas.microsoft.com/office/powerpoint/2010/main" val="3094574124"/>
              </p:ext>
            </p:extLst>
          </p:nvPr>
        </p:nvGraphicFramePr>
        <p:xfrm>
          <a:off x="4810125" y="3027363"/>
          <a:ext cx="3027363" cy="433387"/>
        </p:xfrm>
        <a:graphic>
          <a:graphicData uri="http://schemas.openxmlformats.org/presentationml/2006/ole">
            <mc:AlternateContent xmlns:mc="http://schemas.openxmlformats.org/markup-compatibility/2006">
              <mc:Choice xmlns:v="urn:schemas-microsoft-com:vml" Requires="v">
                <p:oleObj name="Equation" r:id="rId2" imgW="1079500" imgH="203200" progId="Equation.3">
                  <p:embed/>
                </p:oleObj>
              </mc:Choice>
              <mc:Fallback>
                <p:oleObj name="Equation" r:id="rId2" imgW="1079500" imgH="203200" progId="Equation.3">
                  <p:embed/>
                  <p:pic>
                    <p:nvPicPr>
                      <p:cNvPr id="7" name="Object 5">
                        <a:extLst>
                          <a:ext uri="{FF2B5EF4-FFF2-40B4-BE49-F238E27FC236}">
                            <a16:creationId xmlns:a16="http://schemas.microsoft.com/office/drawing/2014/main" id="{994A09A1-D16C-7B4C-97E7-57CE4D3614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25" y="3027363"/>
                        <a:ext cx="302736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7">
            <a:extLst>
              <a:ext uri="{FF2B5EF4-FFF2-40B4-BE49-F238E27FC236}">
                <a16:creationId xmlns:a16="http://schemas.microsoft.com/office/drawing/2014/main" id="{970E46BC-D278-EA49-9FE3-581E1A8C1806}"/>
              </a:ext>
            </a:extLst>
          </p:cNvPr>
          <p:cNvSpPr>
            <a:spLocks noChangeArrowheads="1"/>
          </p:cNvSpPr>
          <p:nvPr/>
        </p:nvSpPr>
        <p:spPr bwMode="auto">
          <a:xfrm>
            <a:off x="468313" y="2955925"/>
            <a:ext cx="4133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b="1">
                <a:solidFill>
                  <a:srgbClr val="000000"/>
                </a:solidFill>
                <a:latin typeface="宋体" panose="02010600030101010101" pitchFamily="2" charset="-122"/>
                <a:ea typeface="黑体" panose="02010609060101010101" pitchFamily="49" charset="-122"/>
              </a:rPr>
              <a:t>解：该物体受到的合力为</a:t>
            </a:r>
            <a:endParaRPr lang="en-US" altLang="en-CN"/>
          </a:p>
        </p:txBody>
      </p:sp>
      <p:graphicFrame>
        <p:nvGraphicFramePr>
          <p:cNvPr id="9" name="Object 5">
            <a:extLst>
              <a:ext uri="{FF2B5EF4-FFF2-40B4-BE49-F238E27FC236}">
                <a16:creationId xmlns:a16="http://schemas.microsoft.com/office/drawing/2014/main" id="{BFB872FE-24AE-A948-907D-99B77F3EBCA3}"/>
              </a:ext>
            </a:extLst>
          </p:cNvPr>
          <p:cNvGraphicFramePr>
            <a:graphicFrameLocks noChangeAspect="1"/>
          </p:cNvGraphicFramePr>
          <p:nvPr>
            <p:extLst>
              <p:ext uri="{D42A27DB-BD31-4B8C-83A1-F6EECF244321}">
                <p14:modId xmlns:p14="http://schemas.microsoft.com/office/powerpoint/2010/main" val="1304126468"/>
              </p:ext>
            </p:extLst>
          </p:nvPr>
        </p:nvGraphicFramePr>
        <p:xfrm>
          <a:off x="2798763" y="3676650"/>
          <a:ext cx="2622550" cy="433388"/>
        </p:xfrm>
        <a:graphic>
          <a:graphicData uri="http://schemas.openxmlformats.org/presentationml/2006/ole">
            <mc:AlternateContent xmlns:mc="http://schemas.openxmlformats.org/markup-compatibility/2006">
              <mc:Choice xmlns:v="urn:schemas-microsoft-com:vml" Requires="v">
                <p:oleObj name="Equation" r:id="rId4" imgW="1117600" imgH="203200" progId="Equation.3">
                  <p:embed/>
                </p:oleObj>
              </mc:Choice>
              <mc:Fallback>
                <p:oleObj name="Equation" r:id="rId4" imgW="1117600" imgH="203200" progId="Equation.3">
                  <p:embed/>
                  <p:pic>
                    <p:nvPicPr>
                      <p:cNvPr id="9" name="Object 5">
                        <a:extLst>
                          <a:ext uri="{FF2B5EF4-FFF2-40B4-BE49-F238E27FC236}">
                            <a16:creationId xmlns:a16="http://schemas.microsoft.com/office/drawing/2014/main" id="{BFB872FE-24AE-A948-907D-99B77F3EBC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8763" y="3676650"/>
                        <a:ext cx="26225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a:extLst>
              <a:ext uri="{FF2B5EF4-FFF2-40B4-BE49-F238E27FC236}">
                <a16:creationId xmlns:a16="http://schemas.microsoft.com/office/drawing/2014/main" id="{83BF18B8-9A28-804C-BAEE-3779B85073C3}"/>
              </a:ext>
            </a:extLst>
          </p:cNvPr>
          <p:cNvGraphicFramePr>
            <a:graphicFrameLocks noChangeAspect="1"/>
          </p:cNvGraphicFramePr>
          <p:nvPr>
            <p:extLst>
              <p:ext uri="{D42A27DB-BD31-4B8C-83A1-F6EECF244321}">
                <p14:modId xmlns:p14="http://schemas.microsoft.com/office/powerpoint/2010/main" val="2731850241"/>
              </p:ext>
            </p:extLst>
          </p:nvPr>
        </p:nvGraphicFramePr>
        <p:xfrm>
          <a:off x="1258888" y="4530725"/>
          <a:ext cx="1944687" cy="944563"/>
        </p:xfrm>
        <a:graphic>
          <a:graphicData uri="http://schemas.openxmlformats.org/presentationml/2006/ole">
            <mc:AlternateContent xmlns:mc="http://schemas.openxmlformats.org/markup-compatibility/2006">
              <mc:Choice xmlns:v="urn:schemas-microsoft-com:vml" Requires="v">
                <p:oleObj name="Equation" r:id="rId6" imgW="901700" imgH="584200" progId="Equation.3">
                  <p:embed/>
                </p:oleObj>
              </mc:Choice>
              <mc:Fallback>
                <p:oleObj name="Equation" r:id="rId6" imgW="901700" imgH="584200" progId="Equation.3">
                  <p:embed/>
                  <p:pic>
                    <p:nvPicPr>
                      <p:cNvPr id="10" name="Object 5">
                        <a:extLst>
                          <a:ext uri="{FF2B5EF4-FFF2-40B4-BE49-F238E27FC236}">
                            <a16:creationId xmlns:a16="http://schemas.microsoft.com/office/drawing/2014/main" id="{83BF18B8-9A28-804C-BAEE-3779B85073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4530725"/>
                        <a:ext cx="1944687"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a:extLst>
              <a:ext uri="{FF2B5EF4-FFF2-40B4-BE49-F238E27FC236}">
                <a16:creationId xmlns:a16="http://schemas.microsoft.com/office/drawing/2014/main" id="{99DFB0D1-0D47-0B48-917B-F82CF8939D00}"/>
              </a:ext>
            </a:extLst>
          </p:cNvPr>
          <p:cNvGraphicFramePr>
            <a:graphicFrameLocks noChangeAspect="1"/>
          </p:cNvGraphicFramePr>
          <p:nvPr>
            <p:extLst>
              <p:ext uri="{D42A27DB-BD31-4B8C-83A1-F6EECF244321}">
                <p14:modId xmlns:p14="http://schemas.microsoft.com/office/powerpoint/2010/main" val="1622959410"/>
              </p:ext>
            </p:extLst>
          </p:nvPr>
        </p:nvGraphicFramePr>
        <p:xfrm>
          <a:off x="5278438" y="4405313"/>
          <a:ext cx="3038475" cy="638175"/>
        </p:xfrm>
        <a:graphic>
          <a:graphicData uri="http://schemas.openxmlformats.org/presentationml/2006/ole">
            <mc:AlternateContent xmlns:mc="http://schemas.openxmlformats.org/markup-compatibility/2006">
              <mc:Choice xmlns:v="urn:schemas-microsoft-com:vml" Requires="v">
                <p:oleObj name="Equation" r:id="rId8" imgW="1409700" imgH="393700" progId="Equation.3">
                  <p:embed/>
                </p:oleObj>
              </mc:Choice>
              <mc:Fallback>
                <p:oleObj name="Equation" r:id="rId8" imgW="1409700" imgH="393700" progId="Equation.3">
                  <p:embed/>
                  <p:pic>
                    <p:nvPicPr>
                      <p:cNvPr id="11" name="Object 5">
                        <a:extLst>
                          <a:ext uri="{FF2B5EF4-FFF2-40B4-BE49-F238E27FC236}">
                            <a16:creationId xmlns:a16="http://schemas.microsoft.com/office/drawing/2014/main" id="{99DFB0D1-0D47-0B48-917B-F82CF8939D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78438" y="4405313"/>
                        <a:ext cx="30384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
            <a:extLst>
              <a:ext uri="{FF2B5EF4-FFF2-40B4-BE49-F238E27FC236}">
                <a16:creationId xmlns:a16="http://schemas.microsoft.com/office/drawing/2014/main" id="{3242FE8F-0FB8-884D-9460-04010B16ED7E}"/>
              </a:ext>
            </a:extLst>
          </p:cNvPr>
          <p:cNvGraphicFramePr>
            <a:graphicFrameLocks noChangeAspect="1"/>
          </p:cNvGraphicFramePr>
          <p:nvPr>
            <p:extLst>
              <p:ext uri="{D42A27DB-BD31-4B8C-83A1-F6EECF244321}">
                <p14:modId xmlns:p14="http://schemas.microsoft.com/office/powerpoint/2010/main" val="1583001596"/>
              </p:ext>
            </p:extLst>
          </p:nvPr>
        </p:nvGraphicFramePr>
        <p:xfrm>
          <a:off x="5443538" y="5475288"/>
          <a:ext cx="2513012" cy="688975"/>
        </p:xfrm>
        <a:graphic>
          <a:graphicData uri="http://schemas.openxmlformats.org/presentationml/2006/ole">
            <mc:AlternateContent xmlns:mc="http://schemas.openxmlformats.org/markup-compatibility/2006">
              <mc:Choice xmlns:v="urn:schemas-microsoft-com:vml" Requires="v">
                <p:oleObj name="Equation" r:id="rId10" imgW="1016000" imgH="419100" progId="Equation.3">
                  <p:embed/>
                </p:oleObj>
              </mc:Choice>
              <mc:Fallback>
                <p:oleObj name="Equation" r:id="rId10" imgW="1016000" imgH="419100" progId="Equation.3">
                  <p:embed/>
                  <p:pic>
                    <p:nvPicPr>
                      <p:cNvPr id="12" name="Object 5">
                        <a:extLst>
                          <a:ext uri="{FF2B5EF4-FFF2-40B4-BE49-F238E27FC236}">
                            <a16:creationId xmlns:a16="http://schemas.microsoft.com/office/drawing/2014/main" id="{3242FE8F-0FB8-884D-9460-04010B16ED7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43538" y="5475288"/>
                        <a:ext cx="2513012"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
            <a:extLst>
              <a:ext uri="{FF2B5EF4-FFF2-40B4-BE49-F238E27FC236}">
                <a16:creationId xmlns:a16="http://schemas.microsoft.com/office/drawing/2014/main" id="{83C106B7-8156-FD4F-B508-617B3B7245E2}"/>
              </a:ext>
            </a:extLst>
          </p:cNvPr>
          <p:cNvGraphicFramePr>
            <a:graphicFrameLocks noChangeAspect="1"/>
          </p:cNvGraphicFramePr>
          <p:nvPr>
            <p:extLst>
              <p:ext uri="{D42A27DB-BD31-4B8C-83A1-F6EECF244321}">
                <p14:modId xmlns:p14="http://schemas.microsoft.com/office/powerpoint/2010/main" val="2375961539"/>
              </p:ext>
            </p:extLst>
          </p:nvPr>
        </p:nvGraphicFramePr>
        <p:xfrm>
          <a:off x="1054100" y="5651500"/>
          <a:ext cx="2293938" cy="688975"/>
        </p:xfrm>
        <a:graphic>
          <a:graphicData uri="http://schemas.openxmlformats.org/presentationml/2006/ole">
            <mc:AlternateContent xmlns:mc="http://schemas.openxmlformats.org/markup-compatibility/2006">
              <mc:Choice xmlns:v="urn:schemas-microsoft-com:vml" Requires="v">
                <p:oleObj name="Equation" r:id="rId12" imgW="927100" imgH="419100" progId="Equation.3">
                  <p:embed/>
                </p:oleObj>
              </mc:Choice>
              <mc:Fallback>
                <p:oleObj name="Equation" r:id="rId12" imgW="927100" imgH="419100" progId="Equation.3">
                  <p:embed/>
                  <p:pic>
                    <p:nvPicPr>
                      <p:cNvPr id="13" name="Object 5">
                        <a:extLst>
                          <a:ext uri="{FF2B5EF4-FFF2-40B4-BE49-F238E27FC236}">
                            <a16:creationId xmlns:a16="http://schemas.microsoft.com/office/drawing/2014/main" id="{83C106B7-8156-FD4F-B508-617B3B7245E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4100" y="5651500"/>
                        <a:ext cx="22939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13">
            <a:extLst>
              <a:ext uri="{FF2B5EF4-FFF2-40B4-BE49-F238E27FC236}">
                <a16:creationId xmlns:a16="http://schemas.microsoft.com/office/drawing/2014/main" id="{09C4C301-D632-2C4E-A827-6B3DCD7A0069}"/>
              </a:ext>
            </a:extLst>
          </p:cNvPr>
          <p:cNvSpPr>
            <a:spLocks noChangeArrowheads="1"/>
          </p:cNvSpPr>
          <p:nvPr/>
        </p:nvSpPr>
        <p:spPr bwMode="auto">
          <a:xfrm>
            <a:off x="3995738" y="4611688"/>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15" name="Rectangle 14">
            <a:extLst>
              <a:ext uri="{FF2B5EF4-FFF2-40B4-BE49-F238E27FC236}">
                <a16:creationId xmlns:a16="http://schemas.microsoft.com/office/drawing/2014/main" id="{6DD95996-350D-2042-BE44-A54DDEAA3FF3}"/>
              </a:ext>
            </a:extLst>
          </p:cNvPr>
          <p:cNvSpPr>
            <a:spLocks noChangeArrowheads="1"/>
          </p:cNvSpPr>
          <p:nvPr/>
        </p:nvSpPr>
        <p:spPr bwMode="auto">
          <a:xfrm>
            <a:off x="4067175" y="5692775"/>
            <a:ext cx="5683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16" name="Rectangle 15">
            <a:extLst>
              <a:ext uri="{FF2B5EF4-FFF2-40B4-BE49-F238E27FC236}">
                <a16:creationId xmlns:a16="http://schemas.microsoft.com/office/drawing/2014/main" id="{EAFC95F7-BC28-EE44-A2D6-EBA047C66466}"/>
              </a:ext>
            </a:extLst>
          </p:cNvPr>
          <p:cNvSpPr>
            <a:spLocks noChangeArrowheads="1"/>
          </p:cNvSpPr>
          <p:nvPr/>
        </p:nvSpPr>
        <p:spPr bwMode="auto">
          <a:xfrm>
            <a:off x="3492500" y="4395788"/>
            <a:ext cx="1338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1800" b="1">
                <a:solidFill>
                  <a:srgbClr val="000000"/>
                </a:solidFill>
                <a:latin typeface="宋体" panose="02010600030101010101" pitchFamily="2" charset="-122"/>
                <a:ea typeface="黑体" panose="02010609060101010101" pitchFamily="49" charset="-122"/>
              </a:rPr>
              <a:t>两边积分得</a:t>
            </a:r>
            <a:endParaRPr lang="en-US" altLang="en-CN" sz="1800"/>
          </a:p>
        </p:txBody>
      </p:sp>
      <p:sp>
        <p:nvSpPr>
          <p:cNvPr id="17" name="Rectangle 16">
            <a:extLst>
              <a:ext uri="{FF2B5EF4-FFF2-40B4-BE49-F238E27FC236}">
                <a16:creationId xmlns:a16="http://schemas.microsoft.com/office/drawing/2014/main" id="{96F4F8C0-4C07-B142-A4E4-D1A6DA11D47E}"/>
              </a:ext>
            </a:extLst>
          </p:cNvPr>
          <p:cNvSpPr>
            <a:spLocks noChangeArrowheads="1"/>
          </p:cNvSpPr>
          <p:nvPr/>
        </p:nvSpPr>
        <p:spPr bwMode="auto">
          <a:xfrm>
            <a:off x="3635375" y="5403850"/>
            <a:ext cx="1570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1800" b="1">
                <a:solidFill>
                  <a:srgbClr val="000000"/>
                </a:solidFill>
                <a:latin typeface="宋体" panose="02010600030101010101" pitchFamily="2" charset="-122"/>
                <a:ea typeface="黑体" panose="02010609060101010101" pitchFamily="49" charset="-122"/>
              </a:rPr>
              <a:t>初始条件</a:t>
            </a:r>
            <a:r>
              <a:rPr lang="en-US" altLang="zh-CN" sz="1800" b="1">
                <a:solidFill>
                  <a:srgbClr val="000000"/>
                </a:solidFill>
                <a:latin typeface="宋体" panose="02010600030101010101" pitchFamily="2" charset="-122"/>
                <a:ea typeface="黑体" panose="02010609060101010101" pitchFamily="49" charset="-122"/>
              </a:rPr>
              <a:t>v</a:t>
            </a:r>
            <a:r>
              <a:rPr lang="zh-CN" altLang="en-US" sz="1800" b="1">
                <a:solidFill>
                  <a:srgbClr val="000000"/>
                </a:solidFill>
                <a:latin typeface="宋体" panose="02010600030101010101" pitchFamily="2" charset="-122"/>
                <a:ea typeface="黑体" panose="02010609060101010101" pitchFamily="49" charset="-122"/>
              </a:rPr>
              <a:t>＝</a:t>
            </a:r>
            <a:r>
              <a:rPr lang="en-US" altLang="zh-CN" sz="1800" b="1">
                <a:solidFill>
                  <a:srgbClr val="000000"/>
                </a:solidFill>
                <a:latin typeface="宋体" panose="02010600030101010101" pitchFamily="2" charset="-122"/>
                <a:ea typeface="黑体" panose="02010609060101010101" pitchFamily="49" charset="-122"/>
              </a:rPr>
              <a:t>0</a:t>
            </a:r>
            <a:endParaRPr lang="en-US" altLang="en-CN" sz="1800"/>
          </a:p>
        </p:txBody>
      </p:sp>
      <p:sp>
        <p:nvSpPr>
          <p:cNvPr id="18" name="Title 1">
            <a:extLst>
              <a:ext uri="{FF2B5EF4-FFF2-40B4-BE49-F238E27FC236}">
                <a16:creationId xmlns:a16="http://schemas.microsoft.com/office/drawing/2014/main" id="{502D3B13-4F13-6243-BFC8-91BBA84C9549}"/>
              </a:ext>
            </a:extLst>
          </p:cNvPr>
          <p:cNvSpPr txBox="1">
            <a:spLocks/>
          </p:cNvSpPr>
          <p:nvPr/>
        </p:nvSpPr>
        <p:spPr>
          <a:xfrm>
            <a:off x="330743" y="22860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CN" sz="3800" b="1" dirty="0">
                <a:solidFill>
                  <a:srgbClr val="002060"/>
                </a:solidFill>
                <a:latin typeface="SimSun" panose="02010600030101010101" pitchFamily="2" charset="-122"/>
                <a:ea typeface="SimSun" panose="02010600030101010101" pitchFamily="2" charset="-122"/>
              </a:rPr>
              <a:t>常微分方程例子</a:t>
            </a:r>
            <a:endParaRPr lang="en-US" sz="3800" b="1" dirty="0">
              <a:solidFill>
                <a:srgbClr val="002060"/>
              </a:solidFill>
              <a:latin typeface="SimSun" panose="02010600030101010101" pitchFamily="2" charset="-122"/>
              <a:ea typeface="SimSun" panose="02010600030101010101" pitchFamily="2" charset="-122"/>
            </a:endParaRPr>
          </a:p>
        </p:txBody>
      </p:sp>
      <p:sp>
        <p:nvSpPr>
          <p:cNvPr id="19" name="Process 18">
            <a:extLst>
              <a:ext uri="{FF2B5EF4-FFF2-40B4-BE49-F238E27FC236}">
                <a16:creationId xmlns:a16="http://schemas.microsoft.com/office/drawing/2014/main" id="{DEA0B8B9-C852-D74C-A7BC-34A3322A003A}"/>
              </a:ext>
            </a:extLst>
          </p:cNvPr>
          <p:cNvSpPr/>
          <p:nvPr/>
        </p:nvSpPr>
        <p:spPr>
          <a:xfrm>
            <a:off x="330743" y="9906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8120084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linds(horizontal)">
                                      <p:cBhvr>
                                        <p:cTn id="34" dur="500"/>
                                        <p:tgtEl>
                                          <p:spTgt spid="1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linds(horizontal)">
                                      <p:cBhvr>
                                        <p:cTn id="47" dur="500"/>
                                        <p:tgtEl>
                                          <p:spTgt spid="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4" grpId="0"/>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Text Box 3">
            <a:extLst>
              <a:ext uri="{FF2B5EF4-FFF2-40B4-BE49-F238E27FC236}">
                <a16:creationId xmlns:a16="http://schemas.microsoft.com/office/drawing/2014/main" id="{181FD6C0-AB1D-D742-AFC0-8AFC72E60D99}"/>
              </a:ext>
            </a:extLst>
          </p:cNvPr>
          <p:cNvSpPr txBox="1">
            <a:spLocks noChangeArrowheads="1"/>
          </p:cNvSpPr>
          <p:nvPr/>
        </p:nvSpPr>
        <p:spPr bwMode="auto">
          <a:xfrm>
            <a:off x="457200" y="1589088"/>
            <a:ext cx="8077200" cy="1811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5000"/>
              </a:lnSpc>
              <a:defRPr/>
            </a:pPr>
            <a:r>
              <a:rPr lang="zh-CN" altLang="en-US" b="1">
                <a:solidFill>
                  <a:srgbClr val="000090"/>
                </a:solidFill>
                <a:latin typeface="宋体" charset="0"/>
                <a:ea typeface="黑体" charset="0"/>
                <a:cs typeface="黑体" charset="0"/>
              </a:rPr>
              <a:t>定义：</a:t>
            </a:r>
            <a:r>
              <a:rPr lang="zh-CN" altLang="en-US" b="1">
                <a:latin typeface="宋体" charset="0"/>
                <a:ea typeface="黑体" charset="0"/>
                <a:cs typeface="黑体" charset="0"/>
              </a:rPr>
              <a:t>包含自变量、未知函数</a:t>
            </a:r>
            <a:r>
              <a:rPr lang="zh-CN" altLang="en-US" b="1">
                <a:solidFill>
                  <a:srgbClr val="000000"/>
                </a:solidFill>
                <a:latin typeface="宋体" charset="0"/>
                <a:ea typeface="黑体" charset="0"/>
                <a:cs typeface="黑体" charset="0"/>
              </a:rPr>
              <a:t>及</a:t>
            </a:r>
            <a:r>
              <a:rPr lang="zh-CN" altLang="en-US" b="1">
                <a:solidFill>
                  <a:srgbClr val="FF0000"/>
                </a:solidFill>
                <a:latin typeface="宋体" charset="0"/>
                <a:ea typeface="黑体" charset="0"/>
                <a:cs typeface="黑体" charset="0"/>
              </a:rPr>
              <a:t>其导数</a:t>
            </a:r>
            <a:r>
              <a:rPr lang="zh-CN" altLang="en-US" b="1">
                <a:latin typeface="宋体" charset="0"/>
                <a:ea typeface="黑体" charset="0"/>
                <a:cs typeface="黑体" charset="0"/>
              </a:rPr>
              <a:t>的方程称为微分方程</a:t>
            </a:r>
            <a:endParaRPr lang="en-US" altLang="zh-CN" b="1">
              <a:latin typeface="宋体" charset="0"/>
              <a:ea typeface="黑体" charset="0"/>
              <a:cs typeface="黑体" charset="0"/>
            </a:endParaRPr>
          </a:p>
          <a:p>
            <a:pPr eaLnBrk="1" hangingPunct="1">
              <a:lnSpc>
                <a:spcPct val="135000"/>
              </a:lnSpc>
              <a:defRPr/>
            </a:pPr>
            <a:endParaRPr lang="en-US" altLang="zh-CN" b="1">
              <a:latin typeface="宋体" charset="0"/>
              <a:ea typeface="黑体" charset="0"/>
              <a:cs typeface="黑体" charset="0"/>
            </a:endParaRPr>
          </a:p>
        </p:txBody>
      </p:sp>
      <p:sp>
        <p:nvSpPr>
          <p:cNvPr id="234501" name="Rectangle 5">
            <a:extLst>
              <a:ext uri="{FF2B5EF4-FFF2-40B4-BE49-F238E27FC236}">
                <a16:creationId xmlns:a16="http://schemas.microsoft.com/office/drawing/2014/main" id="{542A6171-A116-4D4E-83B4-3BB684899457}"/>
              </a:ext>
            </a:extLst>
          </p:cNvPr>
          <p:cNvSpPr>
            <a:spLocks noChangeArrowheads="1"/>
          </p:cNvSpPr>
          <p:nvPr/>
        </p:nvSpPr>
        <p:spPr bwMode="auto">
          <a:xfrm>
            <a:off x="4148138" y="331470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234500" name="Object 4">
            <a:extLst>
              <a:ext uri="{FF2B5EF4-FFF2-40B4-BE49-F238E27FC236}">
                <a16:creationId xmlns:a16="http://schemas.microsoft.com/office/drawing/2014/main" id="{DCA473F0-D23F-6641-B0F5-8C88DC2809A3}"/>
              </a:ext>
            </a:extLst>
          </p:cNvPr>
          <p:cNvGraphicFramePr>
            <a:graphicFrameLocks noChangeAspect="1"/>
          </p:cNvGraphicFramePr>
          <p:nvPr/>
        </p:nvGraphicFramePr>
        <p:xfrm>
          <a:off x="1903413" y="2690813"/>
          <a:ext cx="5576887" cy="593725"/>
        </p:xfrm>
        <a:graphic>
          <a:graphicData uri="http://schemas.openxmlformats.org/presentationml/2006/ole">
            <mc:AlternateContent xmlns:mc="http://schemas.openxmlformats.org/markup-compatibility/2006">
              <mc:Choice xmlns:v="urn:schemas-microsoft-com:vml" Requires="v">
                <p:oleObj name="Equation" r:id="rId2" imgW="1447800" imgH="228600" progId="Equation.3">
                  <p:embed/>
                </p:oleObj>
              </mc:Choice>
              <mc:Fallback>
                <p:oleObj name="Equation" r:id="rId2" imgW="1447800" imgH="228600" progId="Equation.3">
                  <p:embed/>
                  <p:pic>
                    <p:nvPicPr>
                      <p:cNvPr id="234500" name="Object 4">
                        <a:extLst>
                          <a:ext uri="{FF2B5EF4-FFF2-40B4-BE49-F238E27FC236}">
                            <a16:creationId xmlns:a16="http://schemas.microsoft.com/office/drawing/2014/main" id="{DCA473F0-D23F-6641-B0F5-8C88DC280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2690813"/>
                        <a:ext cx="557688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4" name="Rectangle 1">
            <a:extLst>
              <a:ext uri="{FF2B5EF4-FFF2-40B4-BE49-F238E27FC236}">
                <a16:creationId xmlns:a16="http://schemas.microsoft.com/office/drawing/2014/main" id="{7307E6EC-6747-7743-BD95-38A914C8FEA9}"/>
              </a:ext>
            </a:extLst>
          </p:cNvPr>
          <p:cNvSpPr>
            <a:spLocks noChangeArrowheads="1"/>
          </p:cNvSpPr>
          <p:nvPr/>
        </p:nvSpPr>
        <p:spPr bwMode="auto">
          <a:xfrm>
            <a:off x="179388" y="817563"/>
            <a:ext cx="432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sz="3200" b="1">
                <a:solidFill>
                  <a:schemeClr val="accent2"/>
                </a:solidFill>
              </a:rPr>
              <a:t>微分方程的基本概念</a:t>
            </a:r>
            <a:endParaRPr lang="en-US" altLang="en-CN" sz="3200" b="1">
              <a:solidFill>
                <a:schemeClr val="accent2"/>
              </a:solidFill>
            </a:endParaRPr>
          </a:p>
        </p:txBody>
      </p:sp>
      <p:sp>
        <p:nvSpPr>
          <p:cNvPr id="3" name="Rectangle 2">
            <a:extLst>
              <a:ext uri="{FF2B5EF4-FFF2-40B4-BE49-F238E27FC236}">
                <a16:creationId xmlns:a16="http://schemas.microsoft.com/office/drawing/2014/main" id="{CB0CB091-E3D5-9849-9008-83608A8BF170}"/>
              </a:ext>
            </a:extLst>
          </p:cNvPr>
          <p:cNvSpPr>
            <a:spLocks noChangeArrowheads="1"/>
          </p:cNvSpPr>
          <p:nvPr/>
        </p:nvSpPr>
        <p:spPr bwMode="auto">
          <a:xfrm>
            <a:off x="539750" y="3789363"/>
            <a:ext cx="7777163"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35000"/>
              </a:lnSpc>
              <a:buFont typeface="Wingdings" pitchFamily="2" charset="2"/>
              <a:buChar char="v"/>
            </a:pPr>
            <a:r>
              <a:rPr lang="zh-CN" altLang="en-US" b="1">
                <a:solidFill>
                  <a:srgbClr val="FF0000"/>
                </a:solidFill>
                <a:latin typeface="宋体" panose="02010600030101010101" pitchFamily="2" charset="-122"/>
                <a:ea typeface="黑体" panose="02010609060101010101" pitchFamily="49" charset="-122"/>
              </a:rPr>
              <a:t>常微分方程</a:t>
            </a:r>
            <a:r>
              <a:rPr lang="zh-CN" altLang="en-US" b="1">
                <a:latin typeface="宋体" panose="02010600030101010101" pitchFamily="2" charset="-122"/>
                <a:ea typeface="黑体" panose="02010609060101010101" pitchFamily="49" charset="-122"/>
              </a:rPr>
              <a:t>：自变量的个数只有一个</a:t>
            </a:r>
            <a:endParaRPr lang="en-US" altLang="zh-CN" b="1">
              <a:latin typeface="宋体" panose="02010600030101010101" pitchFamily="2" charset="-122"/>
              <a:ea typeface="黑体" panose="02010609060101010101" pitchFamily="49" charset="-122"/>
            </a:endParaRPr>
          </a:p>
          <a:p>
            <a:pPr eaLnBrk="1" hangingPunct="1">
              <a:lnSpc>
                <a:spcPct val="135000"/>
              </a:lnSpc>
              <a:buFont typeface="Wingdings" pitchFamily="2" charset="2"/>
              <a:buChar char="v"/>
            </a:pPr>
            <a:r>
              <a:rPr lang="zh-CN" altLang="en-US" b="1">
                <a:latin typeface="宋体" panose="02010600030101010101" pitchFamily="2" charset="-122"/>
                <a:ea typeface="黑体" panose="02010609060101010101" pitchFamily="49" charset="-122"/>
              </a:rPr>
              <a:t>偏微分方程：自变量的个数</a:t>
            </a:r>
            <a:r>
              <a:rPr lang="en-US" altLang="zh-CN" b="1">
                <a:latin typeface="宋体" panose="02010600030101010101" pitchFamily="2" charset="-122"/>
                <a:ea typeface="黑体" panose="02010609060101010101" pitchFamily="49" charset="-122"/>
              </a:rPr>
              <a:t>&gt;1</a:t>
            </a:r>
          </a:p>
          <a:p>
            <a:pPr eaLnBrk="1" hangingPunct="1">
              <a:lnSpc>
                <a:spcPct val="135000"/>
              </a:lnSpc>
            </a:pPr>
            <a:endParaRPr lang="en-US" altLang="zh-CN" b="1">
              <a:latin typeface="宋体" panose="02010600030101010101" pitchFamily="2" charset="-122"/>
              <a:ea typeface="黑体" panose="02010609060101010101" pitchFamily="49" charset="-122"/>
            </a:endParaRPr>
          </a:p>
          <a:p>
            <a:pPr eaLnBrk="1" hangingPunct="1">
              <a:lnSpc>
                <a:spcPct val="135000"/>
              </a:lnSpc>
              <a:buFont typeface="Wingdings" pitchFamily="2" charset="2"/>
              <a:buChar char="v"/>
            </a:pPr>
            <a:r>
              <a:rPr lang="zh-CN" altLang="en-US" b="1">
                <a:latin typeface="宋体" panose="02010600030101010101" pitchFamily="2" charset="-122"/>
                <a:ea typeface="黑体" panose="02010609060101010101" pitchFamily="49" charset="-122"/>
              </a:rPr>
              <a:t>微分方程的阶数：未知函数最高阶导数的阶数</a:t>
            </a:r>
            <a:endParaRPr lang="en-US" altLang="zh-CN" b="1">
              <a:latin typeface="宋体" panose="02010600030101010101" pitchFamily="2" charset="-122"/>
              <a:ea typeface="黑体" panose="02010609060101010101" pitchFamily="49" charset="-122"/>
            </a:endParaRPr>
          </a:p>
        </p:txBody>
      </p:sp>
    </p:spTree>
    <p:extLst>
      <p:ext uri="{BB962C8B-B14F-4D97-AF65-F5344CB8AC3E}">
        <p14:creationId xmlns:p14="http://schemas.microsoft.com/office/powerpoint/2010/main" val="9047252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34499"/>
                                        </p:tgtEl>
                                        <p:attrNameLst>
                                          <p:attrName>style.visibility</p:attrName>
                                        </p:attrNameLst>
                                      </p:cBhvr>
                                      <p:to>
                                        <p:strVal val="visible"/>
                                      </p:to>
                                    </p:set>
                                    <p:animEffect transition="in" filter="randombar(horizontal)">
                                      <p:cBhvr>
                                        <p:cTn id="7" dur="500"/>
                                        <p:tgtEl>
                                          <p:spTgt spid="234499"/>
                                        </p:tgtEl>
                                      </p:cBhvr>
                                    </p:animEffect>
                                  </p:childTnLst>
                                </p:cTn>
                              </p:par>
                              <p:par>
                                <p:cTn id="8" presetID="14" presetClass="entr" presetSubtype="10" fill="hold" nodeType="withEffect">
                                  <p:stCondLst>
                                    <p:cond delay="0"/>
                                  </p:stCondLst>
                                  <p:childTnLst>
                                    <p:set>
                                      <p:cBhvr>
                                        <p:cTn id="9" dur="1" fill="hold">
                                          <p:stCondLst>
                                            <p:cond delay="0"/>
                                          </p:stCondLst>
                                        </p:cTn>
                                        <p:tgtEl>
                                          <p:spTgt spid="234500"/>
                                        </p:tgtEl>
                                        <p:attrNameLst>
                                          <p:attrName>style.visibility</p:attrName>
                                        </p:attrNameLst>
                                      </p:cBhvr>
                                      <p:to>
                                        <p:strVal val="visible"/>
                                      </p:to>
                                    </p:set>
                                    <p:animEffect transition="in" filter="randombar(horizontal)">
                                      <p:cBhvr>
                                        <p:cTn id="10" dur="500"/>
                                        <p:tgtEl>
                                          <p:spTgt spid="23450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linds(horizontal)">
                                      <p:cBhvr>
                                        <p:cTn id="15" dur="500"/>
                                        <p:tgtEl>
                                          <p:spTgt spid="3">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blinds(horizontal)">
                                      <p:cBhvr>
                                        <p:cTn id="20" dur="500"/>
                                        <p:tgtEl>
                                          <p:spTgt spid="3">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blinds(horizontal)">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Text Box 3">
            <a:extLst>
              <a:ext uri="{FF2B5EF4-FFF2-40B4-BE49-F238E27FC236}">
                <a16:creationId xmlns:a16="http://schemas.microsoft.com/office/drawing/2014/main" id="{41997340-6C3E-4646-A270-D12F25A73C37}"/>
              </a:ext>
            </a:extLst>
          </p:cNvPr>
          <p:cNvSpPr txBox="1">
            <a:spLocks noChangeArrowheads="1"/>
          </p:cNvSpPr>
          <p:nvPr/>
        </p:nvSpPr>
        <p:spPr bwMode="auto">
          <a:xfrm>
            <a:off x="684213" y="1268413"/>
            <a:ext cx="8077200" cy="649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5000"/>
              </a:lnSpc>
              <a:buFont typeface="Wingdings" charset="0"/>
              <a:buChar char="q"/>
              <a:defRPr/>
            </a:pPr>
            <a:r>
              <a:rPr lang="zh-TW" altLang="en-US" b="1" dirty="0">
                <a:solidFill>
                  <a:srgbClr val="000000"/>
                </a:solidFill>
                <a:latin typeface="宋体" charset="0"/>
                <a:ea typeface="黑体" charset="0"/>
                <a:cs typeface="黑体" charset="0"/>
              </a:rPr>
              <a:t>微分方程的解</a:t>
            </a:r>
            <a:r>
              <a:rPr lang="zh-CN" altLang="en-US" b="1" dirty="0">
                <a:solidFill>
                  <a:srgbClr val="000000"/>
                </a:solidFill>
                <a:latin typeface="宋体" charset="0"/>
                <a:ea typeface="黑体" charset="0"/>
                <a:cs typeface="黑体" charset="0"/>
              </a:rPr>
              <a:t>是一个</a:t>
            </a:r>
            <a:r>
              <a:rPr lang="zh-CN" altLang="en-US" b="1" dirty="0">
                <a:solidFill>
                  <a:srgbClr val="FF0000"/>
                </a:solidFill>
                <a:latin typeface="宋体" charset="0"/>
                <a:ea typeface="黑体" charset="0"/>
                <a:cs typeface="黑体" charset="0"/>
              </a:rPr>
              <a:t>函数</a:t>
            </a:r>
            <a:r>
              <a:rPr lang="zh-CN" altLang="en-US" b="1" dirty="0">
                <a:latin typeface="宋体" charset="0"/>
                <a:ea typeface="黑体" charset="0"/>
                <a:cs typeface="黑体" charset="0"/>
              </a:rPr>
              <a:t>，包含通解和特解</a:t>
            </a:r>
            <a:endParaRPr lang="en-US" altLang="zh-CN" b="1" dirty="0">
              <a:latin typeface="宋体" charset="0"/>
              <a:ea typeface="黑体" charset="0"/>
              <a:cs typeface="黑体" charset="0"/>
            </a:endParaRPr>
          </a:p>
        </p:txBody>
      </p:sp>
      <p:sp>
        <p:nvSpPr>
          <p:cNvPr id="234501" name="Rectangle 5">
            <a:extLst>
              <a:ext uri="{FF2B5EF4-FFF2-40B4-BE49-F238E27FC236}">
                <a16:creationId xmlns:a16="http://schemas.microsoft.com/office/drawing/2014/main" id="{97452469-E123-4A4F-959E-E060A88E75E1}"/>
              </a:ext>
            </a:extLst>
          </p:cNvPr>
          <p:cNvSpPr>
            <a:spLocks noChangeArrowheads="1"/>
          </p:cNvSpPr>
          <p:nvPr/>
        </p:nvSpPr>
        <p:spPr bwMode="auto">
          <a:xfrm>
            <a:off x="4148138" y="29733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6387" name="Rectangle 1">
            <a:extLst>
              <a:ext uri="{FF2B5EF4-FFF2-40B4-BE49-F238E27FC236}">
                <a16:creationId xmlns:a16="http://schemas.microsoft.com/office/drawing/2014/main" id="{9A97263C-F615-E147-9F66-6614884F4CF5}"/>
              </a:ext>
            </a:extLst>
          </p:cNvPr>
          <p:cNvSpPr>
            <a:spLocks noChangeArrowheads="1"/>
          </p:cNvSpPr>
          <p:nvPr/>
        </p:nvSpPr>
        <p:spPr bwMode="auto">
          <a:xfrm>
            <a:off x="179388" y="476250"/>
            <a:ext cx="30956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sz="3200" b="1">
                <a:solidFill>
                  <a:schemeClr val="accent2"/>
                </a:solidFill>
              </a:rPr>
              <a:t>微分方程的解</a:t>
            </a:r>
            <a:endParaRPr lang="en-US" altLang="en-CN" sz="3200" b="1">
              <a:solidFill>
                <a:schemeClr val="accent2"/>
              </a:solidFill>
            </a:endParaRPr>
          </a:p>
        </p:txBody>
      </p:sp>
      <p:sp>
        <p:nvSpPr>
          <p:cNvPr id="6" name="Rectangle 4">
            <a:extLst>
              <a:ext uri="{FF2B5EF4-FFF2-40B4-BE49-F238E27FC236}">
                <a16:creationId xmlns:a16="http://schemas.microsoft.com/office/drawing/2014/main" id="{BCCF9822-7F7C-C048-AADB-50865CF1E190}"/>
              </a:ext>
            </a:extLst>
          </p:cNvPr>
          <p:cNvSpPr>
            <a:spLocks noChangeArrowheads="1"/>
          </p:cNvSpPr>
          <p:nvPr/>
        </p:nvSpPr>
        <p:spPr bwMode="auto">
          <a:xfrm>
            <a:off x="3741738" y="4592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8" name="Rectangle 7">
            <a:extLst>
              <a:ext uri="{FF2B5EF4-FFF2-40B4-BE49-F238E27FC236}">
                <a16:creationId xmlns:a16="http://schemas.microsoft.com/office/drawing/2014/main" id="{B71729A5-B4FD-E24B-B1F1-06536FF63BBF}"/>
              </a:ext>
            </a:extLst>
          </p:cNvPr>
          <p:cNvSpPr>
            <a:spLocks noChangeArrowheads="1"/>
          </p:cNvSpPr>
          <p:nvPr/>
        </p:nvSpPr>
        <p:spPr bwMode="auto">
          <a:xfrm>
            <a:off x="3813175" y="44783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1" name="Rectangle 11">
            <a:extLst>
              <a:ext uri="{FF2B5EF4-FFF2-40B4-BE49-F238E27FC236}">
                <a16:creationId xmlns:a16="http://schemas.microsoft.com/office/drawing/2014/main" id="{66546663-FCC8-0E42-B2D4-12F8025D99A6}"/>
              </a:ext>
            </a:extLst>
          </p:cNvPr>
          <p:cNvSpPr>
            <a:spLocks noChangeArrowheads="1"/>
          </p:cNvSpPr>
          <p:nvPr/>
        </p:nvSpPr>
        <p:spPr bwMode="auto">
          <a:xfrm>
            <a:off x="3927475" y="4592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3" name="Rectangle 13">
            <a:extLst>
              <a:ext uri="{FF2B5EF4-FFF2-40B4-BE49-F238E27FC236}">
                <a16:creationId xmlns:a16="http://schemas.microsoft.com/office/drawing/2014/main" id="{4CFCD621-D50C-8041-AF79-D1AF9C269FE3}"/>
              </a:ext>
            </a:extLst>
          </p:cNvPr>
          <p:cNvSpPr>
            <a:spLocks noChangeArrowheads="1"/>
          </p:cNvSpPr>
          <p:nvPr/>
        </p:nvSpPr>
        <p:spPr bwMode="auto">
          <a:xfrm>
            <a:off x="4046538" y="4606925"/>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pSp>
        <p:nvGrpSpPr>
          <p:cNvPr id="4" name="Group 3">
            <a:extLst>
              <a:ext uri="{FF2B5EF4-FFF2-40B4-BE49-F238E27FC236}">
                <a16:creationId xmlns:a16="http://schemas.microsoft.com/office/drawing/2014/main" id="{F2EEB0AE-6F34-D14A-BF90-3E1E679377A5}"/>
              </a:ext>
            </a:extLst>
          </p:cNvPr>
          <p:cNvGrpSpPr>
            <a:grpSpLocks/>
          </p:cNvGrpSpPr>
          <p:nvPr/>
        </p:nvGrpSpPr>
        <p:grpSpPr bwMode="auto">
          <a:xfrm>
            <a:off x="684213" y="2997200"/>
            <a:ext cx="7239000" cy="1228725"/>
            <a:chOff x="467544" y="3861048"/>
            <a:chExt cx="7239000" cy="1230013"/>
          </a:xfrm>
        </p:grpSpPr>
        <p:sp>
          <p:nvSpPr>
            <p:cNvPr id="10" name="Text Box 8">
              <a:extLst>
                <a:ext uri="{FF2B5EF4-FFF2-40B4-BE49-F238E27FC236}">
                  <a16:creationId xmlns:a16="http://schemas.microsoft.com/office/drawing/2014/main" id="{95B2BE06-C96E-8C45-A19B-D07E02D30443}"/>
                </a:ext>
              </a:extLst>
            </p:cNvPr>
            <p:cNvSpPr txBox="1">
              <a:spLocks noChangeArrowheads="1"/>
            </p:cNvSpPr>
            <p:nvPr/>
          </p:nvSpPr>
          <p:spPr bwMode="auto">
            <a:xfrm>
              <a:off x="467544" y="3861048"/>
              <a:ext cx="7239000" cy="12300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5000"/>
                </a:lnSpc>
                <a:defRPr/>
              </a:pPr>
              <a:r>
                <a:rPr lang="zh-CN" altLang="en-US" dirty="0">
                  <a:latin typeface="宋体" charset="0"/>
                  <a:ea typeface="黑体" charset="0"/>
                  <a:cs typeface="黑体" charset="0"/>
                </a:rPr>
                <a:t>利用附加定解条件</a:t>
              </a:r>
              <a:r>
                <a:rPr lang="en-US" altLang="zh-CN" dirty="0">
                  <a:latin typeface="宋体" charset="0"/>
                  <a:ea typeface="黑体" charset="0"/>
                  <a:cs typeface="黑体" charset="0"/>
                </a:rPr>
                <a:t>             </a:t>
              </a:r>
            </a:p>
            <a:p>
              <a:pPr eaLnBrk="1" hangingPunct="1">
                <a:lnSpc>
                  <a:spcPct val="135000"/>
                </a:lnSpc>
                <a:defRPr/>
              </a:pPr>
              <a:r>
                <a:rPr lang="zh-CN" altLang="en-US" dirty="0">
                  <a:latin typeface="宋体" charset="0"/>
                  <a:ea typeface="黑体" charset="0"/>
                  <a:cs typeface="黑体" charset="0"/>
                </a:rPr>
                <a:t>可得方程的</a:t>
              </a:r>
              <a:r>
                <a:rPr lang="zh-CN" altLang="en-US" dirty="0">
                  <a:solidFill>
                    <a:srgbClr val="FF0000"/>
                  </a:solidFill>
                  <a:latin typeface="宋体" charset="0"/>
                  <a:ea typeface="黑体" charset="0"/>
                  <a:cs typeface="黑体" charset="0"/>
                </a:rPr>
                <a:t>特解</a:t>
              </a:r>
              <a:r>
                <a:rPr lang="zh-CN" altLang="en-US" dirty="0">
                  <a:latin typeface="宋体" charset="0"/>
                  <a:ea typeface="黑体" charset="0"/>
                  <a:cs typeface="黑体" charset="0"/>
                </a:rPr>
                <a:t>为</a:t>
              </a:r>
              <a:r>
                <a:rPr lang="en-US" altLang="zh-CN" dirty="0">
                  <a:latin typeface="宋体" charset="0"/>
                  <a:ea typeface="黑体" charset="0"/>
                  <a:cs typeface="黑体" charset="0"/>
                </a:rPr>
                <a:t>             </a:t>
              </a:r>
            </a:p>
          </p:txBody>
        </p:sp>
        <p:graphicFrame>
          <p:nvGraphicFramePr>
            <p:cNvPr id="16399" name="Object 6">
              <a:extLst>
                <a:ext uri="{FF2B5EF4-FFF2-40B4-BE49-F238E27FC236}">
                  <a16:creationId xmlns:a16="http://schemas.microsoft.com/office/drawing/2014/main" id="{91C6DEB8-B25C-1C43-B134-E1B97569D515}"/>
                </a:ext>
              </a:extLst>
            </p:cNvPr>
            <p:cNvGraphicFramePr>
              <a:graphicFrameLocks noChangeAspect="1"/>
            </p:cNvGraphicFramePr>
            <p:nvPr/>
          </p:nvGraphicFramePr>
          <p:xfrm>
            <a:off x="3707904" y="4077297"/>
            <a:ext cx="1488362" cy="326921"/>
          </p:xfrm>
          <a:graphic>
            <a:graphicData uri="http://schemas.openxmlformats.org/presentationml/2006/ole">
              <mc:AlternateContent xmlns:mc="http://schemas.openxmlformats.org/markup-compatibility/2006">
                <mc:Choice xmlns:v="urn:schemas-microsoft-com:vml" Requires="v">
                  <p:oleObj name="Equation" r:id="rId2" imgW="520700" imgH="203200" progId="Equation.3">
                    <p:embed/>
                  </p:oleObj>
                </mc:Choice>
                <mc:Fallback>
                  <p:oleObj name="Equation" r:id="rId2" imgW="520700" imgH="203200" progId="Equation.3">
                    <p:embed/>
                    <p:pic>
                      <p:nvPicPr>
                        <p:cNvPr id="16399" name="Object 6">
                          <a:extLst>
                            <a:ext uri="{FF2B5EF4-FFF2-40B4-BE49-F238E27FC236}">
                              <a16:creationId xmlns:a16="http://schemas.microsoft.com/office/drawing/2014/main" id="{91C6DEB8-B25C-1C43-B134-E1B97569D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904" y="4077297"/>
                          <a:ext cx="1488362" cy="326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9" name="Text Box 3">
            <a:extLst>
              <a:ext uri="{FF2B5EF4-FFF2-40B4-BE49-F238E27FC236}">
                <a16:creationId xmlns:a16="http://schemas.microsoft.com/office/drawing/2014/main" id="{F4398A58-39A3-8C43-9D58-55B795DE72B2}"/>
              </a:ext>
            </a:extLst>
          </p:cNvPr>
          <p:cNvSpPr txBox="1">
            <a:spLocks noChangeArrowheads="1"/>
          </p:cNvSpPr>
          <p:nvPr/>
        </p:nvSpPr>
        <p:spPr bwMode="auto">
          <a:xfrm>
            <a:off x="179388" y="4581525"/>
            <a:ext cx="8964612" cy="2227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5000"/>
              </a:lnSpc>
              <a:buFont typeface="Wingdings" charset="0"/>
              <a:buChar char="q"/>
              <a:defRPr/>
            </a:pPr>
            <a:r>
              <a:rPr lang="zh-CN" altLang="en-US" b="1" dirty="0">
                <a:solidFill>
                  <a:srgbClr val="000000"/>
                </a:solidFill>
                <a:latin typeface="宋体" charset="0"/>
                <a:ea typeface="黑体" charset="0"/>
                <a:cs typeface="黑体" charset="0"/>
              </a:rPr>
              <a:t>根据定解条件</a:t>
            </a:r>
            <a:endParaRPr lang="en-US" altLang="zh-CN" b="1" dirty="0">
              <a:solidFill>
                <a:srgbClr val="000000"/>
              </a:solidFill>
              <a:latin typeface="宋体" charset="0"/>
              <a:ea typeface="黑体" charset="0"/>
              <a:cs typeface="黑体" charset="0"/>
            </a:endParaRPr>
          </a:p>
          <a:p>
            <a:pPr eaLnBrk="1" hangingPunct="1">
              <a:lnSpc>
                <a:spcPct val="135000"/>
              </a:lnSpc>
              <a:buFont typeface="Wingdings" charset="0"/>
              <a:buChar char="v"/>
              <a:defRPr/>
            </a:pPr>
            <a:r>
              <a:rPr lang="zh-CN" altLang="en-US" sz="2400" b="1" dirty="0">
                <a:solidFill>
                  <a:srgbClr val="000000"/>
                </a:solidFill>
                <a:latin typeface="宋体" charset="0"/>
                <a:ea typeface="黑体" charset="0"/>
                <a:cs typeface="黑体" charset="0"/>
              </a:rPr>
              <a:t>初值问题：给定未知函数或其导数在初始点的值</a:t>
            </a:r>
            <a:endParaRPr lang="en-US" altLang="zh-CN" sz="2400" b="1" dirty="0">
              <a:solidFill>
                <a:srgbClr val="000000"/>
              </a:solidFill>
              <a:latin typeface="宋体" charset="0"/>
              <a:ea typeface="黑体" charset="0"/>
              <a:cs typeface="黑体" charset="0"/>
            </a:endParaRPr>
          </a:p>
          <a:p>
            <a:pPr eaLnBrk="1" hangingPunct="1">
              <a:lnSpc>
                <a:spcPct val="135000"/>
              </a:lnSpc>
              <a:buFont typeface="Wingdings" charset="0"/>
              <a:buChar char="v"/>
              <a:defRPr/>
            </a:pPr>
            <a:r>
              <a:rPr lang="zh-CN" altLang="en-US" sz="2400" b="1" dirty="0">
                <a:solidFill>
                  <a:srgbClr val="000000"/>
                </a:solidFill>
                <a:latin typeface="宋体" charset="0"/>
                <a:ea typeface="黑体" charset="0"/>
                <a:cs typeface="黑体" charset="0"/>
              </a:rPr>
              <a:t>边值问题：给定未知函数或其导数在区间</a:t>
            </a:r>
            <a:r>
              <a:rPr lang="zh-CN" altLang="en-US" sz="2400" b="1" dirty="0">
                <a:solidFill>
                  <a:srgbClr val="0000FF"/>
                </a:solidFill>
                <a:latin typeface="宋体" charset="0"/>
                <a:ea typeface="黑体" charset="0"/>
                <a:cs typeface="黑体" charset="0"/>
              </a:rPr>
              <a:t>两个</a:t>
            </a:r>
            <a:r>
              <a:rPr lang="zh-CN" altLang="en-US" sz="2400" b="1" dirty="0">
                <a:solidFill>
                  <a:srgbClr val="000000"/>
                </a:solidFill>
                <a:latin typeface="宋体" charset="0"/>
                <a:ea typeface="黑体" charset="0"/>
                <a:cs typeface="黑体" charset="0"/>
              </a:rPr>
              <a:t>端点的值</a:t>
            </a:r>
            <a:endParaRPr lang="en-US" altLang="zh-CN" sz="2400" b="1" dirty="0">
              <a:solidFill>
                <a:srgbClr val="000000"/>
              </a:solidFill>
              <a:latin typeface="宋体" charset="0"/>
              <a:ea typeface="黑体" charset="0"/>
              <a:cs typeface="黑体" charset="0"/>
            </a:endParaRPr>
          </a:p>
          <a:p>
            <a:pPr eaLnBrk="1" hangingPunct="1">
              <a:lnSpc>
                <a:spcPct val="135000"/>
              </a:lnSpc>
              <a:defRPr/>
            </a:pPr>
            <a:endParaRPr lang="en-US" altLang="zh-CN" b="1" dirty="0">
              <a:solidFill>
                <a:srgbClr val="000000"/>
              </a:solidFill>
              <a:latin typeface="宋体" charset="0"/>
              <a:ea typeface="黑体" charset="0"/>
              <a:cs typeface="黑体" charset="0"/>
            </a:endParaRPr>
          </a:p>
        </p:txBody>
      </p:sp>
      <p:grpSp>
        <p:nvGrpSpPr>
          <p:cNvPr id="2" name="Group 1">
            <a:extLst>
              <a:ext uri="{FF2B5EF4-FFF2-40B4-BE49-F238E27FC236}">
                <a16:creationId xmlns:a16="http://schemas.microsoft.com/office/drawing/2014/main" id="{3B6570A1-3D54-7944-A8ED-DF074AFFF8B2}"/>
              </a:ext>
            </a:extLst>
          </p:cNvPr>
          <p:cNvGrpSpPr>
            <a:grpSpLocks/>
          </p:cNvGrpSpPr>
          <p:nvPr/>
        </p:nvGrpSpPr>
        <p:grpSpPr bwMode="auto">
          <a:xfrm>
            <a:off x="650875" y="2133600"/>
            <a:ext cx="8497888" cy="862013"/>
            <a:chOff x="250825" y="2133600"/>
            <a:chExt cx="8497888" cy="863352"/>
          </a:xfrm>
        </p:grpSpPr>
        <p:sp>
          <p:nvSpPr>
            <p:cNvPr id="7" name="Text Box 5">
              <a:extLst>
                <a:ext uri="{FF2B5EF4-FFF2-40B4-BE49-F238E27FC236}">
                  <a16:creationId xmlns:a16="http://schemas.microsoft.com/office/drawing/2014/main" id="{BF7874F2-8A60-3F46-A4F5-9021EB94A905}"/>
                </a:ext>
              </a:extLst>
            </p:cNvPr>
            <p:cNvSpPr txBox="1">
              <a:spLocks noChangeArrowheads="1"/>
            </p:cNvSpPr>
            <p:nvPr/>
          </p:nvSpPr>
          <p:spPr bwMode="auto">
            <a:xfrm>
              <a:off x="250825" y="2133600"/>
              <a:ext cx="8497888" cy="686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25000"/>
                </a:lnSpc>
                <a:defRPr/>
              </a:pPr>
              <a:r>
                <a:rPr lang="zh-CN" altLang="en-US" dirty="0">
                  <a:latin typeface="宋体" charset="0"/>
                  <a:ea typeface="黑体" charset="0"/>
                  <a:cs typeface="黑体" charset="0"/>
                </a:rPr>
                <a:t>上例的</a:t>
              </a:r>
              <a:r>
                <a:rPr lang="zh-CN" altLang="en-US" dirty="0">
                  <a:solidFill>
                    <a:srgbClr val="FF0000"/>
                  </a:solidFill>
                  <a:latin typeface="宋体" charset="0"/>
                  <a:ea typeface="黑体" charset="0"/>
                  <a:cs typeface="黑体" charset="0"/>
                </a:rPr>
                <a:t>通解</a:t>
              </a:r>
              <a:r>
                <a:rPr lang="zh-CN" altLang="en-US" dirty="0">
                  <a:latin typeface="宋体" charset="0"/>
                  <a:ea typeface="黑体" charset="0"/>
                  <a:cs typeface="黑体" charset="0"/>
                </a:rPr>
                <a:t>为</a:t>
              </a:r>
              <a:r>
                <a:rPr lang="en-US" altLang="zh-CN" dirty="0">
                  <a:latin typeface="宋体" charset="0"/>
                  <a:ea typeface="黑体" charset="0"/>
                  <a:cs typeface="黑体" charset="0"/>
                </a:rPr>
                <a:t>              </a:t>
              </a:r>
              <a:r>
                <a:rPr lang="zh-CN" altLang="en-US" dirty="0">
                  <a:latin typeface="宋体" charset="0"/>
                  <a:ea typeface="黑体" charset="0"/>
                  <a:cs typeface="黑体" charset="0"/>
                </a:rPr>
                <a:t>，其中</a:t>
              </a:r>
              <a:r>
                <a:rPr lang="en-US" altLang="zh-CN" i="1" dirty="0">
                  <a:latin typeface="宋体" charset="0"/>
                  <a:ea typeface="黑体" charset="0"/>
                  <a:cs typeface="黑体" charset="0"/>
                </a:rPr>
                <a:t>C </a:t>
              </a:r>
              <a:r>
                <a:rPr lang="zh-CN" altLang="en-US" dirty="0">
                  <a:latin typeface="宋体" charset="0"/>
                  <a:ea typeface="黑体" charset="0"/>
                  <a:cs typeface="黑体" charset="0"/>
                </a:rPr>
                <a:t>为任意常数</a:t>
              </a:r>
              <a:r>
                <a:rPr lang="en-US" altLang="zh-CN" sz="3200" dirty="0">
                  <a:latin typeface="宋体" charset="0"/>
                  <a:ea typeface="黑体" charset="0"/>
                  <a:cs typeface="黑体" charset="0"/>
                </a:rPr>
                <a:t> </a:t>
              </a:r>
            </a:p>
          </p:txBody>
        </p:sp>
        <p:graphicFrame>
          <p:nvGraphicFramePr>
            <p:cNvPr id="16397" name="Object 5">
              <a:extLst>
                <a:ext uri="{FF2B5EF4-FFF2-40B4-BE49-F238E27FC236}">
                  <a16:creationId xmlns:a16="http://schemas.microsoft.com/office/drawing/2014/main" id="{B9451BC0-64A0-2B4D-9D32-6B3FFA09E55D}"/>
                </a:ext>
              </a:extLst>
            </p:cNvPr>
            <p:cNvGraphicFramePr>
              <a:graphicFrameLocks noChangeAspect="1"/>
            </p:cNvGraphicFramePr>
            <p:nvPr/>
          </p:nvGraphicFramePr>
          <p:xfrm>
            <a:off x="2566095" y="2307977"/>
            <a:ext cx="2293937" cy="688975"/>
          </p:xfrm>
          <a:graphic>
            <a:graphicData uri="http://schemas.openxmlformats.org/presentationml/2006/ole">
              <mc:AlternateContent xmlns:mc="http://schemas.openxmlformats.org/markup-compatibility/2006">
                <mc:Choice xmlns:v="urn:schemas-microsoft-com:vml" Requires="v">
                  <p:oleObj name="Equation" r:id="rId4" imgW="927100" imgH="419100" progId="Equation.3">
                    <p:embed/>
                  </p:oleObj>
                </mc:Choice>
                <mc:Fallback>
                  <p:oleObj name="Equation" r:id="rId4" imgW="927100" imgH="419100" progId="Equation.3">
                    <p:embed/>
                    <p:pic>
                      <p:nvPicPr>
                        <p:cNvPr id="16397" name="Object 5">
                          <a:extLst>
                            <a:ext uri="{FF2B5EF4-FFF2-40B4-BE49-F238E27FC236}">
                              <a16:creationId xmlns:a16="http://schemas.microsoft.com/office/drawing/2014/main" id="{B9451BC0-64A0-2B4D-9D32-6B3FFA09E5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095" y="2307977"/>
                          <a:ext cx="229393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0" name="Object 5">
            <a:extLst>
              <a:ext uri="{FF2B5EF4-FFF2-40B4-BE49-F238E27FC236}">
                <a16:creationId xmlns:a16="http://schemas.microsoft.com/office/drawing/2014/main" id="{5D18B550-DCA8-0543-84E0-126F14AA1FB0}"/>
              </a:ext>
            </a:extLst>
          </p:cNvPr>
          <p:cNvGraphicFramePr>
            <a:graphicFrameLocks noChangeAspect="1"/>
          </p:cNvGraphicFramePr>
          <p:nvPr/>
        </p:nvGraphicFramePr>
        <p:xfrm>
          <a:off x="3851275" y="3644900"/>
          <a:ext cx="2513013" cy="688975"/>
        </p:xfrm>
        <a:graphic>
          <a:graphicData uri="http://schemas.openxmlformats.org/presentationml/2006/ole">
            <mc:AlternateContent xmlns:mc="http://schemas.openxmlformats.org/markup-compatibility/2006">
              <mc:Choice xmlns:v="urn:schemas-microsoft-com:vml" Requires="v">
                <p:oleObj name="Equation" r:id="rId6" imgW="1016000" imgH="419100" progId="Equation.3">
                  <p:embed/>
                </p:oleObj>
              </mc:Choice>
              <mc:Fallback>
                <p:oleObj name="Equation" r:id="rId6" imgW="1016000" imgH="419100" progId="Equation.3">
                  <p:embed/>
                  <p:pic>
                    <p:nvPicPr>
                      <p:cNvPr id="20" name="Object 5">
                        <a:extLst>
                          <a:ext uri="{FF2B5EF4-FFF2-40B4-BE49-F238E27FC236}">
                            <a16:creationId xmlns:a16="http://schemas.microsoft.com/office/drawing/2014/main" id="{5D18B550-DCA8-0543-84E0-126F14AA1F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275" y="3644900"/>
                        <a:ext cx="25130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46129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4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linds(horizontal)">
                                      <p:cBhvr>
                                        <p:cTn id="20" dur="500"/>
                                        <p:tgtEl>
                                          <p:spTgt spid="2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Text Box 3">
            <a:extLst>
              <a:ext uri="{FF2B5EF4-FFF2-40B4-BE49-F238E27FC236}">
                <a16:creationId xmlns:a16="http://schemas.microsoft.com/office/drawing/2014/main" id="{A49C5BAE-920D-8544-B78E-DE6D913509E3}"/>
              </a:ext>
            </a:extLst>
          </p:cNvPr>
          <p:cNvSpPr txBox="1">
            <a:spLocks noChangeArrowheads="1"/>
          </p:cNvSpPr>
          <p:nvPr/>
        </p:nvSpPr>
        <p:spPr bwMode="auto">
          <a:xfrm>
            <a:off x="457200" y="1247775"/>
            <a:ext cx="8077200" cy="1230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5000"/>
              </a:lnSpc>
              <a:defRPr/>
            </a:pPr>
            <a:r>
              <a:rPr lang="en-US" altLang="zh-CN" b="1">
                <a:solidFill>
                  <a:srgbClr val="000000"/>
                </a:solidFill>
                <a:latin typeface="宋体" charset="0"/>
                <a:ea typeface="黑体" charset="0"/>
                <a:cs typeface="黑体" charset="0"/>
              </a:rPr>
              <a:t>    </a:t>
            </a:r>
            <a:r>
              <a:rPr lang="zh-CN" altLang="en-US" b="1">
                <a:solidFill>
                  <a:srgbClr val="000000"/>
                </a:solidFill>
                <a:latin typeface="宋体" charset="0"/>
                <a:ea typeface="黑体" charset="0"/>
                <a:cs typeface="黑体" charset="0"/>
              </a:rPr>
              <a:t>微分方程在物理、化学、生物、生态、经济、军事和医学等领域都有着</a:t>
            </a:r>
            <a:r>
              <a:rPr lang="zh-CN" altLang="en-US" b="1">
                <a:solidFill>
                  <a:srgbClr val="FF0000"/>
                </a:solidFill>
                <a:latin typeface="宋体" charset="0"/>
                <a:ea typeface="黑体" charset="0"/>
                <a:cs typeface="黑体" charset="0"/>
              </a:rPr>
              <a:t>广泛的应用</a:t>
            </a:r>
            <a:r>
              <a:rPr lang="zh-CN" altLang="en-US" b="1">
                <a:solidFill>
                  <a:srgbClr val="000000"/>
                </a:solidFill>
                <a:latin typeface="宋体" charset="0"/>
                <a:ea typeface="黑体" charset="0"/>
                <a:cs typeface="黑体" charset="0"/>
              </a:rPr>
              <a:t>，如</a:t>
            </a:r>
            <a:endParaRPr lang="en-US" altLang="zh-CN" b="1">
              <a:solidFill>
                <a:srgbClr val="000000"/>
              </a:solidFill>
              <a:latin typeface="宋体" charset="0"/>
              <a:ea typeface="黑体" charset="0"/>
              <a:cs typeface="黑体" charset="0"/>
            </a:endParaRPr>
          </a:p>
        </p:txBody>
      </p:sp>
      <p:sp>
        <p:nvSpPr>
          <p:cNvPr id="234501" name="Rectangle 5">
            <a:extLst>
              <a:ext uri="{FF2B5EF4-FFF2-40B4-BE49-F238E27FC236}">
                <a16:creationId xmlns:a16="http://schemas.microsoft.com/office/drawing/2014/main" id="{9911A613-C32B-BD4E-864D-C54970FDCAB1}"/>
              </a:ext>
            </a:extLst>
          </p:cNvPr>
          <p:cNvSpPr>
            <a:spLocks noChangeArrowheads="1"/>
          </p:cNvSpPr>
          <p:nvPr/>
        </p:nvSpPr>
        <p:spPr bwMode="auto">
          <a:xfrm>
            <a:off x="4148138" y="29733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7411" name="Rectangle 1">
            <a:extLst>
              <a:ext uri="{FF2B5EF4-FFF2-40B4-BE49-F238E27FC236}">
                <a16:creationId xmlns:a16="http://schemas.microsoft.com/office/drawing/2014/main" id="{3E263147-6A42-E54F-8040-C9DFC7C78898}"/>
              </a:ext>
            </a:extLst>
          </p:cNvPr>
          <p:cNvSpPr>
            <a:spLocks noChangeArrowheads="1"/>
          </p:cNvSpPr>
          <p:nvPr/>
        </p:nvSpPr>
        <p:spPr bwMode="auto">
          <a:xfrm>
            <a:off x="179388" y="476250"/>
            <a:ext cx="3479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sz="3200" b="1">
                <a:solidFill>
                  <a:schemeClr val="accent2"/>
                </a:solidFill>
              </a:rPr>
              <a:t>微分方程的应用</a:t>
            </a:r>
            <a:endParaRPr lang="en-US" altLang="en-CN" sz="3200" b="1">
              <a:solidFill>
                <a:schemeClr val="accent2"/>
              </a:solidFill>
            </a:endParaRPr>
          </a:p>
        </p:txBody>
      </p:sp>
      <p:sp>
        <p:nvSpPr>
          <p:cNvPr id="3" name="Rectangle 2">
            <a:extLst>
              <a:ext uri="{FF2B5EF4-FFF2-40B4-BE49-F238E27FC236}">
                <a16:creationId xmlns:a16="http://schemas.microsoft.com/office/drawing/2014/main" id="{8310EBD7-2F4C-8E49-A004-D475D25A0D50}"/>
              </a:ext>
            </a:extLst>
          </p:cNvPr>
          <p:cNvSpPr>
            <a:spLocks noChangeArrowheads="1"/>
          </p:cNvSpPr>
          <p:nvPr/>
        </p:nvSpPr>
        <p:spPr bwMode="auto">
          <a:xfrm>
            <a:off x="611188" y="2584450"/>
            <a:ext cx="7777162" cy="181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35000"/>
              </a:lnSpc>
              <a:buFont typeface="Wingdings" pitchFamily="2" charset="2"/>
              <a:buChar char="v"/>
            </a:pPr>
            <a:r>
              <a:rPr lang="zh-CN" altLang="en-US" b="1">
                <a:solidFill>
                  <a:srgbClr val="000000"/>
                </a:solidFill>
                <a:latin typeface="宋体" panose="02010600030101010101" pitchFamily="2" charset="-122"/>
                <a:ea typeface="黑体" panose="02010609060101010101" pitchFamily="49" charset="-122"/>
              </a:rPr>
              <a:t>空气阻力为速度函数的落体运动，寻求下落速度（距离）随时间的变化规律</a:t>
            </a:r>
            <a:endParaRPr lang="en-US" altLang="zh-CN" b="1">
              <a:solidFill>
                <a:srgbClr val="000000"/>
              </a:solidFill>
              <a:latin typeface="宋体" panose="02010600030101010101" pitchFamily="2" charset="-122"/>
              <a:ea typeface="黑体" panose="02010609060101010101" pitchFamily="49" charset="-122"/>
            </a:endParaRPr>
          </a:p>
          <a:p>
            <a:pPr eaLnBrk="1" hangingPunct="1">
              <a:lnSpc>
                <a:spcPct val="135000"/>
              </a:lnSpc>
              <a:buFont typeface="Wingdings" pitchFamily="2" charset="2"/>
              <a:buChar char="v"/>
            </a:pPr>
            <a:endParaRPr lang="en-US" altLang="zh-CN" b="1">
              <a:latin typeface="宋体" panose="02010600030101010101" pitchFamily="2" charset="-122"/>
              <a:ea typeface="黑体" panose="02010609060101010101" pitchFamily="49" charset="-122"/>
            </a:endParaRPr>
          </a:p>
        </p:txBody>
      </p:sp>
      <p:sp>
        <p:nvSpPr>
          <p:cNvPr id="4" name="Rectangle 3">
            <a:extLst>
              <a:ext uri="{FF2B5EF4-FFF2-40B4-BE49-F238E27FC236}">
                <a16:creationId xmlns:a16="http://schemas.microsoft.com/office/drawing/2014/main" id="{12447F4F-8A5C-6943-87AB-991E9274FF76}"/>
              </a:ext>
            </a:extLst>
          </p:cNvPr>
          <p:cNvSpPr>
            <a:spLocks noChangeArrowheads="1"/>
          </p:cNvSpPr>
          <p:nvPr/>
        </p:nvSpPr>
        <p:spPr bwMode="auto">
          <a:xfrm>
            <a:off x="611188" y="3716338"/>
            <a:ext cx="799306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35000"/>
              </a:lnSpc>
              <a:buFont typeface="Wingdings" pitchFamily="2" charset="2"/>
              <a:buChar char="v"/>
            </a:pPr>
            <a:r>
              <a:rPr lang="zh-CN" altLang="en-US" b="1">
                <a:latin typeface="宋体" panose="02010600030101010101" pitchFamily="2" charset="-122"/>
                <a:ea typeface="黑体" panose="02010609060101010101" pitchFamily="49" charset="-122"/>
              </a:rPr>
              <a:t>火箭的飞行轨道控制</a:t>
            </a:r>
          </a:p>
        </p:txBody>
      </p:sp>
      <p:sp>
        <p:nvSpPr>
          <p:cNvPr id="5" name="Rectangle 4">
            <a:extLst>
              <a:ext uri="{FF2B5EF4-FFF2-40B4-BE49-F238E27FC236}">
                <a16:creationId xmlns:a16="http://schemas.microsoft.com/office/drawing/2014/main" id="{E404F7C6-14D9-8B40-9F8B-F3FCC8BF4382}"/>
              </a:ext>
            </a:extLst>
          </p:cNvPr>
          <p:cNvSpPr>
            <a:spLocks noChangeArrowheads="1"/>
          </p:cNvSpPr>
          <p:nvPr/>
        </p:nvSpPr>
        <p:spPr bwMode="auto">
          <a:xfrm>
            <a:off x="611188" y="4219575"/>
            <a:ext cx="78486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35000"/>
              </a:lnSpc>
              <a:buFont typeface="Wingdings" pitchFamily="2" charset="2"/>
              <a:buChar char="v"/>
            </a:pPr>
            <a:r>
              <a:rPr lang="zh-CN" altLang="en-US" b="1">
                <a:latin typeface="宋体" panose="02010600030101010101" pitchFamily="2" charset="-122"/>
                <a:ea typeface="黑体" panose="02010609060101010101" pitchFamily="49" charset="-122"/>
              </a:rPr>
              <a:t>捕食者与被捕食者数量的动态变化分析</a:t>
            </a:r>
            <a:endParaRPr lang="en-US" altLang="zh-CN" b="1">
              <a:latin typeface="宋体" panose="02010600030101010101" pitchFamily="2" charset="-122"/>
              <a:ea typeface="黑体" panose="02010609060101010101" pitchFamily="49" charset="-122"/>
            </a:endParaRPr>
          </a:p>
        </p:txBody>
      </p:sp>
      <p:sp>
        <p:nvSpPr>
          <p:cNvPr id="6" name="Rectangle 5">
            <a:extLst>
              <a:ext uri="{FF2B5EF4-FFF2-40B4-BE49-F238E27FC236}">
                <a16:creationId xmlns:a16="http://schemas.microsoft.com/office/drawing/2014/main" id="{34755631-82B4-B642-B053-B66B4FF8DCCD}"/>
              </a:ext>
            </a:extLst>
          </p:cNvPr>
          <p:cNvSpPr>
            <a:spLocks noChangeArrowheads="1"/>
          </p:cNvSpPr>
          <p:nvPr/>
        </p:nvSpPr>
        <p:spPr bwMode="auto">
          <a:xfrm>
            <a:off x="611188" y="4868863"/>
            <a:ext cx="7848600"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35000"/>
              </a:lnSpc>
              <a:buFont typeface="Wingdings" pitchFamily="2" charset="2"/>
              <a:buChar char="v"/>
            </a:pPr>
            <a:r>
              <a:rPr lang="zh-CN" altLang="en-US" b="1">
                <a:latin typeface="宋体" panose="02010600030101010101" pitchFamily="2" charset="-122"/>
                <a:ea typeface="黑体" panose="02010609060101010101" pitchFamily="49" charset="-122"/>
              </a:rPr>
              <a:t>根据生物活体内含有少量固定比的放射性元素</a:t>
            </a:r>
            <a:r>
              <a:rPr lang="en-US" altLang="zh-CN" b="1">
                <a:latin typeface="宋体" panose="02010600030101010101" pitchFamily="2" charset="-122"/>
                <a:ea typeface="黑体" panose="02010609060101010101" pitchFamily="49" charset="-122"/>
              </a:rPr>
              <a:t>C14</a:t>
            </a:r>
            <a:r>
              <a:rPr lang="zh-CN" altLang="en-US" b="1">
                <a:latin typeface="宋体" panose="02010600030101010101" pitchFamily="2" charset="-122"/>
                <a:ea typeface="黑体" panose="02010609060101010101" pitchFamily="49" charset="-122"/>
              </a:rPr>
              <a:t>的衰减模型，推断马王堆一号墓主人辛追的死亡时间</a:t>
            </a:r>
            <a:endParaRPr lang="en-US" altLang="zh-CN" b="1">
              <a:latin typeface="宋体" panose="02010600030101010101" pitchFamily="2" charset="-122"/>
              <a:ea typeface="黑体" panose="02010609060101010101" pitchFamily="49" charset="-122"/>
            </a:endParaRPr>
          </a:p>
        </p:txBody>
      </p:sp>
    </p:spTree>
    <p:extLst>
      <p:ext uri="{BB962C8B-B14F-4D97-AF65-F5344CB8AC3E}">
        <p14:creationId xmlns:p14="http://schemas.microsoft.com/office/powerpoint/2010/main" val="3137618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34499"/>
                                        </p:tgtEl>
                                        <p:attrNameLst>
                                          <p:attrName>style.visibility</p:attrName>
                                        </p:attrNameLst>
                                      </p:cBhvr>
                                      <p:to>
                                        <p:strVal val="visible"/>
                                      </p:to>
                                    </p:set>
                                    <p:animEffect transition="in" filter="circle(in)">
                                      <p:cBhvr>
                                        <p:cTn id="7" dur="2000"/>
                                        <p:tgtEl>
                                          <p:spTgt spid="234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ircle(in)">
                                      <p:cBhvr>
                                        <p:cTn id="22" dur="20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ircle(in)">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p:bldP spid="3" grpId="0"/>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Text Box 3">
            <a:extLst>
              <a:ext uri="{FF2B5EF4-FFF2-40B4-BE49-F238E27FC236}">
                <a16:creationId xmlns:a16="http://schemas.microsoft.com/office/drawing/2014/main" id="{3895B250-0723-2C42-9FB9-86705D6C0231}"/>
              </a:ext>
            </a:extLst>
          </p:cNvPr>
          <p:cNvSpPr txBox="1">
            <a:spLocks noChangeArrowheads="1"/>
          </p:cNvSpPr>
          <p:nvPr/>
        </p:nvSpPr>
        <p:spPr bwMode="auto">
          <a:xfrm>
            <a:off x="742950" y="1268413"/>
            <a:ext cx="8077200" cy="1230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5000"/>
              </a:lnSpc>
              <a:buFont typeface="Wingdings" charset="0"/>
              <a:buChar char="q"/>
              <a:defRPr/>
            </a:pPr>
            <a:r>
              <a:rPr lang="zh-CN" altLang="en-US" b="1">
                <a:solidFill>
                  <a:srgbClr val="000000"/>
                </a:solidFill>
                <a:latin typeface="宋体" charset="0"/>
                <a:ea typeface="黑体" charset="0"/>
                <a:cs typeface="黑体" charset="0"/>
              </a:rPr>
              <a:t>解析解法</a:t>
            </a:r>
            <a:endParaRPr lang="en-US" altLang="zh-CN" b="1">
              <a:solidFill>
                <a:srgbClr val="000000"/>
              </a:solidFill>
              <a:latin typeface="宋体" charset="0"/>
              <a:ea typeface="黑体" charset="0"/>
              <a:cs typeface="黑体" charset="0"/>
            </a:endParaRPr>
          </a:p>
          <a:p>
            <a:pPr eaLnBrk="1" hangingPunct="1">
              <a:lnSpc>
                <a:spcPct val="135000"/>
              </a:lnSpc>
              <a:defRPr/>
            </a:pPr>
            <a:r>
              <a:rPr lang="en-US" altLang="zh-CN" b="1">
                <a:solidFill>
                  <a:srgbClr val="000000"/>
                </a:solidFill>
                <a:latin typeface="宋体" charset="0"/>
                <a:ea typeface="黑体" charset="0"/>
                <a:cs typeface="黑体" charset="0"/>
              </a:rPr>
              <a:t>  </a:t>
            </a:r>
            <a:r>
              <a:rPr lang="zh-CN" altLang="en-US">
                <a:solidFill>
                  <a:srgbClr val="000000"/>
                </a:solidFill>
                <a:latin typeface="宋体" charset="0"/>
                <a:ea typeface="黑体" charset="0"/>
                <a:cs typeface="黑体" charset="0"/>
              </a:rPr>
              <a:t>分离变量法，直接积分法，降阶法等</a:t>
            </a:r>
            <a:endParaRPr lang="en-US" altLang="zh-CN">
              <a:solidFill>
                <a:srgbClr val="000000"/>
              </a:solidFill>
              <a:latin typeface="宋体" charset="0"/>
              <a:ea typeface="黑体" charset="0"/>
              <a:cs typeface="黑体" charset="0"/>
            </a:endParaRPr>
          </a:p>
        </p:txBody>
      </p:sp>
      <p:sp>
        <p:nvSpPr>
          <p:cNvPr id="234501" name="Rectangle 5">
            <a:extLst>
              <a:ext uri="{FF2B5EF4-FFF2-40B4-BE49-F238E27FC236}">
                <a16:creationId xmlns:a16="http://schemas.microsoft.com/office/drawing/2014/main" id="{BBBD64D2-3B96-6E4D-8203-4ADDC4C72C4B}"/>
              </a:ext>
            </a:extLst>
          </p:cNvPr>
          <p:cNvSpPr>
            <a:spLocks noChangeArrowheads="1"/>
          </p:cNvSpPr>
          <p:nvPr/>
        </p:nvSpPr>
        <p:spPr bwMode="auto">
          <a:xfrm>
            <a:off x="4148138" y="29733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8435" name="Rectangle 1">
            <a:extLst>
              <a:ext uri="{FF2B5EF4-FFF2-40B4-BE49-F238E27FC236}">
                <a16:creationId xmlns:a16="http://schemas.microsoft.com/office/drawing/2014/main" id="{BCF08E90-AA87-3B4F-817C-8F76D6F1EA98}"/>
              </a:ext>
            </a:extLst>
          </p:cNvPr>
          <p:cNvSpPr>
            <a:spLocks noChangeArrowheads="1"/>
          </p:cNvSpPr>
          <p:nvPr/>
        </p:nvSpPr>
        <p:spPr bwMode="auto">
          <a:xfrm>
            <a:off x="179388" y="476250"/>
            <a:ext cx="35067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sz="3200" b="1">
                <a:solidFill>
                  <a:schemeClr val="accent2"/>
                </a:solidFill>
              </a:rPr>
              <a:t>微分方程的解法</a:t>
            </a:r>
            <a:endParaRPr lang="en-US" altLang="en-CN" sz="3200" b="1">
              <a:solidFill>
                <a:schemeClr val="accent2"/>
              </a:solidFill>
            </a:endParaRPr>
          </a:p>
        </p:txBody>
      </p:sp>
      <p:sp>
        <p:nvSpPr>
          <p:cNvPr id="6" name="Rectangle 4">
            <a:extLst>
              <a:ext uri="{FF2B5EF4-FFF2-40B4-BE49-F238E27FC236}">
                <a16:creationId xmlns:a16="http://schemas.microsoft.com/office/drawing/2014/main" id="{1F9A3022-6A56-4644-9C3B-39DD54D677F9}"/>
              </a:ext>
            </a:extLst>
          </p:cNvPr>
          <p:cNvSpPr>
            <a:spLocks noChangeArrowheads="1"/>
          </p:cNvSpPr>
          <p:nvPr/>
        </p:nvSpPr>
        <p:spPr bwMode="auto">
          <a:xfrm>
            <a:off x="3741738" y="4592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8" name="Rectangle 7">
            <a:extLst>
              <a:ext uri="{FF2B5EF4-FFF2-40B4-BE49-F238E27FC236}">
                <a16:creationId xmlns:a16="http://schemas.microsoft.com/office/drawing/2014/main" id="{32EA7B8F-B732-C544-ADD0-345D2547D27A}"/>
              </a:ext>
            </a:extLst>
          </p:cNvPr>
          <p:cNvSpPr>
            <a:spLocks noChangeArrowheads="1"/>
          </p:cNvSpPr>
          <p:nvPr/>
        </p:nvSpPr>
        <p:spPr bwMode="auto">
          <a:xfrm>
            <a:off x="3813175" y="44783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1" name="Rectangle 11">
            <a:extLst>
              <a:ext uri="{FF2B5EF4-FFF2-40B4-BE49-F238E27FC236}">
                <a16:creationId xmlns:a16="http://schemas.microsoft.com/office/drawing/2014/main" id="{BB732110-9932-D34E-B404-7E6124161D95}"/>
              </a:ext>
            </a:extLst>
          </p:cNvPr>
          <p:cNvSpPr>
            <a:spLocks noChangeArrowheads="1"/>
          </p:cNvSpPr>
          <p:nvPr/>
        </p:nvSpPr>
        <p:spPr bwMode="auto">
          <a:xfrm>
            <a:off x="3927475" y="45926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3" name="Rectangle 13">
            <a:extLst>
              <a:ext uri="{FF2B5EF4-FFF2-40B4-BE49-F238E27FC236}">
                <a16:creationId xmlns:a16="http://schemas.microsoft.com/office/drawing/2014/main" id="{B9983282-FEFB-B649-A181-0582C909C0AA}"/>
              </a:ext>
            </a:extLst>
          </p:cNvPr>
          <p:cNvSpPr>
            <a:spLocks noChangeArrowheads="1"/>
          </p:cNvSpPr>
          <p:nvPr/>
        </p:nvSpPr>
        <p:spPr bwMode="auto">
          <a:xfrm>
            <a:off x="4046538" y="4606925"/>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19" name="Text Box 3">
            <a:extLst>
              <a:ext uri="{FF2B5EF4-FFF2-40B4-BE49-F238E27FC236}">
                <a16:creationId xmlns:a16="http://schemas.microsoft.com/office/drawing/2014/main" id="{2087863C-2ADA-594C-ABD0-C23B46B99D2C}"/>
              </a:ext>
            </a:extLst>
          </p:cNvPr>
          <p:cNvSpPr txBox="1">
            <a:spLocks noChangeArrowheads="1"/>
          </p:cNvSpPr>
          <p:nvPr/>
        </p:nvSpPr>
        <p:spPr bwMode="auto">
          <a:xfrm>
            <a:off x="827088" y="2636838"/>
            <a:ext cx="8066087" cy="35575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135000"/>
              </a:lnSpc>
              <a:buFont typeface="Wingdings" pitchFamily="2" charset="2"/>
              <a:buChar char="q"/>
            </a:pPr>
            <a:r>
              <a:rPr lang="zh-CN" altLang="en-US" b="1">
                <a:solidFill>
                  <a:srgbClr val="FF0000"/>
                </a:solidFill>
                <a:latin typeface="宋体" panose="02010600030101010101" pitchFamily="2" charset="-122"/>
                <a:ea typeface="黑体" panose="02010609060101010101" pitchFamily="49" charset="-122"/>
              </a:rPr>
              <a:t>数值解法</a:t>
            </a:r>
            <a:endParaRPr lang="en-US" altLang="zh-CN" b="1">
              <a:solidFill>
                <a:srgbClr val="FF0000"/>
              </a:solidFill>
              <a:latin typeface="宋体" panose="02010600030101010101" pitchFamily="2" charset="-122"/>
              <a:ea typeface="黑体" panose="02010609060101010101" pitchFamily="49" charset="-122"/>
            </a:endParaRPr>
          </a:p>
          <a:p>
            <a:pPr eaLnBrk="1" hangingPunct="1">
              <a:lnSpc>
                <a:spcPct val="135000"/>
              </a:lnSpc>
            </a:pPr>
            <a:r>
              <a:rPr lang="en-US" altLang="zh-CN">
                <a:latin typeface="楷体_GB2312" charset="0"/>
              </a:rPr>
              <a:t>     </a:t>
            </a:r>
            <a:r>
              <a:rPr lang="zh-CN" altLang="en-US">
                <a:latin typeface="楷体_GB2312" charset="0"/>
              </a:rPr>
              <a:t>通过某种离散化方法，将连续变量的初值问题转化为关于离散量的差分方程的初值问题来求一系列</a:t>
            </a:r>
            <a:r>
              <a:rPr lang="zh-CN" altLang="en-US">
                <a:solidFill>
                  <a:srgbClr val="FF0000"/>
                </a:solidFill>
                <a:latin typeface="楷体_GB2312" charset="0"/>
              </a:rPr>
              <a:t>离散点</a:t>
            </a:r>
            <a:r>
              <a:rPr lang="zh-CN" altLang="en-US">
                <a:latin typeface="楷体_GB2312" charset="0"/>
              </a:rPr>
              <a:t>上的解值</a:t>
            </a:r>
            <a:r>
              <a:rPr lang="en-US" altLang="zh-CN" i="1">
                <a:solidFill>
                  <a:srgbClr val="FF0000"/>
                </a:solidFill>
              </a:rPr>
              <a:t>y</a:t>
            </a:r>
            <a:r>
              <a:rPr lang="en-US" altLang="zh-CN">
                <a:solidFill>
                  <a:srgbClr val="FF0000"/>
                </a:solidFill>
              </a:rPr>
              <a:t>(</a:t>
            </a:r>
            <a:r>
              <a:rPr lang="en-US" altLang="zh-CN" i="1">
                <a:solidFill>
                  <a:srgbClr val="FF0000"/>
                </a:solidFill>
              </a:rPr>
              <a:t>x</a:t>
            </a:r>
            <a:r>
              <a:rPr lang="en-US" altLang="zh-CN" i="1" baseline="-25000">
                <a:solidFill>
                  <a:srgbClr val="FF0000"/>
                </a:solidFill>
              </a:rPr>
              <a:t>i</a:t>
            </a:r>
            <a:r>
              <a:rPr lang="en-US" altLang="zh-CN">
                <a:solidFill>
                  <a:srgbClr val="FF0000"/>
                </a:solidFill>
              </a:rPr>
              <a:t>)</a:t>
            </a:r>
            <a:r>
              <a:rPr lang="en-US" altLang="zh-CN" i="1" baseline="-25000">
                <a:solidFill>
                  <a:srgbClr val="FF0000"/>
                </a:solidFill>
              </a:rPr>
              <a:t> </a:t>
            </a:r>
            <a:r>
              <a:rPr lang="zh-CN" altLang="en-US">
                <a:latin typeface="楷体_GB2312" charset="0"/>
              </a:rPr>
              <a:t>的近似值</a:t>
            </a:r>
            <a:r>
              <a:rPr lang="en-US" altLang="zh-CN" i="1"/>
              <a:t>y</a:t>
            </a:r>
            <a:r>
              <a:rPr lang="en-US" altLang="zh-CN" i="1" baseline="-25000"/>
              <a:t>i</a:t>
            </a:r>
            <a:r>
              <a:rPr lang="en-US" altLang="zh-CN">
                <a:latin typeface="楷体_GB2312" charset="0"/>
              </a:rPr>
              <a:t>.</a:t>
            </a:r>
            <a:endParaRPr lang="en-US" altLang="zh-CN" b="1">
              <a:solidFill>
                <a:srgbClr val="000000"/>
              </a:solidFill>
              <a:latin typeface="宋体" panose="02010600030101010101" pitchFamily="2" charset="-122"/>
              <a:ea typeface="黑体" panose="02010609060101010101" pitchFamily="49" charset="-122"/>
            </a:endParaRPr>
          </a:p>
          <a:p>
            <a:pPr eaLnBrk="1" hangingPunct="1">
              <a:lnSpc>
                <a:spcPct val="135000"/>
              </a:lnSpc>
            </a:pPr>
            <a:endParaRPr lang="en-US" altLang="zh-CN" b="1">
              <a:solidFill>
                <a:srgbClr val="000000"/>
              </a:solidFill>
              <a:latin typeface="宋体" panose="02010600030101010101" pitchFamily="2" charset="-122"/>
              <a:ea typeface="黑体" panose="02010609060101010101" pitchFamily="49" charset="-122"/>
            </a:endParaRPr>
          </a:p>
          <a:p>
            <a:pPr eaLnBrk="1" hangingPunct="1">
              <a:lnSpc>
                <a:spcPct val="135000"/>
              </a:lnSpc>
            </a:pPr>
            <a:endParaRPr lang="en-US" altLang="zh-CN" b="1">
              <a:solidFill>
                <a:srgbClr val="000000"/>
              </a:solidFill>
              <a:latin typeface="宋体" panose="02010600030101010101" pitchFamily="2" charset="-122"/>
              <a:ea typeface="黑体" panose="02010609060101010101" pitchFamily="49" charset="-122"/>
            </a:endParaRPr>
          </a:p>
        </p:txBody>
      </p:sp>
      <p:sp>
        <p:nvSpPr>
          <p:cNvPr id="18" name="Text Box 3">
            <a:extLst>
              <a:ext uri="{FF2B5EF4-FFF2-40B4-BE49-F238E27FC236}">
                <a16:creationId xmlns:a16="http://schemas.microsoft.com/office/drawing/2014/main" id="{6A52C8D7-FB33-8D46-91DF-D3ECB9D5E0C3}"/>
              </a:ext>
            </a:extLst>
          </p:cNvPr>
          <p:cNvSpPr txBox="1">
            <a:spLocks noChangeArrowheads="1"/>
          </p:cNvSpPr>
          <p:nvPr/>
        </p:nvSpPr>
        <p:spPr bwMode="auto">
          <a:xfrm>
            <a:off x="755650" y="5294313"/>
            <a:ext cx="8316913" cy="1230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marL="0" indent="0" eaLnBrk="1" hangingPunct="1">
              <a:lnSpc>
                <a:spcPct val="135000"/>
              </a:lnSpc>
              <a:defRPr/>
            </a:pPr>
            <a:r>
              <a:rPr lang="en-US" altLang="zh-CN" dirty="0">
                <a:solidFill>
                  <a:srgbClr val="000000"/>
                </a:solidFill>
                <a:latin typeface="宋体" charset="0"/>
                <a:ea typeface="黑体" charset="0"/>
                <a:cs typeface="黑体" charset="0"/>
              </a:rPr>
              <a:t>   </a:t>
            </a:r>
            <a:r>
              <a:rPr lang="zh-CN" altLang="en-US" dirty="0">
                <a:solidFill>
                  <a:srgbClr val="000000"/>
                </a:solidFill>
                <a:latin typeface="宋体" charset="0"/>
                <a:ea typeface="黑体" charset="0"/>
                <a:cs typeface="黑体" charset="0"/>
              </a:rPr>
              <a:t>解析方法只能用于求一些特殊类型的微分方程，</a:t>
            </a:r>
            <a:endParaRPr lang="en-US" altLang="zh-CN" dirty="0">
              <a:solidFill>
                <a:srgbClr val="000000"/>
              </a:solidFill>
              <a:latin typeface="宋体" charset="0"/>
              <a:ea typeface="黑体" charset="0"/>
              <a:cs typeface="黑体" charset="0"/>
            </a:endParaRPr>
          </a:p>
          <a:p>
            <a:pPr eaLnBrk="1" hangingPunct="1">
              <a:lnSpc>
                <a:spcPct val="135000"/>
              </a:lnSpc>
              <a:defRPr/>
            </a:pPr>
            <a:r>
              <a:rPr lang="zh-CN" altLang="en-US" dirty="0">
                <a:solidFill>
                  <a:srgbClr val="000000"/>
                </a:solidFill>
                <a:latin typeface="宋体" charset="0"/>
                <a:ea typeface="黑体" charset="0"/>
                <a:cs typeface="黑体" charset="0"/>
              </a:rPr>
              <a:t>从实际问题中归结出来的微分方程主要靠数值解法</a:t>
            </a:r>
            <a:endParaRPr lang="en-US" altLang="zh-CN" dirty="0">
              <a:solidFill>
                <a:srgbClr val="000000"/>
              </a:solidFill>
              <a:latin typeface="宋体" charset="0"/>
              <a:ea typeface="黑体" charset="0"/>
              <a:cs typeface="黑体" charset="0"/>
            </a:endParaRPr>
          </a:p>
        </p:txBody>
      </p:sp>
    </p:spTree>
    <p:extLst>
      <p:ext uri="{BB962C8B-B14F-4D97-AF65-F5344CB8AC3E}">
        <p14:creationId xmlns:p14="http://schemas.microsoft.com/office/powerpoint/2010/main" val="3560549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4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p:bldP spid="19"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a:extLst>
              <a:ext uri="{FF2B5EF4-FFF2-40B4-BE49-F238E27FC236}">
                <a16:creationId xmlns:a16="http://schemas.microsoft.com/office/drawing/2014/main" id="{3552A47A-F800-1940-B681-CA22D5943BF4}"/>
              </a:ext>
            </a:extLst>
          </p:cNvPr>
          <p:cNvSpPr txBox="1">
            <a:spLocks noChangeArrowheads="1"/>
          </p:cNvSpPr>
          <p:nvPr/>
        </p:nvSpPr>
        <p:spPr bwMode="auto">
          <a:xfrm>
            <a:off x="381000" y="1295400"/>
            <a:ext cx="838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400" b="1">
                <a:solidFill>
                  <a:schemeClr val="accent2"/>
                </a:solidFill>
                <a:sym typeface="Wingdings" charset="0"/>
              </a:rPr>
              <a:t></a:t>
            </a:r>
            <a:r>
              <a:rPr lang="en-US" altLang="zh-CN" sz="2400" b="1">
                <a:sym typeface="Wingdings" charset="0"/>
              </a:rPr>
              <a:t> </a:t>
            </a:r>
            <a:r>
              <a:rPr lang="zh-CN" altLang="en-US" sz="2400" b="1"/>
              <a:t>考虑</a:t>
            </a:r>
            <a:r>
              <a:rPr lang="zh-CN" altLang="en-US" sz="2400" b="1">
                <a:solidFill>
                  <a:schemeClr val="accent2"/>
                </a:solidFill>
              </a:rPr>
              <a:t>一阶</a:t>
            </a:r>
            <a:r>
              <a:rPr lang="zh-CN" altLang="en-US" sz="2400" b="1"/>
              <a:t>常微分方程的</a:t>
            </a:r>
            <a:r>
              <a:rPr lang="zh-CN" altLang="en-US" sz="2400" b="1">
                <a:solidFill>
                  <a:schemeClr val="accent2"/>
                </a:solidFill>
              </a:rPr>
              <a:t>初值问题</a:t>
            </a:r>
            <a:r>
              <a:rPr lang="en-US" altLang="zh-CN" sz="2400" b="1">
                <a:solidFill>
                  <a:schemeClr val="accent2"/>
                </a:solidFill>
              </a:rPr>
              <a:t> </a:t>
            </a:r>
            <a:r>
              <a:rPr lang="en-US" altLang="zh-CN" sz="2000" b="1">
                <a:solidFill>
                  <a:srgbClr val="008000"/>
                </a:solidFill>
                <a:latin typeface="Arial" charset="0"/>
              </a:rPr>
              <a:t>/* Initial-Value Problem */</a:t>
            </a:r>
            <a:r>
              <a:rPr lang="en-US" altLang="zh-CN" sz="2400" b="1"/>
              <a:t>:</a:t>
            </a:r>
          </a:p>
        </p:txBody>
      </p:sp>
      <p:grpSp>
        <p:nvGrpSpPr>
          <p:cNvPr id="49159" name="Group 7">
            <a:extLst>
              <a:ext uri="{FF2B5EF4-FFF2-40B4-BE49-F238E27FC236}">
                <a16:creationId xmlns:a16="http://schemas.microsoft.com/office/drawing/2014/main" id="{C0413D3F-4667-AC40-BCF0-2F016589407B}"/>
              </a:ext>
            </a:extLst>
          </p:cNvPr>
          <p:cNvGrpSpPr>
            <a:grpSpLocks/>
          </p:cNvGrpSpPr>
          <p:nvPr/>
        </p:nvGrpSpPr>
        <p:grpSpPr bwMode="auto">
          <a:xfrm>
            <a:off x="2438400" y="1752600"/>
            <a:ext cx="3733800" cy="1447800"/>
            <a:chOff x="1392" y="1104"/>
            <a:chExt cx="2352" cy="912"/>
          </a:xfrm>
        </p:grpSpPr>
        <p:sp>
          <p:nvSpPr>
            <p:cNvPr id="49158" name="AutoShape 6" descr="再生纸">
              <a:extLst>
                <a:ext uri="{FF2B5EF4-FFF2-40B4-BE49-F238E27FC236}">
                  <a16:creationId xmlns:a16="http://schemas.microsoft.com/office/drawing/2014/main" id="{9DBC37F6-F8D2-1C4B-A6E6-CE52A341E0E0}"/>
                </a:ext>
              </a:extLst>
            </p:cNvPr>
            <p:cNvSpPr>
              <a:spLocks noChangeArrowheads="1"/>
            </p:cNvSpPr>
            <p:nvPr/>
          </p:nvSpPr>
          <p:spPr bwMode="auto">
            <a:xfrm>
              <a:off x="1392" y="1104"/>
              <a:ext cx="2352" cy="912"/>
            </a:xfrm>
            <a:prstGeom prst="bevel">
              <a:avLst>
                <a:gd name="adj" fmla="val 6639"/>
              </a:avLst>
            </a:prstGeom>
            <a:blipFill dpi="0" rotWithShape="0">
              <a:blip r:embed="rId5"/>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19464" name="Object 5">
              <a:extLst>
                <a:ext uri="{FF2B5EF4-FFF2-40B4-BE49-F238E27FC236}">
                  <a16:creationId xmlns:a16="http://schemas.microsoft.com/office/drawing/2014/main" id="{E70BDD9A-9D99-BA40-A065-425F08C170A2}"/>
                </a:ext>
              </a:extLst>
            </p:cNvPr>
            <p:cNvGraphicFramePr>
              <a:graphicFrameLocks noChangeAspect="1"/>
            </p:cNvGraphicFramePr>
            <p:nvPr/>
          </p:nvGraphicFramePr>
          <p:xfrm>
            <a:off x="1488" y="1200"/>
            <a:ext cx="2160" cy="718"/>
          </p:xfrm>
          <a:graphic>
            <a:graphicData uri="http://schemas.openxmlformats.org/presentationml/2006/ole">
              <mc:AlternateContent xmlns:mc="http://schemas.openxmlformats.org/markup-compatibility/2006">
                <mc:Choice xmlns:v="urn:schemas-microsoft-com:vml" Requires="v">
                  <p:oleObj name="Equation" r:id="rId6" imgW="37160200" imgH="14046200" progId="Equation.3">
                    <p:embed/>
                  </p:oleObj>
                </mc:Choice>
                <mc:Fallback>
                  <p:oleObj name="Equation" r:id="rId6" imgW="37160200" imgH="14046200" progId="Equation.3">
                    <p:embed/>
                    <p:pic>
                      <p:nvPicPr>
                        <p:cNvPr id="19464" name="Object 5">
                          <a:extLst>
                            <a:ext uri="{FF2B5EF4-FFF2-40B4-BE49-F238E27FC236}">
                              <a16:creationId xmlns:a16="http://schemas.microsoft.com/office/drawing/2014/main" id="{E70BDD9A-9D99-BA40-A065-425F08C170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8" y="1200"/>
                          <a:ext cx="2160" cy="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49169" name="Group 17">
            <a:extLst>
              <a:ext uri="{FF2B5EF4-FFF2-40B4-BE49-F238E27FC236}">
                <a16:creationId xmlns:a16="http://schemas.microsoft.com/office/drawing/2014/main" id="{568A1337-DE26-1A4B-B4ED-9FD68F3DA378}"/>
              </a:ext>
            </a:extLst>
          </p:cNvPr>
          <p:cNvGrpSpPr>
            <a:grpSpLocks/>
          </p:cNvGrpSpPr>
          <p:nvPr/>
        </p:nvGrpSpPr>
        <p:grpSpPr bwMode="auto">
          <a:xfrm>
            <a:off x="525463" y="3641725"/>
            <a:ext cx="8150225" cy="2308225"/>
            <a:chOff x="240" y="2256"/>
            <a:chExt cx="4590" cy="1454"/>
          </a:xfrm>
        </p:grpSpPr>
        <p:sp>
          <p:nvSpPr>
            <p:cNvPr id="49161" name="Text Box 9">
              <a:extLst>
                <a:ext uri="{FF2B5EF4-FFF2-40B4-BE49-F238E27FC236}">
                  <a16:creationId xmlns:a16="http://schemas.microsoft.com/office/drawing/2014/main" id="{B698337D-2DC5-C141-91C5-AAFC5E8979A9}"/>
                </a:ext>
              </a:extLst>
            </p:cNvPr>
            <p:cNvSpPr txBox="1">
              <a:spLocks noChangeArrowheads="1"/>
            </p:cNvSpPr>
            <p:nvPr/>
          </p:nvSpPr>
          <p:spPr bwMode="auto">
            <a:xfrm>
              <a:off x="240" y="2256"/>
              <a:ext cx="4590" cy="14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b="1" dirty="0"/>
                <a:t>设</a:t>
              </a:r>
              <a:r>
                <a:rPr lang="en-US" altLang="zh-CN" sz="2400" b="1" dirty="0"/>
                <a:t> </a:t>
              </a:r>
              <a:r>
                <a:rPr lang="en-US" altLang="zh-CN" sz="2400" b="1" i="1" dirty="0"/>
                <a:t>f </a:t>
              </a:r>
              <a:r>
                <a:rPr lang="en-US" altLang="zh-CN" sz="2400" b="1" dirty="0"/>
                <a:t>(</a:t>
              </a:r>
              <a:r>
                <a:rPr lang="en-US" altLang="zh-CN" sz="2400" b="1" i="1" dirty="0"/>
                <a:t>x</a:t>
              </a:r>
              <a:r>
                <a:rPr lang="en-US" altLang="zh-CN" sz="2400" b="1" dirty="0"/>
                <a:t>, </a:t>
              </a:r>
              <a:r>
                <a:rPr lang="en-US" altLang="zh-CN" sz="2400" b="1" i="1" dirty="0"/>
                <a:t>y</a:t>
              </a:r>
              <a:r>
                <a:rPr lang="en-US" altLang="zh-CN" sz="2400" b="1" dirty="0"/>
                <a:t>) </a:t>
              </a:r>
              <a:r>
                <a:rPr lang="zh-CN" altLang="en-US" sz="2400" b="1" dirty="0"/>
                <a:t>在</a:t>
              </a:r>
              <a:r>
                <a:rPr lang="en-US" altLang="zh-CN" sz="2400" b="1" dirty="0"/>
                <a:t>[</a:t>
              </a:r>
              <a:r>
                <a:rPr lang="en-US" altLang="zh-CN" sz="2400" b="1" i="1" dirty="0"/>
                <a:t>a</a:t>
              </a:r>
              <a:r>
                <a:rPr lang="en-US" altLang="zh-CN" sz="2400" b="1" dirty="0"/>
                <a:t>, </a:t>
              </a:r>
              <a:r>
                <a:rPr lang="en-US" altLang="zh-CN" sz="2400" b="1" i="1" dirty="0"/>
                <a:t>b</a:t>
              </a:r>
              <a:r>
                <a:rPr lang="en-US" altLang="zh-CN" sz="2400" b="1" dirty="0"/>
                <a:t>] </a:t>
              </a:r>
              <a:r>
                <a:rPr lang="en-US" altLang="zh-CN" sz="2400" b="1" dirty="0">
                  <a:sym typeface="Symbol" charset="0"/>
                </a:rPr>
                <a:t> </a:t>
              </a:r>
              <a:r>
                <a:rPr lang="en-US" altLang="zh-CN" sz="2400" b="1" i="1" dirty="0">
                  <a:sym typeface="Symbol" charset="0"/>
                </a:rPr>
                <a:t>R</a:t>
              </a:r>
              <a:r>
                <a:rPr lang="en-US" altLang="zh-CN" sz="2400" b="1" baseline="30000" dirty="0">
                  <a:sym typeface="Symbol" charset="0"/>
                </a:rPr>
                <a:t>1 </a:t>
              </a:r>
              <a:r>
                <a:rPr lang="zh-CN" altLang="en-US" sz="2400" b="1" dirty="0"/>
                <a:t>上连续，且关于</a:t>
              </a:r>
              <a:r>
                <a:rPr lang="en-US" altLang="zh-CN" sz="2400" b="1" dirty="0"/>
                <a:t> </a:t>
              </a:r>
              <a:r>
                <a:rPr lang="en-US" altLang="zh-CN" sz="2400" b="1" i="1" dirty="0"/>
                <a:t>y</a:t>
              </a:r>
              <a:r>
                <a:rPr lang="en-US" altLang="zh-CN" sz="2400" b="1" dirty="0"/>
                <a:t> </a:t>
              </a:r>
              <a:r>
                <a:rPr lang="zh-CN" altLang="en-US" sz="2400" b="1" dirty="0"/>
                <a:t>满足</a:t>
              </a:r>
              <a:r>
                <a:rPr lang="en-US" altLang="zh-CN" sz="2400" b="1" dirty="0"/>
                <a:t> </a:t>
              </a:r>
              <a:r>
                <a:rPr lang="en-US" altLang="zh-CN" sz="2400" b="1" i="1" dirty="0" err="1">
                  <a:solidFill>
                    <a:schemeClr val="accent2"/>
                  </a:solidFill>
                </a:rPr>
                <a:t>Lipschitz</a:t>
              </a:r>
              <a:r>
                <a:rPr lang="en-US" altLang="zh-CN" sz="2400" b="1" dirty="0"/>
                <a:t> </a:t>
              </a:r>
              <a:r>
                <a:rPr lang="zh-CN" altLang="en-US" sz="2400" b="1" dirty="0">
                  <a:solidFill>
                    <a:schemeClr val="accent2"/>
                  </a:solidFill>
                </a:rPr>
                <a:t>条件</a:t>
              </a:r>
              <a:r>
                <a:rPr lang="zh-CN" altLang="en-US" sz="2400" b="1" dirty="0"/>
                <a:t>，即存在与</a:t>
              </a:r>
              <a:r>
                <a:rPr lang="en-US" altLang="zh-CN" sz="2400" b="1" dirty="0"/>
                <a:t> </a:t>
              </a:r>
              <a:r>
                <a:rPr lang="en-US" altLang="zh-CN" sz="2400" b="1" i="1" dirty="0"/>
                <a:t>x</a:t>
              </a:r>
              <a:r>
                <a:rPr lang="en-US" altLang="zh-CN" sz="2400" b="1" dirty="0"/>
                <a:t>, </a:t>
              </a:r>
              <a:r>
                <a:rPr lang="en-US" altLang="zh-CN" sz="2400" b="1" i="1" dirty="0"/>
                <a:t>y </a:t>
              </a:r>
              <a:r>
                <a:rPr lang="zh-CN" altLang="en-US" sz="2400" b="1" dirty="0"/>
                <a:t>无关的常数</a:t>
              </a:r>
              <a:r>
                <a:rPr lang="en-US" altLang="zh-CN" sz="2400" b="1" dirty="0"/>
                <a:t> </a:t>
              </a:r>
              <a:r>
                <a:rPr lang="en-US" altLang="zh-CN" sz="2400" b="1" i="1" dirty="0"/>
                <a:t>L</a:t>
              </a:r>
              <a:r>
                <a:rPr lang="en-US" altLang="zh-CN" sz="2400" b="1" dirty="0"/>
                <a:t> </a:t>
              </a:r>
              <a:r>
                <a:rPr lang="zh-CN" altLang="en-US" sz="2400" b="1" dirty="0"/>
                <a:t>使</a:t>
              </a:r>
              <a:endParaRPr lang="en-US" altLang="zh-CN" sz="2400" b="1" dirty="0"/>
            </a:p>
            <a:p>
              <a:pPr eaLnBrk="1" hangingPunct="1">
                <a:defRPr/>
              </a:pPr>
              <a:endParaRPr lang="en-US" altLang="zh-CN" sz="2400" b="1" dirty="0"/>
            </a:p>
            <a:p>
              <a:pPr eaLnBrk="1" hangingPunct="1">
                <a:defRPr/>
              </a:pPr>
              <a:endParaRPr lang="en-US" altLang="zh-CN" sz="2400" b="1" dirty="0"/>
            </a:p>
            <a:p>
              <a:pPr eaLnBrk="1" hangingPunct="1">
                <a:defRPr/>
              </a:pPr>
              <a:r>
                <a:rPr lang="zh-CN" altLang="en-US" sz="2400" b="1" dirty="0"/>
                <a:t>对任意定义在</a:t>
              </a:r>
              <a:r>
                <a:rPr lang="en-US" altLang="zh-CN" sz="2400" b="1" dirty="0"/>
                <a:t> [</a:t>
              </a:r>
              <a:r>
                <a:rPr lang="en-US" altLang="zh-CN" sz="2400" b="1" i="1" dirty="0"/>
                <a:t>a</a:t>
              </a:r>
              <a:r>
                <a:rPr lang="en-US" altLang="zh-CN" sz="2400" b="1" dirty="0"/>
                <a:t>, </a:t>
              </a:r>
              <a:r>
                <a:rPr lang="en-US" altLang="zh-CN" sz="2400" b="1" i="1" dirty="0"/>
                <a:t>b</a:t>
              </a:r>
              <a:r>
                <a:rPr lang="en-US" altLang="zh-CN" sz="2400" b="1" dirty="0"/>
                <a:t>] </a:t>
              </a:r>
              <a:r>
                <a:rPr lang="zh-CN" altLang="en-US" sz="2400" b="1" dirty="0"/>
                <a:t>上的</a:t>
              </a:r>
              <a:r>
                <a:rPr lang="en-US" altLang="zh-CN" sz="2400" b="1" dirty="0"/>
                <a:t> </a:t>
              </a:r>
              <a:r>
                <a:rPr lang="en-US" altLang="zh-CN" sz="2400" b="1" i="1" dirty="0"/>
                <a:t>y</a:t>
              </a:r>
              <a:r>
                <a:rPr lang="en-US" altLang="zh-CN" sz="2400" b="1" baseline="-25000" dirty="0"/>
                <a:t>1</a:t>
              </a:r>
              <a:r>
                <a:rPr lang="en-US" altLang="zh-CN" sz="2400" b="1" dirty="0"/>
                <a:t>(</a:t>
              </a:r>
              <a:r>
                <a:rPr lang="en-US" altLang="zh-CN" sz="2400" b="1" i="1" dirty="0"/>
                <a:t>x</a:t>
              </a:r>
              <a:r>
                <a:rPr lang="en-US" altLang="zh-CN" sz="2400" b="1" dirty="0"/>
                <a:t>) </a:t>
              </a:r>
              <a:r>
                <a:rPr lang="zh-CN" altLang="en-US" sz="2400" b="1" dirty="0"/>
                <a:t>和</a:t>
              </a:r>
              <a:r>
                <a:rPr lang="en-US" altLang="zh-CN" sz="2400" b="1" dirty="0"/>
                <a:t> </a:t>
              </a:r>
              <a:r>
                <a:rPr lang="en-US" altLang="zh-CN" sz="2400" b="1" i="1" dirty="0"/>
                <a:t>y</a:t>
              </a:r>
              <a:r>
                <a:rPr lang="en-US" altLang="zh-CN" sz="2400" b="1" baseline="-25000" dirty="0"/>
                <a:t>2</a:t>
              </a:r>
              <a:r>
                <a:rPr lang="en-US" altLang="zh-CN" sz="2400" b="1" dirty="0"/>
                <a:t>(</a:t>
              </a:r>
              <a:r>
                <a:rPr lang="en-US" altLang="zh-CN" sz="2400" b="1" i="1" dirty="0"/>
                <a:t>x</a:t>
              </a:r>
              <a:r>
                <a:rPr lang="en-US" altLang="zh-CN" sz="2400" b="1" dirty="0"/>
                <a:t>) </a:t>
              </a:r>
              <a:r>
                <a:rPr lang="zh-CN" altLang="en-US" sz="2400" b="1" dirty="0"/>
                <a:t>都成立，</a:t>
              </a:r>
              <a:endParaRPr lang="en-US" altLang="zh-CN" sz="2400" b="1" dirty="0"/>
            </a:p>
            <a:p>
              <a:pPr eaLnBrk="1" hangingPunct="1">
                <a:defRPr/>
              </a:pPr>
              <a:r>
                <a:rPr lang="zh-CN" altLang="en-US" sz="2400" b="1" dirty="0"/>
                <a:t>则上述</a:t>
              </a:r>
              <a:r>
                <a:rPr lang="en-US" altLang="zh-CN" sz="2400" b="1" dirty="0"/>
                <a:t>IVP</a:t>
              </a:r>
              <a:r>
                <a:rPr lang="zh-CN" altLang="en-US" sz="2400" b="1" dirty="0">
                  <a:solidFill>
                    <a:schemeClr val="accent2"/>
                  </a:solidFill>
                </a:rPr>
                <a:t>存在唯一解</a:t>
              </a:r>
              <a:endParaRPr lang="en-US" altLang="zh-CN" sz="2400" b="1" dirty="0"/>
            </a:p>
          </p:txBody>
        </p:sp>
        <p:graphicFrame>
          <p:nvGraphicFramePr>
            <p:cNvPr id="19462" name="Object 13">
              <a:extLst>
                <a:ext uri="{FF2B5EF4-FFF2-40B4-BE49-F238E27FC236}">
                  <a16:creationId xmlns:a16="http://schemas.microsoft.com/office/drawing/2014/main" id="{6B16A9F2-D952-D646-9B47-3DBCC7E9B99E}"/>
                </a:ext>
              </a:extLst>
            </p:cNvPr>
            <p:cNvGraphicFramePr>
              <a:graphicFrameLocks noChangeAspect="1"/>
            </p:cNvGraphicFramePr>
            <p:nvPr/>
          </p:nvGraphicFramePr>
          <p:xfrm>
            <a:off x="1546" y="2854"/>
            <a:ext cx="2065" cy="255"/>
          </p:xfrm>
          <a:graphic>
            <a:graphicData uri="http://schemas.openxmlformats.org/presentationml/2006/ole">
              <mc:AlternateContent xmlns:mc="http://schemas.openxmlformats.org/markup-compatibility/2006">
                <mc:Choice xmlns:v="urn:schemas-microsoft-com:vml" Requires="v">
                  <p:oleObj name="Equation" r:id="rId8" imgW="49733200" imgH="4978400" progId="Equation.3">
                    <p:embed/>
                  </p:oleObj>
                </mc:Choice>
                <mc:Fallback>
                  <p:oleObj name="Equation" r:id="rId8" imgW="49733200" imgH="4978400" progId="Equation.3">
                    <p:embed/>
                    <p:pic>
                      <p:nvPicPr>
                        <p:cNvPr id="19462" name="Object 13">
                          <a:extLst>
                            <a:ext uri="{FF2B5EF4-FFF2-40B4-BE49-F238E27FC236}">
                              <a16:creationId xmlns:a16="http://schemas.microsoft.com/office/drawing/2014/main" id="{6B16A9F2-D952-D646-9B47-3DBCC7E9B99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6" y="2854"/>
                          <a:ext cx="2065"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19460" name="Rectangle 17">
            <a:extLst>
              <a:ext uri="{FF2B5EF4-FFF2-40B4-BE49-F238E27FC236}">
                <a16:creationId xmlns:a16="http://schemas.microsoft.com/office/drawing/2014/main" id="{9D730D48-0E06-8846-83BC-3D9B7B3C9D5C}"/>
              </a:ext>
            </a:extLst>
          </p:cNvPr>
          <p:cNvSpPr>
            <a:spLocks noChangeArrowheads="1"/>
          </p:cNvSpPr>
          <p:nvPr/>
        </p:nvSpPr>
        <p:spPr bwMode="auto">
          <a:xfrm>
            <a:off x="250825" y="549275"/>
            <a:ext cx="4802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sz="3200" b="1">
                <a:solidFill>
                  <a:schemeClr val="accent2"/>
                </a:solidFill>
              </a:rPr>
              <a:t>常微分方程的数值解法</a:t>
            </a:r>
            <a:endParaRPr lang="en-US" altLang="en-CN" sz="3200" b="1">
              <a:solidFill>
                <a:schemeClr val="accent2"/>
              </a:solidFill>
            </a:endParaRPr>
          </a:p>
        </p:txBody>
      </p:sp>
    </p:spTree>
    <p:extLst>
      <p:ext uri="{BB962C8B-B14F-4D97-AF65-F5344CB8AC3E}">
        <p14:creationId xmlns:p14="http://schemas.microsoft.com/office/powerpoint/2010/main" val="2569867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wipe(left)">
                                      <p:cBhvr>
                                        <p:cTn id="7" dur="500"/>
                                        <p:tgtEl>
                                          <p:spTgt spid="49156"/>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9159"/>
                                        </p:tgtEl>
                                        <p:attrNameLst>
                                          <p:attrName>style.visibility</p:attrName>
                                        </p:attrNameLst>
                                      </p:cBhvr>
                                      <p:to>
                                        <p:strVal val="visible"/>
                                      </p:to>
                                    </p:set>
                                    <p:animEffect transition="in" filter="box(in)">
                                      <p:cBhvr>
                                        <p:cTn id="12" dur="500"/>
                                        <p:tgtEl>
                                          <p:spTgt spid="49159"/>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49169"/>
                                        </p:tgtEl>
                                        <p:attrNameLst>
                                          <p:attrName>style.visibility</p:attrName>
                                        </p:attrNameLst>
                                      </p:cBhvr>
                                      <p:to>
                                        <p:strVal val="visible"/>
                                      </p:to>
                                    </p:set>
                                    <p:animEffect transition="in" filter="strips(downRight)">
                                      <p:cBhvr>
                                        <p:cTn id="17" dur="500"/>
                                        <p:tgtEl>
                                          <p:spTgt spid="49169"/>
                                        </p:tgtEl>
                                      </p:cBhvr>
                                    </p:animEffect>
                                  </p:childTnLst>
                                  <p:subTnLst>
                                    <p:audio>
                                      <p:cMediaNode>
                                        <p:cTn display="0" masterRel="sameClick">
                                          <p:stCondLst>
                                            <p:cond evt="begin" delay="0">
                                              <p:tn val="15"/>
                                            </p:cond>
                                          </p:stCondLst>
                                          <p:endCondLst>
                                            <p:cond evt="onStopAudio" delay="0">
                                              <p:tgtEl>
                                                <p:sldTgt/>
                                              </p:tgtEl>
                                            </p:cond>
                                          </p:endCondLst>
                                        </p:cTn>
                                        <p:tgtEl>
                                          <p:sndTgt r:embed="rId4"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a:extLst>
              <a:ext uri="{FF2B5EF4-FFF2-40B4-BE49-F238E27FC236}">
                <a16:creationId xmlns:a16="http://schemas.microsoft.com/office/drawing/2014/main" id="{81451F39-287F-CA47-A98D-768A194E257B}"/>
              </a:ext>
            </a:extLst>
          </p:cNvPr>
          <p:cNvSpPr txBox="1">
            <a:spLocks noChangeArrowheads="1"/>
          </p:cNvSpPr>
          <p:nvPr/>
        </p:nvSpPr>
        <p:spPr bwMode="auto">
          <a:xfrm>
            <a:off x="381000" y="1295400"/>
            <a:ext cx="838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400" b="1">
                <a:solidFill>
                  <a:schemeClr val="accent2"/>
                </a:solidFill>
                <a:sym typeface="Wingdings" charset="0"/>
              </a:rPr>
              <a:t></a:t>
            </a:r>
            <a:r>
              <a:rPr lang="en-US" altLang="zh-CN" sz="2400" b="1">
                <a:sym typeface="Wingdings" charset="0"/>
              </a:rPr>
              <a:t> </a:t>
            </a:r>
            <a:r>
              <a:rPr lang="zh-CN" altLang="en-US" sz="2400" b="1"/>
              <a:t>考虑</a:t>
            </a:r>
            <a:r>
              <a:rPr lang="zh-CN" altLang="en-US" sz="2400" b="1">
                <a:solidFill>
                  <a:schemeClr val="accent2"/>
                </a:solidFill>
              </a:rPr>
              <a:t>一阶</a:t>
            </a:r>
            <a:r>
              <a:rPr lang="zh-CN" altLang="en-US" sz="2400" b="1"/>
              <a:t>常微分方程的</a:t>
            </a:r>
            <a:r>
              <a:rPr lang="zh-CN" altLang="en-US" sz="2400" b="1">
                <a:solidFill>
                  <a:schemeClr val="accent2"/>
                </a:solidFill>
              </a:rPr>
              <a:t>初值问题</a:t>
            </a:r>
            <a:r>
              <a:rPr lang="en-US" altLang="zh-CN" sz="2400" b="1">
                <a:solidFill>
                  <a:schemeClr val="accent2"/>
                </a:solidFill>
              </a:rPr>
              <a:t> </a:t>
            </a:r>
            <a:r>
              <a:rPr lang="en-US" altLang="zh-CN" sz="2000" b="1">
                <a:solidFill>
                  <a:srgbClr val="008000"/>
                </a:solidFill>
                <a:latin typeface="Arial" charset="0"/>
              </a:rPr>
              <a:t>/* Initial-Value Problem */</a:t>
            </a:r>
            <a:r>
              <a:rPr lang="en-US" altLang="zh-CN" sz="2400" b="1"/>
              <a:t>:</a:t>
            </a:r>
          </a:p>
        </p:txBody>
      </p:sp>
      <p:grpSp>
        <p:nvGrpSpPr>
          <p:cNvPr id="49159" name="Group 7">
            <a:extLst>
              <a:ext uri="{FF2B5EF4-FFF2-40B4-BE49-F238E27FC236}">
                <a16:creationId xmlns:a16="http://schemas.microsoft.com/office/drawing/2014/main" id="{BE19C77E-1492-244D-92B6-00FB645C8374}"/>
              </a:ext>
            </a:extLst>
          </p:cNvPr>
          <p:cNvGrpSpPr>
            <a:grpSpLocks/>
          </p:cNvGrpSpPr>
          <p:nvPr/>
        </p:nvGrpSpPr>
        <p:grpSpPr bwMode="auto">
          <a:xfrm>
            <a:off x="2438400" y="1752600"/>
            <a:ext cx="3733800" cy="1447800"/>
            <a:chOff x="1392" y="1104"/>
            <a:chExt cx="2352" cy="912"/>
          </a:xfrm>
        </p:grpSpPr>
        <p:sp>
          <p:nvSpPr>
            <p:cNvPr id="20491" name="AutoShape 6" descr="再生纸">
              <a:extLst>
                <a:ext uri="{FF2B5EF4-FFF2-40B4-BE49-F238E27FC236}">
                  <a16:creationId xmlns:a16="http://schemas.microsoft.com/office/drawing/2014/main" id="{BBBAA7DD-C3D8-6D4F-9BAF-1623FAB209CA}"/>
                </a:ext>
              </a:extLst>
            </p:cNvPr>
            <p:cNvSpPr>
              <a:spLocks noChangeArrowheads="1"/>
            </p:cNvSpPr>
            <p:nvPr/>
          </p:nvSpPr>
          <p:spPr bwMode="auto">
            <a:xfrm>
              <a:off x="1392" y="1104"/>
              <a:ext cx="2352" cy="912"/>
            </a:xfrm>
            <a:prstGeom prst="bevel">
              <a:avLst>
                <a:gd name="adj" fmla="val 6639"/>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CN"/>
            </a:p>
          </p:txBody>
        </p:sp>
        <p:graphicFrame>
          <p:nvGraphicFramePr>
            <p:cNvPr id="20492" name="Object 5">
              <a:extLst>
                <a:ext uri="{FF2B5EF4-FFF2-40B4-BE49-F238E27FC236}">
                  <a16:creationId xmlns:a16="http://schemas.microsoft.com/office/drawing/2014/main" id="{5A7E7B97-9A27-F24A-A2CF-601B38F25934}"/>
                </a:ext>
              </a:extLst>
            </p:cNvPr>
            <p:cNvGraphicFramePr>
              <a:graphicFrameLocks noChangeAspect="1"/>
            </p:cNvGraphicFramePr>
            <p:nvPr/>
          </p:nvGraphicFramePr>
          <p:xfrm>
            <a:off x="1488" y="1200"/>
            <a:ext cx="2160" cy="718"/>
          </p:xfrm>
          <a:graphic>
            <a:graphicData uri="http://schemas.openxmlformats.org/presentationml/2006/ole">
              <mc:AlternateContent xmlns:mc="http://schemas.openxmlformats.org/markup-compatibility/2006">
                <mc:Choice xmlns:v="urn:schemas-microsoft-com:vml" Requires="v">
                  <p:oleObj name="Equation" r:id="rId4" imgW="37160200" imgH="14046200" progId="Equation.3">
                    <p:embed/>
                  </p:oleObj>
                </mc:Choice>
                <mc:Fallback>
                  <p:oleObj name="Equation" r:id="rId4" imgW="37160200" imgH="14046200" progId="Equation.3">
                    <p:embed/>
                    <p:pic>
                      <p:nvPicPr>
                        <p:cNvPr id="20492" name="Object 5">
                          <a:extLst>
                            <a:ext uri="{FF2B5EF4-FFF2-40B4-BE49-F238E27FC236}">
                              <a16:creationId xmlns:a16="http://schemas.microsoft.com/office/drawing/2014/main" id="{5A7E7B97-9A27-F24A-A2CF-601B38F259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8" y="1200"/>
                          <a:ext cx="2160" cy="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20483" name="Rectangle 17">
            <a:extLst>
              <a:ext uri="{FF2B5EF4-FFF2-40B4-BE49-F238E27FC236}">
                <a16:creationId xmlns:a16="http://schemas.microsoft.com/office/drawing/2014/main" id="{BD9CF5B0-3D3A-AB4A-BE0B-75B03120E683}"/>
              </a:ext>
            </a:extLst>
          </p:cNvPr>
          <p:cNvSpPr>
            <a:spLocks noChangeArrowheads="1"/>
          </p:cNvSpPr>
          <p:nvPr/>
        </p:nvSpPr>
        <p:spPr bwMode="auto">
          <a:xfrm>
            <a:off x="250825" y="549275"/>
            <a:ext cx="4802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sz="3200" b="1">
                <a:solidFill>
                  <a:schemeClr val="accent2"/>
                </a:solidFill>
              </a:rPr>
              <a:t>常微分方程的数值解法</a:t>
            </a:r>
            <a:endParaRPr lang="en-US" altLang="en-CN" sz="3200" b="1">
              <a:solidFill>
                <a:schemeClr val="accent2"/>
              </a:solidFill>
            </a:endParaRPr>
          </a:p>
        </p:txBody>
      </p:sp>
      <p:grpSp>
        <p:nvGrpSpPr>
          <p:cNvPr id="10" name="Group 24">
            <a:extLst>
              <a:ext uri="{FF2B5EF4-FFF2-40B4-BE49-F238E27FC236}">
                <a16:creationId xmlns:a16="http://schemas.microsoft.com/office/drawing/2014/main" id="{326EEBCF-A1E7-6A43-A88D-4344134E1316}"/>
              </a:ext>
            </a:extLst>
          </p:cNvPr>
          <p:cNvGrpSpPr>
            <a:grpSpLocks/>
          </p:cNvGrpSpPr>
          <p:nvPr/>
        </p:nvGrpSpPr>
        <p:grpSpPr bwMode="auto">
          <a:xfrm>
            <a:off x="457200" y="3640138"/>
            <a:ext cx="8458200" cy="830262"/>
            <a:chOff x="240" y="3360"/>
            <a:chExt cx="5328" cy="523"/>
          </a:xfrm>
        </p:grpSpPr>
        <p:sp>
          <p:nvSpPr>
            <p:cNvPr id="11" name="Text Box 19">
              <a:extLst>
                <a:ext uri="{FF2B5EF4-FFF2-40B4-BE49-F238E27FC236}">
                  <a16:creationId xmlns:a16="http://schemas.microsoft.com/office/drawing/2014/main" id="{ECBC382C-DD73-8841-A593-CEBE8EE614AA}"/>
                </a:ext>
              </a:extLst>
            </p:cNvPr>
            <p:cNvSpPr txBox="1">
              <a:spLocks noChangeArrowheads="1"/>
            </p:cNvSpPr>
            <p:nvPr/>
          </p:nvSpPr>
          <p:spPr bwMode="auto">
            <a:xfrm>
              <a:off x="672" y="3360"/>
              <a:ext cx="4896" cy="5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2400" b="1"/>
                <a:t>要计算出</a:t>
              </a:r>
              <a:r>
                <a:rPr lang="zh-CN" altLang="en-US" sz="2400" b="1">
                  <a:solidFill>
                    <a:srgbClr val="FF0000"/>
                  </a:solidFill>
                </a:rPr>
                <a:t>解函数</a:t>
              </a:r>
              <a:r>
                <a:rPr lang="en-US" altLang="zh-CN" sz="2400" b="1">
                  <a:solidFill>
                    <a:srgbClr val="FF0000"/>
                  </a:solidFill>
                </a:rPr>
                <a:t> </a:t>
              </a:r>
              <a:r>
                <a:rPr lang="en-US" altLang="zh-CN" sz="2400" b="1" i="1">
                  <a:solidFill>
                    <a:srgbClr val="FF0000"/>
                  </a:solidFill>
                </a:rPr>
                <a:t>y</a:t>
              </a:r>
              <a:r>
                <a:rPr lang="en-US" altLang="zh-CN" sz="2400" b="1">
                  <a:solidFill>
                    <a:srgbClr val="FF0000"/>
                  </a:solidFill>
                </a:rPr>
                <a:t>(</a:t>
              </a:r>
              <a:r>
                <a:rPr lang="en-US" altLang="zh-CN" sz="2400" b="1" i="1">
                  <a:solidFill>
                    <a:srgbClr val="FF0000"/>
                  </a:solidFill>
                </a:rPr>
                <a:t>x</a:t>
              </a:r>
              <a:r>
                <a:rPr lang="en-US" altLang="zh-CN" sz="2400" b="1">
                  <a:solidFill>
                    <a:srgbClr val="FF0000"/>
                  </a:solidFill>
                </a:rPr>
                <a:t>) </a:t>
              </a:r>
              <a:r>
                <a:rPr lang="zh-CN" altLang="en-US" sz="2400" b="1"/>
                <a:t>在一系列节点</a:t>
              </a:r>
              <a:r>
                <a:rPr lang="en-US" altLang="zh-CN" sz="2400" b="1"/>
                <a:t> </a:t>
              </a:r>
              <a:r>
                <a:rPr lang="en-US" altLang="zh-CN" sz="2400" b="1" i="1"/>
                <a:t>a </a:t>
              </a:r>
              <a:r>
                <a:rPr lang="en-US" altLang="zh-CN" sz="2400" b="1"/>
                <a:t>= </a:t>
              </a:r>
              <a:r>
                <a:rPr lang="en-US" altLang="zh-CN" sz="2400" b="1" i="1"/>
                <a:t>x</a:t>
              </a:r>
              <a:r>
                <a:rPr lang="en-US" altLang="zh-CN" sz="2400" b="1" baseline="-25000"/>
                <a:t>0</a:t>
              </a:r>
              <a:r>
                <a:rPr lang="en-US" altLang="zh-CN" sz="2400" b="1"/>
                <a:t>&lt; </a:t>
              </a:r>
              <a:r>
                <a:rPr lang="en-US" altLang="zh-CN" sz="2400" b="1" i="1"/>
                <a:t>x</a:t>
              </a:r>
              <a:r>
                <a:rPr lang="en-US" altLang="zh-CN" sz="2400" b="1" baseline="-25000"/>
                <a:t>1</a:t>
              </a:r>
              <a:r>
                <a:rPr lang="en-US" altLang="zh-CN" sz="2400" b="1"/>
                <a:t>&lt;…&lt; </a:t>
              </a:r>
              <a:r>
                <a:rPr lang="en-US" altLang="zh-CN" sz="2400" b="1" i="1"/>
                <a:t>x</a:t>
              </a:r>
              <a:r>
                <a:rPr lang="en-US" altLang="zh-CN" sz="2400" b="1" i="1" baseline="-25000"/>
                <a:t>n</a:t>
              </a:r>
              <a:r>
                <a:rPr lang="en-US" altLang="zh-CN" sz="2400" b="1"/>
                <a:t>= </a:t>
              </a:r>
              <a:r>
                <a:rPr lang="en-US" altLang="zh-CN" sz="2400" b="1" i="1"/>
                <a:t>b</a:t>
              </a:r>
            </a:p>
            <a:p>
              <a:pPr eaLnBrk="1" hangingPunct="1"/>
              <a:r>
                <a:rPr lang="en-US" altLang="zh-CN" sz="2400" b="1" i="1"/>
                <a:t> </a:t>
              </a:r>
              <a:r>
                <a:rPr lang="zh-CN" altLang="en-US" sz="2400" b="1"/>
                <a:t>处的近似值</a:t>
              </a:r>
              <a:endParaRPr lang="en-US" altLang="zh-CN" sz="2400" b="1"/>
            </a:p>
          </p:txBody>
        </p:sp>
        <p:graphicFrame>
          <p:nvGraphicFramePr>
            <p:cNvPr id="20489" name="Object 22">
              <a:extLst>
                <a:ext uri="{FF2B5EF4-FFF2-40B4-BE49-F238E27FC236}">
                  <a16:creationId xmlns:a16="http://schemas.microsoft.com/office/drawing/2014/main" id="{484F93FC-C1E1-F94C-BB56-6DEB443501A8}"/>
                </a:ext>
              </a:extLst>
            </p:cNvPr>
            <p:cNvGraphicFramePr>
              <a:graphicFrameLocks noChangeAspect="1"/>
            </p:cNvGraphicFramePr>
            <p:nvPr/>
          </p:nvGraphicFramePr>
          <p:xfrm>
            <a:off x="1776" y="3600"/>
            <a:ext cx="2146" cy="278"/>
          </p:xfrm>
          <a:graphic>
            <a:graphicData uri="http://schemas.openxmlformats.org/presentationml/2006/ole">
              <mc:AlternateContent xmlns:mc="http://schemas.openxmlformats.org/markup-compatibility/2006">
                <mc:Choice xmlns:v="urn:schemas-microsoft-com:vml" Requires="v">
                  <p:oleObj name="Equation" r:id="rId6" imgW="36868100" imgH="5270500" progId="Equation.3">
                    <p:embed/>
                  </p:oleObj>
                </mc:Choice>
                <mc:Fallback>
                  <p:oleObj name="Equation" r:id="rId6" imgW="36868100" imgH="5270500" progId="Equation.3">
                    <p:embed/>
                    <p:pic>
                      <p:nvPicPr>
                        <p:cNvPr id="20489" name="Object 22">
                          <a:extLst>
                            <a:ext uri="{FF2B5EF4-FFF2-40B4-BE49-F238E27FC236}">
                              <a16:creationId xmlns:a16="http://schemas.microsoft.com/office/drawing/2014/main" id="{484F93FC-C1E1-F94C-BB56-6DEB443501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6" y="3600"/>
                          <a:ext cx="2146"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20490" name="Picture 23" descr="DARTS">
              <a:extLst>
                <a:ext uri="{FF2B5EF4-FFF2-40B4-BE49-F238E27FC236}">
                  <a16:creationId xmlns:a16="http://schemas.microsoft.com/office/drawing/2014/main" id="{B8229E50-A087-2443-A32B-B04390E1247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 y="3360"/>
              <a:ext cx="470"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 name="Group 29">
            <a:extLst>
              <a:ext uri="{FF2B5EF4-FFF2-40B4-BE49-F238E27FC236}">
                <a16:creationId xmlns:a16="http://schemas.microsoft.com/office/drawing/2014/main" id="{BC7E3A47-A16C-DB46-B331-5550D65CEBC1}"/>
              </a:ext>
            </a:extLst>
          </p:cNvPr>
          <p:cNvGrpSpPr>
            <a:grpSpLocks/>
          </p:cNvGrpSpPr>
          <p:nvPr/>
        </p:nvGrpSpPr>
        <p:grpSpPr bwMode="auto">
          <a:xfrm>
            <a:off x="1173163" y="4645025"/>
            <a:ext cx="6711950" cy="1016000"/>
            <a:chOff x="240" y="3648"/>
            <a:chExt cx="4228" cy="640"/>
          </a:xfrm>
        </p:grpSpPr>
        <p:sp>
          <p:nvSpPr>
            <p:cNvPr id="15" name="Text Box 26">
              <a:extLst>
                <a:ext uri="{FF2B5EF4-FFF2-40B4-BE49-F238E27FC236}">
                  <a16:creationId xmlns:a16="http://schemas.microsoft.com/office/drawing/2014/main" id="{941E8E93-C0DB-4940-83FB-E089441E4308}"/>
                </a:ext>
              </a:extLst>
            </p:cNvPr>
            <p:cNvSpPr txBox="1">
              <a:spLocks noChangeArrowheads="1"/>
            </p:cNvSpPr>
            <p:nvPr/>
          </p:nvSpPr>
          <p:spPr bwMode="auto">
            <a:xfrm>
              <a:off x="240" y="3648"/>
              <a:ext cx="4228" cy="6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dirty="0"/>
                <a:t>节点间距</a:t>
              </a:r>
              <a:r>
                <a:rPr lang="en-US" altLang="zh-CN" sz="2400" b="1" dirty="0"/>
                <a:t>                                       </a:t>
              </a:r>
              <a:r>
                <a:rPr lang="zh-CN" altLang="en-US" sz="2400" b="1" dirty="0"/>
                <a:t>为步长，</a:t>
              </a:r>
              <a:endParaRPr lang="en-US" altLang="zh-CN" sz="2400" b="1" dirty="0"/>
            </a:p>
            <a:p>
              <a:pPr eaLnBrk="1" hangingPunct="1">
                <a:spcBef>
                  <a:spcPct val="50000"/>
                </a:spcBef>
                <a:defRPr/>
              </a:pPr>
              <a:r>
                <a:rPr lang="zh-CN" altLang="en-US" sz="2400" b="1" dirty="0"/>
                <a:t>通常采用</a:t>
              </a:r>
              <a:r>
                <a:rPr lang="zh-CN" altLang="en-US" sz="2400" b="1" dirty="0">
                  <a:solidFill>
                    <a:schemeClr val="accent2"/>
                  </a:solidFill>
                </a:rPr>
                <a:t>等距节点</a:t>
              </a:r>
              <a:r>
                <a:rPr lang="zh-CN" altLang="en-US" sz="2400" b="1" dirty="0"/>
                <a:t>，即取</a:t>
              </a:r>
              <a:r>
                <a:rPr lang="en-US" altLang="zh-CN" sz="2400" b="1" dirty="0"/>
                <a:t> </a:t>
              </a:r>
              <a:r>
                <a:rPr lang="en-US" altLang="zh-CN" sz="2400" b="1" i="1" dirty="0"/>
                <a:t>h</a:t>
              </a:r>
              <a:r>
                <a:rPr lang="en-US" altLang="zh-CN" sz="2400" b="1" i="1" baseline="-25000" dirty="0"/>
                <a:t>i</a:t>
              </a:r>
              <a:r>
                <a:rPr lang="en-US" altLang="zh-CN" sz="2400" b="1" dirty="0"/>
                <a:t> = </a:t>
              </a:r>
              <a:r>
                <a:rPr lang="en-US" altLang="zh-CN" sz="2400" b="1" i="1" dirty="0">
                  <a:solidFill>
                    <a:schemeClr val="accent2"/>
                  </a:solidFill>
                </a:rPr>
                <a:t>h</a:t>
              </a:r>
              <a:r>
                <a:rPr lang="en-US" altLang="zh-CN" sz="2400" b="1" i="1" dirty="0"/>
                <a:t> </a:t>
              </a:r>
              <a:r>
                <a:rPr lang="en-US" altLang="zh-CN" sz="2400" b="1" dirty="0"/>
                <a:t>(</a:t>
              </a:r>
              <a:r>
                <a:rPr lang="zh-CN" altLang="en-US" sz="2400" b="1" dirty="0"/>
                <a:t>常数</a:t>
              </a:r>
              <a:r>
                <a:rPr lang="en-US" altLang="zh-CN" sz="2400" b="1" dirty="0"/>
                <a:t>)</a:t>
              </a:r>
              <a:r>
                <a:rPr lang="zh-CN" altLang="en-US" sz="2400" b="1" dirty="0"/>
                <a:t>。</a:t>
              </a:r>
              <a:endParaRPr lang="en-US" altLang="zh-CN" sz="2400" b="1" dirty="0"/>
            </a:p>
          </p:txBody>
        </p:sp>
        <p:graphicFrame>
          <p:nvGraphicFramePr>
            <p:cNvPr id="20487" name="Object 27">
              <a:extLst>
                <a:ext uri="{FF2B5EF4-FFF2-40B4-BE49-F238E27FC236}">
                  <a16:creationId xmlns:a16="http://schemas.microsoft.com/office/drawing/2014/main" id="{A8157BFF-68C1-B244-814E-21ED5A0480F4}"/>
                </a:ext>
              </a:extLst>
            </p:cNvPr>
            <p:cNvGraphicFramePr>
              <a:graphicFrameLocks noChangeAspect="1"/>
            </p:cNvGraphicFramePr>
            <p:nvPr/>
          </p:nvGraphicFramePr>
          <p:xfrm>
            <a:off x="1104" y="3648"/>
            <a:ext cx="1834" cy="263"/>
          </p:xfrm>
          <a:graphic>
            <a:graphicData uri="http://schemas.openxmlformats.org/presentationml/2006/ole">
              <mc:AlternateContent xmlns:mc="http://schemas.openxmlformats.org/markup-compatibility/2006">
                <mc:Choice xmlns:v="urn:schemas-microsoft-com:vml" Requires="v">
                  <p:oleObj name="Equation" r:id="rId9" imgW="42710100" imgH="5270500" progId="Equation.3">
                    <p:embed/>
                  </p:oleObj>
                </mc:Choice>
                <mc:Fallback>
                  <p:oleObj name="Equation" r:id="rId9" imgW="42710100" imgH="5270500" progId="Equation.3">
                    <p:embed/>
                    <p:pic>
                      <p:nvPicPr>
                        <p:cNvPr id="20487" name="Object 27">
                          <a:extLst>
                            <a:ext uri="{FF2B5EF4-FFF2-40B4-BE49-F238E27FC236}">
                              <a16:creationId xmlns:a16="http://schemas.microsoft.com/office/drawing/2014/main" id="{A8157BFF-68C1-B244-814E-21ED5A0480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4" y="3648"/>
                          <a:ext cx="183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13883775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6" descr="再生纸">
            <a:extLst>
              <a:ext uri="{FF2B5EF4-FFF2-40B4-BE49-F238E27FC236}">
                <a16:creationId xmlns:a16="http://schemas.microsoft.com/office/drawing/2014/main" id="{227361C3-AC0F-824E-A063-666DA258FC12}"/>
              </a:ext>
            </a:extLst>
          </p:cNvPr>
          <p:cNvSpPr>
            <a:spLocks noChangeArrowheads="1"/>
          </p:cNvSpPr>
          <p:nvPr/>
        </p:nvSpPr>
        <p:spPr bwMode="auto">
          <a:xfrm>
            <a:off x="1692275" y="5084763"/>
            <a:ext cx="6048375" cy="1304925"/>
          </a:xfrm>
          <a:prstGeom prst="bevel">
            <a:avLst>
              <a:gd name="adj" fmla="val 6639"/>
            </a:avLst>
          </a:prstGeom>
          <a:blipFill dpi="0" rotWithShape="0">
            <a:blip r:embed="rId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sp>
        <p:nvSpPr>
          <p:cNvPr id="8194" name="Text Box 2">
            <a:extLst>
              <a:ext uri="{FF2B5EF4-FFF2-40B4-BE49-F238E27FC236}">
                <a16:creationId xmlns:a16="http://schemas.microsoft.com/office/drawing/2014/main" id="{867E3C26-8F71-A84D-960E-9EA070E2FC8D}"/>
              </a:ext>
            </a:extLst>
          </p:cNvPr>
          <p:cNvSpPr txBox="1">
            <a:spLocks noChangeArrowheads="1"/>
          </p:cNvSpPr>
          <p:nvPr/>
        </p:nvSpPr>
        <p:spPr bwMode="auto">
          <a:xfrm>
            <a:off x="468313" y="1773238"/>
            <a:ext cx="6569075" cy="52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marL="457200" indent="-457200" algn="just" eaLnBrk="1" hangingPunct="1">
              <a:buFont typeface="Wingdings" charset="2"/>
              <a:buChar char="²"/>
              <a:defRPr/>
            </a:pPr>
            <a:r>
              <a:rPr lang="zh-TW" altLang="en-US" b="1" dirty="0">
                <a:solidFill>
                  <a:srgbClr val="0000FF"/>
                </a:solidFill>
                <a:cs typeface="Times New Roman" charset="0"/>
              </a:rPr>
              <a:t>用数值积分方法 </a:t>
            </a:r>
          </a:p>
        </p:txBody>
      </p:sp>
      <p:grpSp>
        <p:nvGrpSpPr>
          <p:cNvPr id="8202" name="Group 10">
            <a:extLst>
              <a:ext uri="{FF2B5EF4-FFF2-40B4-BE49-F238E27FC236}">
                <a16:creationId xmlns:a16="http://schemas.microsoft.com/office/drawing/2014/main" id="{240A2579-2EF3-804C-BA20-D4662C13FB00}"/>
              </a:ext>
            </a:extLst>
          </p:cNvPr>
          <p:cNvGrpSpPr>
            <a:grpSpLocks/>
          </p:cNvGrpSpPr>
          <p:nvPr/>
        </p:nvGrpSpPr>
        <p:grpSpPr bwMode="auto">
          <a:xfrm>
            <a:off x="468313" y="6372225"/>
            <a:ext cx="7010400" cy="485775"/>
            <a:chOff x="412" y="4092"/>
            <a:chExt cx="4080" cy="306"/>
          </a:xfrm>
        </p:grpSpPr>
        <p:sp>
          <p:nvSpPr>
            <p:cNvPr id="8199" name="Text Box 7">
              <a:extLst>
                <a:ext uri="{FF2B5EF4-FFF2-40B4-BE49-F238E27FC236}">
                  <a16:creationId xmlns:a16="http://schemas.microsoft.com/office/drawing/2014/main" id="{79CE8990-DDFD-AB40-B734-4A519353D59C}"/>
                </a:ext>
              </a:extLst>
            </p:cNvPr>
            <p:cNvSpPr txBox="1">
              <a:spLocks noChangeArrowheads="1"/>
            </p:cNvSpPr>
            <p:nvPr/>
          </p:nvSpPr>
          <p:spPr bwMode="auto">
            <a:xfrm>
              <a:off x="412" y="4092"/>
              <a:ext cx="4080"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spcBef>
                  <a:spcPct val="50000"/>
                </a:spcBef>
                <a:defRPr/>
              </a:pPr>
              <a:r>
                <a:rPr lang="zh-CN" altLang="en-US" sz="2400" dirty="0">
                  <a:solidFill>
                    <a:srgbClr val="FF0000"/>
                  </a:solidFill>
                </a:rPr>
                <a:t>欧拉公式</a:t>
              </a:r>
              <a:r>
                <a:rPr lang="zh-CN" altLang="en-US" sz="2400" dirty="0"/>
                <a:t>，可由初值</a:t>
              </a:r>
              <a:r>
                <a:rPr lang="en-US" altLang="zh-CN" sz="2400" dirty="0">
                  <a:latin typeface="Tahoma" charset="0"/>
                </a:rPr>
                <a:t>y</a:t>
              </a:r>
              <a:r>
                <a:rPr lang="en-US" altLang="zh-CN" sz="2400" baseline="-30000" dirty="0">
                  <a:latin typeface="Tahoma" charset="0"/>
                </a:rPr>
                <a:t>0</a:t>
              </a:r>
              <a:r>
                <a:rPr lang="zh-CN" altLang="en-US" sz="2400" dirty="0"/>
                <a:t>逐次算出</a:t>
              </a:r>
              <a:r>
                <a:rPr lang="en-US" altLang="zh-CN" sz="2400" dirty="0"/>
                <a:t>                                 </a:t>
              </a:r>
            </a:p>
          </p:txBody>
        </p:sp>
        <p:graphicFrame>
          <p:nvGraphicFramePr>
            <p:cNvPr id="21520" name="Object 8">
              <a:extLst>
                <a:ext uri="{FF2B5EF4-FFF2-40B4-BE49-F238E27FC236}">
                  <a16:creationId xmlns:a16="http://schemas.microsoft.com/office/drawing/2014/main" id="{83802C7A-4EE7-4543-891D-2434CEE696E9}"/>
                </a:ext>
              </a:extLst>
            </p:cNvPr>
            <p:cNvGraphicFramePr>
              <a:graphicFrameLocks noChangeAspect="1"/>
            </p:cNvGraphicFramePr>
            <p:nvPr/>
          </p:nvGraphicFramePr>
          <p:xfrm>
            <a:off x="2926" y="4126"/>
            <a:ext cx="922" cy="272"/>
          </p:xfrm>
          <a:graphic>
            <a:graphicData uri="http://schemas.openxmlformats.org/presentationml/2006/ole">
              <mc:AlternateContent xmlns:mc="http://schemas.openxmlformats.org/markup-compatibility/2006">
                <mc:Choice xmlns:v="urn:schemas-microsoft-com:vml" Requires="v">
                  <p:oleObj name="Equation" r:id="rId3" imgW="546100" imgH="241300" progId="Equation.3">
                    <p:embed/>
                  </p:oleObj>
                </mc:Choice>
                <mc:Fallback>
                  <p:oleObj name="Equation" r:id="rId3" imgW="546100" imgH="241300" progId="Equation.3">
                    <p:embed/>
                    <p:pic>
                      <p:nvPicPr>
                        <p:cNvPr id="21520" name="Object 8">
                          <a:extLst>
                            <a:ext uri="{FF2B5EF4-FFF2-40B4-BE49-F238E27FC236}">
                              <a16:creationId xmlns:a16="http://schemas.microsoft.com/office/drawing/2014/main" id="{83802C7A-4EE7-4543-891D-2434CEE696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6" y="4126"/>
                          <a:ext cx="92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1508" name="Group 7">
            <a:extLst>
              <a:ext uri="{FF2B5EF4-FFF2-40B4-BE49-F238E27FC236}">
                <a16:creationId xmlns:a16="http://schemas.microsoft.com/office/drawing/2014/main" id="{EEAB405F-DD07-524E-8533-2E3071299722}"/>
              </a:ext>
            </a:extLst>
          </p:cNvPr>
          <p:cNvGrpSpPr>
            <a:grpSpLocks/>
          </p:cNvGrpSpPr>
          <p:nvPr/>
        </p:nvGrpSpPr>
        <p:grpSpPr bwMode="auto">
          <a:xfrm>
            <a:off x="2484438" y="115888"/>
            <a:ext cx="3733800" cy="1447800"/>
            <a:chOff x="1392" y="1104"/>
            <a:chExt cx="2352" cy="912"/>
          </a:xfrm>
        </p:grpSpPr>
        <p:sp>
          <p:nvSpPr>
            <p:cNvPr id="13" name="AutoShape 6" descr="再生纸">
              <a:extLst>
                <a:ext uri="{FF2B5EF4-FFF2-40B4-BE49-F238E27FC236}">
                  <a16:creationId xmlns:a16="http://schemas.microsoft.com/office/drawing/2014/main" id="{E05C22B9-4F66-3E43-8C37-72CCB4FE69CB}"/>
                </a:ext>
              </a:extLst>
            </p:cNvPr>
            <p:cNvSpPr>
              <a:spLocks noChangeArrowheads="1"/>
            </p:cNvSpPr>
            <p:nvPr/>
          </p:nvSpPr>
          <p:spPr bwMode="auto">
            <a:xfrm>
              <a:off x="1392" y="1104"/>
              <a:ext cx="2352" cy="912"/>
            </a:xfrm>
            <a:prstGeom prst="bevel">
              <a:avLst>
                <a:gd name="adj" fmla="val 6639"/>
              </a:avLst>
            </a:prstGeom>
            <a:blipFill dpi="0" rotWithShape="0">
              <a:blip r:embed="rId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21518" name="Object 5">
              <a:extLst>
                <a:ext uri="{FF2B5EF4-FFF2-40B4-BE49-F238E27FC236}">
                  <a16:creationId xmlns:a16="http://schemas.microsoft.com/office/drawing/2014/main" id="{C074790F-CC8F-CF43-A5E5-C98E327CACEB}"/>
                </a:ext>
              </a:extLst>
            </p:cNvPr>
            <p:cNvGraphicFramePr>
              <a:graphicFrameLocks noChangeAspect="1"/>
            </p:cNvGraphicFramePr>
            <p:nvPr/>
          </p:nvGraphicFramePr>
          <p:xfrm>
            <a:off x="1488" y="1200"/>
            <a:ext cx="2160" cy="718"/>
          </p:xfrm>
          <a:graphic>
            <a:graphicData uri="http://schemas.openxmlformats.org/presentationml/2006/ole">
              <mc:AlternateContent xmlns:mc="http://schemas.openxmlformats.org/markup-compatibility/2006">
                <mc:Choice xmlns:v="urn:schemas-microsoft-com:vml" Requires="v">
                  <p:oleObj name="Equation" r:id="rId5" imgW="37160200" imgH="14046200" progId="Equation.3">
                    <p:embed/>
                  </p:oleObj>
                </mc:Choice>
                <mc:Fallback>
                  <p:oleObj name="Equation" r:id="rId5" imgW="37160200" imgH="14046200" progId="Equation.3">
                    <p:embed/>
                    <p:pic>
                      <p:nvPicPr>
                        <p:cNvPr id="21518" name="Object 5">
                          <a:extLst>
                            <a:ext uri="{FF2B5EF4-FFF2-40B4-BE49-F238E27FC236}">
                              <a16:creationId xmlns:a16="http://schemas.microsoft.com/office/drawing/2014/main" id="{C074790F-CC8F-CF43-A5E5-C98E327CAC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8" y="1200"/>
                          <a:ext cx="2160" cy="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21509" name="Group 2">
            <a:extLst>
              <a:ext uri="{FF2B5EF4-FFF2-40B4-BE49-F238E27FC236}">
                <a16:creationId xmlns:a16="http://schemas.microsoft.com/office/drawing/2014/main" id="{06099DAA-FBBC-1F4B-9F6C-749234C18597}"/>
              </a:ext>
            </a:extLst>
          </p:cNvPr>
          <p:cNvGrpSpPr>
            <a:grpSpLocks/>
          </p:cNvGrpSpPr>
          <p:nvPr/>
        </p:nvGrpSpPr>
        <p:grpSpPr bwMode="auto">
          <a:xfrm>
            <a:off x="179388" y="2349500"/>
            <a:ext cx="7777162" cy="460375"/>
            <a:chOff x="683568" y="2348880"/>
            <a:chExt cx="7776864" cy="461665"/>
          </a:xfrm>
        </p:grpSpPr>
        <p:sp>
          <p:nvSpPr>
            <p:cNvPr id="15" name="Text Box 2">
              <a:extLst>
                <a:ext uri="{FF2B5EF4-FFF2-40B4-BE49-F238E27FC236}">
                  <a16:creationId xmlns:a16="http://schemas.microsoft.com/office/drawing/2014/main" id="{2657AC41-5590-4842-A2C3-C42896546EEB}"/>
                </a:ext>
              </a:extLst>
            </p:cNvPr>
            <p:cNvSpPr txBox="1">
              <a:spLocks noChangeArrowheads="1"/>
            </p:cNvSpPr>
            <p:nvPr/>
          </p:nvSpPr>
          <p:spPr bwMode="auto">
            <a:xfrm>
              <a:off x="683568" y="2348880"/>
              <a:ext cx="777686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400">
                  <a:latin typeface="宋体" panose="02010600030101010101" pitchFamily="2" charset="-122"/>
                </a:rPr>
                <a:t> </a:t>
              </a:r>
              <a:r>
                <a:rPr lang="zh-CN" altLang="en-US" sz="2400">
                  <a:latin typeface="宋体" panose="02010600030101010101" pitchFamily="2" charset="-122"/>
                </a:rPr>
                <a:t>将微分方程两端在区间</a:t>
              </a:r>
              <a:r>
                <a:rPr lang="en-US" altLang="zh-CN" sz="2400">
                  <a:latin typeface="宋体" panose="02010600030101010101" pitchFamily="2" charset="-122"/>
                </a:rPr>
                <a:t>                  </a:t>
              </a:r>
              <a:r>
                <a:rPr lang="zh-CN" altLang="en-US" sz="2400">
                  <a:latin typeface="宋体" panose="02010600030101010101" pitchFamily="2" charset="-122"/>
                </a:rPr>
                <a:t>上求积分，可得</a:t>
              </a:r>
              <a:r>
                <a:rPr lang="en-US" altLang="zh-CN" sz="2400">
                  <a:latin typeface="宋体" panose="02010600030101010101" pitchFamily="2" charset="-122"/>
                </a:rPr>
                <a:t>        </a:t>
              </a:r>
              <a:endParaRPr lang="en-US" altLang="zh-CN" sz="2400">
                <a:latin typeface="Tahoma" panose="020B0604030504040204" pitchFamily="34" charset="0"/>
              </a:endParaRPr>
            </a:p>
          </p:txBody>
        </p:sp>
        <p:graphicFrame>
          <p:nvGraphicFramePr>
            <p:cNvPr id="21516" name="Object 8">
              <a:extLst>
                <a:ext uri="{FF2B5EF4-FFF2-40B4-BE49-F238E27FC236}">
                  <a16:creationId xmlns:a16="http://schemas.microsoft.com/office/drawing/2014/main" id="{359D31AF-15A4-4240-9301-D3C262B4070E}"/>
                </a:ext>
              </a:extLst>
            </p:cNvPr>
            <p:cNvGraphicFramePr>
              <a:graphicFrameLocks noChangeAspect="1"/>
            </p:cNvGraphicFramePr>
            <p:nvPr/>
          </p:nvGraphicFramePr>
          <p:xfrm>
            <a:off x="4104307" y="2349500"/>
            <a:ext cx="1547813" cy="431800"/>
          </p:xfrm>
          <a:graphic>
            <a:graphicData uri="http://schemas.openxmlformats.org/presentationml/2006/ole">
              <mc:AlternateContent xmlns:mc="http://schemas.openxmlformats.org/markup-compatibility/2006">
                <mc:Choice xmlns:v="urn:schemas-microsoft-com:vml" Requires="v">
                  <p:oleObj name="Equation" r:id="rId7" imgW="533400" imgH="241300" progId="Equation.3">
                    <p:embed/>
                  </p:oleObj>
                </mc:Choice>
                <mc:Fallback>
                  <p:oleObj name="Equation" r:id="rId7" imgW="533400" imgH="241300" progId="Equation.3">
                    <p:embed/>
                    <p:pic>
                      <p:nvPicPr>
                        <p:cNvPr id="21516" name="Object 8">
                          <a:extLst>
                            <a:ext uri="{FF2B5EF4-FFF2-40B4-BE49-F238E27FC236}">
                              <a16:creationId xmlns:a16="http://schemas.microsoft.com/office/drawing/2014/main" id="{359D31AF-15A4-4240-9301-D3C262B407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04307" y="2349500"/>
                          <a:ext cx="1547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Object 3">
            <a:extLst>
              <a:ext uri="{FF2B5EF4-FFF2-40B4-BE49-F238E27FC236}">
                <a16:creationId xmlns:a16="http://schemas.microsoft.com/office/drawing/2014/main" id="{C5C8F3FC-0DE1-D74B-A3AA-12D117A0F8A2}"/>
              </a:ext>
            </a:extLst>
          </p:cNvPr>
          <p:cNvGraphicFramePr>
            <a:graphicFrameLocks noChangeAspect="1"/>
          </p:cNvGraphicFramePr>
          <p:nvPr/>
        </p:nvGraphicFramePr>
        <p:xfrm>
          <a:off x="1403350" y="2924175"/>
          <a:ext cx="6481763" cy="754063"/>
        </p:xfrm>
        <a:graphic>
          <a:graphicData uri="http://schemas.openxmlformats.org/presentationml/2006/ole">
            <mc:AlternateContent xmlns:mc="http://schemas.openxmlformats.org/markup-compatibility/2006">
              <mc:Choice xmlns:v="urn:schemas-microsoft-com:vml" Requires="v">
                <p:oleObj name="Equation" r:id="rId9" imgW="2857500" imgH="355600" progId="Equation.3">
                  <p:embed/>
                </p:oleObj>
              </mc:Choice>
              <mc:Fallback>
                <p:oleObj name="Equation" r:id="rId9" imgW="2857500" imgH="355600" progId="Equation.3">
                  <p:embed/>
                  <p:pic>
                    <p:nvPicPr>
                      <p:cNvPr id="17" name="Object 3">
                        <a:extLst>
                          <a:ext uri="{FF2B5EF4-FFF2-40B4-BE49-F238E27FC236}">
                            <a16:creationId xmlns:a16="http://schemas.microsoft.com/office/drawing/2014/main" id="{C5C8F3FC-0DE1-D74B-A3AA-12D117A0F8A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2924175"/>
                        <a:ext cx="6481763"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 Box 2">
            <a:extLst>
              <a:ext uri="{FF2B5EF4-FFF2-40B4-BE49-F238E27FC236}">
                <a16:creationId xmlns:a16="http://schemas.microsoft.com/office/drawing/2014/main" id="{8007AA7C-75E5-6048-9ED1-1FC021B08927}"/>
              </a:ext>
            </a:extLst>
          </p:cNvPr>
          <p:cNvSpPr txBox="1">
            <a:spLocks noChangeArrowheads="1"/>
          </p:cNvSpPr>
          <p:nvPr/>
        </p:nvSpPr>
        <p:spPr bwMode="auto">
          <a:xfrm>
            <a:off x="468313" y="3716338"/>
            <a:ext cx="7775575"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用</a:t>
            </a:r>
            <a:r>
              <a:rPr lang="zh-CN" altLang="en-US" sz="2400" dirty="0">
                <a:solidFill>
                  <a:srgbClr val="FF0000"/>
                </a:solidFill>
                <a:latin typeface="Tahoma" charset="0"/>
              </a:rPr>
              <a:t>左矩形公式</a:t>
            </a:r>
            <a:r>
              <a:rPr lang="zh-CN" altLang="en-US" sz="2400" dirty="0">
                <a:latin typeface="Tahoma" charset="0"/>
              </a:rPr>
              <a:t>近似上式右边的积分</a:t>
            </a:r>
            <a:endParaRPr lang="en-US" altLang="zh-CN" sz="2400" dirty="0">
              <a:latin typeface="Tahoma" charset="0"/>
            </a:endParaRPr>
          </a:p>
        </p:txBody>
      </p:sp>
      <p:graphicFrame>
        <p:nvGraphicFramePr>
          <p:cNvPr id="20" name="Object 7">
            <a:extLst>
              <a:ext uri="{FF2B5EF4-FFF2-40B4-BE49-F238E27FC236}">
                <a16:creationId xmlns:a16="http://schemas.microsoft.com/office/drawing/2014/main" id="{183AFB70-3F92-BE4C-854B-D71317EA1AAC}"/>
              </a:ext>
            </a:extLst>
          </p:cNvPr>
          <p:cNvGraphicFramePr>
            <a:graphicFrameLocks noChangeAspect="1"/>
          </p:cNvGraphicFramePr>
          <p:nvPr/>
        </p:nvGraphicFramePr>
        <p:xfrm>
          <a:off x="2051050" y="4221163"/>
          <a:ext cx="4732338" cy="792162"/>
        </p:xfrm>
        <a:graphic>
          <a:graphicData uri="http://schemas.openxmlformats.org/presentationml/2006/ole">
            <mc:AlternateContent xmlns:mc="http://schemas.openxmlformats.org/markup-compatibility/2006">
              <mc:Choice xmlns:v="urn:schemas-microsoft-com:vml" Requires="v">
                <p:oleObj name="Equation" r:id="rId11" imgW="1879600" imgH="355600" progId="Equation.3">
                  <p:embed/>
                </p:oleObj>
              </mc:Choice>
              <mc:Fallback>
                <p:oleObj name="Equation" r:id="rId11" imgW="1879600" imgH="355600" progId="Equation.3">
                  <p:embed/>
                  <p:pic>
                    <p:nvPicPr>
                      <p:cNvPr id="20" name="Object 7">
                        <a:extLst>
                          <a:ext uri="{FF2B5EF4-FFF2-40B4-BE49-F238E27FC236}">
                            <a16:creationId xmlns:a16="http://schemas.microsoft.com/office/drawing/2014/main" id="{183AFB70-3F92-BE4C-854B-D71317EA1AA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1050" y="4221163"/>
                        <a:ext cx="473233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5">
            <a:extLst>
              <a:ext uri="{FF2B5EF4-FFF2-40B4-BE49-F238E27FC236}">
                <a16:creationId xmlns:a16="http://schemas.microsoft.com/office/drawing/2014/main" id="{FC68B33B-3429-5F42-BADD-D74D49DD29E6}"/>
              </a:ext>
            </a:extLst>
          </p:cNvPr>
          <p:cNvGraphicFramePr>
            <a:graphicFrameLocks noChangeAspect="1"/>
          </p:cNvGraphicFramePr>
          <p:nvPr/>
        </p:nvGraphicFramePr>
        <p:xfrm>
          <a:off x="1981200" y="5187950"/>
          <a:ext cx="5505450" cy="1120775"/>
        </p:xfrm>
        <a:graphic>
          <a:graphicData uri="http://schemas.openxmlformats.org/presentationml/2006/ole">
            <mc:AlternateContent xmlns:mc="http://schemas.openxmlformats.org/markup-compatibility/2006">
              <mc:Choice xmlns:v="urn:schemas-microsoft-com:vml" Requires="v">
                <p:oleObj name="Equation" r:id="rId13" imgW="1930400" imgH="495300" progId="Equation.3">
                  <p:embed/>
                </p:oleObj>
              </mc:Choice>
              <mc:Fallback>
                <p:oleObj name="Equation" r:id="rId13" imgW="1930400" imgH="495300" progId="Equation.3">
                  <p:embed/>
                  <p:pic>
                    <p:nvPicPr>
                      <p:cNvPr id="21" name="Object 5">
                        <a:extLst>
                          <a:ext uri="{FF2B5EF4-FFF2-40B4-BE49-F238E27FC236}">
                            <a16:creationId xmlns:a16="http://schemas.microsoft.com/office/drawing/2014/main" id="{FC68B33B-3429-5F42-BADD-D74D49DD29E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81200" y="5187950"/>
                        <a:ext cx="55054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3">
            <a:extLst>
              <a:ext uri="{FF2B5EF4-FFF2-40B4-BE49-F238E27FC236}">
                <a16:creationId xmlns:a16="http://schemas.microsoft.com/office/drawing/2014/main" id="{41CE834B-F12C-854C-98B1-49ECCF30E101}"/>
              </a:ext>
            </a:extLst>
          </p:cNvPr>
          <p:cNvSpPr>
            <a:spLocks noChangeArrowheads="1"/>
          </p:cNvSpPr>
          <p:nvPr/>
        </p:nvSpPr>
        <p:spPr bwMode="auto">
          <a:xfrm>
            <a:off x="674688" y="5127625"/>
            <a:ext cx="801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2400"/>
              <a:t>从而</a:t>
            </a:r>
            <a:endParaRPr lang="en-US" altLang="en-CN" sz="2400"/>
          </a:p>
        </p:txBody>
      </p:sp>
    </p:spTree>
    <p:extLst>
      <p:ext uri="{BB962C8B-B14F-4D97-AF65-F5344CB8AC3E}">
        <p14:creationId xmlns:p14="http://schemas.microsoft.com/office/powerpoint/2010/main" val="2835220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anim calcmode="lin" valueType="num">
                                      <p:cBhvr additive="base">
                                        <p:cTn id="13"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dissolve">
                                      <p:cBhvr>
                                        <p:cTn id="19" dur="500"/>
                                        <p:tgtEl>
                                          <p:spTgt spid="2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ppt_x"/>
                                          </p:val>
                                        </p:tav>
                                        <p:tav tm="100000">
                                          <p:val>
                                            <p:strVal val="#ppt_x"/>
                                          </p:val>
                                        </p:tav>
                                      </p:tavLst>
                                    </p:anim>
                                    <p:anim calcmode="lin" valueType="num">
                                      <p:cBhvr additive="base">
                                        <p:cTn id="25" dur="500" fill="hold"/>
                                        <p:tgtEl>
                                          <p:spTgt spid="24"/>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8202"/>
                                        </p:tgtEl>
                                        <p:attrNameLst>
                                          <p:attrName>style.visibility</p:attrName>
                                        </p:attrNameLst>
                                      </p:cBhvr>
                                      <p:to>
                                        <p:strVal val="visible"/>
                                      </p:to>
                                    </p:set>
                                    <p:anim calcmode="lin" valueType="num">
                                      <p:cBhvr additive="base">
                                        <p:cTn id="28" dur="500" fill="hold"/>
                                        <p:tgtEl>
                                          <p:spTgt spid="8202"/>
                                        </p:tgtEl>
                                        <p:attrNameLst>
                                          <p:attrName>ppt_x</p:attrName>
                                        </p:attrNameLst>
                                      </p:cBhvr>
                                      <p:tavLst>
                                        <p:tav tm="0">
                                          <p:val>
                                            <p:strVal val="#ppt_x"/>
                                          </p:val>
                                        </p:tav>
                                        <p:tav tm="100000">
                                          <p:val>
                                            <p:strVal val="#ppt_x"/>
                                          </p:val>
                                        </p:tav>
                                      </p:tavLst>
                                    </p:anim>
                                    <p:anim calcmode="lin" valueType="num">
                                      <p:cBhvr additive="base">
                                        <p:cTn id="29" dur="500" fill="hold"/>
                                        <p:tgtEl>
                                          <p:spTgt spid="8202"/>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ppt_x"/>
                                          </p:val>
                                        </p:tav>
                                        <p:tav tm="100000">
                                          <p:val>
                                            <p:strVal val="#ppt_x"/>
                                          </p:val>
                                        </p:tav>
                                      </p:tavLst>
                                    </p:anim>
                                    <p:anim calcmode="lin" valueType="num">
                                      <p:cBhvr additive="base">
                                        <p:cTn id="3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8" grpId="0" build="p" autoUpdateAnimBg="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6" descr="再生纸">
            <a:extLst>
              <a:ext uri="{FF2B5EF4-FFF2-40B4-BE49-F238E27FC236}">
                <a16:creationId xmlns:a16="http://schemas.microsoft.com/office/drawing/2014/main" id="{8BAFD58C-8C34-3448-8D4F-B7BA1A439415}"/>
              </a:ext>
            </a:extLst>
          </p:cNvPr>
          <p:cNvSpPr>
            <a:spLocks noChangeArrowheads="1"/>
          </p:cNvSpPr>
          <p:nvPr/>
        </p:nvSpPr>
        <p:spPr bwMode="auto">
          <a:xfrm>
            <a:off x="1547813" y="3860800"/>
            <a:ext cx="6337300" cy="865188"/>
          </a:xfrm>
          <a:prstGeom prst="bevel">
            <a:avLst>
              <a:gd name="adj" fmla="val 6639"/>
            </a:avLst>
          </a:prstGeom>
          <a:blipFill dpi="0" rotWithShape="0">
            <a:blip r:embed="rId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sp>
        <p:nvSpPr>
          <p:cNvPr id="8194" name="Text Box 2">
            <a:extLst>
              <a:ext uri="{FF2B5EF4-FFF2-40B4-BE49-F238E27FC236}">
                <a16:creationId xmlns:a16="http://schemas.microsoft.com/office/drawing/2014/main" id="{2C6C8D7C-B992-1B44-822F-E2BA4B44055C}"/>
              </a:ext>
            </a:extLst>
          </p:cNvPr>
          <p:cNvSpPr txBox="1">
            <a:spLocks noChangeArrowheads="1"/>
          </p:cNvSpPr>
          <p:nvPr/>
        </p:nvSpPr>
        <p:spPr bwMode="auto">
          <a:xfrm>
            <a:off x="468313" y="1773238"/>
            <a:ext cx="6569075" cy="52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marL="457200" indent="-457200" algn="just" eaLnBrk="1" hangingPunct="1">
              <a:buFont typeface="Wingdings" charset="2"/>
              <a:buChar char="²"/>
              <a:defRPr/>
            </a:pPr>
            <a:r>
              <a:rPr lang="zh-CN" altLang="en-US" b="1" dirty="0">
                <a:solidFill>
                  <a:srgbClr val="0000FF"/>
                </a:solidFill>
                <a:cs typeface="Times New Roman" charset="0"/>
              </a:rPr>
              <a:t>用右矩形公式</a:t>
            </a:r>
            <a:r>
              <a:rPr lang="zh-TW" altLang="en-US" b="1" dirty="0">
                <a:solidFill>
                  <a:srgbClr val="0000FF"/>
                </a:solidFill>
                <a:cs typeface="Times New Roman" charset="0"/>
              </a:rPr>
              <a:t> </a:t>
            </a:r>
          </a:p>
        </p:txBody>
      </p:sp>
      <p:sp>
        <p:nvSpPr>
          <p:cNvPr id="8199" name="Text Box 7">
            <a:extLst>
              <a:ext uri="{FF2B5EF4-FFF2-40B4-BE49-F238E27FC236}">
                <a16:creationId xmlns:a16="http://schemas.microsoft.com/office/drawing/2014/main" id="{5A392BE6-655F-DE43-B96D-25EAB7161303}"/>
              </a:ext>
            </a:extLst>
          </p:cNvPr>
          <p:cNvSpPr txBox="1">
            <a:spLocks noChangeArrowheads="1"/>
          </p:cNvSpPr>
          <p:nvPr/>
        </p:nvSpPr>
        <p:spPr bwMode="auto">
          <a:xfrm>
            <a:off x="611188" y="5019675"/>
            <a:ext cx="7777162" cy="1754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spcBef>
                <a:spcPct val="50000"/>
              </a:spcBef>
              <a:defRPr/>
            </a:pPr>
            <a:r>
              <a:rPr lang="zh-CN" altLang="en-US" sz="2400" dirty="0">
                <a:solidFill>
                  <a:srgbClr val="FF0000"/>
                </a:solidFill>
              </a:rPr>
              <a:t>隐式欧拉公式，</a:t>
            </a:r>
            <a:r>
              <a:rPr lang="zh-CN" altLang="en-US" sz="2400" dirty="0"/>
              <a:t>由于未知数</a:t>
            </a:r>
            <a:r>
              <a:rPr lang="en-US" altLang="zh-CN" sz="2400" dirty="0"/>
              <a:t> </a:t>
            </a:r>
            <a:r>
              <a:rPr lang="en-US" altLang="zh-CN" sz="2400" i="1" dirty="0">
                <a:solidFill>
                  <a:srgbClr val="FF3300"/>
                </a:solidFill>
              </a:rPr>
              <a:t>y</a:t>
            </a:r>
            <a:r>
              <a:rPr lang="en-US" altLang="zh-CN" sz="2400" i="1" baseline="-25000" dirty="0">
                <a:solidFill>
                  <a:srgbClr val="FF3300"/>
                </a:solidFill>
              </a:rPr>
              <a:t>i</a:t>
            </a:r>
            <a:r>
              <a:rPr lang="en-US" altLang="zh-CN" sz="2400" baseline="-25000" dirty="0">
                <a:solidFill>
                  <a:srgbClr val="FF3300"/>
                </a:solidFill>
              </a:rPr>
              <a:t>+1</a:t>
            </a:r>
            <a:r>
              <a:rPr lang="en-US" altLang="zh-CN" sz="2400" baseline="-25000" dirty="0"/>
              <a:t> </a:t>
            </a:r>
            <a:r>
              <a:rPr lang="zh-CN" altLang="en-US" sz="2400" dirty="0"/>
              <a:t>同时出现在等式的两边，不能直接得到，故称为</a:t>
            </a:r>
            <a:r>
              <a:rPr lang="zh-CN" altLang="en-US" sz="2400" dirty="0">
                <a:solidFill>
                  <a:schemeClr val="accent2"/>
                </a:solidFill>
              </a:rPr>
              <a:t>隐式</a:t>
            </a:r>
            <a:r>
              <a:rPr lang="en-US" altLang="zh-CN" sz="2400" dirty="0">
                <a:solidFill>
                  <a:schemeClr val="accent2"/>
                </a:solidFill>
              </a:rPr>
              <a:t> </a:t>
            </a:r>
            <a:r>
              <a:rPr lang="en-US" altLang="zh-CN" sz="2000" dirty="0">
                <a:solidFill>
                  <a:srgbClr val="008000"/>
                </a:solidFill>
                <a:latin typeface="Arial" charset="0"/>
              </a:rPr>
              <a:t>/* implicit */</a:t>
            </a:r>
            <a:r>
              <a:rPr lang="en-US" altLang="zh-CN" sz="2400" dirty="0">
                <a:solidFill>
                  <a:schemeClr val="accent2"/>
                </a:solidFill>
              </a:rPr>
              <a:t> </a:t>
            </a:r>
            <a:r>
              <a:rPr lang="zh-CN" altLang="en-US" sz="2400" dirty="0"/>
              <a:t>欧拉公式，而前者称为</a:t>
            </a:r>
            <a:r>
              <a:rPr lang="zh-CN" altLang="en-US" sz="2400" dirty="0">
                <a:solidFill>
                  <a:schemeClr val="accent2"/>
                </a:solidFill>
              </a:rPr>
              <a:t>显式</a:t>
            </a:r>
            <a:r>
              <a:rPr lang="en-US" altLang="zh-CN" sz="2400" dirty="0">
                <a:solidFill>
                  <a:schemeClr val="accent2"/>
                </a:solidFill>
              </a:rPr>
              <a:t> </a:t>
            </a:r>
            <a:r>
              <a:rPr lang="en-US" altLang="zh-CN" sz="2000" dirty="0">
                <a:solidFill>
                  <a:srgbClr val="008000"/>
                </a:solidFill>
                <a:latin typeface="Arial" charset="0"/>
              </a:rPr>
              <a:t>/* explicit */ </a:t>
            </a:r>
            <a:r>
              <a:rPr lang="zh-CN" altLang="en-US" sz="2400" dirty="0"/>
              <a:t>欧拉公式。</a:t>
            </a:r>
            <a:endParaRPr lang="en-US" altLang="zh-CN" sz="2400" dirty="0"/>
          </a:p>
          <a:p>
            <a:pPr algn="just" eaLnBrk="1" hangingPunct="1">
              <a:spcBef>
                <a:spcPct val="50000"/>
              </a:spcBef>
              <a:defRPr/>
            </a:pPr>
            <a:endParaRPr lang="en-US" altLang="zh-CN" sz="2400" dirty="0">
              <a:solidFill>
                <a:srgbClr val="FF0000"/>
              </a:solidFill>
            </a:endParaRPr>
          </a:p>
        </p:txBody>
      </p:sp>
      <p:grpSp>
        <p:nvGrpSpPr>
          <p:cNvPr id="22532" name="Group 7">
            <a:extLst>
              <a:ext uri="{FF2B5EF4-FFF2-40B4-BE49-F238E27FC236}">
                <a16:creationId xmlns:a16="http://schemas.microsoft.com/office/drawing/2014/main" id="{E04F10C5-5D01-1D48-8AE1-ED55258C109C}"/>
              </a:ext>
            </a:extLst>
          </p:cNvPr>
          <p:cNvGrpSpPr>
            <a:grpSpLocks/>
          </p:cNvGrpSpPr>
          <p:nvPr/>
        </p:nvGrpSpPr>
        <p:grpSpPr bwMode="auto">
          <a:xfrm>
            <a:off x="2484438" y="115888"/>
            <a:ext cx="3733800" cy="1447800"/>
            <a:chOff x="1392" y="1104"/>
            <a:chExt cx="2352" cy="912"/>
          </a:xfrm>
        </p:grpSpPr>
        <p:sp>
          <p:nvSpPr>
            <p:cNvPr id="13" name="AutoShape 6" descr="再生纸">
              <a:extLst>
                <a:ext uri="{FF2B5EF4-FFF2-40B4-BE49-F238E27FC236}">
                  <a16:creationId xmlns:a16="http://schemas.microsoft.com/office/drawing/2014/main" id="{32CE3BDC-0BE1-F54E-9DAD-78A4E8D5F8CB}"/>
                </a:ext>
              </a:extLst>
            </p:cNvPr>
            <p:cNvSpPr>
              <a:spLocks noChangeArrowheads="1"/>
            </p:cNvSpPr>
            <p:nvPr/>
          </p:nvSpPr>
          <p:spPr bwMode="auto">
            <a:xfrm>
              <a:off x="1392" y="1104"/>
              <a:ext cx="2352" cy="912"/>
            </a:xfrm>
            <a:prstGeom prst="bevel">
              <a:avLst>
                <a:gd name="adj" fmla="val 6639"/>
              </a:avLst>
            </a:prstGeom>
            <a:blipFill dpi="0" rotWithShape="0">
              <a:blip r:embed="rId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22541" name="Object 5">
              <a:extLst>
                <a:ext uri="{FF2B5EF4-FFF2-40B4-BE49-F238E27FC236}">
                  <a16:creationId xmlns:a16="http://schemas.microsoft.com/office/drawing/2014/main" id="{BA0C8CE5-0CC5-4F40-AAFC-2D176A437175}"/>
                </a:ext>
              </a:extLst>
            </p:cNvPr>
            <p:cNvGraphicFramePr>
              <a:graphicFrameLocks noChangeAspect="1"/>
            </p:cNvGraphicFramePr>
            <p:nvPr/>
          </p:nvGraphicFramePr>
          <p:xfrm>
            <a:off x="1488" y="1200"/>
            <a:ext cx="2160" cy="718"/>
          </p:xfrm>
          <a:graphic>
            <a:graphicData uri="http://schemas.openxmlformats.org/presentationml/2006/ole">
              <mc:AlternateContent xmlns:mc="http://schemas.openxmlformats.org/markup-compatibility/2006">
                <mc:Choice xmlns:v="urn:schemas-microsoft-com:vml" Requires="v">
                  <p:oleObj name="Equation" r:id="rId3" imgW="37160200" imgH="14046200" progId="Equation.3">
                    <p:embed/>
                  </p:oleObj>
                </mc:Choice>
                <mc:Fallback>
                  <p:oleObj name="Equation" r:id="rId3" imgW="37160200" imgH="14046200" progId="Equation.3">
                    <p:embed/>
                    <p:pic>
                      <p:nvPicPr>
                        <p:cNvPr id="22541" name="Object 5">
                          <a:extLst>
                            <a:ext uri="{FF2B5EF4-FFF2-40B4-BE49-F238E27FC236}">
                              <a16:creationId xmlns:a16="http://schemas.microsoft.com/office/drawing/2014/main" id="{BA0C8CE5-0CC5-4F40-AAFC-2D176A4371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200"/>
                          <a:ext cx="2160" cy="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22533" name="Group 2">
            <a:extLst>
              <a:ext uri="{FF2B5EF4-FFF2-40B4-BE49-F238E27FC236}">
                <a16:creationId xmlns:a16="http://schemas.microsoft.com/office/drawing/2014/main" id="{BEA93012-FC8A-E94F-857E-09F86D196B58}"/>
              </a:ext>
            </a:extLst>
          </p:cNvPr>
          <p:cNvGrpSpPr>
            <a:grpSpLocks/>
          </p:cNvGrpSpPr>
          <p:nvPr/>
        </p:nvGrpSpPr>
        <p:grpSpPr bwMode="auto">
          <a:xfrm>
            <a:off x="179388" y="2349500"/>
            <a:ext cx="7777162" cy="460375"/>
            <a:chOff x="683568" y="2348880"/>
            <a:chExt cx="7776864" cy="461665"/>
          </a:xfrm>
        </p:grpSpPr>
        <p:sp>
          <p:nvSpPr>
            <p:cNvPr id="15" name="Text Box 2">
              <a:extLst>
                <a:ext uri="{FF2B5EF4-FFF2-40B4-BE49-F238E27FC236}">
                  <a16:creationId xmlns:a16="http://schemas.microsoft.com/office/drawing/2014/main" id="{4B0B7A05-DC98-364B-9CCF-D4F85B15CAB1}"/>
                </a:ext>
              </a:extLst>
            </p:cNvPr>
            <p:cNvSpPr txBox="1">
              <a:spLocks noChangeArrowheads="1"/>
            </p:cNvSpPr>
            <p:nvPr/>
          </p:nvSpPr>
          <p:spPr bwMode="auto">
            <a:xfrm>
              <a:off x="683568" y="2348880"/>
              <a:ext cx="777686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400">
                  <a:latin typeface="宋体" panose="02010600030101010101" pitchFamily="2" charset="-122"/>
                </a:rPr>
                <a:t> </a:t>
              </a:r>
              <a:r>
                <a:rPr lang="zh-CN" altLang="en-US" sz="2400">
                  <a:latin typeface="宋体" panose="02010600030101010101" pitchFamily="2" charset="-122"/>
                </a:rPr>
                <a:t>将微分方程两端在区间</a:t>
              </a:r>
              <a:r>
                <a:rPr lang="en-US" altLang="zh-CN" sz="2400">
                  <a:latin typeface="宋体" panose="02010600030101010101" pitchFamily="2" charset="-122"/>
                </a:rPr>
                <a:t>                  </a:t>
              </a:r>
              <a:r>
                <a:rPr lang="zh-CN" altLang="en-US" sz="2400">
                  <a:latin typeface="宋体" panose="02010600030101010101" pitchFamily="2" charset="-122"/>
                </a:rPr>
                <a:t>上求积分，可得</a:t>
              </a:r>
              <a:r>
                <a:rPr lang="en-US" altLang="zh-CN" sz="2400">
                  <a:latin typeface="宋体" panose="02010600030101010101" pitchFamily="2" charset="-122"/>
                </a:rPr>
                <a:t>        </a:t>
              </a:r>
              <a:endParaRPr lang="en-US" altLang="zh-CN" sz="2400">
                <a:latin typeface="Tahoma" panose="020B0604030504040204" pitchFamily="34" charset="0"/>
              </a:endParaRPr>
            </a:p>
          </p:txBody>
        </p:sp>
        <p:graphicFrame>
          <p:nvGraphicFramePr>
            <p:cNvPr id="22539" name="Object 8">
              <a:extLst>
                <a:ext uri="{FF2B5EF4-FFF2-40B4-BE49-F238E27FC236}">
                  <a16:creationId xmlns:a16="http://schemas.microsoft.com/office/drawing/2014/main" id="{C914C862-2FF1-1140-A929-0A31BC76798A}"/>
                </a:ext>
              </a:extLst>
            </p:cNvPr>
            <p:cNvGraphicFramePr>
              <a:graphicFrameLocks noChangeAspect="1"/>
            </p:cNvGraphicFramePr>
            <p:nvPr/>
          </p:nvGraphicFramePr>
          <p:xfrm>
            <a:off x="4104307" y="2349500"/>
            <a:ext cx="1547813" cy="431800"/>
          </p:xfrm>
          <a:graphic>
            <a:graphicData uri="http://schemas.openxmlformats.org/presentationml/2006/ole">
              <mc:AlternateContent xmlns:mc="http://schemas.openxmlformats.org/markup-compatibility/2006">
                <mc:Choice xmlns:v="urn:schemas-microsoft-com:vml" Requires="v">
                  <p:oleObj name="Equation" r:id="rId5" imgW="533400" imgH="241300" progId="Equation.3">
                    <p:embed/>
                  </p:oleObj>
                </mc:Choice>
                <mc:Fallback>
                  <p:oleObj name="Equation" r:id="rId5" imgW="533400" imgH="241300" progId="Equation.3">
                    <p:embed/>
                    <p:pic>
                      <p:nvPicPr>
                        <p:cNvPr id="22539" name="Object 8">
                          <a:extLst>
                            <a:ext uri="{FF2B5EF4-FFF2-40B4-BE49-F238E27FC236}">
                              <a16:creationId xmlns:a16="http://schemas.microsoft.com/office/drawing/2014/main" id="{C914C862-2FF1-1140-A929-0A31BC7679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4307" y="2349500"/>
                          <a:ext cx="1547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Object 3">
            <a:extLst>
              <a:ext uri="{FF2B5EF4-FFF2-40B4-BE49-F238E27FC236}">
                <a16:creationId xmlns:a16="http://schemas.microsoft.com/office/drawing/2014/main" id="{0BF4A823-BF4F-A647-A5F3-F9758508A56C}"/>
              </a:ext>
            </a:extLst>
          </p:cNvPr>
          <p:cNvGraphicFramePr>
            <a:graphicFrameLocks noChangeAspect="1"/>
          </p:cNvGraphicFramePr>
          <p:nvPr/>
        </p:nvGraphicFramePr>
        <p:xfrm>
          <a:off x="1201738" y="2924175"/>
          <a:ext cx="6884987" cy="754063"/>
        </p:xfrm>
        <a:graphic>
          <a:graphicData uri="http://schemas.openxmlformats.org/presentationml/2006/ole">
            <mc:AlternateContent xmlns:mc="http://schemas.openxmlformats.org/markup-compatibility/2006">
              <mc:Choice xmlns:v="urn:schemas-microsoft-com:vml" Requires="v">
                <p:oleObj name="Equation" r:id="rId7" imgW="3035300" imgH="355600" progId="Equation.3">
                  <p:embed/>
                </p:oleObj>
              </mc:Choice>
              <mc:Fallback>
                <p:oleObj name="Equation" r:id="rId7" imgW="3035300" imgH="355600" progId="Equation.3">
                  <p:embed/>
                  <p:pic>
                    <p:nvPicPr>
                      <p:cNvPr id="17" name="Object 3">
                        <a:extLst>
                          <a:ext uri="{FF2B5EF4-FFF2-40B4-BE49-F238E27FC236}">
                            <a16:creationId xmlns:a16="http://schemas.microsoft.com/office/drawing/2014/main" id="{0BF4A823-BF4F-A647-A5F3-F9758508A5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1738" y="2924175"/>
                        <a:ext cx="6884987"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5">
            <a:extLst>
              <a:ext uri="{FF2B5EF4-FFF2-40B4-BE49-F238E27FC236}">
                <a16:creationId xmlns:a16="http://schemas.microsoft.com/office/drawing/2014/main" id="{69906FDE-19BB-7049-8F92-45EFAE505EDB}"/>
              </a:ext>
            </a:extLst>
          </p:cNvPr>
          <p:cNvGraphicFramePr>
            <a:graphicFrameLocks noChangeAspect="1"/>
          </p:cNvGraphicFramePr>
          <p:nvPr/>
        </p:nvGraphicFramePr>
        <p:xfrm>
          <a:off x="1727200" y="4005263"/>
          <a:ext cx="5938838" cy="546100"/>
        </p:xfrm>
        <a:graphic>
          <a:graphicData uri="http://schemas.openxmlformats.org/presentationml/2006/ole">
            <mc:AlternateContent xmlns:mc="http://schemas.openxmlformats.org/markup-compatibility/2006">
              <mc:Choice xmlns:v="urn:schemas-microsoft-com:vml" Requires="v">
                <p:oleObj name="Equation" r:id="rId9" imgW="2082800" imgH="241300" progId="Equation.3">
                  <p:embed/>
                </p:oleObj>
              </mc:Choice>
              <mc:Fallback>
                <p:oleObj name="Equation" r:id="rId9" imgW="2082800" imgH="241300" progId="Equation.3">
                  <p:embed/>
                  <p:pic>
                    <p:nvPicPr>
                      <p:cNvPr id="21" name="Object 5">
                        <a:extLst>
                          <a:ext uri="{FF2B5EF4-FFF2-40B4-BE49-F238E27FC236}">
                            <a16:creationId xmlns:a16="http://schemas.microsoft.com/office/drawing/2014/main" id="{69906FDE-19BB-7049-8F92-45EFAE505ED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27200" y="4005263"/>
                        <a:ext cx="593883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3">
            <a:extLst>
              <a:ext uri="{FF2B5EF4-FFF2-40B4-BE49-F238E27FC236}">
                <a16:creationId xmlns:a16="http://schemas.microsoft.com/office/drawing/2014/main" id="{6FDBFF81-1F3C-0E49-8CB5-5264D99FEEF0}"/>
              </a:ext>
            </a:extLst>
          </p:cNvPr>
          <p:cNvSpPr>
            <a:spLocks noChangeArrowheads="1"/>
          </p:cNvSpPr>
          <p:nvPr/>
        </p:nvSpPr>
        <p:spPr bwMode="auto">
          <a:xfrm>
            <a:off x="611188" y="4005263"/>
            <a:ext cx="801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2400"/>
              <a:t>从而</a:t>
            </a:r>
            <a:endParaRPr lang="en-US" altLang="en-CN" sz="2400"/>
          </a:p>
        </p:txBody>
      </p:sp>
      <p:sp>
        <p:nvSpPr>
          <p:cNvPr id="19" name="Text Box 92">
            <a:extLst>
              <a:ext uri="{FF2B5EF4-FFF2-40B4-BE49-F238E27FC236}">
                <a16:creationId xmlns:a16="http://schemas.microsoft.com/office/drawing/2014/main" id="{21FCC7DD-F4DB-D84E-8727-BB4BD836E69E}"/>
              </a:ext>
            </a:extLst>
          </p:cNvPr>
          <p:cNvSpPr txBox="1">
            <a:spLocks noChangeArrowheads="1"/>
          </p:cNvSpPr>
          <p:nvPr/>
        </p:nvSpPr>
        <p:spPr bwMode="auto">
          <a:xfrm>
            <a:off x="611188" y="6237288"/>
            <a:ext cx="6553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dirty="0"/>
              <a:t>一般先用显式计算一个初值，再</a:t>
            </a:r>
            <a:r>
              <a:rPr lang="zh-CN" altLang="en-US" sz="2400" dirty="0">
                <a:solidFill>
                  <a:schemeClr val="accent2"/>
                </a:solidFill>
              </a:rPr>
              <a:t>迭代</a:t>
            </a:r>
            <a:r>
              <a:rPr lang="zh-CN" altLang="en-US" sz="2400" dirty="0"/>
              <a:t>求解。</a:t>
            </a:r>
            <a:endParaRPr lang="en-US" altLang="zh-CN" sz="2400" dirty="0"/>
          </a:p>
        </p:txBody>
      </p:sp>
    </p:spTree>
    <p:extLst>
      <p:ext uri="{BB962C8B-B14F-4D97-AF65-F5344CB8AC3E}">
        <p14:creationId xmlns:p14="http://schemas.microsoft.com/office/powerpoint/2010/main" val="3930378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199">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animEffect transition="in" filter="blinds(horizontal)">
                                      <p:cBhvr>
                                        <p:cTn id="31"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6" descr="再生纸">
            <a:extLst>
              <a:ext uri="{FF2B5EF4-FFF2-40B4-BE49-F238E27FC236}">
                <a16:creationId xmlns:a16="http://schemas.microsoft.com/office/drawing/2014/main" id="{8125BBB4-F599-B14C-9A48-0FD37A2428D3}"/>
              </a:ext>
            </a:extLst>
          </p:cNvPr>
          <p:cNvSpPr>
            <a:spLocks noChangeArrowheads="1"/>
          </p:cNvSpPr>
          <p:nvPr/>
        </p:nvSpPr>
        <p:spPr bwMode="auto">
          <a:xfrm>
            <a:off x="1547813" y="3860800"/>
            <a:ext cx="6337300" cy="865188"/>
          </a:xfrm>
          <a:prstGeom prst="bevel">
            <a:avLst>
              <a:gd name="adj" fmla="val 6639"/>
            </a:avLst>
          </a:prstGeom>
          <a:blipFill dpi="0" rotWithShape="0">
            <a:blip r:embed="rId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sp>
        <p:nvSpPr>
          <p:cNvPr id="8194" name="Text Box 2">
            <a:extLst>
              <a:ext uri="{FF2B5EF4-FFF2-40B4-BE49-F238E27FC236}">
                <a16:creationId xmlns:a16="http://schemas.microsoft.com/office/drawing/2014/main" id="{76B9AF6F-8BB4-3344-8371-9DCDB535C283}"/>
              </a:ext>
            </a:extLst>
          </p:cNvPr>
          <p:cNvSpPr txBox="1">
            <a:spLocks noChangeArrowheads="1"/>
          </p:cNvSpPr>
          <p:nvPr/>
        </p:nvSpPr>
        <p:spPr bwMode="auto">
          <a:xfrm>
            <a:off x="468313" y="1773238"/>
            <a:ext cx="6569075" cy="52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marL="457200" indent="-457200" algn="just" eaLnBrk="1" hangingPunct="1">
              <a:buFont typeface="Wingdings" charset="2"/>
              <a:buChar char="²"/>
              <a:defRPr/>
            </a:pPr>
            <a:r>
              <a:rPr lang="zh-CN" altLang="en-US" b="1" dirty="0">
                <a:solidFill>
                  <a:srgbClr val="0000FF"/>
                </a:solidFill>
                <a:cs typeface="Times New Roman" charset="0"/>
              </a:rPr>
              <a:t>用梯形公式</a:t>
            </a:r>
            <a:r>
              <a:rPr lang="zh-TW" altLang="en-US" b="1" dirty="0">
                <a:solidFill>
                  <a:srgbClr val="0000FF"/>
                </a:solidFill>
                <a:cs typeface="Times New Roman" charset="0"/>
              </a:rPr>
              <a:t> </a:t>
            </a:r>
          </a:p>
        </p:txBody>
      </p:sp>
      <p:sp>
        <p:nvSpPr>
          <p:cNvPr id="8199" name="Text Box 7">
            <a:extLst>
              <a:ext uri="{FF2B5EF4-FFF2-40B4-BE49-F238E27FC236}">
                <a16:creationId xmlns:a16="http://schemas.microsoft.com/office/drawing/2014/main" id="{6F74E335-E4D7-4848-B51E-06AB1B9EC740}"/>
              </a:ext>
            </a:extLst>
          </p:cNvPr>
          <p:cNvSpPr txBox="1">
            <a:spLocks noChangeArrowheads="1"/>
          </p:cNvSpPr>
          <p:nvPr/>
        </p:nvSpPr>
        <p:spPr bwMode="auto">
          <a:xfrm>
            <a:off x="611188" y="5019675"/>
            <a:ext cx="7777162" cy="830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spcBef>
                <a:spcPct val="50000"/>
              </a:spcBef>
              <a:defRPr/>
            </a:pPr>
            <a:r>
              <a:rPr lang="zh-CN" altLang="en-US" sz="2400" dirty="0">
                <a:solidFill>
                  <a:srgbClr val="FF0000"/>
                </a:solidFill>
              </a:rPr>
              <a:t>梯形公式，</a:t>
            </a:r>
            <a:r>
              <a:rPr lang="zh-CN" altLang="en-US" sz="2400" dirty="0"/>
              <a:t>由于未知数</a:t>
            </a:r>
            <a:r>
              <a:rPr lang="en-US" altLang="zh-CN" sz="2400" dirty="0"/>
              <a:t> </a:t>
            </a:r>
            <a:r>
              <a:rPr lang="en-US" altLang="zh-CN" sz="2400" i="1" dirty="0">
                <a:solidFill>
                  <a:srgbClr val="FF3300"/>
                </a:solidFill>
              </a:rPr>
              <a:t>y</a:t>
            </a:r>
            <a:r>
              <a:rPr lang="en-US" altLang="zh-CN" sz="2400" i="1" baseline="-25000" dirty="0">
                <a:solidFill>
                  <a:srgbClr val="FF3300"/>
                </a:solidFill>
              </a:rPr>
              <a:t>i</a:t>
            </a:r>
            <a:r>
              <a:rPr lang="en-US" altLang="zh-CN" sz="2400" baseline="-25000" dirty="0">
                <a:solidFill>
                  <a:srgbClr val="FF3300"/>
                </a:solidFill>
              </a:rPr>
              <a:t>+1</a:t>
            </a:r>
            <a:r>
              <a:rPr lang="en-US" altLang="zh-CN" sz="2400" baseline="-25000" dirty="0"/>
              <a:t> </a:t>
            </a:r>
            <a:r>
              <a:rPr lang="zh-CN" altLang="en-US" sz="2400" dirty="0"/>
              <a:t>同时出现在等式的两边，不能直接求解</a:t>
            </a:r>
            <a:endParaRPr lang="en-US" altLang="zh-CN" sz="2400" dirty="0">
              <a:solidFill>
                <a:srgbClr val="FF0000"/>
              </a:solidFill>
            </a:endParaRPr>
          </a:p>
        </p:txBody>
      </p:sp>
      <p:grpSp>
        <p:nvGrpSpPr>
          <p:cNvPr id="23556" name="Group 7">
            <a:extLst>
              <a:ext uri="{FF2B5EF4-FFF2-40B4-BE49-F238E27FC236}">
                <a16:creationId xmlns:a16="http://schemas.microsoft.com/office/drawing/2014/main" id="{23EE7B4A-DC8E-AB4A-BAE2-85C53D178983}"/>
              </a:ext>
            </a:extLst>
          </p:cNvPr>
          <p:cNvGrpSpPr>
            <a:grpSpLocks/>
          </p:cNvGrpSpPr>
          <p:nvPr/>
        </p:nvGrpSpPr>
        <p:grpSpPr bwMode="auto">
          <a:xfrm>
            <a:off x="2484438" y="115888"/>
            <a:ext cx="3733800" cy="1447800"/>
            <a:chOff x="1392" y="1104"/>
            <a:chExt cx="2352" cy="912"/>
          </a:xfrm>
        </p:grpSpPr>
        <p:sp>
          <p:nvSpPr>
            <p:cNvPr id="13" name="AutoShape 6" descr="再生纸">
              <a:extLst>
                <a:ext uri="{FF2B5EF4-FFF2-40B4-BE49-F238E27FC236}">
                  <a16:creationId xmlns:a16="http://schemas.microsoft.com/office/drawing/2014/main" id="{EF20B457-9840-EE49-9873-C1CA564E574C}"/>
                </a:ext>
              </a:extLst>
            </p:cNvPr>
            <p:cNvSpPr>
              <a:spLocks noChangeArrowheads="1"/>
            </p:cNvSpPr>
            <p:nvPr/>
          </p:nvSpPr>
          <p:spPr bwMode="auto">
            <a:xfrm>
              <a:off x="1392" y="1104"/>
              <a:ext cx="2352" cy="912"/>
            </a:xfrm>
            <a:prstGeom prst="bevel">
              <a:avLst>
                <a:gd name="adj" fmla="val 6639"/>
              </a:avLst>
            </a:prstGeom>
            <a:blipFill dpi="0" rotWithShape="0">
              <a:blip r:embed="rId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23564" name="Object 5">
              <a:extLst>
                <a:ext uri="{FF2B5EF4-FFF2-40B4-BE49-F238E27FC236}">
                  <a16:creationId xmlns:a16="http://schemas.microsoft.com/office/drawing/2014/main" id="{5B1B97AE-A3AE-4745-B561-933559D6AAD9}"/>
                </a:ext>
              </a:extLst>
            </p:cNvPr>
            <p:cNvGraphicFramePr>
              <a:graphicFrameLocks noChangeAspect="1"/>
            </p:cNvGraphicFramePr>
            <p:nvPr/>
          </p:nvGraphicFramePr>
          <p:xfrm>
            <a:off x="1488" y="1200"/>
            <a:ext cx="2160" cy="718"/>
          </p:xfrm>
          <a:graphic>
            <a:graphicData uri="http://schemas.openxmlformats.org/presentationml/2006/ole">
              <mc:AlternateContent xmlns:mc="http://schemas.openxmlformats.org/markup-compatibility/2006">
                <mc:Choice xmlns:v="urn:schemas-microsoft-com:vml" Requires="v">
                  <p:oleObj name="Equation" r:id="rId3" imgW="37160200" imgH="14046200" progId="Equation.3">
                    <p:embed/>
                  </p:oleObj>
                </mc:Choice>
                <mc:Fallback>
                  <p:oleObj name="Equation" r:id="rId3" imgW="37160200" imgH="14046200" progId="Equation.3">
                    <p:embed/>
                    <p:pic>
                      <p:nvPicPr>
                        <p:cNvPr id="23564" name="Object 5">
                          <a:extLst>
                            <a:ext uri="{FF2B5EF4-FFF2-40B4-BE49-F238E27FC236}">
                              <a16:creationId xmlns:a16="http://schemas.microsoft.com/office/drawing/2014/main" id="{5B1B97AE-A3AE-4745-B561-933559D6AA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200"/>
                          <a:ext cx="2160" cy="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23557" name="Group 2">
            <a:extLst>
              <a:ext uri="{FF2B5EF4-FFF2-40B4-BE49-F238E27FC236}">
                <a16:creationId xmlns:a16="http://schemas.microsoft.com/office/drawing/2014/main" id="{1ABB8A59-88DC-454B-B891-08A767C74FB3}"/>
              </a:ext>
            </a:extLst>
          </p:cNvPr>
          <p:cNvGrpSpPr>
            <a:grpSpLocks/>
          </p:cNvGrpSpPr>
          <p:nvPr/>
        </p:nvGrpSpPr>
        <p:grpSpPr bwMode="auto">
          <a:xfrm>
            <a:off x="179388" y="2349500"/>
            <a:ext cx="7777162" cy="460375"/>
            <a:chOff x="683568" y="2348880"/>
            <a:chExt cx="7776864" cy="461665"/>
          </a:xfrm>
        </p:grpSpPr>
        <p:sp>
          <p:nvSpPr>
            <p:cNvPr id="15" name="Text Box 2">
              <a:extLst>
                <a:ext uri="{FF2B5EF4-FFF2-40B4-BE49-F238E27FC236}">
                  <a16:creationId xmlns:a16="http://schemas.microsoft.com/office/drawing/2014/main" id="{C907E774-829A-AF47-A4F2-C84609951016}"/>
                </a:ext>
              </a:extLst>
            </p:cNvPr>
            <p:cNvSpPr txBox="1">
              <a:spLocks noChangeArrowheads="1"/>
            </p:cNvSpPr>
            <p:nvPr/>
          </p:nvSpPr>
          <p:spPr bwMode="auto">
            <a:xfrm>
              <a:off x="683568" y="2348880"/>
              <a:ext cx="7776864"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400">
                  <a:latin typeface="宋体" panose="02010600030101010101" pitchFamily="2" charset="-122"/>
                </a:rPr>
                <a:t> </a:t>
              </a:r>
              <a:r>
                <a:rPr lang="zh-CN" altLang="en-US" sz="2400">
                  <a:latin typeface="宋体" panose="02010600030101010101" pitchFamily="2" charset="-122"/>
                </a:rPr>
                <a:t>将微分方程两端在区间</a:t>
              </a:r>
              <a:r>
                <a:rPr lang="en-US" altLang="zh-CN" sz="2400">
                  <a:latin typeface="宋体" panose="02010600030101010101" pitchFamily="2" charset="-122"/>
                </a:rPr>
                <a:t>                  </a:t>
              </a:r>
              <a:r>
                <a:rPr lang="zh-CN" altLang="en-US" sz="2400">
                  <a:latin typeface="宋体" panose="02010600030101010101" pitchFamily="2" charset="-122"/>
                </a:rPr>
                <a:t>上求积分，可得</a:t>
              </a:r>
              <a:r>
                <a:rPr lang="en-US" altLang="zh-CN" sz="2400">
                  <a:latin typeface="宋体" panose="02010600030101010101" pitchFamily="2" charset="-122"/>
                </a:rPr>
                <a:t>        </a:t>
              </a:r>
              <a:endParaRPr lang="en-US" altLang="zh-CN" sz="2400">
                <a:latin typeface="Tahoma" panose="020B0604030504040204" pitchFamily="34" charset="0"/>
              </a:endParaRPr>
            </a:p>
          </p:txBody>
        </p:sp>
        <p:graphicFrame>
          <p:nvGraphicFramePr>
            <p:cNvPr id="23562" name="Object 8">
              <a:extLst>
                <a:ext uri="{FF2B5EF4-FFF2-40B4-BE49-F238E27FC236}">
                  <a16:creationId xmlns:a16="http://schemas.microsoft.com/office/drawing/2014/main" id="{B3CC7B6F-AADA-E140-87C6-A3DAE5024B4C}"/>
                </a:ext>
              </a:extLst>
            </p:cNvPr>
            <p:cNvGraphicFramePr>
              <a:graphicFrameLocks noChangeAspect="1"/>
            </p:cNvGraphicFramePr>
            <p:nvPr/>
          </p:nvGraphicFramePr>
          <p:xfrm>
            <a:off x="4104307" y="2349500"/>
            <a:ext cx="1547813" cy="431800"/>
          </p:xfrm>
          <a:graphic>
            <a:graphicData uri="http://schemas.openxmlformats.org/presentationml/2006/ole">
              <mc:AlternateContent xmlns:mc="http://schemas.openxmlformats.org/markup-compatibility/2006">
                <mc:Choice xmlns:v="urn:schemas-microsoft-com:vml" Requires="v">
                  <p:oleObj name="Equation" r:id="rId5" imgW="533400" imgH="241300" progId="Equation.3">
                    <p:embed/>
                  </p:oleObj>
                </mc:Choice>
                <mc:Fallback>
                  <p:oleObj name="Equation" r:id="rId5" imgW="533400" imgH="241300" progId="Equation.3">
                    <p:embed/>
                    <p:pic>
                      <p:nvPicPr>
                        <p:cNvPr id="23562" name="Object 8">
                          <a:extLst>
                            <a:ext uri="{FF2B5EF4-FFF2-40B4-BE49-F238E27FC236}">
                              <a16:creationId xmlns:a16="http://schemas.microsoft.com/office/drawing/2014/main" id="{B3CC7B6F-AADA-E140-87C6-A3DAE5024B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4307" y="2349500"/>
                          <a:ext cx="15478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7" name="Object 3">
            <a:extLst>
              <a:ext uri="{FF2B5EF4-FFF2-40B4-BE49-F238E27FC236}">
                <a16:creationId xmlns:a16="http://schemas.microsoft.com/office/drawing/2014/main" id="{3295B2CB-84A5-644D-909F-5BEF2CE8FE70}"/>
              </a:ext>
            </a:extLst>
          </p:cNvPr>
          <p:cNvGraphicFramePr>
            <a:graphicFrameLocks noChangeAspect="1"/>
          </p:cNvGraphicFramePr>
          <p:nvPr/>
        </p:nvGraphicFramePr>
        <p:xfrm>
          <a:off x="1331913" y="2930525"/>
          <a:ext cx="7010400" cy="690563"/>
        </p:xfrm>
        <a:graphic>
          <a:graphicData uri="http://schemas.openxmlformats.org/presentationml/2006/ole">
            <mc:AlternateContent xmlns:mc="http://schemas.openxmlformats.org/markup-compatibility/2006">
              <mc:Choice xmlns:v="urn:schemas-microsoft-com:vml" Requires="v">
                <p:oleObj name="Equation" r:id="rId7" imgW="3873500" imgH="406400" progId="Equation.3">
                  <p:embed/>
                </p:oleObj>
              </mc:Choice>
              <mc:Fallback>
                <p:oleObj name="Equation" r:id="rId7" imgW="3873500" imgH="406400" progId="Equation.3">
                  <p:embed/>
                  <p:pic>
                    <p:nvPicPr>
                      <p:cNvPr id="17" name="Object 3">
                        <a:extLst>
                          <a:ext uri="{FF2B5EF4-FFF2-40B4-BE49-F238E27FC236}">
                            <a16:creationId xmlns:a16="http://schemas.microsoft.com/office/drawing/2014/main" id="{3295B2CB-84A5-644D-909F-5BEF2CE8FE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2930525"/>
                        <a:ext cx="70104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3">
            <a:extLst>
              <a:ext uri="{FF2B5EF4-FFF2-40B4-BE49-F238E27FC236}">
                <a16:creationId xmlns:a16="http://schemas.microsoft.com/office/drawing/2014/main" id="{9BFD7D01-2CDC-3341-81C7-5591732812FF}"/>
              </a:ext>
            </a:extLst>
          </p:cNvPr>
          <p:cNvSpPr>
            <a:spLocks noChangeArrowheads="1"/>
          </p:cNvSpPr>
          <p:nvPr/>
        </p:nvSpPr>
        <p:spPr bwMode="auto">
          <a:xfrm>
            <a:off x="611188" y="4005263"/>
            <a:ext cx="801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2400"/>
              <a:t>从而</a:t>
            </a:r>
            <a:endParaRPr lang="en-US" altLang="en-CN" sz="2400"/>
          </a:p>
        </p:txBody>
      </p:sp>
      <p:graphicFrame>
        <p:nvGraphicFramePr>
          <p:cNvPr id="14" name="Object 105">
            <a:extLst>
              <a:ext uri="{FF2B5EF4-FFF2-40B4-BE49-F238E27FC236}">
                <a16:creationId xmlns:a16="http://schemas.microsoft.com/office/drawing/2014/main" id="{8AEA7901-9211-6E46-8E77-984B75248DB2}"/>
              </a:ext>
            </a:extLst>
          </p:cNvPr>
          <p:cNvGraphicFramePr>
            <a:graphicFrameLocks noChangeAspect="1"/>
          </p:cNvGraphicFramePr>
          <p:nvPr/>
        </p:nvGraphicFramePr>
        <p:xfrm>
          <a:off x="1692275" y="3933825"/>
          <a:ext cx="6096000" cy="692150"/>
        </p:xfrm>
        <a:graphic>
          <a:graphicData uri="http://schemas.openxmlformats.org/presentationml/2006/ole">
            <mc:AlternateContent xmlns:mc="http://schemas.openxmlformats.org/markup-compatibility/2006">
              <mc:Choice xmlns:v="urn:schemas-microsoft-com:vml" Requires="v">
                <p:oleObj name="Equation" r:id="rId9" imgW="79870300" imgH="9067800" progId="Equation.3">
                  <p:embed/>
                </p:oleObj>
              </mc:Choice>
              <mc:Fallback>
                <p:oleObj name="Equation" r:id="rId9" imgW="79870300" imgH="9067800" progId="Equation.3">
                  <p:embed/>
                  <p:pic>
                    <p:nvPicPr>
                      <p:cNvPr id="14" name="Object 105">
                        <a:extLst>
                          <a:ext uri="{FF2B5EF4-FFF2-40B4-BE49-F238E27FC236}">
                            <a16:creationId xmlns:a16="http://schemas.microsoft.com/office/drawing/2014/main" id="{8AEA7901-9211-6E46-8E77-984B75248DB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3933825"/>
                        <a:ext cx="6096000" cy="692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40929678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par>
                                <p:cTn id="18" presetID="3" presetClass="entr" presetSubtype="1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linds(horizontal)">
                                      <p:cBhvr>
                                        <p:cTn id="20" dur="500"/>
                                        <p:tgtEl>
                                          <p:spTgt spid="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8199"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D69A776B-14AC-C44C-88C0-34C65CDF1219}"/>
              </a:ext>
            </a:extLst>
          </p:cNvPr>
          <p:cNvSpPr txBox="1">
            <a:spLocks noChangeArrowheads="1"/>
          </p:cNvSpPr>
          <p:nvPr/>
        </p:nvSpPr>
        <p:spPr bwMode="auto">
          <a:xfrm>
            <a:off x="304800" y="152400"/>
            <a:ext cx="62484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b="1">
                <a:ea typeface="宋体" panose="02010600030101010101" pitchFamily="2" charset="-122"/>
              </a:rPr>
              <a:t>§  </a:t>
            </a:r>
            <a:r>
              <a:rPr lang="zh-CN" altLang="en-US" b="1">
                <a:ea typeface="宋体" panose="02010600030101010101" pitchFamily="2" charset="-122"/>
              </a:rPr>
              <a:t>误差分析</a:t>
            </a:r>
            <a:endParaRPr lang="en-US" altLang="zh-CN" sz="2000" b="1">
              <a:solidFill>
                <a:srgbClr val="008000"/>
              </a:solidFill>
              <a:latin typeface="Arial" panose="020B0604020202020204" pitchFamily="34" charset="0"/>
            </a:endParaRPr>
          </a:p>
        </p:txBody>
      </p:sp>
      <p:sp>
        <p:nvSpPr>
          <p:cNvPr id="50179" name="Text Box 3">
            <a:extLst>
              <a:ext uri="{FF2B5EF4-FFF2-40B4-BE49-F238E27FC236}">
                <a16:creationId xmlns:a16="http://schemas.microsoft.com/office/drawing/2014/main" id="{45B3D5C1-92A8-6F47-8BD2-A3F79A860D4F}"/>
              </a:ext>
            </a:extLst>
          </p:cNvPr>
          <p:cNvSpPr txBox="1">
            <a:spLocks noChangeArrowheads="1"/>
          </p:cNvSpPr>
          <p:nvPr/>
        </p:nvSpPr>
        <p:spPr bwMode="auto">
          <a:xfrm>
            <a:off x="381000" y="884238"/>
            <a:ext cx="2438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400" b="1" dirty="0">
                <a:solidFill>
                  <a:schemeClr val="accent2"/>
                </a:solidFill>
                <a:sym typeface="Wingdings" charset="0"/>
              </a:rPr>
              <a:t></a:t>
            </a:r>
            <a:r>
              <a:rPr lang="en-US" altLang="zh-CN" sz="2400" b="1" dirty="0">
                <a:sym typeface="Wingdings" charset="0"/>
              </a:rPr>
              <a:t> </a:t>
            </a:r>
            <a:r>
              <a:rPr lang="zh-CN" altLang="en-US" sz="2400" b="1" dirty="0"/>
              <a:t>欧拉公式：</a:t>
            </a:r>
            <a:endParaRPr lang="en-US" altLang="zh-CN" sz="2400" b="1" dirty="0"/>
          </a:p>
        </p:txBody>
      </p:sp>
      <p:grpSp>
        <p:nvGrpSpPr>
          <p:cNvPr id="50204" name="Group 28">
            <a:extLst>
              <a:ext uri="{FF2B5EF4-FFF2-40B4-BE49-F238E27FC236}">
                <a16:creationId xmlns:a16="http://schemas.microsoft.com/office/drawing/2014/main" id="{60548EF0-957A-BE46-AD97-7A8017E080FC}"/>
              </a:ext>
            </a:extLst>
          </p:cNvPr>
          <p:cNvGrpSpPr>
            <a:grpSpLocks/>
          </p:cNvGrpSpPr>
          <p:nvPr/>
        </p:nvGrpSpPr>
        <p:grpSpPr bwMode="auto">
          <a:xfrm>
            <a:off x="539750" y="1557338"/>
            <a:ext cx="4876800" cy="762000"/>
            <a:chOff x="1104" y="1776"/>
            <a:chExt cx="3072" cy="480"/>
          </a:xfrm>
        </p:grpSpPr>
        <p:sp>
          <p:nvSpPr>
            <p:cNvPr id="50203" name="AutoShape 27" descr="再生纸">
              <a:extLst>
                <a:ext uri="{FF2B5EF4-FFF2-40B4-BE49-F238E27FC236}">
                  <a16:creationId xmlns:a16="http://schemas.microsoft.com/office/drawing/2014/main" id="{B295ECF1-942C-C140-A686-AB5901E8E7D8}"/>
                </a:ext>
              </a:extLst>
            </p:cNvPr>
            <p:cNvSpPr>
              <a:spLocks noChangeArrowheads="1"/>
            </p:cNvSpPr>
            <p:nvPr/>
          </p:nvSpPr>
          <p:spPr bwMode="auto">
            <a:xfrm>
              <a:off x="1104" y="1776"/>
              <a:ext cx="3072" cy="480"/>
            </a:xfrm>
            <a:prstGeom prst="bevel">
              <a:avLst>
                <a:gd name="adj" fmla="val 8750"/>
              </a:avLst>
            </a:prstGeom>
            <a:blipFill dpi="0" rotWithShape="0">
              <a:blip r:embed="rId10"/>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24607" name="Object 26">
              <a:extLst>
                <a:ext uri="{FF2B5EF4-FFF2-40B4-BE49-F238E27FC236}">
                  <a16:creationId xmlns:a16="http://schemas.microsoft.com/office/drawing/2014/main" id="{4B9DEFF2-8168-9A44-B344-04ACE2DDD4FD}"/>
                </a:ext>
              </a:extLst>
            </p:cNvPr>
            <p:cNvGraphicFramePr>
              <a:graphicFrameLocks noChangeAspect="1"/>
            </p:cNvGraphicFramePr>
            <p:nvPr/>
          </p:nvGraphicFramePr>
          <p:xfrm>
            <a:off x="1200" y="1872"/>
            <a:ext cx="2880" cy="260"/>
          </p:xfrm>
          <a:graphic>
            <a:graphicData uri="http://schemas.openxmlformats.org/presentationml/2006/ole">
              <mc:AlternateContent xmlns:mc="http://schemas.openxmlformats.org/markup-compatibility/2006">
                <mc:Choice xmlns:v="urn:schemas-microsoft-com:vml" Requires="v">
                  <p:oleObj name="Equation" r:id="rId11" imgW="56756300" imgH="5270500" progId="Equation.3">
                    <p:embed/>
                  </p:oleObj>
                </mc:Choice>
                <mc:Fallback>
                  <p:oleObj name="Equation" r:id="rId11" imgW="56756300" imgH="5270500" progId="Equation.3">
                    <p:embed/>
                    <p:pic>
                      <p:nvPicPr>
                        <p:cNvPr id="24607" name="Object 26">
                          <a:extLst>
                            <a:ext uri="{FF2B5EF4-FFF2-40B4-BE49-F238E27FC236}">
                              <a16:creationId xmlns:a16="http://schemas.microsoft.com/office/drawing/2014/main" id="{4B9DEFF2-8168-9A44-B344-04ACE2DDD4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0" y="1872"/>
                          <a:ext cx="2880"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50217" name="Group 41">
            <a:extLst>
              <a:ext uri="{FF2B5EF4-FFF2-40B4-BE49-F238E27FC236}">
                <a16:creationId xmlns:a16="http://schemas.microsoft.com/office/drawing/2014/main" id="{2649F730-2660-A74E-BF4F-70C651347E62}"/>
              </a:ext>
            </a:extLst>
          </p:cNvPr>
          <p:cNvGrpSpPr>
            <a:grpSpLocks/>
          </p:cNvGrpSpPr>
          <p:nvPr/>
        </p:nvGrpSpPr>
        <p:grpSpPr bwMode="auto">
          <a:xfrm>
            <a:off x="381000" y="2708275"/>
            <a:ext cx="8229600" cy="1333500"/>
            <a:chOff x="288" y="2064"/>
            <a:chExt cx="5184" cy="840"/>
          </a:xfrm>
        </p:grpSpPr>
        <p:sp>
          <p:nvSpPr>
            <p:cNvPr id="50206" name="AutoShape 30" descr="水滴">
              <a:extLst>
                <a:ext uri="{FF2B5EF4-FFF2-40B4-BE49-F238E27FC236}">
                  <a16:creationId xmlns:a16="http://schemas.microsoft.com/office/drawing/2014/main" id="{ADF937C2-97BE-204D-ABEC-5EC163F5BE52}"/>
                </a:ext>
              </a:extLst>
            </p:cNvPr>
            <p:cNvSpPr>
              <a:spLocks noChangeArrowheads="1"/>
            </p:cNvSpPr>
            <p:nvPr/>
          </p:nvSpPr>
          <p:spPr bwMode="auto">
            <a:xfrm>
              <a:off x="336" y="2112"/>
              <a:ext cx="480" cy="266"/>
            </a:xfrm>
            <a:prstGeom prst="roundRect">
              <a:avLst>
                <a:gd name="adj" fmla="val 16667"/>
              </a:avLst>
            </a:prstGeom>
            <a:blipFill dpi="0" rotWithShape="0">
              <a:blip r:embed="rId13"/>
              <a:srcRect/>
              <a:tile tx="0" ty="0" sx="100000" sy="100000" flip="none" algn="tl"/>
            </a:blipFill>
            <a:ln w="9525">
              <a:round/>
              <a:headEnd/>
              <a:tailEnd/>
            </a:ln>
            <a:effectLst/>
            <a:scene3d>
              <a:camera prst="legacyObliqueTopLeft"/>
              <a:lightRig rig="legacyFlat3" dir="t"/>
            </a:scene3d>
            <a:sp3d extrusionH="201600" prstMaterial="legacyMatte">
              <a:bevelT w="13500" h="13500" prst="angle"/>
              <a:bevelB w="13500" h="13500" prst="angle"/>
              <a:extrusionClr>
                <a:srgbClr val="CCFFFF"/>
              </a:extrusionClr>
            </a:sp3d>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flatTx/>
            </a:bodyPr>
            <a:lstStyle/>
            <a:p>
              <a:pPr algn="ctr">
                <a:defRPr/>
              </a:pPr>
              <a:r>
                <a:rPr kumimoji="0" lang="zh-CN" altLang="en-US" sz="2400" b="1">
                  <a:solidFill>
                    <a:schemeClr val="accent2"/>
                  </a:solidFill>
                  <a:latin typeface="Times New Roman" charset="0"/>
                  <a:ea typeface="ＭＳ Ｐゴシック" charset="0"/>
                  <a:cs typeface="楷体_GB2312" charset="0"/>
                </a:rPr>
                <a:t>定义</a:t>
              </a:r>
              <a:endParaRPr kumimoji="0" lang="en-US" altLang="zh-CN" sz="2400" b="1">
                <a:solidFill>
                  <a:schemeClr val="accent2"/>
                </a:solidFill>
                <a:latin typeface="Times New Roman" charset="0"/>
                <a:ea typeface="ＭＳ Ｐゴシック" charset="0"/>
                <a:cs typeface="楷体_GB2312" charset="0"/>
              </a:endParaRPr>
            </a:p>
          </p:txBody>
        </p:sp>
        <p:sp>
          <p:nvSpPr>
            <p:cNvPr id="50207" name="Text Box 31">
              <a:extLst>
                <a:ext uri="{FF2B5EF4-FFF2-40B4-BE49-F238E27FC236}">
                  <a16:creationId xmlns:a16="http://schemas.microsoft.com/office/drawing/2014/main" id="{194C0B97-D7A6-184C-B6DA-E1EB181A18FE}"/>
                </a:ext>
              </a:extLst>
            </p:cNvPr>
            <p:cNvSpPr txBox="1">
              <a:spLocks noChangeArrowheads="1"/>
            </p:cNvSpPr>
            <p:nvPr/>
          </p:nvSpPr>
          <p:spPr bwMode="auto">
            <a:xfrm>
              <a:off x="288" y="2064"/>
              <a:ext cx="5184" cy="8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lnSpc>
                  <a:spcPct val="120000"/>
                </a:lnSpc>
                <a:defRPr/>
              </a:pPr>
              <a:r>
                <a:rPr lang="zh-CN" altLang="en-US" sz="2400" b="1"/>
                <a:t>　　　在假设</a:t>
              </a:r>
              <a:r>
                <a:rPr lang="en-US" altLang="zh-CN" sz="2400" b="1"/>
                <a:t> </a:t>
              </a:r>
              <a:r>
                <a:rPr lang="en-US" altLang="zh-CN" sz="2400" b="1" i="1">
                  <a:solidFill>
                    <a:schemeClr val="accent2"/>
                  </a:solidFill>
                </a:rPr>
                <a:t>y</a:t>
              </a:r>
              <a:r>
                <a:rPr lang="en-US" altLang="zh-CN" sz="2400" b="1" i="1" baseline="-25000">
                  <a:solidFill>
                    <a:schemeClr val="accent2"/>
                  </a:solidFill>
                </a:rPr>
                <a:t>i</a:t>
              </a:r>
              <a:r>
                <a:rPr lang="en-US" altLang="zh-CN" sz="2400" b="1">
                  <a:solidFill>
                    <a:schemeClr val="accent2"/>
                  </a:solidFill>
                </a:rPr>
                <a:t> =</a:t>
              </a:r>
              <a:r>
                <a:rPr lang="en-US" altLang="zh-CN" sz="2400" b="1" i="1">
                  <a:solidFill>
                    <a:schemeClr val="accent2"/>
                  </a:solidFill>
                </a:rPr>
                <a:t> y</a:t>
              </a:r>
              <a:r>
                <a:rPr lang="en-US" altLang="zh-CN" sz="2400" b="1">
                  <a:solidFill>
                    <a:schemeClr val="accent2"/>
                  </a:solidFill>
                </a:rPr>
                <a:t>(</a:t>
              </a:r>
              <a:r>
                <a:rPr lang="en-US" altLang="zh-CN" sz="2400" b="1" i="1">
                  <a:solidFill>
                    <a:schemeClr val="accent2"/>
                  </a:solidFill>
                </a:rPr>
                <a:t>x</a:t>
              </a:r>
              <a:r>
                <a:rPr lang="en-US" altLang="zh-CN" sz="2400" b="1" i="1" baseline="-25000">
                  <a:solidFill>
                    <a:schemeClr val="accent2"/>
                  </a:solidFill>
                </a:rPr>
                <a:t>i</a:t>
              </a:r>
              <a:r>
                <a:rPr lang="en-US" altLang="zh-CN" sz="2400" b="1">
                  <a:solidFill>
                    <a:schemeClr val="accent2"/>
                  </a:solidFill>
                </a:rPr>
                <a:t>)</a:t>
              </a:r>
              <a:r>
                <a:rPr lang="zh-CN" altLang="en-US" sz="2400" b="1"/>
                <a:t>，即第</a:t>
              </a:r>
              <a:r>
                <a:rPr lang="en-US" altLang="zh-CN" sz="2400" b="1" i="1"/>
                <a:t> i</a:t>
              </a:r>
              <a:r>
                <a:rPr lang="en-US" altLang="zh-CN" sz="2400" b="1"/>
                <a:t> </a:t>
              </a:r>
              <a:r>
                <a:rPr lang="zh-CN" altLang="en-US" sz="2400" b="1"/>
                <a:t>步计算是精确的前提下，考虑的截断误差</a:t>
              </a:r>
              <a:r>
                <a:rPr lang="en-US" altLang="zh-CN" sz="2400" b="1"/>
                <a:t> </a:t>
              </a:r>
              <a:r>
                <a:rPr lang="en-US" altLang="zh-CN" sz="2400" b="1" i="1">
                  <a:solidFill>
                    <a:schemeClr val="accent2"/>
                  </a:solidFill>
                </a:rPr>
                <a:t>R</a:t>
              </a:r>
              <a:r>
                <a:rPr lang="en-US" altLang="zh-CN" sz="2400" b="1" i="1" baseline="-25000">
                  <a:solidFill>
                    <a:schemeClr val="accent2"/>
                  </a:solidFill>
                </a:rPr>
                <a:t>i</a:t>
              </a:r>
              <a:r>
                <a:rPr lang="en-US" altLang="zh-CN" sz="2400" b="1">
                  <a:solidFill>
                    <a:schemeClr val="accent2"/>
                  </a:solidFill>
                </a:rPr>
                <a:t> =</a:t>
              </a:r>
              <a:r>
                <a:rPr lang="en-US" altLang="zh-CN" sz="2400" b="1" i="1">
                  <a:solidFill>
                    <a:schemeClr val="accent2"/>
                  </a:solidFill>
                </a:rPr>
                <a:t> y</a:t>
              </a:r>
              <a:r>
                <a:rPr lang="en-US" altLang="zh-CN" sz="2400" b="1">
                  <a:solidFill>
                    <a:schemeClr val="accent2"/>
                  </a:solidFill>
                </a:rPr>
                <a:t>(</a:t>
              </a:r>
              <a:r>
                <a:rPr lang="en-US" altLang="zh-CN" sz="2400" b="1" i="1">
                  <a:solidFill>
                    <a:schemeClr val="accent2"/>
                  </a:solidFill>
                </a:rPr>
                <a:t>x</a:t>
              </a:r>
              <a:r>
                <a:rPr lang="en-US" altLang="zh-CN" sz="2400" b="1" i="1" baseline="-25000">
                  <a:solidFill>
                    <a:schemeClr val="accent2"/>
                  </a:solidFill>
                </a:rPr>
                <a:t>i</a:t>
              </a:r>
              <a:r>
                <a:rPr lang="en-US" altLang="zh-CN" sz="2400" b="1" baseline="-25000">
                  <a:solidFill>
                    <a:schemeClr val="accent2"/>
                  </a:solidFill>
                </a:rPr>
                <a:t>+1</a:t>
              </a:r>
              <a:r>
                <a:rPr lang="en-US" altLang="zh-CN" sz="2400" b="1">
                  <a:solidFill>
                    <a:schemeClr val="accent2"/>
                  </a:solidFill>
                </a:rPr>
                <a:t>) </a:t>
              </a:r>
              <a:r>
                <a:rPr lang="en-US" altLang="zh-CN" sz="2400" b="1">
                  <a:solidFill>
                    <a:schemeClr val="accent2"/>
                  </a:solidFill>
                  <a:sym typeface="Symbol" charset="0"/>
                </a:rPr>
                <a:t></a:t>
              </a:r>
              <a:r>
                <a:rPr lang="en-US" altLang="zh-CN" sz="2400" b="1">
                  <a:solidFill>
                    <a:schemeClr val="accent2"/>
                  </a:solidFill>
                </a:rPr>
                <a:t> </a:t>
              </a:r>
              <a:r>
                <a:rPr lang="en-US" altLang="zh-CN" sz="2400" b="1" i="1">
                  <a:solidFill>
                    <a:schemeClr val="accent2"/>
                  </a:solidFill>
                </a:rPr>
                <a:t>y</a:t>
              </a:r>
              <a:r>
                <a:rPr lang="en-US" altLang="zh-CN" sz="2400" b="1" i="1" baseline="-25000">
                  <a:solidFill>
                    <a:schemeClr val="accent2"/>
                  </a:solidFill>
                </a:rPr>
                <a:t>i</a:t>
              </a:r>
              <a:r>
                <a:rPr lang="en-US" altLang="zh-CN" sz="2400" b="1" baseline="-25000">
                  <a:solidFill>
                    <a:schemeClr val="accent2"/>
                  </a:solidFill>
                </a:rPr>
                <a:t>+1 </a:t>
              </a:r>
              <a:r>
                <a:rPr lang="zh-CN" altLang="en-US" sz="2400" b="1"/>
                <a:t>称为</a:t>
              </a:r>
              <a:r>
                <a:rPr lang="zh-CN" altLang="en-US" sz="2400" b="1">
                  <a:solidFill>
                    <a:schemeClr val="accent2"/>
                  </a:solidFill>
                </a:rPr>
                <a:t>局部截断误差</a:t>
              </a:r>
              <a:r>
                <a:rPr lang="en-US" altLang="zh-CN" sz="2400" b="1">
                  <a:solidFill>
                    <a:schemeClr val="accent2"/>
                  </a:solidFill>
                </a:rPr>
                <a:t> </a:t>
              </a:r>
              <a:r>
                <a:rPr lang="en-US" altLang="zh-CN" sz="2000" b="1">
                  <a:solidFill>
                    <a:srgbClr val="008000"/>
                  </a:solidFill>
                  <a:latin typeface="Arial" charset="0"/>
                </a:rPr>
                <a:t>/* local truncation error */</a:t>
              </a:r>
              <a:r>
                <a:rPr lang="zh-CN" altLang="en-US" sz="2000" b="1">
                  <a:solidFill>
                    <a:srgbClr val="008000"/>
                  </a:solidFill>
                  <a:latin typeface="Arial" charset="0"/>
                </a:rPr>
                <a:t>。</a:t>
              </a:r>
              <a:endParaRPr lang="en-US" altLang="zh-CN" sz="2000" b="1">
                <a:solidFill>
                  <a:srgbClr val="008000"/>
                </a:solidFill>
                <a:latin typeface="Arial" charset="0"/>
              </a:endParaRPr>
            </a:p>
          </p:txBody>
        </p:sp>
      </p:grpSp>
      <p:grpSp>
        <p:nvGrpSpPr>
          <p:cNvPr id="50218" name="Group 42">
            <a:extLst>
              <a:ext uri="{FF2B5EF4-FFF2-40B4-BE49-F238E27FC236}">
                <a16:creationId xmlns:a16="http://schemas.microsoft.com/office/drawing/2014/main" id="{66F50D27-68E1-8E41-AEDE-D020420383BE}"/>
              </a:ext>
            </a:extLst>
          </p:cNvPr>
          <p:cNvGrpSpPr>
            <a:grpSpLocks/>
          </p:cNvGrpSpPr>
          <p:nvPr/>
        </p:nvGrpSpPr>
        <p:grpSpPr bwMode="auto">
          <a:xfrm>
            <a:off x="457200" y="4267200"/>
            <a:ext cx="8153400" cy="968375"/>
            <a:chOff x="288" y="2736"/>
            <a:chExt cx="5136" cy="610"/>
          </a:xfrm>
        </p:grpSpPr>
        <p:sp>
          <p:nvSpPr>
            <p:cNvPr id="50210" name="AutoShape 34" descr="水滴">
              <a:extLst>
                <a:ext uri="{FF2B5EF4-FFF2-40B4-BE49-F238E27FC236}">
                  <a16:creationId xmlns:a16="http://schemas.microsoft.com/office/drawing/2014/main" id="{BB303012-1379-094C-AFDA-B6ABDF3986B1}"/>
                </a:ext>
              </a:extLst>
            </p:cNvPr>
            <p:cNvSpPr>
              <a:spLocks noChangeArrowheads="1"/>
            </p:cNvSpPr>
            <p:nvPr/>
          </p:nvSpPr>
          <p:spPr bwMode="auto">
            <a:xfrm>
              <a:off x="336" y="2784"/>
              <a:ext cx="480" cy="266"/>
            </a:xfrm>
            <a:prstGeom prst="roundRect">
              <a:avLst>
                <a:gd name="adj" fmla="val 16667"/>
              </a:avLst>
            </a:prstGeom>
            <a:blipFill dpi="0" rotWithShape="0">
              <a:blip r:embed="rId13"/>
              <a:srcRect/>
              <a:tile tx="0" ty="0" sx="100000" sy="100000" flip="none" algn="tl"/>
            </a:blipFill>
            <a:ln w="9525">
              <a:round/>
              <a:headEnd/>
              <a:tailEnd/>
            </a:ln>
            <a:effectLst/>
            <a:scene3d>
              <a:camera prst="legacyObliqueTopLeft"/>
              <a:lightRig rig="legacyFlat3" dir="t"/>
            </a:scene3d>
            <a:sp3d extrusionH="201600" prstMaterial="legacyMatte">
              <a:bevelT w="13500" h="13500" prst="angle"/>
              <a:bevelB w="13500" h="13500" prst="angle"/>
              <a:extrusionClr>
                <a:srgbClr val="CCFFFF"/>
              </a:extrusionClr>
            </a:sp3d>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flatTx/>
            </a:bodyPr>
            <a:lstStyle/>
            <a:p>
              <a:pPr algn="ctr">
                <a:defRPr/>
              </a:pPr>
              <a:r>
                <a:rPr kumimoji="0" lang="zh-CN" altLang="en-US" sz="2400" b="1">
                  <a:solidFill>
                    <a:schemeClr val="accent2"/>
                  </a:solidFill>
                  <a:latin typeface="Times New Roman" charset="0"/>
                  <a:ea typeface="ＭＳ Ｐゴシック" charset="0"/>
                  <a:cs typeface="楷体_GB2312" charset="0"/>
                </a:rPr>
                <a:t>定义</a:t>
              </a:r>
              <a:endParaRPr kumimoji="0" lang="en-US" altLang="zh-CN" sz="2400" b="1">
                <a:solidFill>
                  <a:schemeClr val="accent2"/>
                </a:solidFill>
                <a:latin typeface="Times New Roman" charset="0"/>
                <a:ea typeface="ＭＳ Ｐゴシック" charset="0"/>
                <a:cs typeface="楷体_GB2312" charset="0"/>
              </a:endParaRPr>
            </a:p>
          </p:txBody>
        </p:sp>
        <p:sp>
          <p:nvSpPr>
            <p:cNvPr id="50211" name="Text Box 35">
              <a:extLst>
                <a:ext uri="{FF2B5EF4-FFF2-40B4-BE49-F238E27FC236}">
                  <a16:creationId xmlns:a16="http://schemas.microsoft.com/office/drawing/2014/main" id="{40EEDC4B-79B0-3943-A9E4-049B3A111DE3}"/>
                </a:ext>
              </a:extLst>
            </p:cNvPr>
            <p:cNvSpPr txBox="1">
              <a:spLocks noChangeArrowheads="1"/>
            </p:cNvSpPr>
            <p:nvPr/>
          </p:nvSpPr>
          <p:spPr bwMode="auto">
            <a:xfrm>
              <a:off x="288" y="2736"/>
              <a:ext cx="5136" cy="6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lnSpc>
                  <a:spcPct val="120000"/>
                </a:lnSpc>
                <a:defRPr/>
              </a:pPr>
              <a:r>
                <a:rPr lang="zh-CN" altLang="en-US" sz="2400" b="1"/>
                <a:t>　　　若某算法的局部截断误差为</a:t>
              </a:r>
              <a:r>
                <a:rPr lang="en-US" altLang="zh-CN" sz="2400" b="1" i="1">
                  <a:solidFill>
                    <a:schemeClr val="accent2"/>
                  </a:solidFill>
                </a:rPr>
                <a:t>O</a:t>
              </a:r>
              <a:r>
                <a:rPr lang="en-US" altLang="zh-CN" sz="2400" b="1">
                  <a:solidFill>
                    <a:schemeClr val="accent2"/>
                  </a:solidFill>
                </a:rPr>
                <a:t>(</a:t>
              </a:r>
              <a:r>
                <a:rPr lang="en-US" altLang="zh-CN" sz="2400" b="1" i="1">
                  <a:solidFill>
                    <a:schemeClr val="accent2"/>
                  </a:solidFill>
                </a:rPr>
                <a:t>h</a:t>
              </a:r>
              <a:r>
                <a:rPr lang="en-US" altLang="zh-CN" sz="2400" b="1" i="1" baseline="30000">
                  <a:solidFill>
                    <a:schemeClr val="accent2"/>
                  </a:solidFill>
                </a:rPr>
                <a:t>p</a:t>
              </a:r>
              <a:r>
                <a:rPr lang="en-US" altLang="zh-CN" sz="2400" b="1" baseline="30000">
                  <a:solidFill>
                    <a:schemeClr val="accent2"/>
                  </a:solidFill>
                </a:rPr>
                <a:t>+1</a:t>
              </a:r>
              <a:r>
                <a:rPr lang="en-US" altLang="zh-CN" sz="2400" b="1">
                  <a:solidFill>
                    <a:schemeClr val="accent2"/>
                  </a:solidFill>
                </a:rPr>
                <a:t>)</a:t>
              </a:r>
              <a:r>
                <a:rPr lang="zh-CN" altLang="en-US" sz="2400" b="1"/>
                <a:t>，则称该算法有</a:t>
              </a:r>
              <a:r>
                <a:rPr lang="en-US" altLang="zh-CN" sz="2400" b="1" i="1">
                  <a:solidFill>
                    <a:schemeClr val="accent2"/>
                  </a:solidFill>
                </a:rPr>
                <a:t>p</a:t>
              </a:r>
              <a:r>
                <a:rPr lang="en-US" altLang="zh-CN" sz="2400" b="1"/>
                <a:t> </a:t>
              </a:r>
              <a:r>
                <a:rPr lang="zh-CN" altLang="en-US" sz="2400" b="1"/>
                <a:t>阶精度。</a:t>
              </a:r>
              <a:endParaRPr lang="en-US" altLang="zh-CN" sz="2400" b="1"/>
            </a:p>
          </p:txBody>
        </p:sp>
      </p:grpSp>
      <p:sp>
        <p:nvSpPr>
          <p:cNvPr id="50215" name="Text Box 39">
            <a:extLst>
              <a:ext uri="{FF2B5EF4-FFF2-40B4-BE49-F238E27FC236}">
                <a16:creationId xmlns:a16="http://schemas.microsoft.com/office/drawing/2014/main" id="{926C99AD-8A4A-7741-8357-2A59FD043E37}"/>
              </a:ext>
            </a:extLst>
          </p:cNvPr>
          <p:cNvSpPr txBox="1">
            <a:spLocks noChangeArrowheads="1"/>
          </p:cNvSpPr>
          <p:nvPr/>
        </p:nvSpPr>
        <p:spPr bwMode="auto">
          <a:xfrm>
            <a:off x="457200" y="5181600"/>
            <a:ext cx="47244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3200" b="1">
                <a:solidFill>
                  <a:schemeClr val="accent2"/>
                </a:solidFill>
                <a:sym typeface="Wingdings" charset="0"/>
              </a:rPr>
              <a:t></a:t>
            </a:r>
            <a:r>
              <a:rPr lang="en-US" altLang="zh-CN" sz="2400" b="1">
                <a:sym typeface="Wingdings" charset="0"/>
              </a:rPr>
              <a:t> </a:t>
            </a:r>
            <a:r>
              <a:rPr lang="zh-CN" altLang="en-US" sz="2400" b="1"/>
              <a:t>欧拉法的局部截断误差：</a:t>
            </a:r>
            <a:endParaRPr lang="en-US" altLang="zh-CN" sz="2400" b="1"/>
          </a:p>
        </p:txBody>
      </p:sp>
      <p:graphicFrame>
        <p:nvGraphicFramePr>
          <p:cNvPr id="50216" name="Object 40">
            <a:extLst>
              <a:ext uri="{FF2B5EF4-FFF2-40B4-BE49-F238E27FC236}">
                <a16:creationId xmlns:a16="http://schemas.microsoft.com/office/drawing/2014/main" id="{BC302EF9-D55B-2446-A26C-1F9DA1F3A775}"/>
              </a:ext>
            </a:extLst>
          </p:cNvPr>
          <p:cNvGraphicFramePr>
            <a:graphicFrameLocks noChangeAspect="1"/>
          </p:cNvGraphicFramePr>
          <p:nvPr/>
        </p:nvGraphicFramePr>
        <p:xfrm>
          <a:off x="914400" y="5715000"/>
          <a:ext cx="7426325" cy="450850"/>
        </p:xfrm>
        <a:graphic>
          <a:graphicData uri="http://schemas.openxmlformats.org/presentationml/2006/ole">
            <mc:AlternateContent xmlns:mc="http://schemas.openxmlformats.org/markup-compatibility/2006">
              <mc:Choice xmlns:v="urn:schemas-microsoft-com:vml" Requires="v">
                <p:oleObj name="Equation" r:id="rId14" imgW="106502200" imgH="5854700" progId="Equation.3">
                  <p:embed/>
                </p:oleObj>
              </mc:Choice>
              <mc:Fallback>
                <p:oleObj name="Equation" r:id="rId14" imgW="106502200" imgH="5854700" progId="Equation.3">
                  <p:embed/>
                  <p:pic>
                    <p:nvPicPr>
                      <p:cNvPr id="50216" name="Object 40">
                        <a:extLst>
                          <a:ext uri="{FF2B5EF4-FFF2-40B4-BE49-F238E27FC236}">
                            <a16:creationId xmlns:a16="http://schemas.microsoft.com/office/drawing/2014/main" id="{BC302EF9-D55B-2446-A26C-1F9DA1F3A77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4400" y="5715000"/>
                        <a:ext cx="7426325"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50221" name="Group 45">
            <a:extLst>
              <a:ext uri="{FF2B5EF4-FFF2-40B4-BE49-F238E27FC236}">
                <a16:creationId xmlns:a16="http://schemas.microsoft.com/office/drawing/2014/main" id="{0DC624D0-86D3-7E42-9C66-AA3B174CC2F8}"/>
              </a:ext>
            </a:extLst>
          </p:cNvPr>
          <p:cNvGrpSpPr>
            <a:grpSpLocks/>
          </p:cNvGrpSpPr>
          <p:nvPr/>
        </p:nvGrpSpPr>
        <p:grpSpPr bwMode="auto">
          <a:xfrm>
            <a:off x="3124200" y="5791200"/>
            <a:ext cx="3962400" cy="381000"/>
            <a:chOff x="1968" y="3648"/>
            <a:chExt cx="2496" cy="240"/>
          </a:xfrm>
        </p:grpSpPr>
        <p:sp>
          <p:nvSpPr>
            <p:cNvPr id="50219" name="Line 43">
              <a:extLst>
                <a:ext uri="{FF2B5EF4-FFF2-40B4-BE49-F238E27FC236}">
                  <a16:creationId xmlns:a16="http://schemas.microsoft.com/office/drawing/2014/main" id="{B272AEFE-D31B-D640-BDA4-81BE256B15BB}"/>
                </a:ext>
              </a:extLst>
            </p:cNvPr>
            <p:cNvSpPr>
              <a:spLocks noChangeShapeType="1"/>
            </p:cNvSpPr>
            <p:nvPr/>
          </p:nvSpPr>
          <p:spPr bwMode="auto">
            <a:xfrm flipV="1">
              <a:off x="1968" y="3648"/>
              <a:ext cx="240" cy="240"/>
            </a:xfrm>
            <a:prstGeom prst="line">
              <a:avLst/>
            </a:prstGeom>
            <a:noFill/>
            <a:ln w="25400">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0220" name="Line 44">
              <a:extLst>
                <a:ext uri="{FF2B5EF4-FFF2-40B4-BE49-F238E27FC236}">
                  <a16:creationId xmlns:a16="http://schemas.microsoft.com/office/drawing/2014/main" id="{8881A307-3757-3D4D-827C-90A5935640EA}"/>
                </a:ext>
              </a:extLst>
            </p:cNvPr>
            <p:cNvSpPr>
              <a:spLocks noChangeShapeType="1"/>
            </p:cNvSpPr>
            <p:nvPr/>
          </p:nvSpPr>
          <p:spPr bwMode="auto">
            <a:xfrm flipV="1">
              <a:off x="4224" y="3648"/>
              <a:ext cx="240" cy="240"/>
            </a:xfrm>
            <a:prstGeom prst="line">
              <a:avLst/>
            </a:prstGeom>
            <a:noFill/>
            <a:ln w="25400">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50222" name="Group 46">
            <a:extLst>
              <a:ext uri="{FF2B5EF4-FFF2-40B4-BE49-F238E27FC236}">
                <a16:creationId xmlns:a16="http://schemas.microsoft.com/office/drawing/2014/main" id="{B18E4472-F12E-A94E-A334-10E6BB4C1EC7}"/>
              </a:ext>
            </a:extLst>
          </p:cNvPr>
          <p:cNvGrpSpPr>
            <a:grpSpLocks/>
          </p:cNvGrpSpPr>
          <p:nvPr/>
        </p:nvGrpSpPr>
        <p:grpSpPr bwMode="auto">
          <a:xfrm>
            <a:off x="4038600" y="5791200"/>
            <a:ext cx="3962400" cy="381000"/>
            <a:chOff x="1968" y="3648"/>
            <a:chExt cx="2496" cy="240"/>
          </a:xfrm>
        </p:grpSpPr>
        <p:sp>
          <p:nvSpPr>
            <p:cNvPr id="50223" name="Line 47">
              <a:extLst>
                <a:ext uri="{FF2B5EF4-FFF2-40B4-BE49-F238E27FC236}">
                  <a16:creationId xmlns:a16="http://schemas.microsoft.com/office/drawing/2014/main" id="{23559D87-6491-B547-A5D5-D74A6B1E8E5F}"/>
                </a:ext>
              </a:extLst>
            </p:cNvPr>
            <p:cNvSpPr>
              <a:spLocks noChangeShapeType="1"/>
            </p:cNvSpPr>
            <p:nvPr/>
          </p:nvSpPr>
          <p:spPr bwMode="auto">
            <a:xfrm flipV="1">
              <a:off x="1968" y="3648"/>
              <a:ext cx="240" cy="240"/>
            </a:xfrm>
            <a:prstGeom prst="line">
              <a:avLst/>
            </a:prstGeom>
            <a:noFill/>
            <a:ln w="25400">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0224" name="Line 48">
              <a:extLst>
                <a:ext uri="{FF2B5EF4-FFF2-40B4-BE49-F238E27FC236}">
                  <a16:creationId xmlns:a16="http://schemas.microsoft.com/office/drawing/2014/main" id="{D15B7CAD-58CF-7942-B8F5-781B75AC4A42}"/>
                </a:ext>
              </a:extLst>
            </p:cNvPr>
            <p:cNvSpPr>
              <a:spLocks noChangeShapeType="1"/>
            </p:cNvSpPr>
            <p:nvPr/>
          </p:nvSpPr>
          <p:spPr bwMode="auto">
            <a:xfrm flipV="1">
              <a:off x="4224" y="3648"/>
              <a:ext cx="240" cy="240"/>
            </a:xfrm>
            <a:prstGeom prst="line">
              <a:avLst/>
            </a:prstGeom>
            <a:noFill/>
            <a:ln w="25400">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aphicFrame>
        <p:nvGraphicFramePr>
          <p:cNvPr id="50225" name="Object 49">
            <a:extLst>
              <a:ext uri="{FF2B5EF4-FFF2-40B4-BE49-F238E27FC236}">
                <a16:creationId xmlns:a16="http://schemas.microsoft.com/office/drawing/2014/main" id="{B67E621D-BF55-374D-8122-8451A4E999ED}"/>
              </a:ext>
            </a:extLst>
          </p:cNvPr>
          <p:cNvGraphicFramePr>
            <a:graphicFrameLocks noChangeAspect="1"/>
          </p:cNvGraphicFramePr>
          <p:nvPr/>
        </p:nvGraphicFramePr>
        <p:xfrm>
          <a:off x="1219200" y="6172200"/>
          <a:ext cx="2514600" cy="469900"/>
        </p:xfrm>
        <a:graphic>
          <a:graphicData uri="http://schemas.openxmlformats.org/presentationml/2006/ole">
            <mc:AlternateContent xmlns:mc="http://schemas.openxmlformats.org/markup-compatibility/2006">
              <mc:Choice xmlns:v="urn:schemas-microsoft-com:vml" Requires="v">
                <p:oleObj name="Equation" r:id="rId16" imgW="28092400" imgH="5854700" progId="Equation.3">
                  <p:embed/>
                </p:oleObj>
              </mc:Choice>
              <mc:Fallback>
                <p:oleObj name="Equation" r:id="rId16" imgW="28092400" imgH="5854700" progId="Equation.3">
                  <p:embed/>
                  <p:pic>
                    <p:nvPicPr>
                      <p:cNvPr id="50225" name="Object 49">
                        <a:extLst>
                          <a:ext uri="{FF2B5EF4-FFF2-40B4-BE49-F238E27FC236}">
                            <a16:creationId xmlns:a16="http://schemas.microsoft.com/office/drawing/2014/main" id="{B67E621D-BF55-374D-8122-8451A4E999E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19200" y="6172200"/>
                        <a:ext cx="25146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0226" name="Text Box 50">
            <a:extLst>
              <a:ext uri="{FF2B5EF4-FFF2-40B4-BE49-F238E27FC236}">
                <a16:creationId xmlns:a16="http://schemas.microsoft.com/office/drawing/2014/main" id="{66F2AF0B-4987-9B42-B390-819F2C1D3179}"/>
              </a:ext>
            </a:extLst>
          </p:cNvPr>
          <p:cNvSpPr txBox="1">
            <a:spLocks noChangeArrowheads="1"/>
          </p:cNvSpPr>
          <p:nvPr/>
        </p:nvSpPr>
        <p:spPr bwMode="auto">
          <a:xfrm>
            <a:off x="3886200" y="6172200"/>
            <a:ext cx="3657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欧拉法具有</a:t>
            </a:r>
            <a:r>
              <a:rPr lang="en-US" altLang="zh-CN" sz="2400" b="1"/>
              <a:t> </a:t>
            </a:r>
            <a:r>
              <a:rPr lang="en-US" altLang="zh-CN" sz="2400" b="1">
                <a:solidFill>
                  <a:schemeClr val="accent2"/>
                </a:solidFill>
              </a:rPr>
              <a:t>1 </a:t>
            </a:r>
            <a:r>
              <a:rPr lang="zh-CN" altLang="en-US" sz="2400" b="1"/>
              <a:t>阶精度。</a:t>
            </a:r>
            <a:endParaRPr lang="en-US" altLang="zh-CN" sz="2400" b="1"/>
          </a:p>
        </p:txBody>
      </p:sp>
      <p:sp>
        <p:nvSpPr>
          <p:cNvPr id="50227" name="AutoShape 51">
            <a:extLst>
              <a:ext uri="{FF2B5EF4-FFF2-40B4-BE49-F238E27FC236}">
                <a16:creationId xmlns:a16="http://schemas.microsoft.com/office/drawing/2014/main" id="{4A4B1576-F0A7-F74C-A9D0-E24BF9744E2F}"/>
              </a:ext>
            </a:extLst>
          </p:cNvPr>
          <p:cNvSpPr>
            <a:spLocks noChangeArrowheads="1"/>
          </p:cNvSpPr>
          <p:nvPr/>
        </p:nvSpPr>
        <p:spPr bwMode="auto">
          <a:xfrm>
            <a:off x="1752600" y="4343400"/>
            <a:ext cx="3733800" cy="1143000"/>
          </a:xfrm>
          <a:prstGeom prst="wedgeEllipseCallout">
            <a:avLst>
              <a:gd name="adj1" fmla="val -39116"/>
              <a:gd name="adj2" fmla="val 118333"/>
            </a:avLst>
          </a:prstGeom>
          <a:gradFill rotWithShape="0">
            <a:gsLst>
              <a:gs pos="0">
                <a:srgbClr val="C0C0C0"/>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ctr" eaLnBrk="1" hangingPunct="1"/>
            <a:r>
              <a:rPr lang="en-US" altLang="zh-CN" b="1" i="1"/>
              <a:t>R</a:t>
            </a:r>
            <a:r>
              <a:rPr lang="en-US" altLang="zh-CN" b="1" i="1" baseline="-25000"/>
              <a:t>i</a:t>
            </a:r>
            <a:r>
              <a:rPr lang="en-US" altLang="zh-CN" b="1"/>
              <a:t> </a:t>
            </a:r>
            <a:r>
              <a:rPr lang="zh-CN" altLang="en-US" b="1"/>
              <a:t>的</a:t>
            </a:r>
            <a:r>
              <a:rPr lang="zh-CN" altLang="en-US" b="1">
                <a:solidFill>
                  <a:schemeClr val="accent2"/>
                </a:solidFill>
              </a:rPr>
              <a:t>主项</a:t>
            </a:r>
            <a:endParaRPr lang="en-US" altLang="zh-CN" b="1">
              <a:solidFill>
                <a:schemeClr val="accent2"/>
              </a:solidFill>
            </a:endParaRPr>
          </a:p>
          <a:p>
            <a:pPr algn="ctr" eaLnBrk="1" hangingPunct="1"/>
            <a:r>
              <a:rPr lang="en-US" altLang="zh-CN" sz="2000" b="1">
                <a:solidFill>
                  <a:srgbClr val="008000"/>
                </a:solidFill>
                <a:latin typeface="Arial" panose="020B0604020202020204" pitchFamily="34" charset="0"/>
              </a:rPr>
              <a:t>/* leading term */</a:t>
            </a:r>
            <a:endParaRPr lang="en-US" altLang="zh-CN" sz="2000" b="1" i="1">
              <a:solidFill>
                <a:srgbClr val="008000"/>
              </a:solidFill>
              <a:latin typeface="Arial" panose="020B0604020202020204" pitchFamily="34" charset="0"/>
            </a:endParaRPr>
          </a:p>
        </p:txBody>
      </p:sp>
      <p:sp>
        <p:nvSpPr>
          <p:cNvPr id="50230" name="Freeform 54">
            <a:extLst>
              <a:ext uri="{FF2B5EF4-FFF2-40B4-BE49-F238E27FC236}">
                <a16:creationId xmlns:a16="http://schemas.microsoft.com/office/drawing/2014/main" id="{B17DD092-677C-CF4F-AB14-96C4D4FFF35A}"/>
              </a:ext>
            </a:extLst>
          </p:cNvPr>
          <p:cNvSpPr>
            <a:spLocks noChangeAspect="1"/>
          </p:cNvSpPr>
          <p:nvPr/>
        </p:nvSpPr>
        <p:spPr bwMode="auto">
          <a:xfrm>
            <a:off x="6437313" y="1866900"/>
            <a:ext cx="1587" cy="484188"/>
          </a:xfrm>
          <a:custGeom>
            <a:avLst/>
            <a:gdLst>
              <a:gd name="T0" fmla="*/ 0 w 1587"/>
              <a:gd name="T1" fmla="*/ 2147483647 h 566"/>
              <a:gd name="T2" fmla="*/ 0 w 1587"/>
              <a:gd name="T3" fmla="*/ 2147483647 h 566"/>
              <a:gd name="T4" fmla="*/ 0 w 1587"/>
              <a:gd name="T5" fmla="*/ 2147483647 h 566"/>
              <a:gd name="T6" fmla="*/ 0 w 1587"/>
              <a:gd name="T7" fmla="*/ 2147483647 h 566"/>
              <a:gd name="T8" fmla="*/ 0 w 1587"/>
              <a:gd name="T9" fmla="*/ 2147483647 h 566"/>
              <a:gd name="T10" fmla="*/ 0 w 1587"/>
              <a:gd name="T11" fmla="*/ 2147483647 h 566"/>
              <a:gd name="T12" fmla="*/ 0 w 1587"/>
              <a:gd name="T13" fmla="*/ 2147483647 h 566"/>
              <a:gd name="T14" fmla="*/ 0 w 1587"/>
              <a:gd name="T15" fmla="*/ 2147483647 h 566"/>
              <a:gd name="T16" fmla="*/ 0 w 1587"/>
              <a:gd name="T17" fmla="*/ 2147483647 h 566"/>
              <a:gd name="T18" fmla="*/ 0 w 1587"/>
              <a:gd name="T19" fmla="*/ 2147483647 h 566"/>
              <a:gd name="T20" fmla="*/ 0 w 1587"/>
              <a:gd name="T21" fmla="*/ 2147483647 h 566"/>
              <a:gd name="T22" fmla="*/ 0 w 1587"/>
              <a:gd name="T23" fmla="*/ 2147483647 h 566"/>
              <a:gd name="T24" fmla="*/ 0 w 1587"/>
              <a:gd name="T25" fmla="*/ 2147483647 h 566"/>
              <a:gd name="T26" fmla="*/ 0 w 1587"/>
              <a:gd name="T27" fmla="*/ 2147483647 h 566"/>
              <a:gd name="T28" fmla="*/ 0 w 1587"/>
              <a:gd name="T29" fmla="*/ 2147483647 h 566"/>
              <a:gd name="T30" fmla="*/ 0 w 1587"/>
              <a:gd name="T31" fmla="*/ 2147483647 h 566"/>
              <a:gd name="T32" fmla="*/ 0 w 1587"/>
              <a:gd name="T33" fmla="*/ 2147483647 h 566"/>
              <a:gd name="T34" fmla="*/ 0 w 1587"/>
              <a:gd name="T35" fmla="*/ 2147483647 h 566"/>
              <a:gd name="T36" fmla="*/ 0 w 1587"/>
              <a:gd name="T37" fmla="*/ 2147483647 h 566"/>
              <a:gd name="T38" fmla="*/ 0 w 1587"/>
              <a:gd name="T39" fmla="*/ 2147483647 h 566"/>
              <a:gd name="T40" fmla="*/ 0 w 1587"/>
              <a:gd name="T41" fmla="*/ 2147483647 h 566"/>
              <a:gd name="T42" fmla="*/ 0 w 1587"/>
              <a:gd name="T43" fmla="*/ 2147483647 h 566"/>
              <a:gd name="T44" fmla="*/ 0 w 1587"/>
              <a:gd name="T45" fmla="*/ 2147483647 h 566"/>
              <a:gd name="T46" fmla="*/ 0 w 1587"/>
              <a:gd name="T47" fmla="*/ 2147483647 h 566"/>
              <a:gd name="T48" fmla="*/ 0 w 1587"/>
              <a:gd name="T49" fmla="*/ 2147483647 h 566"/>
              <a:gd name="T50" fmla="*/ 0 w 1587"/>
              <a:gd name="T51" fmla="*/ 2147483647 h 566"/>
              <a:gd name="T52" fmla="*/ 0 w 1587"/>
              <a:gd name="T53" fmla="*/ 2147483647 h 566"/>
              <a:gd name="T54" fmla="*/ 0 w 1587"/>
              <a:gd name="T55" fmla="*/ 2147483647 h 566"/>
              <a:gd name="T56" fmla="*/ 0 w 1587"/>
              <a:gd name="T57" fmla="*/ 2147483647 h 566"/>
              <a:gd name="T58" fmla="*/ 0 w 1587"/>
              <a:gd name="T59" fmla="*/ 2147483647 h 566"/>
              <a:gd name="T60" fmla="*/ 0 w 1587"/>
              <a:gd name="T61" fmla="*/ 2147483647 h 566"/>
              <a:gd name="T62" fmla="*/ 0 w 1587"/>
              <a:gd name="T63" fmla="*/ 2147483647 h 566"/>
              <a:gd name="T64" fmla="*/ 0 w 1587"/>
              <a:gd name="T65" fmla="*/ 2147483647 h 566"/>
              <a:gd name="T66" fmla="*/ 0 w 1587"/>
              <a:gd name="T67" fmla="*/ 2147483647 h 566"/>
              <a:gd name="T68" fmla="*/ 0 w 1587"/>
              <a:gd name="T69" fmla="*/ 2147483647 h 566"/>
              <a:gd name="T70" fmla="*/ 0 w 1587"/>
              <a:gd name="T71" fmla="*/ 2147483647 h 566"/>
              <a:gd name="T72" fmla="*/ 0 w 1587"/>
              <a:gd name="T73" fmla="*/ 2147483647 h 566"/>
              <a:gd name="T74" fmla="*/ 0 w 1587"/>
              <a:gd name="T75" fmla="*/ 2147483647 h 566"/>
              <a:gd name="T76" fmla="*/ 0 w 1587"/>
              <a:gd name="T77" fmla="*/ 2147483647 h 566"/>
              <a:gd name="T78" fmla="*/ 0 w 1587"/>
              <a:gd name="T79" fmla="*/ 2147483647 h 566"/>
              <a:gd name="T80" fmla="*/ 0 w 1587"/>
              <a:gd name="T81" fmla="*/ 2147483647 h 566"/>
              <a:gd name="T82" fmla="*/ 0 w 1587"/>
              <a:gd name="T83" fmla="*/ 2147483647 h 566"/>
              <a:gd name="T84" fmla="*/ 0 w 1587"/>
              <a:gd name="T85" fmla="*/ 2147483647 h 566"/>
              <a:gd name="T86" fmla="*/ 0 w 1587"/>
              <a:gd name="T87" fmla="*/ 2147483647 h 566"/>
              <a:gd name="T88" fmla="*/ 0 w 1587"/>
              <a:gd name="T89" fmla="*/ 2147483647 h 566"/>
              <a:gd name="T90" fmla="*/ 0 w 1587"/>
              <a:gd name="T91" fmla="*/ 2147483647 h 566"/>
              <a:gd name="T92" fmla="*/ 0 w 1587"/>
              <a:gd name="T93" fmla="*/ 2147483647 h 566"/>
              <a:gd name="T94" fmla="*/ 0 w 1587"/>
              <a:gd name="T95" fmla="*/ 2147483647 h 566"/>
              <a:gd name="T96" fmla="*/ 0 w 1587"/>
              <a:gd name="T97" fmla="*/ 2147483647 h 566"/>
              <a:gd name="T98" fmla="*/ 0 w 1587"/>
              <a:gd name="T99" fmla="*/ 2147483647 h 566"/>
              <a:gd name="T100" fmla="*/ 0 w 1587"/>
              <a:gd name="T101" fmla="*/ 2147483647 h 566"/>
              <a:gd name="T102" fmla="*/ 0 w 1587"/>
              <a:gd name="T103" fmla="*/ 2147483647 h 566"/>
              <a:gd name="T104" fmla="*/ 0 w 1587"/>
              <a:gd name="T105" fmla="*/ 2147483647 h 566"/>
              <a:gd name="T106" fmla="*/ 0 w 1587"/>
              <a:gd name="T107" fmla="*/ 2147483647 h 566"/>
              <a:gd name="T108" fmla="*/ 0 w 1587"/>
              <a:gd name="T109" fmla="*/ 2147483647 h 566"/>
              <a:gd name="T110" fmla="*/ 0 w 1587"/>
              <a:gd name="T111" fmla="*/ 2147483647 h 566"/>
              <a:gd name="T112" fmla="*/ 0 w 1587"/>
              <a:gd name="T113" fmla="*/ 2147483647 h 566"/>
              <a:gd name="T114" fmla="*/ 0 w 1587"/>
              <a:gd name="T115" fmla="*/ 2147483647 h 566"/>
              <a:gd name="T116" fmla="*/ 0 w 1587"/>
              <a:gd name="T117" fmla="*/ 2147483647 h 566"/>
              <a:gd name="T118" fmla="*/ 0 w 1587"/>
              <a:gd name="T119" fmla="*/ 2147483647 h 566"/>
              <a:gd name="T120" fmla="*/ 0 w 1587"/>
              <a:gd name="T121" fmla="*/ 2147483647 h 566"/>
              <a:gd name="T122" fmla="*/ 0 w 1587"/>
              <a:gd name="T123" fmla="*/ 0 h 5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7" h="566">
                <a:moveTo>
                  <a:pt x="0" y="566"/>
                </a:moveTo>
                <a:lnTo>
                  <a:pt x="0" y="556"/>
                </a:lnTo>
                <a:lnTo>
                  <a:pt x="0" y="546"/>
                </a:lnTo>
                <a:lnTo>
                  <a:pt x="0" y="541"/>
                </a:lnTo>
                <a:lnTo>
                  <a:pt x="0" y="531"/>
                </a:lnTo>
                <a:lnTo>
                  <a:pt x="0" y="521"/>
                </a:lnTo>
                <a:lnTo>
                  <a:pt x="0" y="511"/>
                </a:lnTo>
                <a:lnTo>
                  <a:pt x="0" y="501"/>
                </a:lnTo>
                <a:lnTo>
                  <a:pt x="0" y="491"/>
                </a:lnTo>
                <a:lnTo>
                  <a:pt x="0" y="481"/>
                </a:lnTo>
                <a:lnTo>
                  <a:pt x="0" y="476"/>
                </a:lnTo>
                <a:lnTo>
                  <a:pt x="0" y="466"/>
                </a:lnTo>
                <a:lnTo>
                  <a:pt x="0" y="456"/>
                </a:lnTo>
                <a:lnTo>
                  <a:pt x="0" y="446"/>
                </a:lnTo>
                <a:lnTo>
                  <a:pt x="0" y="436"/>
                </a:lnTo>
                <a:lnTo>
                  <a:pt x="0" y="426"/>
                </a:lnTo>
                <a:lnTo>
                  <a:pt x="0" y="421"/>
                </a:lnTo>
                <a:lnTo>
                  <a:pt x="0" y="411"/>
                </a:lnTo>
                <a:lnTo>
                  <a:pt x="0" y="401"/>
                </a:lnTo>
                <a:lnTo>
                  <a:pt x="0" y="391"/>
                </a:lnTo>
                <a:lnTo>
                  <a:pt x="0" y="381"/>
                </a:lnTo>
                <a:lnTo>
                  <a:pt x="0" y="371"/>
                </a:lnTo>
                <a:lnTo>
                  <a:pt x="0" y="361"/>
                </a:lnTo>
                <a:lnTo>
                  <a:pt x="0" y="356"/>
                </a:lnTo>
                <a:lnTo>
                  <a:pt x="0" y="346"/>
                </a:lnTo>
                <a:lnTo>
                  <a:pt x="0" y="336"/>
                </a:lnTo>
                <a:lnTo>
                  <a:pt x="0" y="326"/>
                </a:lnTo>
                <a:lnTo>
                  <a:pt x="0" y="316"/>
                </a:lnTo>
                <a:lnTo>
                  <a:pt x="0" y="306"/>
                </a:lnTo>
                <a:lnTo>
                  <a:pt x="0" y="296"/>
                </a:lnTo>
                <a:lnTo>
                  <a:pt x="0" y="291"/>
                </a:lnTo>
                <a:lnTo>
                  <a:pt x="0" y="281"/>
                </a:lnTo>
                <a:lnTo>
                  <a:pt x="0" y="271"/>
                </a:lnTo>
                <a:lnTo>
                  <a:pt x="0" y="261"/>
                </a:lnTo>
                <a:lnTo>
                  <a:pt x="0" y="251"/>
                </a:lnTo>
                <a:lnTo>
                  <a:pt x="0" y="241"/>
                </a:lnTo>
                <a:lnTo>
                  <a:pt x="0" y="236"/>
                </a:lnTo>
                <a:lnTo>
                  <a:pt x="0" y="226"/>
                </a:lnTo>
                <a:lnTo>
                  <a:pt x="0" y="216"/>
                </a:lnTo>
                <a:lnTo>
                  <a:pt x="0" y="206"/>
                </a:lnTo>
                <a:lnTo>
                  <a:pt x="0" y="196"/>
                </a:lnTo>
                <a:lnTo>
                  <a:pt x="0" y="186"/>
                </a:lnTo>
                <a:lnTo>
                  <a:pt x="0" y="176"/>
                </a:lnTo>
                <a:lnTo>
                  <a:pt x="0" y="171"/>
                </a:lnTo>
                <a:lnTo>
                  <a:pt x="0" y="161"/>
                </a:lnTo>
                <a:lnTo>
                  <a:pt x="0" y="151"/>
                </a:lnTo>
                <a:lnTo>
                  <a:pt x="0" y="141"/>
                </a:lnTo>
                <a:lnTo>
                  <a:pt x="0" y="131"/>
                </a:lnTo>
                <a:lnTo>
                  <a:pt x="0" y="120"/>
                </a:lnTo>
                <a:lnTo>
                  <a:pt x="0" y="115"/>
                </a:lnTo>
                <a:lnTo>
                  <a:pt x="0" y="105"/>
                </a:lnTo>
                <a:lnTo>
                  <a:pt x="0" y="95"/>
                </a:lnTo>
                <a:lnTo>
                  <a:pt x="0" y="85"/>
                </a:lnTo>
                <a:lnTo>
                  <a:pt x="0" y="75"/>
                </a:lnTo>
                <a:lnTo>
                  <a:pt x="0" y="65"/>
                </a:lnTo>
                <a:lnTo>
                  <a:pt x="0" y="55"/>
                </a:lnTo>
                <a:lnTo>
                  <a:pt x="0" y="50"/>
                </a:lnTo>
                <a:lnTo>
                  <a:pt x="0" y="40"/>
                </a:lnTo>
                <a:lnTo>
                  <a:pt x="0" y="30"/>
                </a:lnTo>
                <a:lnTo>
                  <a:pt x="0" y="20"/>
                </a:lnTo>
                <a:lnTo>
                  <a:pt x="0" y="10"/>
                </a:lnTo>
                <a:lnTo>
                  <a:pt x="0" y="0"/>
                </a:lnTo>
              </a:path>
            </a:pathLst>
          </a:custGeom>
          <a:noFill/>
          <a:ln w="1587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33" name="Freeform 57">
            <a:extLst>
              <a:ext uri="{FF2B5EF4-FFF2-40B4-BE49-F238E27FC236}">
                <a16:creationId xmlns:a16="http://schemas.microsoft.com/office/drawing/2014/main" id="{680394C1-6BB1-D449-9D55-BF5C434F9DCF}"/>
              </a:ext>
            </a:extLst>
          </p:cNvPr>
          <p:cNvSpPr>
            <a:spLocks noChangeAspect="1"/>
          </p:cNvSpPr>
          <p:nvPr/>
        </p:nvSpPr>
        <p:spPr bwMode="auto">
          <a:xfrm>
            <a:off x="6346825" y="1403350"/>
            <a:ext cx="658813" cy="536575"/>
          </a:xfrm>
          <a:custGeom>
            <a:avLst/>
            <a:gdLst>
              <a:gd name="T0" fmla="*/ 2147483647 w 668"/>
              <a:gd name="T1" fmla="*/ 2147483647 h 766"/>
              <a:gd name="T2" fmla="*/ 2147483647 w 668"/>
              <a:gd name="T3" fmla="*/ 2147483647 h 766"/>
              <a:gd name="T4" fmla="*/ 2147483647 w 668"/>
              <a:gd name="T5" fmla="*/ 2147483647 h 766"/>
              <a:gd name="T6" fmla="*/ 2147483647 w 668"/>
              <a:gd name="T7" fmla="*/ 2147483647 h 766"/>
              <a:gd name="T8" fmla="*/ 2147483647 w 668"/>
              <a:gd name="T9" fmla="*/ 2147483647 h 766"/>
              <a:gd name="T10" fmla="*/ 2147483647 w 668"/>
              <a:gd name="T11" fmla="*/ 2147483647 h 766"/>
              <a:gd name="T12" fmla="*/ 2147483647 w 668"/>
              <a:gd name="T13" fmla="*/ 2147483647 h 766"/>
              <a:gd name="T14" fmla="*/ 2147483647 w 668"/>
              <a:gd name="T15" fmla="*/ 2147483647 h 766"/>
              <a:gd name="T16" fmla="*/ 2147483647 w 668"/>
              <a:gd name="T17" fmla="*/ 2147483647 h 766"/>
              <a:gd name="T18" fmla="*/ 2147483647 w 668"/>
              <a:gd name="T19" fmla="*/ 2147483647 h 766"/>
              <a:gd name="T20" fmla="*/ 2147483647 w 668"/>
              <a:gd name="T21" fmla="*/ 2147483647 h 766"/>
              <a:gd name="T22" fmla="*/ 2147483647 w 668"/>
              <a:gd name="T23" fmla="*/ 2147483647 h 766"/>
              <a:gd name="T24" fmla="*/ 2147483647 w 668"/>
              <a:gd name="T25" fmla="*/ 2147483647 h 766"/>
              <a:gd name="T26" fmla="*/ 2147483647 w 668"/>
              <a:gd name="T27" fmla="*/ 2147483647 h 766"/>
              <a:gd name="T28" fmla="*/ 2147483647 w 668"/>
              <a:gd name="T29" fmla="*/ 2147483647 h 766"/>
              <a:gd name="T30" fmla="*/ 2147483647 w 668"/>
              <a:gd name="T31" fmla="*/ 2147483647 h 766"/>
              <a:gd name="T32" fmla="*/ 2147483647 w 668"/>
              <a:gd name="T33" fmla="*/ 2147483647 h 766"/>
              <a:gd name="T34" fmla="*/ 2147483647 w 668"/>
              <a:gd name="T35" fmla="*/ 2147483647 h 766"/>
              <a:gd name="T36" fmla="*/ 2147483647 w 668"/>
              <a:gd name="T37" fmla="*/ 2147483647 h 766"/>
              <a:gd name="T38" fmla="*/ 2147483647 w 668"/>
              <a:gd name="T39" fmla="*/ 2147483647 h 766"/>
              <a:gd name="T40" fmla="*/ 2147483647 w 668"/>
              <a:gd name="T41" fmla="*/ 2147483647 h 766"/>
              <a:gd name="T42" fmla="*/ 2147483647 w 668"/>
              <a:gd name="T43" fmla="*/ 2147483647 h 766"/>
              <a:gd name="T44" fmla="*/ 2147483647 w 668"/>
              <a:gd name="T45" fmla="*/ 2147483647 h 766"/>
              <a:gd name="T46" fmla="*/ 2147483647 w 668"/>
              <a:gd name="T47" fmla="*/ 2147483647 h 766"/>
              <a:gd name="T48" fmla="*/ 2147483647 w 668"/>
              <a:gd name="T49" fmla="*/ 2147483647 h 766"/>
              <a:gd name="T50" fmla="*/ 2147483647 w 668"/>
              <a:gd name="T51" fmla="*/ 2147483647 h 766"/>
              <a:gd name="T52" fmla="*/ 2147483647 w 668"/>
              <a:gd name="T53" fmla="*/ 2147483647 h 766"/>
              <a:gd name="T54" fmla="*/ 2147483647 w 668"/>
              <a:gd name="T55" fmla="*/ 2147483647 h 766"/>
              <a:gd name="T56" fmla="*/ 2147483647 w 668"/>
              <a:gd name="T57" fmla="*/ 2147483647 h 766"/>
              <a:gd name="T58" fmla="*/ 2147483647 w 668"/>
              <a:gd name="T59" fmla="*/ 2147483647 h 766"/>
              <a:gd name="T60" fmla="*/ 2147483647 w 668"/>
              <a:gd name="T61" fmla="*/ 2147483647 h 766"/>
              <a:gd name="T62" fmla="*/ 2147483647 w 668"/>
              <a:gd name="T63" fmla="*/ 2147483647 h 766"/>
              <a:gd name="T64" fmla="*/ 2147483647 w 668"/>
              <a:gd name="T65" fmla="*/ 2147483647 h 766"/>
              <a:gd name="T66" fmla="*/ 2147483647 w 668"/>
              <a:gd name="T67" fmla="*/ 2147483647 h 766"/>
              <a:gd name="T68" fmla="*/ 2147483647 w 668"/>
              <a:gd name="T69" fmla="*/ 2147483647 h 766"/>
              <a:gd name="T70" fmla="*/ 2147483647 w 668"/>
              <a:gd name="T71" fmla="*/ 2147483647 h 766"/>
              <a:gd name="T72" fmla="*/ 2147483647 w 668"/>
              <a:gd name="T73" fmla="*/ 2147483647 h 766"/>
              <a:gd name="T74" fmla="*/ 2147483647 w 668"/>
              <a:gd name="T75" fmla="*/ 2147483647 h 766"/>
              <a:gd name="T76" fmla="*/ 2147483647 w 668"/>
              <a:gd name="T77" fmla="*/ 2147483647 h 766"/>
              <a:gd name="T78" fmla="*/ 2147483647 w 668"/>
              <a:gd name="T79" fmla="*/ 2147483647 h 766"/>
              <a:gd name="T80" fmla="*/ 2147483647 w 668"/>
              <a:gd name="T81" fmla="*/ 2147483647 h 766"/>
              <a:gd name="T82" fmla="*/ 2147483647 w 668"/>
              <a:gd name="T83" fmla="*/ 2147483647 h 766"/>
              <a:gd name="T84" fmla="*/ 2147483647 w 668"/>
              <a:gd name="T85" fmla="*/ 2147483647 h 766"/>
              <a:gd name="T86" fmla="*/ 2147483647 w 668"/>
              <a:gd name="T87" fmla="*/ 2147483647 h 766"/>
              <a:gd name="T88" fmla="*/ 2147483647 w 668"/>
              <a:gd name="T89" fmla="*/ 2147483647 h 766"/>
              <a:gd name="T90" fmla="*/ 2147483647 w 668"/>
              <a:gd name="T91" fmla="*/ 2147483647 h 766"/>
              <a:gd name="T92" fmla="*/ 2147483647 w 668"/>
              <a:gd name="T93" fmla="*/ 2147483647 h 766"/>
              <a:gd name="T94" fmla="*/ 2147483647 w 668"/>
              <a:gd name="T95" fmla="*/ 2147483647 h 7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68" h="766">
                <a:moveTo>
                  <a:pt x="0" y="766"/>
                </a:moveTo>
                <a:lnTo>
                  <a:pt x="0" y="761"/>
                </a:lnTo>
                <a:lnTo>
                  <a:pt x="10" y="761"/>
                </a:lnTo>
                <a:lnTo>
                  <a:pt x="10" y="751"/>
                </a:lnTo>
                <a:lnTo>
                  <a:pt x="20" y="751"/>
                </a:lnTo>
                <a:lnTo>
                  <a:pt x="20" y="741"/>
                </a:lnTo>
                <a:lnTo>
                  <a:pt x="30" y="741"/>
                </a:lnTo>
                <a:lnTo>
                  <a:pt x="30" y="731"/>
                </a:lnTo>
                <a:lnTo>
                  <a:pt x="40" y="731"/>
                </a:lnTo>
                <a:lnTo>
                  <a:pt x="40" y="721"/>
                </a:lnTo>
                <a:lnTo>
                  <a:pt x="45" y="721"/>
                </a:lnTo>
                <a:lnTo>
                  <a:pt x="45" y="711"/>
                </a:lnTo>
                <a:lnTo>
                  <a:pt x="55" y="706"/>
                </a:lnTo>
                <a:lnTo>
                  <a:pt x="55" y="696"/>
                </a:lnTo>
                <a:lnTo>
                  <a:pt x="65" y="696"/>
                </a:lnTo>
                <a:lnTo>
                  <a:pt x="65" y="686"/>
                </a:lnTo>
                <a:lnTo>
                  <a:pt x="75" y="686"/>
                </a:lnTo>
                <a:lnTo>
                  <a:pt x="75" y="676"/>
                </a:lnTo>
                <a:lnTo>
                  <a:pt x="85" y="676"/>
                </a:lnTo>
                <a:lnTo>
                  <a:pt x="85" y="666"/>
                </a:lnTo>
                <a:lnTo>
                  <a:pt x="95" y="666"/>
                </a:lnTo>
                <a:lnTo>
                  <a:pt x="95" y="656"/>
                </a:lnTo>
                <a:lnTo>
                  <a:pt x="100" y="656"/>
                </a:lnTo>
                <a:lnTo>
                  <a:pt x="100" y="646"/>
                </a:lnTo>
                <a:lnTo>
                  <a:pt x="110" y="646"/>
                </a:lnTo>
                <a:lnTo>
                  <a:pt x="110" y="641"/>
                </a:lnTo>
                <a:lnTo>
                  <a:pt x="120" y="631"/>
                </a:lnTo>
                <a:lnTo>
                  <a:pt x="120" y="621"/>
                </a:lnTo>
                <a:lnTo>
                  <a:pt x="130" y="621"/>
                </a:lnTo>
                <a:lnTo>
                  <a:pt x="130" y="611"/>
                </a:lnTo>
                <a:lnTo>
                  <a:pt x="140" y="611"/>
                </a:lnTo>
                <a:lnTo>
                  <a:pt x="140" y="601"/>
                </a:lnTo>
                <a:lnTo>
                  <a:pt x="150" y="601"/>
                </a:lnTo>
                <a:lnTo>
                  <a:pt x="150" y="591"/>
                </a:lnTo>
                <a:lnTo>
                  <a:pt x="161" y="591"/>
                </a:lnTo>
                <a:lnTo>
                  <a:pt x="161" y="586"/>
                </a:lnTo>
                <a:lnTo>
                  <a:pt x="166" y="586"/>
                </a:lnTo>
                <a:lnTo>
                  <a:pt x="166" y="576"/>
                </a:lnTo>
                <a:lnTo>
                  <a:pt x="176" y="566"/>
                </a:lnTo>
                <a:lnTo>
                  <a:pt x="176" y="556"/>
                </a:lnTo>
                <a:lnTo>
                  <a:pt x="186" y="556"/>
                </a:lnTo>
                <a:lnTo>
                  <a:pt x="186" y="546"/>
                </a:lnTo>
                <a:lnTo>
                  <a:pt x="196" y="546"/>
                </a:lnTo>
                <a:lnTo>
                  <a:pt x="196" y="536"/>
                </a:lnTo>
                <a:lnTo>
                  <a:pt x="206" y="536"/>
                </a:lnTo>
                <a:lnTo>
                  <a:pt x="206" y="526"/>
                </a:lnTo>
                <a:lnTo>
                  <a:pt x="216" y="526"/>
                </a:lnTo>
                <a:lnTo>
                  <a:pt x="216" y="521"/>
                </a:lnTo>
                <a:lnTo>
                  <a:pt x="226" y="521"/>
                </a:lnTo>
                <a:lnTo>
                  <a:pt x="226" y="511"/>
                </a:lnTo>
                <a:lnTo>
                  <a:pt x="231" y="511"/>
                </a:lnTo>
                <a:lnTo>
                  <a:pt x="231" y="501"/>
                </a:lnTo>
                <a:lnTo>
                  <a:pt x="241" y="491"/>
                </a:lnTo>
                <a:lnTo>
                  <a:pt x="241" y="481"/>
                </a:lnTo>
                <a:lnTo>
                  <a:pt x="251" y="481"/>
                </a:lnTo>
                <a:lnTo>
                  <a:pt x="251" y="471"/>
                </a:lnTo>
                <a:lnTo>
                  <a:pt x="261" y="471"/>
                </a:lnTo>
                <a:lnTo>
                  <a:pt x="261" y="461"/>
                </a:lnTo>
                <a:lnTo>
                  <a:pt x="271" y="461"/>
                </a:lnTo>
                <a:lnTo>
                  <a:pt x="271" y="456"/>
                </a:lnTo>
                <a:lnTo>
                  <a:pt x="281" y="456"/>
                </a:lnTo>
                <a:lnTo>
                  <a:pt x="281" y="446"/>
                </a:lnTo>
                <a:lnTo>
                  <a:pt x="286" y="446"/>
                </a:lnTo>
                <a:lnTo>
                  <a:pt x="286" y="436"/>
                </a:lnTo>
                <a:lnTo>
                  <a:pt x="296" y="426"/>
                </a:lnTo>
                <a:lnTo>
                  <a:pt x="306" y="415"/>
                </a:lnTo>
                <a:lnTo>
                  <a:pt x="306" y="405"/>
                </a:lnTo>
                <a:lnTo>
                  <a:pt x="316" y="405"/>
                </a:lnTo>
                <a:lnTo>
                  <a:pt x="316" y="400"/>
                </a:lnTo>
                <a:lnTo>
                  <a:pt x="326" y="400"/>
                </a:lnTo>
                <a:lnTo>
                  <a:pt x="326" y="390"/>
                </a:lnTo>
                <a:lnTo>
                  <a:pt x="336" y="390"/>
                </a:lnTo>
                <a:lnTo>
                  <a:pt x="336" y="380"/>
                </a:lnTo>
                <a:lnTo>
                  <a:pt x="346" y="380"/>
                </a:lnTo>
                <a:lnTo>
                  <a:pt x="346" y="370"/>
                </a:lnTo>
                <a:lnTo>
                  <a:pt x="351" y="370"/>
                </a:lnTo>
                <a:lnTo>
                  <a:pt x="351" y="360"/>
                </a:lnTo>
                <a:lnTo>
                  <a:pt x="362" y="350"/>
                </a:lnTo>
                <a:lnTo>
                  <a:pt x="362" y="340"/>
                </a:lnTo>
                <a:lnTo>
                  <a:pt x="372" y="340"/>
                </a:lnTo>
                <a:lnTo>
                  <a:pt x="372" y="335"/>
                </a:lnTo>
                <a:lnTo>
                  <a:pt x="382" y="335"/>
                </a:lnTo>
                <a:lnTo>
                  <a:pt x="382" y="325"/>
                </a:lnTo>
                <a:lnTo>
                  <a:pt x="392" y="325"/>
                </a:lnTo>
                <a:lnTo>
                  <a:pt x="392" y="315"/>
                </a:lnTo>
                <a:lnTo>
                  <a:pt x="402" y="315"/>
                </a:lnTo>
                <a:lnTo>
                  <a:pt x="402" y="305"/>
                </a:lnTo>
                <a:lnTo>
                  <a:pt x="407" y="305"/>
                </a:lnTo>
                <a:lnTo>
                  <a:pt x="407" y="295"/>
                </a:lnTo>
                <a:lnTo>
                  <a:pt x="417" y="295"/>
                </a:lnTo>
                <a:lnTo>
                  <a:pt x="417" y="285"/>
                </a:lnTo>
                <a:lnTo>
                  <a:pt x="427" y="285"/>
                </a:lnTo>
                <a:lnTo>
                  <a:pt x="427" y="280"/>
                </a:lnTo>
                <a:lnTo>
                  <a:pt x="437" y="270"/>
                </a:lnTo>
                <a:lnTo>
                  <a:pt x="437" y="260"/>
                </a:lnTo>
                <a:lnTo>
                  <a:pt x="447" y="260"/>
                </a:lnTo>
                <a:lnTo>
                  <a:pt x="447" y="250"/>
                </a:lnTo>
                <a:lnTo>
                  <a:pt x="457" y="250"/>
                </a:lnTo>
                <a:lnTo>
                  <a:pt x="457" y="240"/>
                </a:lnTo>
                <a:lnTo>
                  <a:pt x="467" y="240"/>
                </a:lnTo>
                <a:lnTo>
                  <a:pt x="467" y="230"/>
                </a:lnTo>
                <a:lnTo>
                  <a:pt x="472" y="230"/>
                </a:lnTo>
                <a:lnTo>
                  <a:pt x="472" y="220"/>
                </a:lnTo>
                <a:lnTo>
                  <a:pt x="482" y="220"/>
                </a:lnTo>
                <a:lnTo>
                  <a:pt x="482" y="215"/>
                </a:lnTo>
                <a:lnTo>
                  <a:pt x="492" y="205"/>
                </a:lnTo>
                <a:lnTo>
                  <a:pt x="492" y="195"/>
                </a:lnTo>
                <a:lnTo>
                  <a:pt x="502" y="195"/>
                </a:lnTo>
                <a:lnTo>
                  <a:pt x="502" y="185"/>
                </a:lnTo>
                <a:lnTo>
                  <a:pt x="512" y="185"/>
                </a:lnTo>
                <a:lnTo>
                  <a:pt x="512" y="175"/>
                </a:lnTo>
                <a:lnTo>
                  <a:pt x="522" y="175"/>
                </a:lnTo>
                <a:lnTo>
                  <a:pt x="522" y="165"/>
                </a:lnTo>
                <a:lnTo>
                  <a:pt x="532" y="165"/>
                </a:lnTo>
                <a:lnTo>
                  <a:pt x="532" y="155"/>
                </a:lnTo>
                <a:lnTo>
                  <a:pt x="537" y="155"/>
                </a:lnTo>
                <a:lnTo>
                  <a:pt x="537" y="150"/>
                </a:lnTo>
                <a:lnTo>
                  <a:pt x="547" y="150"/>
                </a:lnTo>
                <a:lnTo>
                  <a:pt x="547" y="140"/>
                </a:lnTo>
                <a:lnTo>
                  <a:pt x="558" y="130"/>
                </a:lnTo>
                <a:lnTo>
                  <a:pt x="558" y="120"/>
                </a:lnTo>
                <a:lnTo>
                  <a:pt x="568" y="120"/>
                </a:lnTo>
                <a:lnTo>
                  <a:pt x="568" y="110"/>
                </a:lnTo>
                <a:lnTo>
                  <a:pt x="578" y="110"/>
                </a:lnTo>
                <a:lnTo>
                  <a:pt x="578" y="100"/>
                </a:lnTo>
                <a:lnTo>
                  <a:pt x="588" y="100"/>
                </a:lnTo>
                <a:lnTo>
                  <a:pt x="588" y="95"/>
                </a:lnTo>
                <a:lnTo>
                  <a:pt x="593" y="95"/>
                </a:lnTo>
                <a:lnTo>
                  <a:pt x="593" y="85"/>
                </a:lnTo>
                <a:lnTo>
                  <a:pt x="603" y="85"/>
                </a:lnTo>
                <a:lnTo>
                  <a:pt x="603" y="75"/>
                </a:lnTo>
                <a:lnTo>
                  <a:pt x="613" y="65"/>
                </a:lnTo>
                <a:lnTo>
                  <a:pt x="613" y="55"/>
                </a:lnTo>
                <a:lnTo>
                  <a:pt x="623" y="55"/>
                </a:lnTo>
                <a:lnTo>
                  <a:pt x="623" y="45"/>
                </a:lnTo>
                <a:lnTo>
                  <a:pt x="633" y="45"/>
                </a:lnTo>
                <a:lnTo>
                  <a:pt x="633" y="35"/>
                </a:lnTo>
                <a:lnTo>
                  <a:pt x="643" y="35"/>
                </a:lnTo>
                <a:lnTo>
                  <a:pt x="643" y="30"/>
                </a:lnTo>
                <a:lnTo>
                  <a:pt x="653" y="30"/>
                </a:lnTo>
                <a:lnTo>
                  <a:pt x="653" y="20"/>
                </a:lnTo>
                <a:lnTo>
                  <a:pt x="658" y="20"/>
                </a:lnTo>
                <a:lnTo>
                  <a:pt x="658" y="10"/>
                </a:lnTo>
                <a:lnTo>
                  <a:pt x="668" y="10"/>
                </a:lnTo>
                <a:lnTo>
                  <a:pt x="668" y="0"/>
                </a:lnTo>
              </a:path>
            </a:pathLst>
          </a:custGeom>
          <a:noFill/>
          <a:ln w="25400">
            <a:solidFill>
              <a:srgbClr val="008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34" name="Freeform 58">
            <a:extLst>
              <a:ext uri="{FF2B5EF4-FFF2-40B4-BE49-F238E27FC236}">
                <a16:creationId xmlns:a16="http://schemas.microsoft.com/office/drawing/2014/main" id="{8F6F343D-E40A-4F45-B05E-5C35B44DEF86}"/>
              </a:ext>
            </a:extLst>
          </p:cNvPr>
          <p:cNvSpPr>
            <a:spLocks noChangeAspect="1"/>
          </p:cNvSpPr>
          <p:nvPr/>
        </p:nvSpPr>
        <p:spPr bwMode="auto">
          <a:xfrm>
            <a:off x="7010400" y="1200150"/>
            <a:ext cx="1588" cy="1150938"/>
          </a:xfrm>
          <a:custGeom>
            <a:avLst/>
            <a:gdLst>
              <a:gd name="T0" fmla="*/ 0 w 1588"/>
              <a:gd name="T1" fmla="*/ 2147483647 h 1342"/>
              <a:gd name="T2" fmla="*/ 0 w 1588"/>
              <a:gd name="T3" fmla="*/ 2147483647 h 1342"/>
              <a:gd name="T4" fmla="*/ 0 w 1588"/>
              <a:gd name="T5" fmla="*/ 2147483647 h 1342"/>
              <a:gd name="T6" fmla="*/ 0 w 1588"/>
              <a:gd name="T7" fmla="*/ 2147483647 h 1342"/>
              <a:gd name="T8" fmla="*/ 0 w 1588"/>
              <a:gd name="T9" fmla="*/ 2147483647 h 1342"/>
              <a:gd name="T10" fmla="*/ 0 w 1588"/>
              <a:gd name="T11" fmla="*/ 2147483647 h 1342"/>
              <a:gd name="T12" fmla="*/ 0 w 1588"/>
              <a:gd name="T13" fmla="*/ 2147483647 h 1342"/>
              <a:gd name="T14" fmla="*/ 0 w 1588"/>
              <a:gd name="T15" fmla="*/ 2147483647 h 1342"/>
              <a:gd name="T16" fmla="*/ 0 w 1588"/>
              <a:gd name="T17" fmla="*/ 2147483647 h 1342"/>
              <a:gd name="T18" fmla="*/ 0 w 1588"/>
              <a:gd name="T19" fmla="*/ 2147483647 h 1342"/>
              <a:gd name="T20" fmla="*/ 0 w 1588"/>
              <a:gd name="T21" fmla="*/ 2147483647 h 1342"/>
              <a:gd name="T22" fmla="*/ 0 w 1588"/>
              <a:gd name="T23" fmla="*/ 2147483647 h 1342"/>
              <a:gd name="T24" fmla="*/ 0 w 1588"/>
              <a:gd name="T25" fmla="*/ 2147483647 h 1342"/>
              <a:gd name="T26" fmla="*/ 0 w 1588"/>
              <a:gd name="T27" fmla="*/ 2147483647 h 1342"/>
              <a:gd name="T28" fmla="*/ 0 w 1588"/>
              <a:gd name="T29" fmla="*/ 2147483647 h 1342"/>
              <a:gd name="T30" fmla="*/ 0 w 1588"/>
              <a:gd name="T31" fmla="*/ 2147483647 h 1342"/>
              <a:gd name="T32" fmla="*/ 0 w 1588"/>
              <a:gd name="T33" fmla="*/ 2147483647 h 1342"/>
              <a:gd name="T34" fmla="*/ 0 w 1588"/>
              <a:gd name="T35" fmla="*/ 2147483647 h 1342"/>
              <a:gd name="T36" fmla="*/ 0 w 1588"/>
              <a:gd name="T37" fmla="*/ 2147483647 h 1342"/>
              <a:gd name="T38" fmla="*/ 0 w 1588"/>
              <a:gd name="T39" fmla="*/ 2147483647 h 1342"/>
              <a:gd name="T40" fmla="*/ 0 w 1588"/>
              <a:gd name="T41" fmla="*/ 2147483647 h 1342"/>
              <a:gd name="T42" fmla="*/ 0 w 1588"/>
              <a:gd name="T43" fmla="*/ 2147483647 h 1342"/>
              <a:gd name="T44" fmla="*/ 0 w 1588"/>
              <a:gd name="T45" fmla="*/ 2147483647 h 1342"/>
              <a:gd name="T46" fmla="*/ 0 w 1588"/>
              <a:gd name="T47" fmla="*/ 2147483647 h 1342"/>
              <a:gd name="T48" fmla="*/ 0 w 1588"/>
              <a:gd name="T49" fmla="*/ 2147483647 h 1342"/>
              <a:gd name="T50" fmla="*/ 0 w 1588"/>
              <a:gd name="T51" fmla="*/ 2147483647 h 1342"/>
              <a:gd name="T52" fmla="*/ 0 w 1588"/>
              <a:gd name="T53" fmla="*/ 2147483647 h 1342"/>
              <a:gd name="T54" fmla="*/ 0 w 1588"/>
              <a:gd name="T55" fmla="*/ 2147483647 h 1342"/>
              <a:gd name="T56" fmla="*/ 0 w 1588"/>
              <a:gd name="T57" fmla="*/ 2147483647 h 1342"/>
              <a:gd name="T58" fmla="*/ 0 w 1588"/>
              <a:gd name="T59" fmla="*/ 2147483647 h 1342"/>
              <a:gd name="T60" fmla="*/ 0 w 1588"/>
              <a:gd name="T61" fmla="*/ 2147483647 h 1342"/>
              <a:gd name="T62" fmla="*/ 0 w 1588"/>
              <a:gd name="T63" fmla="*/ 2147483647 h 1342"/>
              <a:gd name="T64" fmla="*/ 0 w 1588"/>
              <a:gd name="T65" fmla="*/ 2147483647 h 1342"/>
              <a:gd name="T66" fmla="*/ 0 w 1588"/>
              <a:gd name="T67" fmla="*/ 2147483647 h 1342"/>
              <a:gd name="T68" fmla="*/ 0 w 1588"/>
              <a:gd name="T69" fmla="*/ 2147483647 h 1342"/>
              <a:gd name="T70" fmla="*/ 0 w 1588"/>
              <a:gd name="T71" fmla="*/ 2147483647 h 1342"/>
              <a:gd name="T72" fmla="*/ 0 w 1588"/>
              <a:gd name="T73" fmla="*/ 2147483647 h 1342"/>
              <a:gd name="T74" fmla="*/ 0 w 1588"/>
              <a:gd name="T75" fmla="*/ 2147483647 h 1342"/>
              <a:gd name="T76" fmla="*/ 0 w 1588"/>
              <a:gd name="T77" fmla="*/ 2147483647 h 1342"/>
              <a:gd name="T78" fmla="*/ 0 w 1588"/>
              <a:gd name="T79" fmla="*/ 2147483647 h 1342"/>
              <a:gd name="T80" fmla="*/ 0 w 1588"/>
              <a:gd name="T81" fmla="*/ 2147483647 h 1342"/>
              <a:gd name="T82" fmla="*/ 0 w 1588"/>
              <a:gd name="T83" fmla="*/ 2147483647 h 1342"/>
              <a:gd name="T84" fmla="*/ 0 w 1588"/>
              <a:gd name="T85" fmla="*/ 2147483647 h 1342"/>
              <a:gd name="T86" fmla="*/ 0 w 1588"/>
              <a:gd name="T87" fmla="*/ 2147483647 h 1342"/>
              <a:gd name="T88" fmla="*/ 0 w 1588"/>
              <a:gd name="T89" fmla="*/ 2147483647 h 1342"/>
              <a:gd name="T90" fmla="*/ 0 w 1588"/>
              <a:gd name="T91" fmla="*/ 2147483647 h 1342"/>
              <a:gd name="T92" fmla="*/ 0 w 1588"/>
              <a:gd name="T93" fmla="*/ 2147483647 h 1342"/>
              <a:gd name="T94" fmla="*/ 0 w 1588"/>
              <a:gd name="T95" fmla="*/ 2147483647 h 1342"/>
              <a:gd name="T96" fmla="*/ 0 w 1588"/>
              <a:gd name="T97" fmla="*/ 2147483647 h 1342"/>
              <a:gd name="T98" fmla="*/ 0 w 1588"/>
              <a:gd name="T99" fmla="*/ 0 h 134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588" h="1342">
                <a:moveTo>
                  <a:pt x="0" y="1342"/>
                </a:moveTo>
                <a:lnTo>
                  <a:pt x="0" y="1332"/>
                </a:lnTo>
                <a:lnTo>
                  <a:pt x="0" y="1317"/>
                </a:lnTo>
                <a:lnTo>
                  <a:pt x="0" y="1307"/>
                </a:lnTo>
                <a:lnTo>
                  <a:pt x="0" y="1287"/>
                </a:lnTo>
                <a:lnTo>
                  <a:pt x="0" y="1277"/>
                </a:lnTo>
                <a:lnTo>
                  <a:pt x="0" y="1257"/>
                </a:lnTo>
                <a:lnTo>
                  <a:pt x="0" y="1252"/>
                </a:lnTo>
                <a:lnTo>
                  <a:pt x="0" y="1232"/>
                </a:lnTo>
                <a:lnTo>
                  <a:pt x="0" y="1222"/>
                </a:lnTo>
                <a:lnTo>
                  <a:pt x="0" y="1202"/>
                </a:lnTo>
                <a:lnTo>
                  <a:pt x="0" y="1197"/>
                </a:lnTo>
                <a:lnTo>
                  <a:pt x="0" y="1187"/>
                </a:lnTo>
                <a:lnTo>
                  <a:pt x="0" y="1167"/>
                </a:lnTo>
                <a:lnTo>
                  <a:pt x="0" y="1157"/>
                </a:lnTo>
                <a:lnTo>
                  <a:pt x="0" y="1137"/>
                </a:lnTo>
                <a:lnTo>
                  <a:pt x="0" y="1132"/>
                </a:lnTo>
                <a:lnTo>
                  <a:pt x="0" y="1112"/>
                </a:lnTo>
                <a:lnTo>
                  <a:pt x="0" y="1102"/>
                </a:lnTo>
                <a:lnTo>
                  <a:pt x="0" y="1082"/>
                </a:lnTo>
                <a:lnTo>
                  <a:pt x="0" y="1072"/>
                </a:lnTo>
                <a:lnTo>
                  <a:pt x="0" y="1057"/>
                </a:lnTo>
                <a:lnTo>
                  <a:pt x="0" y="1047"/>
                </a:lnTo>
                <a:lnTo>
                  <a:pt x="0" y="1027"/>
                </a:lnTo>
                <a:lnTo>
                  <a:pt x="0" y="1017"/>
                </a:lnTo>
                <a:lnTo>
                  <a:pt x="0" y="1002"/>
                </a:lnTo>
                <a:lnTo>
                  <a:pt x="0" y="992"/>
                </a:lnTo>
                <a:lnTo>
                  <a:pt x="0" y="972"/>
                </a:lnTo>
                <a:lnTo>
                  <a:pt x="0" y="962"/>
                </a:lnTo>
                <a:lnTo>
                  <a:pt x="0" y="952"/>
                </a:lnTo>
                <a:lnTo>
                  <a:pt x="0" y="937"/>
                </a:lnTo>
                <a:lnTo>
                  <a:pt x="0" y="927"/>
                </a:lnTo>
                <a:lnTo>
                  <a:pt x="0" y="907"/>
                </a:lnTo>
                <a:lnTo>
                  <a:pt x="0" y="896"/>
                </a:lnTo>
                <a:lnTo>
                  <a:pt x="0" y="881"/>
                </a:lnTo>
                <a:lnTo>
                  <a:pt x="0" y="871"/>
                </a:lnTo>
                <a:lnTo>
                  <a:pt x="0" y="851"/>
                </a:lnTo>
                <a:lnTo>
                  <a:pt x="0" y="841"/>
                </a:lnTo>
                <a:lnTo>
                  <a:pt x="0" y="826"/>
                </a:lnTo>
                <a:lnTo>
                  <a:pt x="0" y="816"/>
                </a:lnTo>
                <a:lnTo>
                  <a:pt x="0" y="796"/>
                </a:lnTo>
                <a:lnTo>
                  <a:pt x="0" y="786"/>
                </a:lnTo>
                <a:lnTo>
                  <a:pt x="0" y="766"/>
                </a:lnTo>
                <a:lnTo>
                  <a:pt x="0" y="761"/>
                </a:lnTo>
                <a:lnTo>
                  <a:pt x="0" y="741"/>
                </a:lnTo>
                <a:lnTo>
                  <a:pt x="0" y="731"/>
                </a:lnTo>
                <a:lnTo>
                  <a:pt x="0" y="721"/>
                </a:lnTo>
                <a:lnTo>
                  <a:pt x="0" y="706"/>
                </a:lnTo>
                <a:lnTo>
                  <a:pt x="0" y="696"/>
                </a:lnTo>
                <a:lnTo>
                  <a:pt x="0" y="676"/>
                </a:lnTo>
                <a:lnTo>
                  <a:pt x="0" y="666"/>
                </a:lnTo>
                <a:lnTo>
                  <a:pt x="0" y="646"/>
                </a:lnTo>
                <a:lnTo>
                  <a:pt x="0" y="641"/>
                </a:lnTo>
                <a:lnTo>
                  <a:pt x="0" y="621"/>
                </a:lnTo>
                <a:lnTo>
                  <a:pt x="0" y="611"/>
                </a:lnTo>
                <a:lnTo>
                  <a:pt x="0" y="591"/>
                </a:lnTo>
                <a:lnTo>
                  <a:pt x="0" y="586"/>
                </a:lnTo>
                <a:lnTo>
                  <a:pt x="0" y="566"/>
                </a:lnTo>
                <a:lnTo>
                  <a:pt x="0" y="556"/>
                </a:lnTo>
                <a:lnTo>
                  <a:pt x="0" y="536"/>
                </a:lnTo>
                <a:lnTo>
                  <a:pt x="0" y="526"/>
                </a:lnTo>
                <a:lnTo>
                  <a:pt x="0" y="511"/>
                </a:lnTo>
                <a:lnTo>
                  <a:pt x="0" y="501"/>
                </a:lnTo>
                <a:lnTo>
                  <a:pt x="0" y="481"/>
                </a:lnTo>
                <a:lnTo>
                  <a:pt x="0" y="471"/>
                </a:lnTo>
                <a:lnTo>
                  <a:pt x="0" y="461"/>
                </a:lnTo>
                <a:lnTo>
                  <a:pt x="0" y="446"/>
                </a:lnTo>
                <a:lnTo>
                  <a:pt x="0" y="436"/>
                </a:lnTo>
                <a:lnTo>
                  <a:pt x="0" y="415"/>
                </a:lnTo>
                <a:lnTo>
                  <a:pt x="0" y="405"/>
                </a:lnTo>
                <a:lnTo>
                  <a:pt x="0" y="390"/>
                </a:lnTo>
                <a:lnTo>
                  <a:pt x="0" y="380"/>
                </a:lnTo>
                <a:lnTo>
                  <a:pt x="0" y="360"/>
                </a:lnTo>
                <a:lnTo>
                  <a:pt x="0" y="350"/>
                </a:lnTo>
                <a:lnTo>
                  <a:pt x="0" y="335"/>
                </a:lnTo>
                <a:lnTo>
                  <a:pt x="0" y="325"/>
                </a:lnTo>
                <a:lnTo>
                  <a:pt x="0" y="305"/>
                </a:lnTo>
                <a:lnTo>
                  <a:pt x="0" y="295"/>
                </a:lnTo>
                <a:lnTo>
                  <a:pt x="0" y="280"/>
                </a:lnTo>
                <a:lnTo>
                  <a:pt x="0" y="270"/>
                </a:lnTo>
                <a:lnTo>
                  <a:pt x="0" y="250"/>
                </a:lnTo>
                <a:lnTo>
                  <a:pt x="0" y="240"/>
                </a:lnTo>
                <a:lnTo>
                  <a:pt x="0" y="230"/>
                </a:lnTo>
                <a:lnTo>
                  <a:pt x="0" y="215"/>
                </a:lnTo>
                <a:lnTo>
                  <a:pt x="0" y="205"/>
                </a:lnTo>
                <a:lnTo>
                  <a:pt x="0" y="185"/>
                </a:lnTo>
                <a:lnTo>
                  <a:pt x="0" y="175"/>
                </a:lnTo>
                <a:lnTo>
                  <a:pt x="0" y="155"/>
                </a:lnTo>
                <a:lnTo>
                  <a:pt x="0" y="150"/>
                </a:lnTo>
                <a:lnTo>
                  <a:pt x="0" y="130"/>
                </a:lnTo>
                <a:lnTo>
                  <a:pt x="0" y="120"/>
                </a:lnTo>
                <a:lnTo>
                  <a:pt x="0" y="100"/>
                </a:lnTo>
                <a:lnTo>
                  <a:pt x="0" y="95"/>
                </a:lnTo>
                <a:lnTo>
                  <a:pt x="0" y="75"/>
                </a:lnTo>
                <a:lnTo>
                  <a:pt x="0" y="65"/>
                </a:lnTo>
                <a:lnTo>
                  <a:pt x="0" y="45"/>
                </a:lnTo>
                <a:lnTo>
                  <a:pt x="0" y="35"/>
                </a:lnTo>
                <a:lnTo>
                  <a:pt x="0" y="20"/>
                </a:lnTo>
                <a:lnTo>
                  <a:pt x="0" y="10"/>
                </a:lnTo>
                <a:lnTo>
                  <a:pt x="0" y="0"/>
                </a:lnTo>
              </a:path>
            </a:pathLst>
          </a:custGeom>
          <a:noFill/>
          <a:ln w="1587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37" name="Freeform 61">
            <a:extLst>
              <a:ext uri="{FF2B5EF4-FFF2-40B4-BE49-F238E27FC236}">
                <a16:creationId xmlns:a16="http://schemas.microsoft.com/office/drawing/2014/main" id="{C5B834A0-D150-934C-B5D6-3A9A4248CDAD}"/>
              </a:ext>
            </a:extLst>
          </p:cNvPr>
          <p:cNvSpPr>
            <a:spLocks noChangeAspect="1"/>
          </p:cNvSpPr>
          <p:nvPr/>
        </p:nvSpPr>
        <p:spPr bwMode="auto">
          <a:xfrm>
            <a:off x="7593013" y="1196975"/>
            <a:ext cx="1587" cy="1155700"/>
          </a:xfrm>
          <a:custGeom>
            <a:avLst/>
            <a:gdLst>
              <a:gd name="T0" fmla="*/ 0 w 1587"/>
              <a:gd name="T1" fmla="*/ 2147483647 h 1573"/>
              <a:gd name="T2" fmla="*/ 0 w 1587"/>
              <a:gd name="T3" fmla="*/ 2147483647 h 1573"/>
              <a:gd name="T4" fmla="*/ 0 w 1587"/>
              <a:gd name="T5" fmla="*/ 2147483647 h 1573"/>
              <a:gd name="T6" fmla="*/ 0 w 1587"/>
              <a:gd name="T7" fmla="*/ 2147483647 h 1573"/>
              <a:gd name="T8" fmla="*/ 0 w 1587"/>
              <a:gd name="T9" fmla="*/ 2147483647 h 1573"/>
              <a:gd name="T10" fmla="*/ 0 w 1587"/>
              <a:gd name="T11" fmla="*/ 2147483647 h 1573"/>
              <a:gd name="T12" fmla="*/ 0 w 1587"/>
              <a:gd name="T13" fmla="*/ 2147483647 h 1573"/>
              <a:gd name="T14" fmla="*/ 0 w 1587"/>
              <a:gd name="T15" fmla="*/ 2147483647 h 1573"/>
              <a:gd name="T16" fmla="*/ 0 w 1587"/>
              <a:gd name="T17" fmla="*/ 2147483647 h 1573"/>
              <a:gd name="T18" fmla="*/ 0 w 1587"/>
              <a:gd name="T19" fmla="*/ 2147483647 h 1573"/>
              <a:gd name="T20" fmla="*/ 0 w 1587"/>
              <a:gd name="T21" fmla="*/ 2147483647 h 1573"/>
              <a:gd name="T22" fmla="*/ 0 w 1587"/>
              <a:gd name="T23" fmla="*/ 2147483647 h 1573"/>
              <a:gd name="T24" fmla="*/ 0 w 1587"/>
              <a:gd name="T25" fmla="*/ 2147483647 h 1573"/>
              <a:gd name="T26" fmla="*/ 0 w 1587"/>
              <a:gd name="T27" fmla="*/ 2147483647 h 1573"/>
              <a:gd name="T28" fmla="*/ 0 w 1587"/>
              <a:gd name="T29" fmla="*/ 2147483647 h 1573"/>
              <a:gd name="T30" fmla="*/ 0 w 1587"/>
              <a:gd name="T31" fmla="*/ 2147483647 h 1573"/>
              <a:gd name="T32" fmla="*/ 0 w 1587"/>
              <a:gd name="T33" fmla="*/ 2147483647 h 1573"/>
              <a:gd name="T34" fmla="*/ 0 w 1587"/>
              <a:gd name="T35" fmla="*/ 2147483647 h 1573"/>
              <a:gd name="T36" fmla="*/ 0 w 1587"/>
              <a:gd name="T37" fmla="*/ 2147483647 h 1573"/>
              <a:gd name="T38" fmla="*/ 0 w 1587"/>
              <a:gd name="T39" fmla="*/ 2147483647 h 1573"/>
              <a:gd name="T40" fmla="*/ 0 w 1587"/>
              <a:gd name="T41" fmla="*/ 2147483647 h 1573"/>
              <a:gd name="T42" fmla="*/ 0 w 1587"/>
              <a:gd name="T43" fmla="*/ 2147483647 h 1573"/>
              <a:gd name="T44" fmla="*/ 0 w 1587"/>
              <a:gd name="T45" fmla="*/ 2147483647 h 1573"/>
              <a:gd name="T46" fmla="*/ 0 w 1587"/>
              <a:gd name="T47" fmla="*/ 2147483647 h 1573"/>
              <a:gd name="T48" fmla="*/ 0 w 1587"/>
              <a:gd name="T49" fmla="*/ 2147483647 h 1573"/>
              <a:gd name="T50" fmla="*/ 0 w 1587"/>
              <a:gd name="T51" fmla="*/ 2147483647 h 1573"/>
              <a:gd name="T52" fmla="*/ 0 w 1587"/>
              <a:gd name="T53" fmla="*/ 2147483647 h 1573"/>
              <a:gd name="T54" fmla="*/ 0 w 1587"/>
              <a:gd name="T55" fmla="*/ 2147483647 h 1573"/>
              <a:gd name="T56" fmla="*/ 0 w 1587"/>
              <a:gd name="T57" fmla="*/ 2147483647 h 1573"/>
              <a:gd name="T58" fmla="*/ 0 w 1587"/>
              <a:gd name="T59" fmla="*/ 2147483647 h 1573"/>
              <a:gd name="T60" fmla="*/ 0 w 1587"/>
              <a:gd name="T61" fmla="*/ 2147483647 h 1573"/>
              <a:gd name="T62" fmla="*/ 0 w 1587"/>
              <a:gd name="T63" fmla="*/ 2147483647 h 1573"/>
              <a:gd name="T64" fmla="*/ 0 w 1587"/>
              <a:gd name="T65" fmla="*/ 2147483647 h 1573"/>
              <a:gd name="T66" fmla="*/ 0 w 1587"/>
              <a:gd name="T67" fmla="*/ 2147483647 h 1573"/>
              <a:gd name="T68" fmla="*/ 0 w 1587"/>
              <a:gd name="T69" fmla="*/ 2147483647 h 1573"/>
              <a:gd name="T70" fmla="*/ 0 w 1587"/>
              <a:gd name="T71" fmla="*/ 2147483647 h 1573"/>
              <a:gd name="T72" fmla="*/ 0 w 1587"/>
              <a:gd name="T73" fmla="*/ 2147483647 h 1573"/>
              <a:gd name="T74" fmla="*/ 0 w 1587"/>
              <a:gd name="T75" fmla="*/ 2147483647 h 1573"/>
              <a:gd name="T76" fmla="*/ 0 w 1587"/>
              <a:gd name="T77" fmla="*/ 2147483647 h 1573"/>
              <a:gd name="T78" fmla="*/ 0 w 1587"/>
              <a:gd name="T79" fmla="*/ 2147483647 h 1573"/>
              <a:gd name="T80" fmla="*/ 0 w 1587"/>
              <a:gd name="T81" fmla="*/ 2147483647 h 1573"/>
              <a:gd name="T82" fmla="*/ 0 w 1587"/>
              <a:gd name="T83" fmla="*/ 2147483647 h 1573"/>
              <a:gd name="T84" fmla="*/ 0 w 1587"/>
              <a:gd name="T85" fmla="*/ 2147483647 h 1573"/>
              <a:gd name="T86" fmla="*/ 0 w 1587"/>
              <a:gd name="T87" fmla="*/ 2147483647 h 1573"/>
              <a:gd name="T88" fmla="*/ 0 w 1587"/>
              <a:gd name="T89" fmla="*/ 2147483647 h 1573"/>
              <a:gd name="T90" fmla="*/ 0 w 1587"/>
              <a:gd name="T91" fmla="*/ 2147483647 h 1573"/>
              <a:gd name="T92" fmla="*/ 0 w 1587"/>
              <a:gd name="T93" fmla="*/ 2147483647 h 1573"/>
              <a:gd name="T94" fmla="*/ 0 w 1587"/>
              <a:gd name="T95" fmla="*/ 2147483647 h 1573"/>
              <a:gd name="T96" fmla="*/ 0 w 1587"/>
              <a:gd name="T97" fmla="*/ 2147483647 h 1573"/>
              <a:gd name="T98" fmla="*/ 0 w 1587"/>
              <a:gd name="T99" fmla="*/ 0 h 157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587" h="1573">
                <a:moveTo>
                  <a:pt x="0" y="1573"/>
                </a:moveTo>
                <a:lnTo>
                  <a:pt x="0" y="1553"/>
                </a:lnTo>
                <a:lnTo>
                  <a:pt x="0" y="1548"/>
                </a:lnTo>
                <a:lnTo>
                  <a:pt x="0" y="1528"/>
                </a:lnTo>
                <a:lnTo>
                  <a:pt x="0" y="1508"/>
                </a:lnTo>
                <a:lnTo>
                  <a:pt x="0" y="1498"/>
                </a:lnTo>
                <a:lnTo>
                  <a:pt x="0" y="1483"/>
                </a:lnTo>
                <a:lnTo>
                  <a:pt x="0" y="1463"/>
                </a:lnTo>
                <a:lnTo>
                  <a:pt x="0" y="1443"/>
                </a:lnTo>
                <a:lnTo>
                  <a:pt x="0" y="1433"/>
                </a:lnTo>
                <a:lnTo>
                  <a:pt x="0" y="1418"/>
                </a:lnTo>
                <a:lnTo>
                  <a:pt x="0" y="1398"/>
                </a:lnTo>
                <a:lnTo>
                  <a:pt x="0" y="1388"/>
                </a:lnTo>
                <a:lnTo>
                  <a:pt x="0" y="1368"/>
                </a:lnTo>
                <a:lnTo>
                  <a:pt x="0" y="1353"/>
                </a:lnTo>
                <a:lnTo>
                  <a:pt x="0" y="1333"/>
                </a:lnTo>
                <a:lnTo>
                  <a:pt x="0" y="1323"/>
                </a:lnTo>
                <a:lnTo>
                  <a:pt x="0" y="1303"/>
                </a:lnTo>
                <a:lnTo>
                  <a:pt x="0" y="1288"/>
                </a:lnTo>
                <a:lnTo>
                  <a:pt x="0" y="1268"/>
                </a:lnTo>
                <a:lnTo>
                  <a:pt x="0" y="1258"/>
                </a:lnTo>
                <a:lnTo>
                  <a:pt x="0" y="1243"/>
                </a:lnTo>
                <a:lnTo>
                  <a:pt x="0" y="1223"/>
                </a:lnTo>
                <a:lnTo>
                  <a:pt x="0" y="1213"/>
                </a:lnTo>
                <a:lnTo>
                  <a:pt x="0" y="1193"/>
                </a:lnTo>
                <a:lnTo>
                  <a:pt x="0" y="1178"/>
                </a:lnTo>
                <a:lnTo>
                  <a:pt x="0" y="1158"/>
                </a:lnTo>
                <a:lnTo>
                  <a:pt x="0" y="1148"/>
                </a:lnTo>
                <a:lnTo>
                  <a:pt x="0" y="1127"/>
                </a:lnTo>
                <a:lnTo>
                  <a:pt x="0" y="1112"/>
                </a:lnTo>
                <a:lnTo>
                  <a:pt x="0" y="1102"/>
                </a:lnTo>
                <a:lnTo>
                  <a:pt x="0" y="1082"/>
                </a:lnTo>
                <a:lnTo>
                  <a:pt x="0" y="1062"/>
                </a:lnTo>
                <a:lnTo>
                  <a:pt x="0" y="1047"/>
                </a:lnTo>
                <a:lnTo>
                  <a:pt x="0" y="1037"/>
                </a:lnTo>
                <a:lnTo>
                  <a:pt x="0" y="1017"/>
                </a:lnTo>
                <a:lnTo>
                  <a:pt x="0" y="997"/>
                </a:lnTo>
                <a:lnTo>
                  <a:pt x="0" y="982"/>
                </a:lnTo>
                <a:lnTo>
                  <a:pt x="0" y="972"/>
                </a:lnTo>
                <a:lnTo>
                  <a:pt x="0" y="952"/>
                </a:lnTo>
                <a:lnTo>
                  <a:pt x="0" y="937"/>
                </a:lnTo>
                <a:lnTo>
                  <a:pt x="0" y="927"/>
                </a:lnTo>
                <a:lnTo>
                  <a:pt x="0" y="907"/>
                </a:lnTo>
                <a:lnTo>
                  <a:pt x="0" y="887"/>
                </a:lnTo>
                <a:lnTo>
                  <a:pt x="0" y="872"/>
                </a:lnTo>
                <a:lnTo>
                  <a:pt x="0" y="862"/>
                </a:lnTo>
                <a:lnTo>
                  <a:pt x="0" y="842"/>
                </a:lnTo>
                <a:lnTo>
                  <a:pt x="0" y="822"/>
                </a:lnTo>
                <a:lnTo>
                  <a:pt x="0" y="817"/>
                </a:lnTo>
                <a:lnTo>
                  <a:pt x="0" y="797"/>
                </a:lnTo>
                <a:lnTo>
                  <a:pt x="0" y="777"/>
                </a:lnTo>
                <a:lnTo>
                  <a:pt x="0" y="757"/>
                </a:lnTo>
                <a:lnTo>
                  <a:pt x="0" y="752"/>
                </a:lnTo>
                <a:lnTo>
                  <a:pt x="0" y="732"/>
                </a:lnTo>
                <a:lnTo>
                  <a:pt x="0" y="712"/>
                </a:lnTo>
                <a:lnTo>
                  <a:pt x="0" y="692"/>
                </a:lnTo>
                <a:lnTo>
                  <a:pt x="0" y="687"/>
                </a:lnTo>
                <a:lnTo>
                  <a:pt x="0" y="667"/>
                </a:lnTo>
                <a:lnTo>
                  <a:pt x="0" y="646"/>
                </a:lnTo>
                <a:lnTo>
                  <a:pt x="0" y="636"/>
                </a:lnTo>
                <a:lnTo>
                  <a:pt x="0" y="621"/>
                </a:lnTo>
                <a:lnTo>
                  <a:pt x="0" y="601"/>
                </a:lnTo>
                <a:lnTo>
                  <a:pt x="0" y="581"/>
                </a:lnTo>
                <a:lnTo>
                  <a:pt x="0" y="571"/>
                </a:lnTo>
                <a:lnTo>
                  <a:pt x="0" y="556"/>
                </a:lnTo>
                <a:lnTo>
                  <a:pt x="0" y="536"/>
                </a:lnTo>
                <a:lnTo>
                  <a:pt x="0" y="526"/>
                </a:lnTo>
                <a:lnTo>
                  <a:pt x="0" y="511"/>
                </a:lnTo>
                <a:lnTo>
                  <a:pt x="0" y="491"/>
                </a:lnTo>
                <a:lnTo>
                  <a:pt x="0" y="471"/>
                </a:lnTo>
                <a:lnTo>
                  <a:pt x="0" y="461"/>
                </a:lnTo>
                <a:lnTo>
                  <a:pt x="0" y="446"/>
                </a:lnTo>
                <a:lnTo>
                  <a:pt x="0" y="426"/>
                </a:lnTo>
                <a:lnTo>
                  <a:pt x="0" y="406"/>
                </a:lnTo>
                <a:lnTo>
                  <a:pt x="0" y="396"/>
                </a:lnTo>
                <a:lnTo>
                  <a:pt x="0" y="381"/>
                </a:lnTo>
                <a:lnTo>
                  <a:pt x="0" y="361"/>
                </a:lnTo>
                <a:lnTo>
                  <a:pt x="0" y="351"/>
                </a:lnTo>
                <a:lnTo>
                  <a:pt x="0" y="331"/>
                </a:lnTo>
                <a:lnTo>
                  <a:pt x="0" y="316"/>
                </a:lnTo>
                <a:lnTo>
                  <a:pt x="0" y="296"/>
                </a:lnTo>
                <a:lnTo>
                  <a:pt x="0" y="286"/>
                </a:lnTo>
                <a:lnTo>
                  <a:pt x="0" y="266"/>
                </a:lnTo>
                <a:lnTo>
                  <a:pt x="0" y="251"/>
                </a:lnTo>
                <a:lnTo>
                  <a:pt x="0" y="241"/>
                </a:lnTo>
                <a:lnTo>
                  <a:pt x="0" y="221"/>
                </a:lnTo>
                <a:lnTo>
                  <a:pt x="0" y="206"/>
                </a:lnTo>
                <a:lnTo>
                  <a:pt x="0" y="186"/>
                </a:lnTo>
                <a:lnTo>
                  <a:pt x="0" y="175"/>
                </a:lnTo>
                <a:lnTo>
                  <a:pt x="0" y="155"/>
                </a:lnTo>
                <a:lnTo>
                  <a:pt x="0" y="140"/>
                </a:lnTo>
                <a:lnTo>
                  <a:pt x="0" y="120"/>
                </a:lnTo>
                <a:lnTo>
                  <a:pt x="0" y="110"/>
                </a:lnTo>
                <a:lnTo>
                  <a:pt x="0" y="90"/>
                </a:lnTo>
                <a:lnTo>
                  <a:pt x="0" y="75"/>
                </a:lnTo>
                <a:lnTo>
                  <a:pt x="0" y="65"/>
                </a:lnTo>
                <a:lnTo>
                  <a:pt x="0" y="45"/>
                </a:lnTo>
                <a:lnTo>
                  <a:pt x="0" y="25"/>
                </a:lnTo>
                <a:lnTo>
                  <a:pt x="0" y="10"/>
                </a:lnTo>
                <a:lnTo>
                  <a:pt x="0" y="0"/>
                </a:lnTo>
              </a:path>
            </a:pathLst>
          </a:custGeom>
          <a:noFill/>
          <a:ln w="1587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38" name="Freeform 62">
            <a:extLst>
              <a:ext uri="{FF2B5EF4-FFF2-40B4-BE49-F238E27FC236}">
                <a16:creationId xmlns:a16="http://schemas.microsoft.com/office/drawing/2014/main" id="{5DD33AEE-88E4-674E-AE72-0A43F6907967}"/>
              </a:ext>
            </a:extLst>
          </p:cNvPr>
          <p:cNvSpPr>
            <a:spLocks noChangeAspect="1"/>
          </p:cNvSpPr>
          <p:nvPr/>
        </p:nvSpPr>
        <p:spPr bwMode="auto">
          <a:xfrm>
            <a:off x="6318250" y="2351088"/>
            <a:ext cx="2008188" cy="1587"/>
          </a:xfrm>
          <a:custGeom>
            <a:avLst/>
            <a:gdLst>
              <a:gd name="T0" fmla="*/ 2147483647 w 3020"/>
              <a:gd name="T1" fmla="*/ 0 h 1587"/>
              <a:gd name="T2" fmla="*/ 2147483647 w 3020"/>
              <a:gd name="T3" fmla="*/ 0 h 1587"/>
              <a:gd name="T4" fmla="*/ 2147483647 w 3020"/>
              <a:gd name="T5" fmla="*/ 0 h 1587"/>
              <a:gd name="T6" fmla="*/ 2147483647 w 3020"/>
              <a:gd name="T7" fmla="*/ 0 h 1587"/>
              <a:gd name="T8" fmla="*/ 2147483647 w 3020"/>
              <a:gd name="T9" fmla="*/ 0 h 1587"/>
              <a:gd name="T10" fmla="*/ 2147483647 w 3020"/>
              <a:gd name="T11" fmla="*/ 0 h 1587"/>
              <a:gd name="T12" fmla="*/ 2147483647 w 3020"/>
              <a:gd name="T13" fmla="*/ 0 h 1587"/>
              <a:gd name="T14" fmla="*/ 2147483647 w 3020"/>
              <a:gd name="T15" fmla="*/ 0 h 1587"/>
              <a:gd name="T16" fmla="*/ 2147483647 w 3020"/>
              <a:gd name="T17" fmla="*/ 0 h 1587"/>
              <a:gd name="T18" fmla="*/ 2147483647 w 3020"/>
              <a:gd name="T19" fmla="*/ 0 h 1587"/>
              <a:gd name="T20" fmla="*/ 2147483647 w 3020"/>
              <a:gd name="T21" fmla="*/ 0 h 1587"/>
              <a:gd name="T22" fmla="*/ 2147483647 w 3020"/>
              <a:gd name="T23" fmla="*/ 0 h 1587"/>
              <a:gd name="T24" fmla="*/ 2147483647 w 3020"/>
              <a:gd name="T25" fmla="*/ 0 h 1587"/>
              <a:gd name="T26" fmla="*/ 2147483647 w 3020"/>
              <a:gd name="T27" fmla="*/ 0 h 1587"/>
              <a:gd name="T28" fmla="*/ 2147483647 w 3020"/>
              <a:gd name="T29" fmla="*/ 0 h 1587"/>
              <a:gd name="T30" fmla="*/ 2147483647 w 3020"/>
              <a:gd name="T31" fmla="*/ 0 h 1587"/>
              <a:gd name="T32" fmla="*/ 2147483647 w 3020"/>
              <a:gd name="T33" fmla="*/ 0 h 1587"/>
              <a:gd name="T34" fmla="*/ 2147483647 w 3020"/>
              <a:gd name="T35" fmla="*/ 0 h 1587"/>
              <a:gd name="T36" fmla="*/ 2147483647 w 3020"/>
              <a:gd name="T37" fmla="*/ 0 h 1587"/>
              <a:gd name="T38" fmla="*/ 2147483647 w 3020"/>
              <a:gd name="T39" fmla="*/ 0 h 1587"/>
              <a:gd name="T40" fmla="*/ 2147483647 w 3020"/>
              <a:gd name="T41" fmla="*/ 0 h 1587"/>
              <a:gd name="T42" fmla="*/ 2147483647 w 3020"/>
              <a:gd name="T43" fmla="*/ 0 h 1587"/>
              <a:gd name="T44" fmla="*/ 2147483647 w 3020"/>
              <a:gd name="T45" fmla="*/ 0 h 1587"/>
              <a:gd name="T46" fmla="*/ 2147483647 w 3020"/>
              <a:gd name="T47" fmla="*/ 0 h 1587"/>
              <a:gd name="T48" fmla="*/ 2147483647 w 3020"/>
              <a:gd name="T49" fmla="*/ 0 h 1587"/>
              <a:gd name="T50" fmla="*/ 2147483647 w 3020"/>
              <a:gd name="T51" fmla="*/ 0 h 1587"/>
              <a:gd name="T52" fmla="*/ 2147483647 w 3020"/>
              <a:gd name="T53" fmla="*/ 0 h 1587"/>
              <a:gd name="T54" fmla="*/ 2147483647 w 3020"/>
              <a:gd name="T55" fmla="*/ 0 h 1587"/>
              <a:gd name="T56" fmla="*/ 2147483647 w 3020"/>
              <a:gd name="T57" fmla="*/ 0 h 1587"/>
              <a:gd name="T58" fmla="*/ 2147483647 w 3020"/>
              <a:gd name="T59" fmla="*/ 0 h 1587"/>
              <a:gd name="T60" fmla="*/ 2147483647 w 3020"/>
              <a:gd name="T61" fmla="*/ 0 h 1587"/>
              <a:gd name="T62" fmla="*/ 2147483647 w 3020"/>
              <a:gd name="T63" fmla="*/ 0 h 1587"/>
              <a:gd name="T64" fmla="*/ 2147483647 w 3020"/>
              <a:gd name="T65" fmla="*/ 0 h 1587"/>
              <a:gd name="T66" fmla="*/ 2147483647 w 3020"/>
              <a:gd name="T67" fmla="*/ 0 h 1587"/>
              <a:gd name="T68" fmla="*/ 2147483647 w 3020"/>
              <a:gd name="T69" fmla="*/ 0 h 1587"/>
              <a:gd name="T70" fmla="*/ 2147483647 w 3020"/>
              <a:gd name="T71" fmla="*/ 0 h 1587"/>
              <a:gd name="T72" fmla="*/ 2147483647 w 3020"/>
              <a:gd name="T73" fmla="*/ 0 h 1587"/>
              <a:gd name="T74" fmla="*/ 2147483647 w 3020"/>
              <a:gd name="T75" fmla="*/ 0 h 1587"/>
              <a:gd name="T76" fmla="*/ 2147483647 w 3020"/>
              <a:gd name="T77" fmla="*/ 0 h 1587"/>
              <a:gd name="T78" fmla="*/ 2147483647 w 3020"/>
              <a:gd name="T79" fmla="*/ 0 h 1587"/>
              <a:gd name="T80" fmla="*/ 2147483647 w 3020"/>
              <a:gd name="T81" fmla="*/ 0 h 1587"/>
              <a:gd name="T82" fmla="*/ 2147483647 w 3020"/>
              <a:gd name="T83" fmla="*/ 0 h 1587"/>
              <a:gd name="T84" fmla="*/ 2147483647 w 3020"/>
              <a:gd name="T85" fmla="*/ 0 h 1587"/>
              <a:gd name="T86" fmla="*/ 2147483647 w 3020"/>
              <a:gd name="T87" fmla="*/ 0 h 1587"/>
              <a:gd name="T88" fmla="*/ 2147483647 w 3020"/>
              <a:gd name="T89" fmla="*/ 0 h 1587"/>
              <a:gd name="T90" fmla="*/ 2147483647 w 3020"/>
              <a:gd name="T91" fmla="*/ 0 h 1587"/>
              <a:gd name="T92" fmla="*/ 2147483647 w 3020"/>
              <a:gd name="T93" fmla="*/ 0 h 1587"/>
              <a:gd name="T94" fmla="*/ 2147483647 w 3020"/>
              <a:gd name="T95" fmla="*/ 0 h 1587"/>
              <a:gd name="T96" fmla="*/ 2147483647 w 3020"/>
              <a:gd name="T97" fmla="*/ 0 h 1587"/>
              <a:gd name="T98" fmla="*/ 2147483647 w 3020"/>
              <a:gd name="T99" fmla="*/ 0 h 158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020" h="1587">
                <a:moveTo>
                  <a:pt x="0" y="0"/>
                </a:moveTo>
                <a:lnTo>
                  <a:pt x="25" y="0"/>
                </a:lnTo>
                <a:lnTo>
                  <a:pt x="65" y="0"/>
                </a:lnTo>
                <a:lnTo>
                  <a:pt x="90" y="0"/>
                </a:lnTo>
                <a:lnTo>
                  <a:pt x="120" y="0"/>
                </a:lnTo>
                <a:lnTo>
                  <a:pt x="150" y="0"/>
                </a:lnTo>
                <a:lnTo>
                  <a:pt x="186" y="0"/>
                </a:lnTo>
                <a:lnTo>
                  <a:pt x="211" y="0"/>
                </a:lnTo>
                <a:lnTo>
                  <a:pt x="241" y="0"/>
                </a:lnTo>
                <a:lnTo>
                  <a:pt x="276" y="0"/>
                </a:lnTo>
                <a:lnTo>
                  <a:pt x="306" y="0"/>
                </a:lnTo>
                <a:lnTo>
                  <a:pt x="331" y="0"/>
                </a:lnTo>
                <a:lnTo>
                  <a:pt x="362" y="0"/>
                </a:lnTo>
                <a:lnTo>
                  <a:pt x="397" y="0"/>
                </a:lnTo>
                <a:lnTo>
                  <a:pt x="427" y="0"/>
                </a:lnTo>
                <a:lnTo>
                  <a:pt x="457" y="0"/>
                </a:lnTo>
                <a:lnTo>
                  <a:pt x="492" y="0"/>
                </a:lnTo>
                <a:lnTo>
                  <a:pt x="517" y="0"/>
                </a:lnTo>
                <a:lnTo>
                  <a:pt x="547" y="0"/>
                </a:lnTo>
                <a:lnTo>
                  <a:pt x="578" y="0"/>
                </a:lnTo>
                <a:lnTo>
                  <a:pt x="613" y="0"/>
                </a:lnTo>
                <a:lnTo>
                  <a:pt x="638" y="0"/>
                </a:lnTo>
                <a:lnTo>
                  <a:pt x="668" y="0"/>
                </a:lnTo>
                <a:lnTo>
                  <a:pt x="703" y="0"/>
                </a:lnTo>
                <a:lnTo>
                  <a:pt x="733" y="0"/>
                </a:lnTo>
                <a:lnTo>
                  <a:pt x="764" y="0"/>
                </a:lnTo>
                <a:lnTo>
                  <a:pt x="789" y="0"/>
                </a:lnTo>
                <a:lnTo>
                  <a:pt x="824" y="0"/>
                </a:lnTo>
                <a:lnTo>
                  <a:pt x="854" y="0"/>
                </a:lnTo>
                <a:lnTo>
                  <a:pt x="884" y="0"/>
                </a:lnTo>
                <a:lnTo>
                  <a:pt x="909" y="0"/>
                </a:lnTo>
                <a:lnTo>
                  <a:pt x="944" y="0"/>
                </a:lnTo>
                <a:lnTo>
                  <a:pt x="975" y="0"/>
                </a:lnTo>
                <a:lnTo>
                  <a:pt x="1005" y="0"/>
                </a:lnTo>
                <a:lnTo>
                  <a:pt x="1040" y="0"/>
                </a:lnTo>
                <a:lnTo>
                  <a:pt x="1070" y="0"/>
                </a:lnTo>
                <a:lnTo>
                  <a:pt x="1095" y="0"/>
                </a:lnTo>
                <a:lnTo>
                  <a:pt x="1125" y="0"/>
                </a:lnTo>
                <a:lnTo>
                  <a:pt x="1161" y="0"/>
                </a:lnTo>
                <a:lnTo>
                  <a:pt x="1191" y="0"/>
                </a:lnTo>
                <a:lnTo>
                  <a:pt x="1216" y="0"/>
                </a:lnTo>
                <a:lnTo>
                  <a:pt x="1251" y="0"/>
                </a:lnTo>
                <a:lnTo>
                  <a:pt x="1281" y="0"/>
                </a:lnTo>
                <a:lnTo>
                  <a:pt x="1311" y="0"/>
                </a:lnTo>
                <a:lnTo>
                  <a:pt x="1336" y="0"/>
                </a:lnTo>
                <a:lnTo>
                  <a:pt x="1377" y="0"/>
                </a:lnTo>
                <a:lnTo>
                  <a:pt x="1402" y="0"/>
                </a:lnTo>
                <a:lnTo>
                  <a:pt x="1432" y="0"/>
                </a:lnTo>
                <a:lnTo>
                  <a:pt x="1467" y="0"/>
                </a:lnTo>
                <a:lnTo>
                  <a:pt x="1497" y="0"/>
                </a:lnTo>
                <a:lnTo>
                  <a:pt x="1522" y="0"/>
                </a:lnTo>
                <a:lnTo>
                  <a:pt x="1553" y="0"/>
                </a:lnTo>
                <a:lnTo>
                  <a:pt x="1588" y="0"/>
                </a:lnTo>
                <a:lnTo>
                  <a:pt x="1618" y="0"/>
                </a:lnTo>
                <a:lnTo>
                  <a:pt x="1643" y="0"/>
                </a:lnTo>
                <a:lnTo>
                  <a:pt x="1683" y="0"/>
                </a:lnTo>
                <a:lnTo>
                  <a:pt x="1708" y="0"/>
                </a:lnTo>
                <a:lnTo>
                  <a:pt x="1738" y="0"/>
                </a:lnTo>
                <a:lnTo>
                  <a:pt x="1764" y="0"/>
                </a:lnTo>
                <a:lnTo>
                  <a:pt x="1804" y="0"/>
                </a:lnTo>
                <a:lnTo>
                  <a:pt x="1829" y="0"/>
                </a:lnTo>
                <a:lnTo>
                  <a:pt x="1859" y="0"/>
                </a:lnTo>
                <a:lnTo>
                  <a:pt x="1884" y="0"/>
                </a:lnTo>
                <a:lnTo>
                  <a:pt x="1924" y="0"/>
                </a:lnTo>
                <a:lnTo>
                  <a:pt x="1950" y="0"/>
                </a:lnTo>
                <a:lnTo>
                  <a:pt x="1980" y="0"/>
                </a:lnTo>
                <a:lnTo>
                  <a:pt x="2015" y="0"/>
                </a:lnTo>
                <a:lnTo>
                  <a:pt x="2045" y="0"/>
                </a:lnTo>
                <a:lnTo>
                  <a:pt x="2070" y="0"/>
                </a:lnTo>
                <a:lnTo>
                  <a:pt x="2100" y="0"/>
                </a:lnTo>
                <a:lnTo>
                  <a:pt x="2135" y="0"/>
                </a:lnTo>
                <a:lnTo>
                  <a:pt x="2166" y="0"/>
                </a:lnTo>
                <a:lnTo>
                  <a:pt x="2191" y="0"/>
                </a:lnTo>
                <a:lnTo>
                  <a:pt x="2231" y="0"/>
                </a:lnTo>
                <a:lnTo>
                  <a:pt x="2256" y="0"/>
                </a:lnTo>
                <a:lnTo>
                  <a:pt x="2286" y="0"/>
                </a:lnTo>
                <a:lnTo>
                  <a:pt x="2311" y="0"/>
                </a:lnTo>
                <a:lnTo>
                  <a:pt x="2352" y="0"/>
                </a:lnTo>
                <a:lnTo>
                  <a:pt x="2377" y="0"/>
                </a:lnTo>
                <a:lnTo>
                  <a:pt x="2407" y="0"/>
                </a:lnTo>
                <a:lnTo>
                  <a:pt x="2442" y="0"/>
                </a:lnTo>
                <a:lnTo>
                  <a:pt x="2472" y="0"/>
                </a:lnTo>
                <a:lnTo>
                  <a:pt x="2497" y="0"/>
                </a:lnTo>
                <a:lnTo>
                  <a:pt x="2527" y="0"/>
                </a:lnTo>
                <a:lnTo>
                  <a:pt x="2563" y="0"/>
                </a:lnTo>
                <a:lnTo>
                  <a:pt x="2593" y="0"/>
                </a:lnTo>
                <a:lnTo>
                  <a:pt x="2618" y="0"/>
                </a:lnTo>
                <a:lnTo>
                  <a:pt x="2648" y="0"/>
                </a:lnTo>
                <a:lnTo>
                  <a:pt x="2683" y="0"/>
                </a:lnTo>
                <a:lnTo>
                  <a:pt x="2713" y="0"/>
                </a:lnTo>
                <a:lnTo>
                  <a:pt x="2739" y="0"/>
                </a:lnTo>
                <a:lnTo>
                  <a:pt x="2779" y="0"/>
                </a:lnTo>
                <a:lnTo>
                  <a:pt x="2804" y="0"/>
                </a:lnTo>
                <a:lnTo>
                  <a:pt x="2834" y="0"/>
                </a:lnTo>
                <a:lnTo>
                  <a:pt x="2859" y="0"/>
                </a:lnTo>
                <a:lnTo>
                  <a:pt x="2899" y="0"/>
                </a:lnTo>
                <a:lnTo>
                  <a:pt x="2924" y="0"/>
                </a:lnTo>
                <a:lnTo>
                  <a:pt x="2955" y="0"/>
                </a:lnTo>
                <a:lnTo>
                  <a:pt x="2990" y="0"/>
                </a:lnTo>
                <a:lnTo>
                  <a:pt x="3020"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39" name="Freeform 63">
            <a:extLst>
              <a:ext uri="{FF2B5EF4-FFF2-40B4-BE49-F238E27FC236}">
                <a16:creationId xmlns:a16="http://schemas.microsoft.com/office/drawing/2014/main" id="{89F830FF-F83C-8D46-A3A3-44BAE354C43E}"/>
              </a:ext>
            </a:extLst>
          </p:cNvPr>
          <p:cNvSpPr>
            <a:spLocks noChangeAspect="1"/>
          </p:cNvSpPr>
          <p:nvPr/>
        </p:nvSpPr>
        <p:spPr bwMode="auto">
          <a:xfrm>
            <a:off x="6437313" y="1200150"/>
            <a:ext cx="1897062" cy="666750"/>
          </a:xfrm>
          <a:custGeom>
            <a:avLst/>
            <a:gdLst>
              <a:gd name="T0" fmla="*/ 2147483647 w 2211"/>
              <a:gd name="T1" fmla="*/ 2147483647 h 776"/>
              <a:gd name="T2" fmla="*/ 2147483647 w 2211"/>
              <a:gd name="T3" fmla="*/ 2147483647 h 776"/>
              <a:gd name="T4" fmla="*/ 2147483647 w 2211"/>
              <a:gd name="T5" fmla="*/ 2147483647 h 776"/>
              <a:gd name="T6" fmla="*/ 2147483647 w 2211"/>
              <a:gd name="T7" fmla="*/ 2147483647 h 776"/>
              <a:gd name="T8" fmla="*/ 2147483647 w 2211"/>
              <a:gd name="T9" fmla="*/ 2147483647 h 776"/>
              <a:gd name="T10" fmla="*/ 2147483647 w 2211"/>
              <a:gd name="T11" fmla="*/ 2147483647 h 776"/>
              <a:gd name="T12" fmla="*/ 2147483647 w 2211"/>
              <a:gd name="T13" fmla="*/ 2147483647 h 776"/>
              <a:gd name="T14" fmla="*/ 2147483647 w 2211"/>
              <a:gd name="T15" fmla="*/ 2147483647 h 776"/>
              <a:gd name="T16" fmla="*/ 2147483647 w 2211"/>
              <a:gd name="T17" fmla="*/ 2147483647 h 776"/>
              <a:gd name="T18" fmla="*/ 2147483647 w 2211"/>
              <a:gd name="T19" fmla="*/ 2147483647 h 776"/>
              <a:gd name="T20" fmla="*/ 2147483647 w 2211"/>
              <a:gd name="T21" fmla="*/ 2147483647 h 776"/>
              <a:gd name="T22" fmla="*/ 2147483647 w 2211"/>
              <a:gd name="T23" fmla="*/ 2147483647 h 776"/>
              <a:gd name="T24" fmla="*/ 2147483647 w 2211"/>
              <a:gd name="T25" fmla="*/ 2147483647 h 776"/>
              <a:gd name="T26" fmla="*/ 2147483647 w 2211"/>
              <a:gd name="T27" fmla="*/ 2147483647 h 776"/>
              <a:gd name="T28" fmla="*/ 2147483647 w 2211"/>
              <a:gd name="T29" fmla="*/ 2147483647 h 776"/>
              <a:gd name="T30" fmla="*/ 2147483647 w 2211"/>
              <a:gd name="T31" fmla="*/ 2147483647 h 776"/>
              <a:gd name="T32" fmla="*/ 2147483647 w 2211"/>
              <a:gd name="T33" fmla="*/ 2147483647 h 776"/>
              <a:gd name="T34" fmla="*/ 2147483647 w 2211"/>
              <a:gd name="T35" fmla="*/ 2147483647 h 776"/>
              <a:gd name="T36" fmla="*/ 2147483647 w 2211"/>
              <a:gd name="T37" fmla="*/ 2147483647 h 776"/>
              <a:gd name="T38" fmla="*/ 2147483647 w 2211"/>
              <a:gd name="T39" fmla="*/ 2147483647 h 776"/>
              <a:gd name="T40" fmla="*/ 2147483647 w 2211"/>
              <a:gd name="T41" fmla="*/ 2147483647 h 776"/>
              <a:gd name="T42" fmla="*/ 2147483647 w 2211"/>
              <a:gd name="T43" fmla="*/ 2147483647 h 776"/>
              <a:gd name="T44" fmla="*/ 2147483647 w 2211"/>
              <a:gd name="T45" fmla="*/ 2147483647 h 776"/>
              <a:gd name="T46" fmla="*/ 2147483647 w 2211"/>
              <a:gd name="T47" fmla="*/ 2147483647 h 776"/>
              <a:gd name="T48" fmla="*/ 2147483647 w 2211"/>
              <a:gd name="T49" fmla="*/ 2147483647 h 776"/>
              <a:gd name="T50" fmla="*/ 2147483647 w 2211"/>
              <a:gd name="T51" fmla="*/ 2147483647 h 776"/>
              <a:gd name="T52" fmla="*/ 2147483647 w 2211"/>
              <a:gd name="T53" fmla="*/ 2147483647 h 776"/>
              <a:gd name="T54" fmla="*/ 2147483647 w 2211"/>
              <a:gd name="T55" fmla="*/ 2147483647 h 776"/>
              <a:gd name="T56" fmla="*/ 2147483647 w 2211"/>
              <a:gd name="T57" fmla="*/ 2147483647 h 776"/>
              <a:gd name="T58" fmla="*/ 2147483647 w 2211"/>
              <a:gd name="T59" fmla="*/ 2147483647 h 776"/>
              <a:gd name="T60" fmla="*/ 2147483647 w 2211"/>
              <a:gd name="T61" fmla="*/ 2147483647 h 776"/>
              <a:gd name="T62" fmla="*/ 2147483647 w 2211"/>
              <a:gd name="T63" fmla="*/ 2147483647 h 776"/>
              <a:gd name="T64" fmla="*/ 2147483647 w 2211"/>
              <a:gd name="T65" fmla="*/ 2147483647 h 776"/>
              <a:gd name="T66" fmla="*/ 2147483647 w 2211"/>
              <a:gd name="T67" fmla="*/ 2147483647 h 776"/>
              <a:gd name="T68" fmla="*/ 2147483647 w 2211"/>
              <a:gd name="T69" fmla="*/ 2147483647 h 776"/>
              <a:gd name="T70" fmla="*/ 2147483647 w 2211"/>
              <a:gd name="T71" fmla="*/ 2147483647 h 776"/>
              <a:gd name="T72" fmla="*/ 2147483647 w 2211"/>
              <a:gd name="T73" fmla="*/ 2147483647 h 776"/>
              <a:gd name="T74" fmla="*/ 2147483647 w 2211"/>
              <a:gd name="T75" fmla="*/ 2147483647 h 776"/>
              <a:gd name="T76" fmla="*/ 2147483647 w 2211"/>
              <a:gd name="T77" fmla="*/ 2147483647 h 776"/>
              <a:gd name="T78" fmla="*/ 2147483647 w 2211"/>
              <a:gd name="T79" fmla="*/ 2147483647 h 776"/>
              <a:gd name="T80" fmla="*/ 2147483647 w 2211"/>
              <a:gd name="T81" fmla="*/ 2147483647 h 776"/>
              <a:gd name="T82" fmla="*/ 2147483647 w 2211"/>
              <a:gd name="T83" fmla="*/ 2147483647 h 776"/>
              <a:gd name="T84" fmla="*/ 2147483647 w 2211"/>
              <a:gd name="T85" fmla="*/ 2147483647 h 776"/>
              <a:gd name="T86" fmla="*/ 2147483647 w 2211"/>
              <a:gd name="T87" fmla="*/ 2147483647 h 776"/>
              <a:gd name="T88" fmla="*/ 2147483647 w 2211"/>
              <a:gd name="T89" fmla="*/ 2147483647 h 776"/>
              <a:gd name="T90" fmla="*/ 2147483647 w 2211"/>
              <a:gd name="T91" fmla="*/ 2147483647 h 776"/>
              <a:gd name="T92" fmla="*/ 2147483647 w 2211"/>
              <a:gd name="T93" fmla="*/ 2147483647 h 776"/>
              <a:gd name="T94" fmla="*/ 2147483647 w 2211"/>
              <a:gd name="T95" fmla="*/ 2147483647 h 776"/>
              <a:gd name="T96" fmla="*/ 2147483647 w 2211"/>
              <a:gd name="T97" fmla="*/ 2147483647 h 776"/>
              <a:gd name="T98" fmla="*/ 2147483647 w 2211"/>
              <a:gd name="T99" fmla="*/ 2147483647 h 776"/>
              <a:gd name="T100" fmla="*/ 2147483647 w 2211"/>
              <a:gd name="T101" fmla="*/ 2147483647 h 776"/>
              <a:gd name="T102" fmla="*/ 2147483647 w 2211"/>
              <a:gd name="T103" fmla="*/ 2147483647 h 776"/>
              <a:gd name="T104" fmla="*/ 2147483647 w 2211"/>
              <a:gd name="T105" fmla="*/ 2147483647 h 776"/>
              <a:gd name="T106" fmla="*/ 2147483647 w 2211"/>
              <a:gd name="T107" fmla="*/ 2147483647 h 776"/>
              <a:gd name="T108" fmla="*/ 2147483647 w 2211"/>
              <a:gd name="T109" fmla="*/ 2147483647 h 77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211" h="776">
                <a:moveTo>
                  <a:pt x="0" y="776"/>
                </a:moveTo>
                <a:lnTo>
                  <a:pt x="10" y="776"/>
                </a:lnTo>
                <a:lnTo>
                  <a:pt x="10" y="766"/>
                </a:lnTo>
                <a:lnTo>
                  <a:pt x="20" y="766"/>
                </a:lnTo>
                <a:lnTo>
                  <a:pt x="30" y="761"/>
                </a:lnTo>
                <a:lnTo>
                  <a:pt x="40" y="761"/>
                </a:lnTo>
                <a:lnTo>
                  <a:pt x="40" y="751"/>
                </a:lnTo>
                <a:lnTo>
                  <a:pt x="45" y="751"/>
                </a:lnTo>
                <a:lnTo>
                  <a:pt x="45" y="741"/>
                </a:lnTo>
                <a:lnTo>
                  <a:pt x="55" y="741"/>
                </a:lnTo>
                <a:lnTo>
                  <a:pt x="55" y="731"/>
                </a:lnTo>
                <a:lnTo>
                  <a:pt x="65" y="731"/>
                </a:lnTo>
                <a:lnTo>
                  <a:pt x="75" y="721"/>
                </a:lnTo>
                <a:lnTo>
                  <a:pt x="85" y="711"/>
                </a:lnTo>
                <a:lnTo>
                  <a:pt x="95" y="711"/>
                </a:lnTo>
                <a:lnTo>
                  <a:pt x="95" y="706"/>
                </a:lnTo>
                <a:lnTo>
                  <a:pt x="100" y="706"/>
                </a:lnTo>
                <a:lnTo>
                  <a:pt x="110" y="696"/>
                </a:lnTo>
                <a:lnTo>
                  <a:pt x="120" y="696"/>
                </a:lnTo>
                <a:lnTo>
                  <a:pt x="120" y="686"/>
                </a:lnTo>
                <a:lnTo>
                  <a:pt x="130" y="686"/>
                </a:lnTo>
                <a:lnTo>
                  <a:pt x="140" y="676"/>
                </a:lnTo>
                <a:lnTo>
                  <a:pt x="150" y="676"/>
                </a:lnTo>
                <a:lnTo>
                  <a:pt x="150" y="666"/>
                </a:lnTo>
                <a:lnTo>
                  <a:pt x="161" y="666"/>
                </a:lnTo>
                <a:lnTo>
                  <a:pt x="161" y="656"/>
                </a:lnTo>
                <a:lnTo>
                  <a:pt x="166" y="656"/>
                </a:lnTo>
                <a:lnTo>
                  <a:pt x="176" y="646"/>
                </a:lnTo>
                <a:lnTo>
                  <a:pt x="186" y="646"/>
                </a:lnTo>
                <a:lnTo>
                  <a:pt x="186" y="641"/>
                </a:lnTo>
                <a:lnTo>
                  <a:pt x="196" y="641"/>
                </a:lnTo>
                <a:lnTo>
                  <a:pt x="206" y="631"/>
                </a:lnTo>
                <a:lnTo>
                  <a:pt x="216" y="631"/>
                </a:lnTo>
                <a:lnTo>
                  <a:pt x="216" y="621"/>
                </a:lnTo>
                <a:lnTo>
                  <a:pt x="226" y="621"/>
                </a:lnTo>
                <a:lnTo>
                  <a:pt x="231" y="621"/>
                </a:lnTo>
                <a:lnTo>
                  <a:pt x="231" y="611"/>
                </a:lnTo>
                <a:lnTo>
                  <a:pt x="241" y="611"/>
                </a:lnTo>
                <a:lnTo>
                  <a:pt x="241" y="601"/>
                </a:lnTo>
                <a:lnTo>
                  <a:pt x="251" y="601"/>
                </a:lnTo>
                <a:lnTo>
                  <a:pt x="261" y="601"/>
                </a:lnTo>
                <a:lnTo>
                  <a:pt x="261" y="591"/>
                </a:lnTo>
                <a:lnTo>
                  <a:pt x="271" y="591"/>
                </a:lnTo>
                <a:lnTo>
                  <a:pt x="281" y="586"/>
                </a:lnTo>
                <a:lnTo>
                  <a:pt x="286" y="586"/>
                </a:lnTo>
                <a:lnTo>
                  <a:pt x="296" y="576"/>
                </a:lnTo>
                <a:lnTo>
                  <a:pt x="306" y="576"/>
                </a:lnTo>
                <a:lnTo>
                  <a:pt x="316" y="566"/>
                </a:lnTo>
                <a:lnTo>
                  <a:pt x="326" y="566"/>
                </a:lnTo>
                <a:lnTo>
                  <a:pt x="336" y="556"/>
                </a:lnTo>
                <a:lnTo>
                  <a:pt x="346" y="556"/>
                </a:lnTo>
                <a:lnTo>
                  <a:pt x="346" y="546"/>
                </a:lnTo>
                <a:lnTo>
                  <a:pt x="351" y="546"/>
                </a:lnTo>
                <a:lnTo>
                  <a:pt x="362" y="546"/>
                </a:lnTo>
                <a:lnTo>
                  <a:pt x="362" y="536"/>
                </a:lnTo>
                <a:lnTo>
                  <a:pt x="372" y="536"/>
                </a:lnTo>
                <a:lnTo>
                  <a:pt x="382" y="536"/>
                </a:lnTo>
                <a:lnTo>
                  <a:pt x="392" y="526"/>
                </a:lnTo>
                <a:lnTo>
                  <a:pt x="402" y="526"/>
                </a:lnTo>
                <a:lnTo>
                  <a:pt x="407" y="526"/>
                </a:lnTo>
                <a:lnTo>
                  <a:pt x="407" y="521"/>
                </a:lnTo>
                <a:lnTo>
                  <a:pt x="417" y="521"/>
                </a:lnTo>
                <a:lnTo>
                  <a:pt x="427" y="521"/>
                </a:lnTo>
                <a:lnTo>
                  <a:pt x="437" y="511"/>
                </a:lnTo>
                <a:lnTo>
                  <a:pt x="447" y="511"/>
                </a:lnTo>
                <a:lnTo>
                  <a:pt x="457" y="501"/>
                </a:lnTo>
                <a:lnTo>
                  <a:pt x="467" y="501"/>
                </a:lnTo>
                <a:lnTo>
                  <a:pt x="472" y="501"/>
                </a:lnTo>
                <a:lnTo>
                  <a:pt x="472" y="491"/>
                </a:lnTo>
                <a:lnTo>
                  <a:pt x="482" y="491"/>
                </a:lnTo>
                <a:lnTo>
                  <a:pt x="492" y="491"/>
                </a:lnTo>
                <a:lnTo>
                  <a:pt x="502" y="491"/>
                </a:lnTo>
                <a:lnTo>
                  <a:pt x="512" y="481"/>
                </a:lnTo>
                <a:lnTo>
                  <a:pt x="522" y="481"/>
                </a:lnTo>
                <a:lnTo>
                  <a:pt x="532" y="481"/>
                </a:lnTo>
                <a:lnTo>
                  <a:pt x="537" y="471"/>
                </a:lnTo>
                <a:lnTo>
                  <a:pt x="547" y="471"/>
                </a:lnTo>
                <a:lnTo>
                  <a:pt x="558" y="471"/>
                </a:lnTo>
                <a:lnTo>
                  <a:pt x="568" y="461"/>
                </a:lnTo>
                <a:lnTo>
                  <a:pt x="578" y="461"/>
                </a:lnTo>
                <a:lnTo>
                  <a:pt x="588" y="461"/>
                </a:lnTo>
                <a:lnTo>
                  <a:pt x="593" y="461"/>
                </a:lnTo>
                <a:lnTo>
                  <a:pt x="603" y="461"/>
                </a:lnTo>
                <a:lnTo>
                  <a:pt x="603" y="456"/>
                </a:lnTo>
                <a:lnTo>
                  <a:pt x="613" y="456"/>
                </a:lnTo>
                <a:lnTo>
                  <a:pt x="623" y="456"/>
                </a:lnTo>
                <a:lnTo>
                  <a:pt x="633" y="456"/>
                </a:lnTo>
                <a:lnTo>
                  <a:pt x="643" y="456"/>
                </a:lnTo>
                <a:lnTo>
                  <a:pt x="643" y="446"/>
                </a:lnTo>
                <a:lnTo>
                  <a:pt x="653" y="446"/>
                </a:lnTo>
                <a:lnTo>
                  <a:pt x="658" y="446"/>
                </a:lnTo>
                <a:lnTo>
                  <a:pt x="668" y="446"/>
                </a:lnTo>
                <a:lnTo>
                  <a:pt x="678" y="446"/>
                </a:lnTo>
                <a:lnTo>
                  <a:pt x="688" y="446"/>
                </a:lnTo>
                <a:lnTo>
                  <a:pt x="698" y="446"/>
                </a:lnTo>
                <a:lnTo>
                  <a:pt x="698" y="436"/>
                </a:lnTo>
                <a:lnTo>
                  <a:pt x="708" y="436"/>
                </a:lnTo>
                <a:lnTo>
                  <a:pt x="713" y="436"/>
                </a:lnTo>
                <a:lnTo>
                  <a:pt x="723" y="436"/>
                </a:lnTo>
                <a:lnTo>
                  <a:pt x="733" y="436"/>
                </a:lnTo>
                <a:lnTo>
                  <a:pt x="743" y="436"/>
                </a:lnTo>
                <a:lnTo>
                  <a:pt x="754" y="436"/>
                </a:lnTo>
                <a:lnTo>
                  <a:pt x="764" y="436"/>
                </a:lnTo>
                <a:lnTo>
                  <a:pt x="774" y="426"/>
                </a:lnTo>
                <a:lnTo>
                  <a:pt x="779" y="426"/>
                </a:lnTo>
                <a:lnTo>
                  <a:pt x="789" y="426"/>
                </a:lnTo>
                <a:lnTo>
                  <a:pt x="799" y="426"/>
                </a:lnTo>
                <a:lnTo>
                  <a:pt x="809" y="426"/>
                </a:lnTo>
                <a:lnTo>
                  <a:pt x="819" y="426"/>
                </a:lnTo>
                <a:lnTo>
                  <a:pt x="829" y="426"/>
                </a:lnTo>
                <a:lnTo>
                  <a:pt x="839" y="426"/>
                </a:lnTo>
                <a:lnTo>
                  <a:pt x="844" y="426"/>
                </a:lnTo>
                <a:lnTo>
                  <a:pt x="854" y="426"/>
                </a:lnTo>
                <a:lnTo>
                  <a:pt x="864" y="426"/>
                </a:lnTo>
                <a:lnTo>
                  <a:pt x="874" y="426"/>
                </a:lnTo>
                <a:lnTo>
                  <a:pt x="884" y="426"/>
                </a:lnTo>
                <a:lnTo>
                  <a:pt x="894" y="426"/>
                </a:lnTo>
                <a:lnTo>
                  <a:pt x="899" y="426"/>
                </a:lnTo>
                <a:lnTo>
                  <a:pt x="909" y="426"/>
                </a:lnTo>
                <a:lnTo>
                  <a:pt x="919" y="415"/>
                </a:lnTo>
                <a:lnTo>
                  <a:pt x="929" y="415"/>
                </a:lnTo>
                <a:lnTo>
                  <a:pt x="939" y="415"/>
                </a:lnTo>
                <a:lnTo>
                  <a:pt x="950" y="415"/>
                </a:lnTo>
                <a:lnTo>
                  <a:pt x="960" y="415"/>
                </a:lnTo>
                <a:lnTo>
                  <a:pt x="965" y="415"/>
                </a:lnTo>
                <a:lnTo>
                  <a:pt x="975" y="415"/>
                </a:lnTo>
                <a:lnTo>
                  <a:pt x="985" y="415"/>
                </a:lnTo>
                <a:lnTo>
                  <a:pt x="995" y="415"/>
                </a:lnTo>
                <a:lnTo>
                  <a:pt x="1005" y="415"/>
                </a:lnTo>
                <a:lnTo>
                  <a:pt x="1015" y="415"/>
                </a:lnTo>
                <a:lnTo>
                  <a:pt x="1020" y="415"/>
                </a:lnTo>
                <a:lnTo>
                  <a:pt x="1030" y="415"/>
                </a:lnTo>
                <a:lnTo>
                  <a:pt x="1040" y="415"/>
                </a:lnTo>
                <a:lnTo>
                  <a:pt x="1050" y="415"/>
                </a:lnTo>
                <a:lnTo>
                  <a:pt x="1060" y="415"/>
                </a:lnTo>
                <a:lnTo>
                  <a:pt x="1070" y="415"/>
                </a:lnTo>
                <a:lnTo>
                  <a:pt x="1080" y="415"/>
                </a:lnTo>
                <a:lnTo>
                  <a:pt x="1085" y="415"/>
                </a:lnTo>
                <a:lnTo>
                  <a:pt x="1095" y="415"/>
                </a:lnTo>
                <a:lnTo>
                  <a:pt x="1105" y="415"/>
                </a:lnTo>
                <a:lnTo>
                  <a:pt x="1115" y="415"/>
                </a:lnTo>
                <a:lnTo>
                  <a:pt x="1125" y="415"/>
                </a:lnTo>
                <a:lnTo>
                  <a:pt x="1135" y="415"/>
                </a:lnTo>
                <a:lnTo>
                  <a:pt x="1145" y="415"/>
                </a:lnTo>
                <a:lnTo>
                  <a:pt x="1151" y="415"/>
                </a:lnTo>
                <a:lnTo>
                  <a:pt x="1161" y="415"/>
                </a:lnTo>
                <a:lnTo>
                  <a:pt x="1171" y="415"/>
                </a:lnTo>
                <a:lnTo>
                  <a:pt x="1181" y="415"/>
                </a:lnTo>
                <a:lnTo>
                  <a:pt x="1191" y="415"/>
                </a:lnTo>
                <a:lnTo>
                  <a:pt x="1201" y="415"/>
                </a:lnTo>
                <a:lnTo>
                  <a:pt x="1206" y="415"/>
                </a:lnTo>
                <a:lnTo>
                  <a:pt x="1216" y="415"/>
                </a:lnTo>
                <a:lnTo>
                  <a:pt x="1226" y="415"/>
                </a:lnTo>
                <a:lnTo>
                  <a:pt x="1236" y="415"/>
                </a:lnTo>
                <a:lnTo>
                  <a:pt x="1246" y="415"/>
                </a:lnTo>
                <a:lnTo>
                  <a:pt x="1256" y="415"/>
                </a:lnTo>
                <a:lnTo>
                  <a:pt x="1266" y="415"/>
                </a:lnTo>
                <a:lnTo>
                  <a:pt x="1271" y="415"/>
                </a:lnTo>
                <a:lnTo>
                  <a:pt x="1281" y="415"/>
                </a:lnTo>
                <a:lnTo>
                  <a:pt x="1291" y="415"/>
                </a:lnTo>
                <a:lnTo>
                  <a:pt x="1301" y="415"/>
                </a:lnTo>
                <a:lnTo>
                  <a:pt x="1311" y="415"/>
                </a:lnTo>
                <a:lnTo>
                  <a:pt x="1321" y="415"/>
                </a:lnTo>
                <a:lnTo>
                  <a:pt x="1326" y="415"/>
                </a:lnTo>
                <a:lnTo>
                  <a:pt x="1336" y="415"/>
                </a:lnTo>
                <a:lnTo>
                  <a:pt x="1347" y="405"/>
                </a:lnTo>
                <a:lnTo>
                  <a:pt x="1357" y="405"/>
                </a:lnTo>
                <a:lnTo>
                  <a:pt x="1367" y="405"/>
                </a:lnTo>
                <a:lnTo>
                  <a:pt x="1377" y="405"/>
                </a:lnTo>
                <a:lnTo>
                  <a:pt x="1387" y="405"/>
                </a:lnTo>
                <a:lnTo>
                  <a:pt x="1392" y="405"/>
                </a:lnTo>
                <a:lnTo>
                  <a:pt x="1402" y="405"/>
                </a:lnTo>
                <a:lnTo>
                  <a:pt x="1412" y="405"/>
                </a:lnTo>
                <a:lnTo>
                  <a:pt x="1422" y="405"/>
                </a:lnTo>
                <a:lnTo>
                  <a:pt x="1432" y="400"/>
                </a:lnTo>
                <a:lnTo>
                  <a:pt x="1442" y="400"/>
                </a:lnTo>
                <a:lnTo>
                  <a:pt x="1452" y="400"/>
                </a:lnTo>
                <a:lnTo>
                  <a:pt x="1457" y="400"/>
                </a:lnTo>
                <a:lnTo>
                  <a:pt x="1467" y="400"/>
                </a:lnTo>
                <a:lnTo>
                  <a:pt x="1477" y="400"/>
                </a:lnTo>
                <a:lnTo>
                  <a:pt x="1487" y="390"/>
                </a:lnTo>
                <a:lnTo>
                  <a:pt x="1497" y="390"/>
                </a:lnTo>
                <a:lnTo>
                  <a:pt x="1507" y="390"/>
                </a:lnTo>
                <a:lnTo>
                  <a:pt x="1512" y="390"/>
                </a:lnTo>
                <a:lnTo>
                  <a:pt x="1522" y="390"/>
                </a:lnTo>
                <a:lnTo>
                  <a:pt x="1532" y="380"/>
                </a:lnTo>
                <a:lnTo>
                  <a:pt x="1542" y="380"/>
                </a:lnTo>
                <a:lnTo>
                  <a:pt x="1553" y="380"/>
                </a:lnTo>
                <a:lnTo>
                  <a:pt x="1563" y="380"/>
                </a:lnTo>
                <a:lnTo>
                  <a:pt x="1573" y="370"/>
                </a:lnTo>
                <a:lnTo>
                  <a:pt x="1578" y="370"/>
                </a:lnTo>
                <a:lnTo>
                  <a:pt x="1588" y="370"/>
                </a:lnTo>
                <a:lnTo>
                  <a:pt x="1598" y="370"/>
                </a:lnTo>
                <a:lnTo>
                  <a:pt x="1608" y="360"/>
                </a:lnTo>
                <a:lnTo>
                  <a:pt x="1618" y="360"/>
                </a:lnTo>
                <a:lnTo>
                  <a:pt x="1628" y="360"/>
                </a:lnTo>
                <a:lnTo>
                  <a:pt x="1633" y="350"/>
                </a:lnTo>
                <a:lnTo>
                  <a:pt x="1643" y="350"/>
                </a:lnTo>
                <a:lnTo>
                  <a:pt x="1653" y="350"/>
                </a:lnTo>
                <a:lnTo>
                  <a:pt x="1663" y="340"/>
                </a:lnTo>
                <a:lnTo>
                  <a:pt x="1673" y="340"/>
                </a:lnTo>
                <a:lnTo>
                  <a:pt x="1683" y="340"/>
                </a:lnTo>
                <a:lnTo>
                  <a:pt x="1683" y="335"/>
                </a:lnTo>
                <a:lnTo>
                  <a:pt x="1693" y="335"/>
                </a:lnTo>
                <a:lnTo>
                  <a:pt x="1698" y="335"/>
                </a:lnTo>
                <a:lnTo>
                  <a:pt x="1708" y="335"/>
                </a:lnTo>
                <a:lnTo>
                  <a:pt x="1708" y="325"/>
                </a:lnTo>
                <a:lnTo>
                  <a:pt x="1718" y="325"/>
                </a:lnTo>
                <a:lnTo>
                  <a:pt x="1728" y="325"/>
                </a:lnTo>
                <a:lnTo>
                  <a:pt x="1728" y="315"/>
                </a:lnTo>
                <a:lnTo>
                  <a:pt x="1738" y="315"/>
                </a:lnTo>
                <a:lnTo>
                  <a:pt x="1749" y="315"/>
                </a:lnTo>
                <a:lnTo>
                  <a:pt x="1759" y="305"/>
                </a:lnTo>
                <a:lnTo>
                  <a:pt x="1764" y="305"/>
                </a:lnTo>
                <a:lnTo>
                  <a:pt x="1774" y="295"/>
                </a:lnTo>
                <a:lnTo>
                  <a:pt x="1784" y="295"/>
                </a:lnTo>
                <a:lnTo>
                  <a:pt x="1794" y="295"/>
                </a:lnTo>
                <a:lnTo>
                  <a:pt x="1794" y="285"/>
                </a:lnTo>
                <a:lnTo>
                  <a:pt x="1804" y="285"/>
                </a:lnTo>
                <a:lnTo>
                  <a:pt x="1814" y="280"/>
                </a:lnTo>
                <a:lnTo>
                  <a:pt x="1819" y="280"/>
                </a:lnTo>
                <a:lnTo>
                  <a:pt x="1829" y="270"/>
                </a:lnTo>
                <a:lnTo>
                  <a:pt x="1839" y="270"/>
                </a:lnTo>
                <a:lnTo>
                  <a:pt x="1849" y="260"/>
                </a:lnTo>
                <a:lnTo>
                  <a:pt x="1859" y="260"/>
                </a:lnTo>
                <a:lnTo>
                  <a:pt x="1869" y="250"/>
                </a:lnTo>
                <a:lnTo>
                  <a:pt x="1879" y="250"/>
                </a:lnTo>
                <a:lnTo>
                  <a:pt x="1879" y="240"/>
                </a:lnTo>
                <a:lnTo>
                  <a:pt x="1884" y="240"/>
                </a:lnTo>
                <a:lnTo>
                  <a:pt x="1894" y="240"/>
                </a:lnTo>
                <a:lnTo>
                  <a:pt x="1894" y="230"/>
                </a:lnTo>
                <a:lnTo>
                  <a:pt x="1904" y="230"/>
                </a:lnTo>
                <a:lnTo>
                  <a:pt x="1904" y="220"/>
                </a:lnTo>
                <a:lnTo>
                  <a:pt x="1914" y="220"/>
                </a:lnTo>
                <a:lnTo>
                  <a:pt x="1924" y="220"/>
                </a:lnTo>
                <a:lnTo>
                  <a:pt x="1924" y="215"/>
                </a:lnTo>
                <a:lnTo>
                  <a:pt x="1934" y="215"/>
                </a:lnTo>
                <a:lnTo>
                  <a:pt x="1940" y="205"/>
                </a:lnTo>
                <a:lnTo>
                  <a:pt x="1950" y="205"/>
                </a:lnTo>
                <a:lnTo>
                  <a:pt x="1950" y="195"/>
                </a:lnTo>
                <a:lnTo>
                  <a:pt x="1960" y="195"/>
                </a:lnTo>
                <a:lnTo>
                  <a:pt x="1970" y="185"/>
                </a:lnTo>
                <a:lnTo>
                  <a:pt x="1980" y="185"/>
                </a:lnTo>
                <a:lnTo>
                  <a:pt x="1980" y="175"/>
                </a:lnTo>
                <a:lnTo>
                  <a:pt x="1990" y="175"/>
                </a:lnTo>
                <a:lnTo>
                  <a:pt x="2000" y="165"/>
                </a:lnTo>
                <a:lnTo>
                  <a:pt x="2005" y="155"/>
                </a:lnTo>
                <a:lnTo>
                  <a:pt x="2015" y="155"/>
                </a:lnTo>
                <a:lnTo>
                  <a:pt x="2015" y="150"/>
                </a:lnTo>
                <a:lnTo>
                  <a:pt x="2025" y="150"/>
                </a:lnTo>
                <a:lnTo>
                  <a:pt x="2035" y="140"/>
                </a:lnTo>
                <a:lnTo>
                  <a:pt x="2045" y="140"/>
                </a:lnTo>
                <a:lnTo>
                  <a:pt x="2045" y="130"/>
                </a:lnTo>
                <a:lnTo>
                  <a:pt x="2055" y="130"/>
                </a:lnTo>
                <a:lnTo>
                  <a:pt x="2065" y="120"/>
                </a:lnTo>
                <a:lnTo>
                  <a:pt x="2070" y="120"/>
                </a:lnTo>
                <a:lnTo>
                  <a:pt x="2070" y="110"/>
                </a:lnTo>
                <a:lnTo>
                  <a:pt x="2080" y="110"/>
                </a:lnTo>
                <a:lnTo>
                  <a:pt x="2080" y="100"/>
                </a:lnTo>
                <a:lnTo>
                  <a:pt x="2090" y="100"/>
                </a:lnTo>
                <a:lnTo>
                  <a:pt x="2100" y="95"/>
                </a:lnTo>
                <a:lnTo>
                  <a:pt x="2110" y="85"/>
                </a:lnTo>
                <a:lnTo>
                  <a:pt x="2120" y="75"/>
                </a:lnTo>
                <a:lnTo>
                  <a:pt x="2125" y="75"/>
                </a:lnTo>
                <a:lnTo>
                  <a:pt x="2125" y="65"/>
                </a:lnTo>
                <a:lnTo>
                  <a:pt x="2135" y="65"/>
                </a:lnTo>
                <a:lnTo>
                  <a:pt x="2146" y="55"/>
                </a:lnTo>
                <a:lnTo>
                  <a:pt x="2156" y="45"/>
                </a:lnTo>
                <a:lnTo>
                  <a:pt x="2166" y="45"/>
                </a:lnTo>
                <a:lnTo>
                  <a:pt x="2166" y="35"/>
                </a:lnTo>
                <a:lnTo>
                  <a:pt x="2176" y="35"/>
                </a:lnTo>
                <a:lnTo>
                  <a:pt x="2176" y="30"/>
                </a:lnTo>
                <a:lnTo>
                  <a:pt x="2186" y="30"/>
                </a:lnTo>
                <a:lnTo>
                  <a:pt x="2191" y="20"/>
                </a:lnTo>
                <a:lnTo>
                  <a:pt x="2191" y="10"/>
                </a:lnTo>
                <a:lnTo>
                  <a:pt x="2201" y="10"/>
                </a:lnTo>
                <a:lnTo>
                  <a:pt x="2211" y="0"/>
                </a:lnTo>
              </a:path>
            </a:pathLst>
          </a:custGeom>
          <a:noFill/>
          <a:ln w="27051">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40" name="Freeform 64">
            <a:extLst>
              <a:ext uri="{FF2B5EF4-FFF2-40B4-BE49-F238E27FC236}">
                <a16:creationId xmlns:a16="http://schemas.microsoft.com/office/drawing/2014/main" id="{F6D7C263-424C-8049-972B-5E987646C108}"/>
              </a:ext>
            </a:extLst>
          </p:cNvPr>
          <p:cNvSpPr>
            <a:spLocks noChangeAspect="1"/>
          </p:cNvSpPr>
          <p:nvPr/>
        </p:nvSpPr>
        <p:spPr bwMode="auto">
          <a:xfrm>
            <a:off x="6634163" y="1463675"/>
            <a:ext cx="879475" cy="212725"/>
          </a:xfrm>
          <a:custGeom>
            <a:avLst/>
            <a:gdLst>
              <a:gd name="T0" fmla="*/ 2147483647 w 679"/>
              <a:gd name="T1" fmla="*/ 2147483647 h 261"/>
              <a:gd name="T2" fmla="*/ 2147483647 w 679"/>
              <a:gd name="T3" fmla="*/ 2147483647 h 261"/>
              <a:gd name="T4" fmla="*/ 2147483647 w 679"/>
              <a:gd name="T5" fmla="*/ 2147483647 h 261"/>
              <a:gd name="T6" fmla="*/ 2147483647 w 679"/>
              <a:gd name="T7" fmla="*/ 2147483647 h 261"/>
              <a:gd name="T8" fmla="*/ 2147483647 w 679"/>
              <a:gd name="T9" fmla="*/ 2147483647 h 261"/>
              <a:gd name="T10" fmla="*/ 2147483647 w 679"/>
              <a:gd name="T11" fmla="*/ 2147483647 h 261"/>
              <a:gd name="T12" fmla="*/ 2147483647 w 679"/>
              <a:gd name="T13" fmla="*/ 2147483647 h 261"/>
              <a:gd name="T14" fmla="*/ 2147483647 w 679"/>
              <a:gd name="T15" fmla="*/ 2147483647 h 261"/>
              <a:gd name="T16" fmla="*/ 2147483647 w 679"/>
              <a:gd name="T17" fmla="*/ 2147483647 h 261"/>
              <a:gd name="T18" fmla="*/ 2147483647 w 679"/>
              <a:gd name="T19" fmla="*/ 2147483647 h 261"/>
              <a:gd name="T20" fmla="*/ 2147483647 w 679"/>
              <a:gd name="T21" fmla="*/ 2147483647 h 261"/>
              <a:gd name="T22" fmla="*/ 2147483647 w 679"/>
              <a:gd name="T23" fmla="*/ 2147483647 h 261"/>
              <a:gd name="T24" fmla="*/ 2147483647 w 679"/>
              <a:gd name="T25" fmla="*/ 2147483647 h 261"/>
              <a:gd name="T26" fmla="*/ 2147483647 w 679"/>
              <a:gd name="T27" fmla="*/ 2147483647 h 261"/>
              <a:gd name="T28" fmla="*/ 2147483647 w 679"/>
              <a:gd name="T29" fmla="*/ 2147483647 h 261"/>
              <a:gd name="T30" fmla="*/ 2147483647 w 679"/>
              <a:gd name="T31" fmla="*/ 2147483647 h 261"/>
              <a:gd name="T32" fmla="*/ 2147483647 w 679"/>
              <a:gd name="T33" fmla="*/ 2147483647 h 261"/>
              <a:gd name="T34" fmla="*/ 2147483647 w 679"/>
              <a:gd name="T35" fmla="*/ 2147483647 h 261"/>
              <a:gd name="T36" fmla="*/ 2147483647 w 679"/>
              <a:gd name="T37" fmla="*/ 2147483647 h 261"/>
              <a:gd name="T38" fmla="*/ 2147483647 w 679"/>
              <a:gd name="T39" fmla="*/ 2147483647 h 261"/>
              <a:gd name="T40" fmla="*/ 2147483647 w 679"/>
              <a:gd name="T41" fmla="*/ 2147483647 h 261"/>
              <a:gd name="T42" fmla="*/ 2147483647 w 679"/>
              <a:gd name="T43" fmla="*/ 2147483647 h 261"/>
              <a:gd name="T44" fmla="*/ 2147483647 w 679"/>
              <a:gd name="T45" fmla="*/ 2147483647 h 261"/>
              <a:gd name="T46" fmla="*/ 2147483647 w 679"/>
              <a:gd name="T47" fmla="*/ 2147483647 h 261"/>
              <a:gd name="T48" fmla="*/ 2147483647 w 679"/>
              <a:gd name="T49" fmla="*/ 2147483647 h 261"/>
              <a:gd name="T50" fmla="*/ 2147483647 w 679"/>
              <a:gd name="T51" fmla="*/ 2147483647 h 261"/>
              <a:gd name="T52" fmla="*/ 2147483647 w 679"/>
              <a:gd name="T53" fmla="*/ 2147483647 h 261"/>
              <a:gd name="T54" fmla="*/ 2147483647 w 679"/>
              <a:gd name="T55" fmla="*/ 2147483647 h 261"/>
              <a:gd name="T56" fmla="*/ 2147483647 w 679"/>
              <a:gd name="T57" fmla="*/ 2147483647 h 261"/>
              <a:gd name="T58" fmla="*/ 2147483647 w 679"/>
              <a:gd name="T59" fmla="*/ 2147483647 h 261"/>
              <a:gd name="T60" fmla="*/ 2147483647 w 679"/>
              <a:gd name="T61" fmla="*/ 2147483647 h 261"/>
              <a:gd name="T62" fmla="*/ 2147483647 w 679"/>
              <a:gd name="T63" fmla="*/ 2147483647 h 261"/>
              <a:gd name="T64" fmla="*/ 2147483647 w 679"/>
              <a:gd name="T65" fmla="*/ 2147483647 h 261"/>
              <a:gd name="T66" fmla="*/ 2147483647 w 679"/>
              <a:gd name="T67" fmla="*/ 2147483647 h 261"/>
              <a:gd name="T68" fmla="*/ 2147483647 w 679"/>
              <a:gd name="T69" fmla="*/ 2147483647 h 261"/>
              <a:gd name="T70" fmla="*/ 2147483647 w 679"/>
              <a:gd name="T71" fmla="*/ 2147483647 h 261"/>
              <a:gd name="T72" fmla="*/ 2147483647 w 679"/>
              <a:gd name="T73" fmla="*/ 2147483647 h 261"/>
              <a:gd name="T74" fmla="*/ 2147483647 w 679"/>
              <a:gd name="T75" fmla="*/ 2147483647 h 261"/>
              <a:gd name="T76" fmla="*/ 2147483647 w 679"/>
              <a:gd name="T77" fmla="*/ 2147483647 h 261"/>
              <a:gd name="T78" fmla="*/ 2147483647 w 679"/>
              <a:gd name="T79" fmla="*/ 2147483647 h 261"/>
              <a:gd name="T80" fmla="*/ 2147483647 w 679"/>
              <a:gd name="T81" fmla="*/ 2147483647 h 261"/>
              <a:gd name="T82" fmla="*/ 2147483647 w 679"/>
              <a:gd name="T83" fmla="*/ 2147483647 h 261"/>
              <a:gd name="T84" fmla="*/ 2147483647 w 679"/>
              <a:gd name="T85" fmla="*/ 2147483647 h 261"/>
              <a:gd name="T86" fmla="*/ 2147483647 w 679"/>
              <a:gd name="T87" fmla="*/ 2147483647 h 261"/>
              <a:gd name="T88" fmla="*/ 2147483647 w 679"/>
              <a:gd name="T89" fmla="*/ 2147483647 h 261"/>
              <a:gd name="T90" fmla="*/ 2147483647 w 679"/>
              <a:gd name="T91" fmla="*/ 2147483647 h 261"/>
              <a:gd name="T92" fmla="*/ 2147483647 w 679"/>
              <a:gd name="T93" fmla="*/ 0 h 261"/>
              <a:gd name="T94" fmla="*/ 2147483647 w 679"/>
              <a:gd name="T95" fmla="*/ 0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79" h="261">
                <a:moveTo>
                  <a:pt x="0" y="261"/>
                </a:moveTo>
                <a:lnTo>
                  <a:pt x="10" y="261"/>
                </a:lnTo>
                <a:lnTo>
                  <a:pt x="20" y="251"/>
                </a:lnTo>
                <a:lnTo>
                  <a:pt x="30" y="251"/>
                </a:lnTo>
                <a:lnTo>
                  <a:pt x="40" y="251"/>
                </a:lnTo>
                <a:lnTo>
                  <a:pt x="40" y="241"/>
                </a:lnTo>
                <a:lnTo>
                  <a:pt x="45" y="241"/>
                </a:lnTo>
                <a:lnTo>
                  <a:pt x="55" y="241"/>
                </a:lnTo>
                <a:lnTo>
                  <a:pt x="65" y="231"/>
                </a:lnTo>
                <a:lnTo>
                  <a:pt x="75" y="231"/>
                </a:lnTo>
                <a:lnTo>
                  <a:pt x="86" y="231"/>
                </a:lnTo>
                <a:lnTo>
                  <a:pt x="86" y="221"/>
                </a:lnTo>
                <a:lnTo>
                  <a:pt x="96" y="221"/>
                </a:lnTo>
                <a:lnTo>
                  <a:pt x="106" y="221"/>
                </a:lnTo>
                <a:lnTo>
                  <a:pt x="111" y="221"/>
                </a:lnTo>
                <a:lnTo>
                  <a:pt x="111" y="216"/>
                </a:lnTo>
                <a:lnTo>
                  <a:pt x="121" y="216"/>
                </a:lnTo>
                <a:lnTo>
                  <a:pt x="131" y="216"/>
                </a:lnTo>
                <a:lnTo>
                  <a:pt x="131" y="206"/>
                </a:lnTo>
                <a:lnTo>
                  <a:pt x="141" y="206"/>
                </a:lnTo>
                <a:lnTo>
                  <a:pt x="151" y="206"/>
                </a:lnTo>
                <a:lnTo>
                  <a:pt x="161" y="206"/>
                </a:lnTo>
                <a:lnTo>
                  <a:pt x="161" y="196"/>
                </a:lnTo>
                <a:lnTo>
                  <a:pt x="171" y="196"/>
                </a:lnTo>
                <a:lnTo>
                  <a:pt x="176" y="196"/>
                </a:lnTo>
                <a:lnTo>
                  <a:pt x="176" y="185"/>
                </a:lnTo>
                <a:lnTo>
                  <a:pt x="186" y="185"/>
                </a:lnTo>
                <a:lnTo>
                  <a:pt x="196" y="185"/>
                </a:lnTo>
                <a:lnTo>
                  <a:pt x="206" y="185"/>
                </a:lnTo>
                <a:lnTo>
                  <a:pt x="206" y="175"/>
                </a:lnTo>
                <a:lnTo>
                  <a:pt x="216" y="175"/>
                </a:lnTo>
                <a:lnTo>
                  <a:pt x="226" y="175"/>
                </a:lnTo>
                <a:lnTo>
                  <a:pt x="226" y="165"/>
                </a:lnTo>
                <a:lnTo>
                  <a:pt x="231" y="165"/>
                </a:lnTo>
                <a:lnTo>
                  <a:pt x="241" y="165"/>
                </a:lnTo>
                <a:lnTo>
                  <a:pt x="251" y="165"/>
                </a:lnTo>
                <a:lnTo>
                  <a:pt x="251" y="155"/>
                </a:lnTo>
                <a:lnTo>
                  <a:pt x="261" y="155"/>
                </a:lnTo>
                <a:lnTo>
                  <a:pt x="271" y="155"/>
                </a:lnTo>
                <a:lnTo>
                  <a:pt x="282" y="150"/>
                </a:lnTo>
                <a:lnTo>
                  <a:pt x="292" y="150"/>
                </a:lnTo>
                <a:lnTo>
                  <a:pt x="297" y="150"/>
                </a:lnTo>
                <a:lnTo>
                  <a:pt x="297" y="140"/>
                </a:lnTo>
                <a:lnTo>
                  <a:pt x="307" y="140"/>
                </a:lnTo>
                <a:lnTo>
                  <a:pt x="317" y="140"/>
                </a:lnTo>
                <a:lnTo>
                  <a:pt x="327" y="140"/>
                </a:lnTo>
                <a:lnTo>
                  <a:pt x="327" y="130"/>
                </a:lnTo>
                <a:lnTo>
                  <a:pt x="337" y="130"/>
                </a:lnTo>
                <a:lnTo>
                  <a:pt x="347" y="130"/>
                </a:lnTo>
                <a:lnTo>
                  <a:pt x="347" y="120"/>
                </a:lnTo>
                <a:lnTo>
                  <a:pt x="352" y="120"/>
                </a:lnTo>
                <a:lnTo>
                  <a:pt x="362" y="120"/>
                </a:lnTo>
                <a:lnTo>
                  <a:pt x="372" y="120"/>
                </a:lnTo>
                <a:lnTo>
                  <a:pt x="372" y="110"/>
                </a:lnTo>
                <a:lnTo>
                  <a:pt x="382" y="110"/>
                </a:lnTo>
                <a:lnTo>
                  <a:pt x="392" y="110"/>
                </a:lnTo>
                <a:lnTo>
                  <a:pt x="392" y="100"/>
                </a:lnTo>
                <a:lnTo>
                  <a:pt x="402" y="100"/>
                </a:lnTo>
                <a:lnTo>
                  <a:pt x="412" y="100"/>
                </a:lnTo>
                <a:lnTo>
                  <a:pt x="417" y="100"/>
                </a:lnTo>
                <a:lnTo>
                  <a:pt x="417" y="90"/>
                </a:lnTo>
                <a:lnTo>
                  <a:pt x="427" y="90"/>
                </a:lnTo>
                <a:lnTo>
                  <a:pt x="437" y="90"/>
                </a:lnTo>
                <a:lnTo>
                  <a:pt x="437" y="85"/>
                </a:lnTo>
                <a:lnTo>
                  <a:pt x="447" y="85"/>
                </a:lnTo>
                <a:lnTo>
                  <a:pt x="457" y="85"/>
                </a:lnTo>
                <a:lnTo>
                  <a:pt x="467" y="85"/>
                </a:lnTo>
                <a:lnTo>
                  <a:pt x="467" y="75"/>
                </a:lnTo>
                <a:lnTo>
                  <a:pt x="477" y="75"/>
                </a:lnTo>
                <a:lnTo>
                  <a:pt x="483" y="75"/>
                </a:lnTo>
                <a:lnTo>
                  <a:pt x="483" y="65"/>
                </a:lnTo>
                <a:lnTo>
                  <a:pt x="493" y="65"/>
                </a:lnTo>
                <a:lnTo>
                  <a:pt x="503" y="65"/>
                </a:lnTo>
                <a:lnTo>
                  <a:pt x="513" y="65"/>
                </a:lnTo>
                <a:lnTo>
                  <a:pt x="513" y="55"/>
                </a:lnTo>
                <a:lnTo>
                  <a:pt x="523" y="55"/>
                </a:lnTo>
                <a:lnTo>
                  <a:pt x="533" y="55"/>
                </a:lnTo>
                <a:lnTo>
                  <a:pt x="538" y="45"/>
                </a:lnTo>
                <a:lnTo>
                  <a:pt x="548" y="45"/>
                </a:lnTo>
                <a:lnTo>
                  <a:pt x="558" y="45"/>
                </a:lnTo>
                <a:lnTo>
                  <a:pt x="558" y="35"/>
                </a:lnTo>
                <a:lnTo>
                  <a:pt x="568" y="35"/>
                </a:lnTo>
                <a:lnTo>
                  <a:pt x="578" y="35"/>
                </a:lnTo>
                <a:lnTo>
                  <a:pt x="588" y="30"/>
                </a:lnTo>
                <a:lnTo>
                  <a:pt x="598" y="30"/>
                </a:lnTo>
                <a:lnTo>
                  <a:pt x="603" y="30"/>
                </a:lnTo>
                <a:lnTo>
                  <a:pt x="603" y="20"/>
                </a:lnTo>
                <a:lnTo>
                  <a:pt x="613" y="20"/>
                </a:lnTo>
                <a:lnTo>
                  <a:pt x="623" y="20"/>
                </a:lnTo>
                <a:lnTo>
                  <a:pt x="633" y="20"/>
                </a:lnTo>
                <a:lnTo>
                  <a:pt x="633" y="10"/>
                </a:lnTo>
                <a:lnTo>
                  <a:pt x="643" y="10"/>
                </a:lnTo>
                <a:lnTo>
                  <a:pt x="653" y="10"/>
                </a:lnTo>
                <a:lnTo>
                  <a:pt x="653" y="0"/>
                </a:lnTo>
                <a:lnTo>
                  <a:pt x="658" y="0"/>
                </a:lnTo>
                <a:lnTo>
                  <a:pt x="668" y="0"/>
                </a:lnTo>
                <a:lnTo>
                  <a:pt x="679" y="0"/>
                </a:lnTo>
              </a:path>
            </a:pathLst>
          </a:custGeom>
          <a:noFill/>
          <a:ln w="25400">
            <a:solidFill>
              <a:srgbClr val="008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41" name="Freeform 65">
            <a:extLst>
              <a:ext uri="{FF2B5EF4-FFF2-40B4-BE49-F238E27FC236}">
                <a16:creationId xmlns:a16="http://schemas.microsoft.com/office/drawing/2014/main" id="{1DA233F3-6FAA-2C43-868A-490B159D6177}"/>
              </a:ext>
            </a:extLst>
          </p:cNvPr>
          <p:cNvSpPr>
            <a:spLocks noChangeAspect="1"/>
          </p:cNvSpPr>
          <p:nvPr/>
        </p:nvSpPr>
        <p:spPr bwMode="auto">
          <a:xfrm>
            <a:off x="7005638" y="1260475"/>
            <a:ext cx="582612" cy="141288"/>
          </a:xfrm>
          <a:custGeom>
            <a:avLst/>
            <a:gdLst>
              <a:gd name="T0" fmla="*/ 2147483647 w 679"/>
              <a:gd name="T1" fmla="*/ 2147483647 h 261"/>
              <a:gd name="T2" fmla="*/ 2147483647 w 679"/>
              <a:gd name="T3" fmla="*/ 2147483647 h 261"/>
              <a:gd name="T4" fmla="*/ 2147483647 w 679"/>
              <a:gd name="T5" fmla="*/ 2147483647 h 261"/>
              <a:gd name="T6" fmla="*/ 2147483647 w 679"/>
              <a:gd name="T7" fmla="*/ 2147483647 h 261"/>
              <a:gd name="T8" fmla="*/ 2147483647 w 679"/>
              <a:gd name="T9" fmla="*/ 2147483647 h 261"/>
              <a:gd name="T10" fmla="*/ 2147483647 w 679"/>
              <a:gd name="T11" fmla="*/ 2147483647 h 261"/>
              <a:gd name="T12" fmla="*/ 2147483647 w 679"/>
              <a:gd name="T13" fmla="*/ 2147483647 h 261"/>
              <a:gd name="T14" fmla="*/ 2147483647 w 679"/>
              <a:gd name="T15" fmla="*/ 2147483647 h 261"/>
              <a:gd name="T16" fmla="*/ 2147483647 w 679"/>
              <a:gd name="T17" fmla="*/ 2147483647 h 261"/>
              <a:gd name="T18" fmla="*/ 2147483647 w 679"/>
              <a:gd name="T19" fmla="*/ 2147483647 h 261"/>
              <a:gd name="T20" fmla="*/ 2147483647 w 679"/>
              <a:gd name="T21" fmla="*/ 2147483647 h 261"/>
              <a:gd name="T22" fmla="*/ 2147483647 w 679"/>
              <a:gd name="T23" fmla="*/ 2147483647 h 261"/>
              <a:gd name="T24" fmla="*/ 2147483647 w 679"/>
              <a:gd name="T25" fmla="*/ 2147483647 h 261"/>
              <a:gd name="T26" fmla="*/ 2147483647 w 679"/>
              <a:gd name="T27" fmla="*/ 2147483647 h 261"/>
              <a:gd name="T28" fmla="*/ 2147483647 w 679"/>
              <a:gd name="T29" fmla="*/ 2147483647 h 261"/>
              <a:gd name="T30" fmla="*/ 2147483647 w 679"/>
              <a:gd name="T31" fmla="*/ 2147483647 h 261"/>
              <a:gd name="T32" fmla="*/ 2147483647 w 679"/>
              <a:gd name="T33" fmla="*/ 2147483647 h 261"/>
              <a:gd name="T34" fmla="*/ 2147483647 w 679"/>
              <a:gd name="T35" fmla="*/ 2147483647 h 261"/>
              <a:gd name="T36" fmla="*/ 2147483647 w 679"/>
              <a:gd name="T37" fmla="*/ 2147483647 h 261"/>
              <a:gd name="T38" fmla="*/ 2147483647 w 679"/>
              <a:gd name="T39" fmla="*/ 2147483647 h 261"/>
              <a:gd name="T40" fmla="*/ 2147483647 w 679"/>
              <a:gd name="T41" fmla="*/ 2147483647 h 261"/>
              <a:gd name="T42" fmla="*/ 2147483647 w 679"/>
              <a:gd name="T43" fmla="*/ 2147483647 h 261"/>
              <a:gd name="T44" fmla="*/ 2147483647 w 679"/>
              <a:gd name="T45" fmla="*/ 2147483647 h 261"/>
              <a:gd name="T46" fmla="*/ 2147483647 w 679"/>
              <a:gd name="T47" fmla="*/ 2147483647 h 261"/>
              <a:gd name="T48" fmla="*/ 2147483647 w 679"/>
              <a:gd name="T49" fmla="*/ 2147483647 h 261"/>
              <a:gd name="T50" fmla="*/ 2147483647 w 679"/>
              <a:gd name="T51" fmla="*/ 2147483647 h 261"/>
              <a:gd name="T52" fmla="*/ 2147483647 w 679"/>
              <a:gd name="T53" fmla="*/ 2147483647 h 261"/>
              <a:gd name="T54" fmla="*/ 2147483647 w 679"/>
              <a:gd name="T55" fmla="*/ 2147483647 h 261"/>
              <a:gd name="T56" fmla="*/ 2147483647 w 679"/>
              <a:gd name="T57" fmla="*/ 2147483647 h 261"/>
              <a:gd name="T58" fmla="*/ 2147483647 w 679"/>
              <a:gd name="T59" fmla="*/ 2147483647 h 261"/>
              <a:gd name="T60" fmla="*/ 2147483647 w 679"/>
              <a:gd name="T61" fmla="*/ 2147483647 h 261"/>
              <a:gd name="T62" fmla="*/ 2147483647 w 679"/>
              <a:gd name="T63" fmla="*/ 2147483647 h 261"/>
              <a:gd name="T64" fmla="*/ 2147483647 w 679"/>
              <a:gd name="T65" fmla="*/ 2147483647 h 261"/>
              <a:gd name="T66" fmla="*/ 2147483647 w 679"/>
              <a:gd name="T67" fmla="*/ 2147483647 h 261"/>
              <a:gd name="T68" fmla="*/ 2147483647 w 679"/>
              <a:gd name="T69" fmla="*/ 2147483647 h 261"/>
              <a:gd name="T70" fmla="*/ 2147483647 w 679"/>
              <a:gd name="T71" fmla="*/ 2147483647 h 261"/>
              <a:gd name="T72" fmla="*/ 2147483647 w 679"/>
              <a:gd name="T73" fmla="*/ 2147483647 h 261"/>
              <a:gd name="T74" fmla="*/ 2147483647 w 679"/>
              <a:gd name="T75" fmla="*/ 2147483647 h 261"/>
              <a:gd name="T76" fmla="*/ 2147483647 w 679"/>
              <a:gd name="T77" fmla="*/ 2147483647 h 261"/>
              <a:gd name="T78" fmla="*/ 2147483647 w 679"/>
              <a:gd name="T79" fmla="*/ 2147483647 h 261"/>
              <a:gd name="T80" fmla="*/ 2147483647 w 679"/>
              <a:gd name="T81" fmla="*/ 2147483647 h 261"/>
              <a:gd name="T82" fmla="*/ 2147483647 w 679"/>
              <a:gd name="T83" fmla="*/ 2147483647 h 261"/>
              <a:gd name="T84" fmla="*/ 2147483647 w 679"/>
              <a:gd name="T85" fmla="*/ 2147483647 h 261"/>
              <a:gd name="T86" fmla="*/ 2147483647 w 679"/>
              <a:gd name="T87" fmla="*/ 2147483647 h 261"/>
              <a:gd name="T88" fmla="*/ 2147483647 w 679"/>
              <a:gd name="T89" fmla="*/ 2147483647 h 261"/>
              <a:gd name="T90" fmla="*/ 2147483647 w 679"/>
              <a:gd name="T91" fmla="*/ 2147483647 h 261"/>
              <a:gd name="T92" fmla="*/ 2147483647 w 679"/>
              <a:gd name="T93" fmla="*/ 0 h 261"/>
              <a:gd name="T94" fmla="*/ 2147483647 w 679"/>
              <a:gd name="T95" fmla="*/ 0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79" h="261">
                <a:moveTo>
                  <a:pt x="0" y="261"/>
                </a:moveTo>
                <a:lnTo>
                  <a:pt x="10" y="261"/>
                </a:lnTo>
                <a:lnTo>
                  <a:pt x="20" y="251"/>
                </a:lnTo>
                <a:lnTo>
                  <a:pt x="30" y="251"/>
                </a:lnTo>
                <a:lnTo>
                  <a:pt x="40" y="251"/>
                </a:lnTo>
                <a:lnTo>
                  <a:pt x="40" y="241"/>
                </a:lnTo>
                <a:lnTo>
                  <a:pt x="45" y="241"/>
                </a:lnTo>
                <a:lnTo>
                  <a:pt x="55" y="241"/>
                </a:lnTo>
                <a:lnTo>
                  <a:pt x="65" y="231"/>
                </a:lnTo>
                <a:lnTo>
                  <a:pt x="75" y="231"/>
                </a:lnTo>
                <a:lnTo>
                  <a:pt x="86" y="231"/>
                </a:lnTo>
                <a:lnTo>
                  <a:pt x="86" y="221"/>
                </a:lnTo>
                <a:lnTo>
                  <a:pt x="96" y="221"/>
                </a:lnTo>
                <a:lnTo>
                  <a:pt x="106" y="221"/>
                </a:lnTo>
                <a:lnTo>
                  <a:pt x="111" y="221"/>
                </a:lnTo>
                <a:lnTo>
                  <a:pt x="111" y="216"/>
                </a:lnTo>
                <a:lnTo>
                  <a:pt x="121" y="216"/>
                </a:lnTo>
                <a:lnTo>
                  <a:pt x="131" y="216"/>
                </a:lnTo>
                <a:lnTo>
                  <a:pt x="131" y="206"/>
                </a:lnTo>
                <a:lnTo>
                  <a:pt x="141" y="206"/>
                </a:lnTo>
                <a:lnTo>
                  <a:pt x="151" y="206"/>
                </a:lnTo>
                <a:lnTo>
                  <a:pt x="161" y="206"/>
                </a:lnTo>
                <a:lnTo>
                  <a:pt x="161" y="196"/>
                </a:lnTo>
                <a:lnTo>
                  <a:pt x="171" y="196"/>
                </a:lnTo>
                <a:lnTo>
                  <a:pt x="176" y="196"/>
                </a:lnTo>
                <a:lnTo>
                  <a:pt x="176" y="185"/>
                </a:lnTo>
                <a:lnTo>
                  <a:pt x="186" y="185"/>
                </a:lnTo>
                <a:lnTo>
                  <a:pt x="196" y="185"/>
                </a:lnTo>
                <a:lnTo>
                  <a:pt x="206" y="185"/>
                </a:lnTo>
                <a:lnTo>
                  <a:pt x="206" y="175"/>
                </a:lnTo>
                <a:lnTo>
                  <a:pt x="216" y="175"/>
                </a:lnTo>
                <a:lnTo>
                  <a:pt x="226" y="175"/>
                </a:lnTo>
                <a:lnTo>
                  <a:pt x="226" y="165"/>
                </a:lnTo>
                <a:lnTo>
                  <a:pt x="231" y="165"/>
                </a:lnTo>
                <a:lnTo>
                  <a:pt x="241" y="165"/>
                </a:lnTo>
                <a:lnTo>
                  <a:pt x="251" y="165"/>
                </a:lnTo>
                <a:lnTo>
                  <a:pt x="251" y="155"/>
                </a:lnTo>
                <a:lnTo>
                  <a:pt x="261" y="155"/>
                </a:lnTo>
                <a:lnTo>
                  <a:pt x="271" y="155"/>
                </a:lnTo>
                <a:lnTo>
                  <a:pt x="282" y="150"/>
                </a:lnTo>
                <a:lnTo>
                  <a:pt x="292" y="150"/>
                </a:lnTo>
                <a:lnTo>
                  <a:pt x="297" y="150"/>
                </a:lnTo>
                <a:lnTo>
                  <a:pt x="297" y="140"/>
                </a:lnTo>
                <a:lnTo>
                  <a:pt x="307" y="140"/>
                </a:lnTo>
                <a:lnTo>
                  <a:pt x="317" y="140"/>
                </a:lnTo>
                <a:lnTo>
                  <a:pt x="327" y="140"/>
                </a:lnTo>
                <a:lnTo>
                  <a:pt x="327" y="130"/>
                </a:lnTo>
                <a:lnTo>
                  <a:pt x="337" y="130"/>
                </a:lnTo>
                <a:lnTo>
                  <a:pt x="347" y="130"/>
                </a:lnTo>
                <a:lnTo>
                  <a:pt x="347" y="120"/>
                </a:lnTo>
                <a:lnTo>
                  <a:pt x="352" y="120"/>
                </a:lnTo>
                <a:lnTo>
                  <a:pt x="362" y="120"/>
                </a:lnTo>
                <a:lnTo>
                  <a:pt x="372" y="120"/>
                </a:lnTo>
                <a:lnTo>
                  <a:pt x="372" y="110"/>
                </a:lnTo>
                <a:lnTo>
                  <a:pt x="382" y="110"/>
                </a:lnTo>
                <a:lnTo>
                  <a:pt x="392" y="110"/>
                </a:lnTo>
                <a:lnTo>
                  <a:pt x="392" y="100"/>
                </a:lnTo>
                <a:lnTo>
                  <a:pt x="402" y="100"/>
                </a:lnTo>
                <a:lnTo>
                  <a:pt x="412" y="100"/>
                </a:lnTo>
                <a:lnTo>
                  <a:pt x="417" y="100"/>
                </a:lnTo>
                <a:lnTo>
                  <a:pt x="417" y="90"/>
                </a:lnTo>
                <a:lnTo>
                  <a:pt x="427" y="90"/>
                </a:lnTo>
                <a:lnTo>
                  <a:pt x="437" y="90"/>
                </a:lnTo>
                <a:lnTo>
                  <a:pt x="437" y="85"/>
                </a:lnTo>
                <a:lnTo>
                  <a:pt x="447" y="85"/>
                </a:lnTo>
                <a:lnTo>
                  <a:pt x="457" y="85"/>
                </a:lnTo>
                <a:lnTo>
                  <a:pt x="467" y="85"/>
                </a:lnTo>
                <a:lnTo>
                  <a:pt x="467" y="75"/>
                </a:lnTo>
                <a:lnTo>
                  <a:pt x="477" y="75"/>
                </a:lnTo>
                <a:lnTo>
                  <a:pt x="483" y="75"/>
                </a:lnTo>
                <a:lnTo>
                  <a:pt x="483" y="65"/>
                </a:lnTo>
                <a:lnTo>
                  <a:pt x="493" y="65"/>
                </a:lnTo>
                <a:lnTo>
                  <a:pt x="503" y="65"/>
                </a:lnTo>
                <a:lnTo>
                  <a:pt x="513" y="65"/>
                </a:lnTo>
                <a:lnTo>
                  <a:pt x="513" y="55"/>
                </a:lnTo>
                <a:lnTo>
                  <a:pt x="523" y="55"/>
                </a:lnTo>
                <a:lnTo>
                  <a:pt x="533" y="55"/>
                </a:lnTo>
                <a:lnTo>
                  <a:pt x="538" y="45"/>
                </a:lnTo>
                <a:lnTo>
                  <a:pt x="548" y="45"/>
                </a:lnTo>
                <a:lnTo>
                  <a:pt x="558" y="45"/>
                </a:lnTo>
                <a:lnTo>
                  <a:pt x="558" y="35"/>
                </a:lnTo>
                <a:lnTo>
                  <a:pt x="568" y="35"/>
                </a:lnTo>
                <a:lnTo>
                  <a:pt x="578" y="35"/>
                </a:lnTo>
                <a:lnTo>
                  <a:pt x="588" y="30"/>
                </a:lnTo>
                <a:lnTo>
                  <a:pt x="598" y="30"/>
                </a:lnTo>
                <a:lnTo>
                  <a:pt x="603" y="30"/>
                </a:lnTo>
                <a:lnTo>
                  <a:pt x="603" y="20"/>
                </a:lnTo>
                <a:lnTo>
                  <a:pt x="613" y="20"/>
                </a:lnTo>
                <a:lnTo>
                  <a:pt x="623" y="20"/>
                </a:lnTo>
                <a:lnTo>
                  <a:pt x="633" y="20"/>
                </a:lnTo>
                <a:lnTo>
                  <a:pt x="633" y="10"/>
                </a:lnTo>
                <a:lnTo>
                  <a:pt x="643" y="10"/>
                </a:lnTo>
                <a:lnTo>
                  <a:pt x="653" y="10"/>
                </a:lnTo>
                <a:lnTo>
                  <a:pt x="653" y="0"/>
                </a:lnTo>
                <a:lnTo>
                  <a:pt x="658" y="0"/>
                </a:lnTo>
                <a:lnTo>
                  <a:pt x="668" y="0"/>
                </a:lnTo>
                <a:lnTo>
                  <a:pt x="679" y="0"/>
                </a:lnTo>
              </a:path>
            </a:pathLst>
          </a:custGeom>
          <a:noFill/>
          <a:ln w="25400">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242" name="AutoShape 66">
            <a:extLst>
              <a:ext uri="{FF2B5EF4-FFF2-40B4-BE49-F238E27FC236}">
                <a16:creationId xmlns:a16="http://schemas.microsoft.com/office/drawing/2014/main" id="{57A5F235-75D2-1B4F-B2B7-C4A52543F1E8}"/>
              </a:ext>
            </a:extLst>
          </p:cNvPr>
          <p:cNvSpPr>
            <a:spLocks noChangeArrowheads="1"/>
          </p:cNvSpPr>
          <p:nvPr/>
        </p:nvSpPr>
        <p:spPr bwMode="auto">
          <a:xfrm>
            <a:off x="2771775" y="0"/>
            <a:ext cx="5181600" cy="1295400"/>
          </a:xfrm>
          <a:prstGeom prst="wedgeEllipseCallout">
            <a:avLst>
              <a:gd name="adj1" fmla="val -42708"/>
              <a:gd name="adj2" fmla="val 97671"/>
            </a:avLst>
          </a:prstGeom>
          <a:gradFill rotWithShape="0">
            <a:gsLst>
              <a:gs pos="0">
                <a:srgbClr val="C0C0C0"/>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ctr" eaLnBrk="1" hangingPunct="1"/>
            <a:r>
              <a:rPr lang="zh-CN" altLang="en-US" sz="2400" b="1"/>
              <a:t>亦称为</a:t>
            </a:r>
            <a:r>
              <a:rPr lang="zh-CN" altLang="en-US" sz="2400" b="1">
                <a:solidFill>
                  <a:schemeClr val="accent2"/>
                </a:solidFill>
              </a:rPr>
              <a:t>欧拉折线法</a:t>
            </a:r>
            <a:r>
              <a:rPr lang="en-US" altLang="zh-CN" sz="2400" b="1"/>
              <a:t> </a:t>
            </a:r>
          </a:p>
          <a:p>
            <a:pPr algn="ctr" eaLnBrk="1" hangingPunct="1"/>
            <a:r>
              <a:rPr lang="en-US" altLang="zh-CN" sz="2000" b="1">
                <a:solidFill>
                  <a:srgbClr val="008000"/>
                </a:solidFill>
                <a:latin typeface="Arial" panose="020B0604020202020204" pitchFamily="34" charset="0"/>
              </a:rPr>
              <a:t>/* </a:t>
            </a:r>
            <a:r>
              <a:rPr lang="en-US" altLang="zh-CN" sz="2000" b="1">
                <a:solidFill>
                  <a:srgbClr val="008000"/>
                </a:solidFill>
                <a:latin typeface="Arial" panose="020B0604020202020204" pitchFamily="34" charset="0"/>
                <a:ea typeface="宋体" panose="02010600030101010101" pitchFamily="2" charset="-122"/>
              </a:rPr>
              <a:t>Euler</a:t>
            </a:r>
            <a:r>
              <a:rPr lang="zh-CN" altLang="en-US" sz="2000" b="1">
                <a:solidFill>
                  <a:srgbClr val="008000"/>
                </a:solidFill>
                <a:latin typeface="Arial" panose="020B0604020202020204" pitchFamily="34" charset="0"/>
                <a:ea typeface="宋体" panose="02010600030101010101" pitchFamily="2" charset="-122"/>
              </a:rPr>
              <a:t>’</a:t>
            </a:r>
            <a:r>
              <a:rPr lang="en-US" altLang="zh-CN" sz="2000" b="1">
                <a:solidFill>
                  <a:srgbClr val="008000"/>
                </a:solidFill>
                <a:latin typeface="Arial" panose="020B0604020202020204" pitchFamily="34" charset="0"/>
                <a:ea typeface="宋体" panose="02010600030101010101" pitchFamily="2" charset="-122"/>
              </a:rPr>
              <a:t>s polygonal arc method*/</a:t>
            </a:r>
            <a:r>
              <a:rPr lang="en-US" altLang="zh-CN" sz="2000" b="1">
                <a:solidFill>
                  <a:srgbClr val="008000"/>
                </a:solidFill>
                <a:latin typeface="Arial" panose="020B0604020202020204" pitchFamily="34" charset="0"/>
              </a:rPr>
              <a:t> </a:t>
            </a:r>
          </a:p>
        </p:txBody>
      </p:sp>
    </p:spTree>
    <p:extLst>
      <p:ext uri="{BB962C8B-B14F-4D97-AF65-F5344CB8AC3E}">
        <p14:creationId xmlns:p14="http://schemas.microsoft.com/office/powerpoint/2010/main" val="236928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wipe(left)">
                                      <p:cBhvr>
                                        <p:cTn id="7" dur="500"/>
                                        <p:tgtEl>
                                          <p:spTgt spid="50178"/>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79"/>
                                        </p:tgtEl>
                                        <p:attrNameLst>
                                          <p:attrName>style.visibility</p:attrName>
                                        </p:attrNameLst>
                                      </p:cBhvr>
                                      <p:to>
                                        <p:strVal val="visible"/>
                                      </p:to>
                                    </p:set>
                                    <p:animEffect transition="in" filter="wipe(left)">
                                      <p:cBhvr>
                                        <p:cTn id="12" dur="500"/>
                                        <p:tgtEl>
                                          <p:spTgt spid="50179"/>
                                        </p:tgtEl>
                                      </p:cBhvr>
                                    </p:animEffect>
                                  </p:childTnLst>
                                  <p:subTnLst>
                                    <p:audio>
                                      <p:cMediaNode>
                                        <p:cTn display="0" masterRel="sameClick">
                                          <p:stCondLst>
                                            <p:cond evt="begin" delay="0">
                                              <p:tn val="10"/>
                                            </p:cond>
                                          </p:stCondLst>
                                          <p:endCondLst>
                                            <p:cond evt="onStopAudio" delay="0">
                                              <p:tgtEl>
                                                <p:sldTgt/>
                                              </p:tgtEl>
                                            </p:cond>
                                          </p:endCondLst>
                                        </p:cTn>
                                        <p:tgtEl>
                                          <p:sndTgt r:embed="rId4"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0204"/>
                                        </p:tgtEl>
                                        <p:attrNameLst>
                                          <p:attrName>style.visibility</p:attrName>
                                        </p:attrNameLst>
                                      </p:cBhvr>
                                      <p:to>
                                        <p:strVal val="visible"/>
                                      </p:to>
                                    </p:set>
                                    <p:animEffect transition="in" filter="box(in)">
                                      <p:cBhvr>
                                        <p:cTn id="17" dur="500"/>
                                        <p:tgtEl>
                                          <p:spTgt spid="50204"/>
                                        </p:tgtEl>
                                      </p:cBhvr>
                                    </p:animEffect>
                                  </p:childTnLst>
                                  <p:subTnLst>
                                    <p:audio>
                                      <p:cMediaNode>
                                        <p:cTn display="0" masterRel="sameClick">
                                          <p:stCondLst>
                                            <p:cond evt="begin" delay="0">
                                              <p:tn val="15"/>
                                            </p:cond>
                                          </p:stCondLst>
                                          <p:endCondLst>
                                            <p:cond evt="onStopAudio" delay="0">
                                              <p:tgtEl>
                                                <p:sldTgt/>
                                              </p:tgtEl>
                                            </p:cond>
                                          </p:endCondLst>
                                        </p:cTn>
                                        <p:tgtEl>
                                          <p:sndTgt r:embed="rId5"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0238"/>
                                        </p:tgtEl>
                                        <p:attrNameLst>
                                          <p:attrName>style.visibility</p:attrName>
                                        </p:attrNameLst>
                                      </p:cBhvr>
                                      <p:to>
                                        <p:strVal val="visible"/>
                                      </p:to>
                                    </p:set>
                                    <p:animEffect transition="in" filter="wipe(left)">
                                      <p:cBhvr>
                                        <p:cTn id="22" dur="500"/>
                                        <p:tgtEl>
                                          <p:spTgt spid="50238"/>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50239"/>
                                        </p:tgtEl>
                                        <p:attrNameLst>
                                          <p:attrName>style.visibility</p:attrName>
                                        </p:attrNameLst>
                                      </p:cBhvr>
                                      <p:to>
                                        <p:strVal val="visible"/>
                                      </p:to>
                                    </p:set>
                                    <p:animEffect transition="in" filter="wipe(left)">
                                      <p:cBhvr>
                                        <p:cTn id="26" dur="500"/>
                                        <p:tgtEl>
                                          <p:spTgt spid="50239"/>
                                        </p:tgtEl>
                                      </p:cBhvr>
                                    </p:animEffect>
                                  </p:childTnLst>
                                  <p:subTnLst>
                                    <p:audio>
                                      <p:cMediaNode>
                                        <p:cTn display="0" masterRel="sameClick">
                                          <p:stCondLst>
                                            <p:cond evt="begin" delay="0">
                                              <p:tn val="24"/>
                                            </p:cond>
                                          </p:stCondLst>
                                          <p:endCondLst>
                                            <p:cond evt="onStopAudio" delay="0">
                                              <p:tgtEl>
                                                <p:sldTgt/>
                                              </p:tgtEl>
                                            </p:cond>
                                          </p:endCondLst>
                                        </p:cTn>
                                        <p:tgtEl>
                                          <p:sndTgt r:embed="rId6"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50230"/>
                                        </p:tgtEl>
                                        <p:attrNameLst>
                                          <p:attrName>style.visibility</p:attrName>
                                        </p:attrNameLst>
                                      </p:cBhvr>
                                      <p:to>
                                        <p:strVal val="visible"/>
                                      </p:to>
                                    </p:set>
                                    <p:animEffect transition="in" filter="wipe(down)">
                                      <p:cBhvr>
                                        <p:cTn id="31" dur="500"/>
                                        <p:tgtEl>
                                          <p:spTgt spid="50230"/>
                                        </p:tgtEl>
                                      </p:cBhvr>
                                    </p:animEffect>
                                  </p:childTnLst>
                                </p:cTn>
                              </p:par>
                            </p:childTnLst>
                          </p:cTn>
                        </p:par>
                        <p:par>
                          <p:cTn id="32" fill="hold" nodeType="afterGroup">
                            <p:stCondLst>
                              <p:cond delay="500"/>
                            </p:stCondLst>
                            <p:childTnLst>
                              <p:par>
                                <p:cTn id="33" presetID="22" presetClass="entr" presetSubtype="4" fill="hold" nodeType="afterEffect">
                                  <p:stCondLst>
                                    <p:cond delay="0"/>
                                  </p:stCondLst>
                                  <p:childTnLst>
                                    <p:set>
                                      <p:cBhvr>
                                        <p:cTn id="34" dur="1" fill="hold">
                                          <p:stCondLst>
                                            <p:cond delay="0"/>
                                          </p:stCondLst>
                                        </p:cTn>
                                        <p:tgtEl>
                                          <p:spTgt spid="50234"/>
                                        </p:tgtEl>
                                        <p:attrNameLst>
                                          <p:attrName>style.visibility</p:attrName>
                                        </p:attrNameLst>
                                      </p:cBhvr>
                                      <p:to>
                                        <p:strVal val="visible"/>
                                      </p:to>
                                    </p:set>
                                    <p:animEffect transition="in" filter="wipe(down)">
                                      <p:cBhvr>
                                        <p:cTn id="35" dur="500"/>
                                        <p:tgtEl>
                                          <p:spTgt spid="50234"/>
                                        </p:tgtEl>
                                      </p:cBhvr>
                                    </p:animEffect>
                                  </p:childTnLst>
                                </p:cTn>
                              </p:par>
                            </p:childTnLst>
                          </p:cTn>
                        </p:par>
                        <p:par>
                          <p:cTn id="36" fill="hold" nodeType="afterGroup">
                            <p:stCondLst>
                              <p:cond delay="1000"/>
                            </p:stCondLst>
                            <p:childTnLst>
                              <p:par>
                                <p:cTn id="37" presetID="22" presetClass="entr" presetSubtype="8" fill="hold" nodeType="afterEffect">
                                  <p:stCondLst>
                                    <p:cond delay="0"/>
                                  </p:stCondLst>
                                  <p:childTnLst>
                                    <p:set>
                                      <p:cBhvr>
                                        <p:cTn id="38" dur="1" fill="hold">
                                          <p:stCondLst>
                                            <p:cond delay="0"/>
                                          </p:stCondLst>
                                        </p:cTn>
                                        <p:tgtEl>
                                          <p:spTgt spid="50233"/>
                                        </p:tgtEl>
                                        <p:attrNameLst>
                                          <p:attrName>style.visibility</p:attrName>
                                        </p:attrNameLst>
                                      </p:cBhvr>
                                      <p:to>
                                        <p:strVal val="visible"/>
                                      </p:to>
                                    </p:set>
                                    <p:animEffect transition="in" filter="wipe(left)">
                                      <p:cBhvr>
                                        <p:cTn id="39" dur="500"/>
                                        <p:tgtEl>
                                          <p:spTgt spid="50233"/>
                                        </p:tgtEl>
                                      </p:cBhvr>
                                    </p:animEffect>
                                  </p:childTnLst>
                                  <p:subTnLst>
                                    <p:audio>
                                      <p:cMediaNode>
                                        <p:cTn display="0" masterRel="sameClick">
                                          <p:stCondLst>
                                            <p:cond evt="begin" delay="0">
                                              <p:tn val="37"/>
                                            </p:cond>
                                          </p:stCondLst>
                                          <p:endCondLst>
                                            <p:cond evt="onStopAudio" delay="0">
                                              <p:tgtEl>
                                                <p:sldTgt/>
                                              </p:tgtEl>
                                            </p:cond>
                                          </p:endCondLst>
                                        </p:cTn>
                                        <p:tgtEl>
                                          <p:sndTgt r:embed="rId6" name="whoosh.wav"/>
                                        </p:tgtEl>
                                      </p:cMediaNode>
                                    </p:audio>
                                  </p:sub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50240"/>
                                        </p:tgtEl>
                                        <p:attrNameLst>
                                          <p:attrName>style.visibility</p:attrName>
                                        </p:attrNameLst>
                                      </p:cBhvr>
                                      <p:to>
                                        <p:strVal val="visible"/>
                                      </p:to>
                                    </p:set>
                                    <p:animEffect transition="in" filter="wipe(down)">
                                      <p:cBhvr>
                                        <p:cTn id="44" dur="500"/>
                                        <p:tgtEl>
                                          <p:spTgt spid="50240"/>
                                        </p:tgtEl>
                                      </p:cBhvr>
                                    </p:animEffect>
                                  </p:childTnLst>
                                  <p:subTnLst>
                                    <p:audio>
                                      <p:cMediaNode>
                                        <p:cTn display="0" masterRel="sameClick">
                                          <p:stCondLst>
                                            <p:cond evt="begin" delay="0">
                                              <p:tn val="42"/>
                                            </p:cond>
                                          </p:stCondLst>
                                          <p:endCondLst>
                                            <p:cond evt="onStopAudio" delay="0">
                                              <p:tgtEl>
                                                <p:sldTgt/>
                                              </p:tgtEl>
                                            </p:cond>
                                          </p:endCondLst>
                                        </p:cTn>
                                        <p:tgtEl>
                                          <p:sndTgt r:embed="rId6"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50237"/>
                                        </p:tgtEl>
                                        <p:attrNameLst>
                                          <p:attrName>style.visibility</p:attrName>
                                        </p:attrNameLst>
                                      </p:cBhvr>
                                      <p:to>
                                        <p:strVal val="visible"/>
                                      </p:to>
                                    </p:set>
                                    <p:animEffect transition="in" filter="wipe(down)">
                                      <p:cBhvr>
                                        <p:cTn id="49" dur="500"/>
                                        <p:tgtEl>
                                          <p:spTgt spid="50237"/>
                                        </p:tgtEl>
                                      </p:cBhvr>
                                    </p:animEffect>
                                  </p:childTnLst>
                                </p:cTn>
                              </p:par>
                            </p:childTnLst>
                          </p:cTn>
                        </p:par>
                        <p:par>
                          <p:cTn id="50" fill="hold" nodeType="afterGroup">
                            <p:stCondLst>
                              <p:cond delay="500"/>
                            </p:stCondLst>
                            <p:childTnLst>
                              <p:par>
                                <p:cTn id="51" presetID="22" presetClass="entr" presetSubtype="4" fill="hold" nodeType="afterEffect">
                                  <p:stCondLst>
                                    <p:cond delay="0"/>
                                  </p:stCondLst>
                                  <p:childTnLst>
                                    <p:set>
                                      <p:cBhvr>
                                        <p:cTn id="52" dur="1" fill="hold">
                                          <p:stCondLst>
                                            <p:cond delay="0"/>
                                          </p:stCondLst>
                                        </p:cTn>
                                        <p:tgtEl>
                                          <p:spTgt spid="50241"/>
                                        </p:tgtEl>
                                        <p:attrNameLst>
                                          <p:attrName>style.visibility</p:attrName>
                                        </p:attrNameLst>
                                      </p:cBhvr>
                                      <p:to>
                                        <p:strVal val="visible"/>
                                      </p:to>
                                    </p:set>
                                    <p:animEffect transition="in" filter="wipe(down)">
                                      <p:cBhvr>
                                        <p:cTn id="53" dur="500"/>
                                        <p:tgtEl>
                                          <p:spTgt spid="50241"/>
                                        </p:tgtEl>
                                      </p:cBhvr>
                                    </p:animEffect>
                                  </p:childTnLst>
                                  <p:subTnLst>
                                    <p:audio>
                                      <p:cMediaNode>
                                        <p:cTn display="0" masterRel="sameClick">
                                          <p:stCondLst>
                                            <p:cond evt="begin" delay="0">
                                              <p:tn val="51"/>
                                            </p:cond>
                                          </p:stCondLst>
                                          <p:endCondLst>
                                            <p:cond evt="onStopAudio" delay="0">
                                              <p:tgtEl>
                                                <p:sldTgt/>
                                              </p:tgtEl>
                                            </p:cond>
                                          </p:endCondLst>
                                        </p:cTn>
                                        <p:tgtEl>
                                          <p:sndTgt r:embed="rId6" name="whoosh.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18" presetClass="entr" presetSubtype="3" fill="hold" grpId="0" nodeType="clickEffect">
                                  <p:stCondLst>
                                    <p:cond delay="0"/>
                                  </p:stCondLst>
                                  <p:childTnLst>
                                    <p:set>
                                      <p:cBhvr>
                                        <p:cTn id="57" dur="1" fill="hold">
                                          <p:stCondLst>
                                            <p:cond delay="0"/>
                                          </p:stCondLst>
                                        </p:cTn>
                                        <p:tgtEl>
                                          <p:spTgt spid="50242"/>
                                        </p:tgtEl>
                                        <p:attrNameLst>
                                          <p:attrName>style.visibility</p:attrName>
                                        </p:attrNameLst>
                                      </p:cBhvr>
                                      <p:to>
                                        <p:strVal val="visible"/>
                                      </p:to>
                                    </p:set>
                                    <p:animEffect transition="in" filter="strips(upRight)">
                                      <p:cBhvr>
                                        <p:cTn id="58" dur="500"/>
                                        <p:tgtEl>
                                          <p:spTgt spid="50242"/>
                                        </p:tgtEl>
                                      </p:cBhvr>
                                    </p:animEffect>
                                  </p:childTnLst>
                                  <p:subTnLst>
                                    <p:set>
                                      <p:cBhvr override="childStyle">
                                        <p:cTn dur="1" fill="hold" display="0" masterRel="nextClick" afterEffect="1"/>
                                        <p:tgtEl>
                                          <p:spTgt spid="50242"/>
                                        </p:tgtEl>
                                        <p:attrNameLst>
                                          <p:attrName>style.visibility</p:attrName>
                                        </p:attrNameLst>
                                      </p:cBhvr>
                                      <p:to>
                                        <p:strVal val="hidden"/>
                                      </p:to>
                                    </p:set>
                                    <p:audio>
                                      <p:cMediaNode>
                                        <p:cTn display="0" masterRel="sameClick">
                                          <p:stCondLst>
                                            <p:cond evt="begin" delay="0">
                                              <p:tn val="56"/>
                                            </p:cond>
                                          </p:stCondLst>
                                          <p:endCondLst>
                                            <p:cond evt="onStopAudio" delay="0">
                                              <p:tgtEl>
                                                <p:sldTgt/>
                                              </p:tgtEl>
                                            </p:cond>
                                          </p:endCondLst>
                                        </p:cTn>
                                        <p:tgtEl>
                                          <p:sndTgt r:embed="rId6" name="whoosh.wav"/>
                                        </p:tgtEl>
                                      </p:cMediaNode>
                                    </p:audio>
                                  </p:sub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50217"/>
                                        </p:tgtEl>
                                        <p:attrNameLst>
                                          <p:attrName>style.visibility</p:attrName>
                                        </p:attrNameLst>
                                      </p:cBhvr>
                                      <p:to>
                                        <p:strVal val="visible"/>
                                      </p:to>
                                    </p:set>
                                    <p:animEffect transition="in" filter="wipe(up)">
                                      <p:cBhvr>
                                        <p:cTn id="63" dur="500"/>
                                        <p:tgtEl>
                                          <p:spTgt spid="50217"/>
                                        </p:tgtEl>
                                      </p:cBhvr>
                                    </p:animEffect>
                                  </p:childTnLst>
                                  <p:subTnLst>
                                    <p:audio>
                                      <p:cMediaNode>
                                        <p:cTn display="0" masterRel="sameClick">
                                          <p:stCondLst>
                                            <p:cond evt="begin" delay="0">
                                              <p:tn val="61"/>
                                            </p:cond>
                                          </p:stCondLst>
                                          <p:endCondLst>
                                            <p:cond evt="onStopAudio" delay="0">
                                              <p:tgtEl>
                                                <p:sldTgt/>
                                              </p:tgtEl>
                                            </p:cond>
                                          </p:endCondLst>
                                        </p:cTn>
                                        <p:tgtEl>
                                          <p:sndTgt r:embed="rId3" name="projctor.wav"/>
                                        </p:tgtEl>
                                      </p:cMediaNode>
                                    </p:audio>
                                  </p:sub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nodeType="clickEffect">
                                  <p:stCondLst>
                                    <p:cond delay="0"/>
                                  </p:stCondLst>
                                  <p:childTnLst>
                                    <p:set>
                                      <p:cBhvr>
                                        <p:cTn id="67" dur="1" fill="hold">
                                          <p:stCondLst>
                                            <p:cond delay="0"/>
                                          </p:stCondLst>
                                        </p:cTn>
                                        <p:tgtEl>
                                          <p:spTgt spid="50218"/>
                                        </p:tgtEl>
                                        <p:attrNameLst>
                                          <p:attrName>style.visibility</p:attrName>
                                        </p:attrNameLst>
                                      </p:cBhvr>
                                      <p:to>
                                        <p:strVal val="visible"/>
                                      </p:to>
                                    </p:set>
                                    <p:animEffect transition="in" filter="wipe(up)">
                                      <p:cBhvr>
                                        <p:cTn id="68" dur="500"/>
                                        <p:tgtEl>
                                          <p:spTgt spid="50218"/>
                                        </p:tgtEl>
                                      </p:cBhvr>
                                    </p:animEffect>
                                  </p:childTnLst>
                                  <p:subTnLst>
                                    <p:audio>
                                      <p:cMediaNode>
                                        <p:cTn display="0" masterRel="sameClick">
                                          <p:stCondLst>
                                            <p:cond evt="begin" delay="0">
                                              <p:tn val="66"/>
                                            </p:cond>
                                          </p:stCondLst>
                                          <p:endCondLst>
                                            <p:cond evt="onStopAudio" delay="0">
                                              <p:tgtEl>
                                                <p:sldTgt/>
                                              </p:tgtEl>
                                            </p:cond>
                                          </p:endCondLst>
                                        </p:cTn>
                                        <p:tgtEl>
                                          <p:sndTgt r:embed="rId3" name="projctor.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50215"/>
                                        </p:tgtEl>
                                        <p:attrNameLst>
                                          <p:attrName>style.visibility</p:attrName>
                                        </p:attrNameLst>
                                      </p:cBhvr>
                                      <p:to>
                                        <p:strVal val="visible"/>
                                      </p:to>
                                    </p:set>
                                    <p:animEffect transition="in" filter="wipe(left)">
                                      <p:cBhvr>
                                        <p:cTn id="73" dur="500"/>
                                        <p:tgtEl>
                                          <p:spTgt spid="50215"/>
                                        </p:tgtEl>
                                      </p:cBhvr>
                                    </p:animEffect>
                                  </p:childTnLst>
                                  <p:subTnLst>
                                    <p:audio>
                                      <p:cMediaNode>
                                        <p:cTn display="0" masterRel="sameClick">
                                          <p:stCondLst>
                                            <p:cond evt="begin" delay="0">
                                              <p:tn val="71"/>
                                            </p:cond>
                                          </p:stCondLst>
                                          <p:endCondLst>
                                            <p:cond evt="onStopAudio" delay="0">
                                              <p:tgtEl>
                                                <p:sldTgt/>
                                              </p:tgtEl>
                                            </p:cond>
                                          </p:endCondLst>
                                        </p:cTn>
                                        <p:tgtEl>
                                          <p:sndTgt r:embed="rId4" name="type.wav"/>
                                        </p:tgtEl>
                                      </p:cMediaNode>
                                    </p:audio>
                                  </p:sub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50216"/>
                                        </p:tgtEl>
                                        <p:attrNameLst>
                                          <p:attrName>style.visibility</p:attrName>
                                        </p:attrNameLst>
                                      </p:cBhvr>
                                      <p:to>
                                        <p:strVal val="visible"/>
                                      </p:to>
                                    </p:set>
                                    <p:animEffect transition="in" filter="wipe(left)">
                                      <p:cBhvr>
                                        <p:cTn id="78" dur="500"/>
                                        <p:tgtEl>
                                          <p:spTgt spid="50216"/>
                                        </p:tgtEl>
                                      </p:cBhvr>
                                    </p:animEffect>
                                  </p:childTnLst>
                                  <p:subTnLst>
                                    <p:audio>
                                      <p:cMediaNode>
                                        <p:cTn display="0" masterRel="sameClick">
                                          <p:stCondLst>
                                            <p:cond evt="begin" delay="0">
                                              <p:tn val="76"/>
                                            </p:cond>
                                          </p:stCondLst>
                                          <p:endCondLst>
                                            <p:cond evt="onStopAudio" delay="0">
                                              <p:tgtEl>
                                                <p:sldTgt/>
                                              </p:tgtEl>
                                            </p:cond>
                                          </p:endCondLst>
                                        </p:cTn>
                                        <p:tgtEl>
                                          <p:sndTgt r:embed="rId4" name="type.wav"/>
                                        </p:tgtEl>
                                      </p:cMediaNode>
                                    </p:audio>
                                  </p:sub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50221"/>
                                        </p:tgtEl>
                                        <p:attrNameLst>
                                          <p:attrName>style.visibility</p:attrName>
                                        </p:attrNameLst>
                                      </p:cBhvr>
                                      <p:to>
                                        <p:strVal val="visible"/>
                                      </p:to>
                                    </p:set>
                                  </p:childTnLst>
                                  <p:subTnLst>
                                    <p:audio>
                                      <p:cMediaNode>
                                        <p:cTn display="0" masterRel="sameClick">
                                          <p:stCondLst>
                                            <p:cond evt="begin" delay="0">
                                              <p:tn val="81"/>
                                            </p:cond>
                                          </p:stCondLst>
                                          <p:endCondLst>
                                            <p:cond evt="onStopAudio" delay="0">
                                              <p:tgtEl>
                                                <p:sldTgt/>
                                              </p:tgtEl>
                                            </p:cond>
                                          </p:endCondLst>
                                        </p:cTn>
                                        <p:tgtEl>
                                          <p:sndTgt r:embed="rId7" name="gunshot.wav"/>
                                        </p:tgtEl>
                                      </p:cMediaNode>
                                    </p:audio>
                                  </p:sub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50222"/>
                                        </p:tgtEl>
                                        <p:attrNameLst>
                                          <p:attrName>style.visibility</p:attrName>
                                        </p:attrNameLst>
                                      </p:cBhvr>
                                      <p:to>
                                        <p:strVal val="visible"/>
                                      </p:to>
                                    </p:set>
                                  </p:childTnLst>
                                  <p:subTnLst>
                                    <p:audio>
                                      <p:cMediaNode>
                                        <p:cTn display="0" masterRel="sameClick">
                                          <p:stCondLst>
                                            <p:cond evt="begin" delay="0">
                                              <p:tn val="85"/>
                                            </p:cond>
                                          </p:stCondLst>
                                          <p:endCondLst>
                                            <p:cond evt="onStopAudio" delay="0">
                                              <p:tgtEl>
                                                <p:sldTgt/>
                                              </p:tgtEl>
                                            </p:cond>
                                          </p:endCondLst>
                                        </p:cTn>
                                        <p:tgtEl>
                                          <p:sndTgt r:embed="rId7" name="gunshot.wav"/>
                                        </p:tgtEl>
                                      </p:cMediaNode>
                                    </p:audio>
                                  </p:sub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50225"/>
                                        </p:tgtEl>
                                        <p:attrNameLst>
                                          <p:attrName>style.visibility</p:attrName>
                                        </p:attrNameLst>
                                      </p:cBhvr>
                                      <p:to>
                                        <p:strVal val="visible"/>
                                      </p:to>
                                    </p:set>
                                    <p:animEffect transition="in" filter="wipe(left)">
                                      <p:cBhvr>
                                        <p:cTn id="91" dur="500"/>
                                        <p:tgtEl>
                                          <p:spTgt spid="50225"/>
                                        </p:tgtEl>
                                      </p:cBhvr>
                                    </p:animEffect>
                                  </p:childTnLst>
                                  <p:subTnLst>
                                    <p:audio>
                                      <p:cMediaNode>
                                        <p:cTn display="0" masterRel="sameClick">
                                          <p:stCondLst>
                                            <p:cond evt="begin" delay="0">
                                              <p:tn val="89"/>
                                            </p:cond>
                                          </p:stCondLst>
                                          <p:endCondLst>
                                            <p:cond evt="onStopAudio" delay="0">
                                              <p:tgtEl>
                                                <p:sldTgt/>
                                              </p:tgtEl>
                                            </p:cond>
                                          </p:endCondLst>
                                        </p:cTn>
                                        <p:tgtEl>
                                          <p:sndTgt r:embed="rId8" name="chimes.wav"/>
                                        </p:tgtEl>
                                      </p:cMediaNode>
                                    </p:audio>
                                  </p:sub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50226"/>
                                        </p:tgtEl>
                                        <p:attrNameLst>
                                          <p:attrName>style.visibility</p:attrName>
                                        </p:attrNameLst>
                                      </p:cBhvr>
                                      <p:to>
                                        <p:strVal val="visible"/>
                                      </p:to>
                                    </p:set>
                                    <p:animEffect transition="in" filter="wipe(left)">
                                      <p:cBhvr>
                                        <p:cTn id="96" dur="500"/>
                                        <p:tgtEl>
                                          <p:spTgt spid="50226"/>
                                        </p:tgtEl>
                                      </p:cBhvr>
                                    </p:animEffect>
                                  </p:childTnLst>
                                  <p:subTnLst>
                                    <p:audio>
                                      <p:cMediaNode>
                                        <p:cTn display="0" masterRel="sameClick">
                                          <p:stCondLst>
                                            <p:cond evt="begin" delay="0">
                                              <p:tn val="94"/>
                                            </p:cond>
                                          </p:stCondLst>
                                          <p:endCondLst>
                                            <p:cond evt="onStopAudio" delay="0">
                                              <p:tgtEl>
                                                <p:sldTgt/>
                                              </p:tgtEl>
                                            </p:cond>
                                          </p:endCondLst>
                                        </p:cTn>
                                        <p:tgtEl>
                                          <p:sndTgt r:embed="rId9" name="cashreg.wav"/>
                                        </p:tgtEl>
                                      </p:cMediaNode>
                                    </p:audio>
                                  </p:subTnLst>
                                </p:cTn>
                              </p:par>
                            </p:childTnLst>
                          </p:cTn>
                        </p:par>
                      </p:childTnLst>
                    </p:cTn>
                  </p:par>
                  <p:par>
                    <p:cTn id="97" fill="hold" nodeType="clickPar">
                      <p:stCondLst>
                        <p:cond delay="indefinite"/>
                      </p:stCondLst>
                      <p:childTnLst>
                        <p:par>
                          <p:cTn id="98" fill="hold" nodeType="withGroup">
                            <p:stCondLst>
                              <p:cond delay="0"/>
                            </p:stCondLst>
                            <p:childTnLst>
                              <p:par>
                                <p:cTn id="99" presetID="18" presetClass="entr" presetSubtype="3" fill="hold" grpId="0" nodeType="clickEffect">
                                  <p:stCondLst>
                                    <p:cond delay="0"/>
                                  </p:stCondLst>
                                  <p:childTnLst>
                                    <p:set>
                                      <p:cBhvr>
                                        <p:cTn id="100" dur="1" fill="hold">
                                          <p:stCondLst>
                                            <p:cond delay="0"/>
                                          </p:stCondLst>
                                        </p:cTn>
                                        <p:tgtEl>
                                          <p:spTgt spid="50227"/>
                                        </p:tgtEl>
                                        <p:attrNameLst>
                                          <p:attrName>style.visibility</p:attrName>
                                        </p:attrNameLst>
                                      </p:cBhvr>
                                      <p:to>
                                        <p:strVal val="visible"/>
                                      </p:to>
                                    </p:set>
                                    <p:animEffect transition="in" filter="strips(upRight)">
                                      <p:cBhvr>
                                        <p:cTn id="101" dur="500"/>
                                        <p:tgtEl>
                                          <p:spTgt spid="50227"/>
                                        </p:tgtEl>
                                      </p:cBhvr>
                                    </p:animEffect>
                                  </p:childTnLst>
                                  <p:subTnLst>
                                    <p:audio>
                                      <p:cMediaNode>
                                        <p:cTn display="0" masterRel="sameClick">
                                          <p:stCondLst>
                                            <p:cond evt="begin" delay="0">
                                              <p:tn val="99"/>
                                            </p:cond>
                                          </p:stCondLst>
                                          <p:endCondLst>
                                            <p:cond evt="onStopAudio" delay="0">
                                              <p:tgtEl>
                                                <p:sldTgt/>
                                              </p:tgtEl>
                                            </p:cond>
                                          </p:endCondLst>
                                        </p:cTn>
                                        <p:tgtEl>
                                          <p:sndTgt r:embed="rId6"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p:bldP spid="50179" grpId="0" autoUpdateAnimBg="0"/>
      <p:bldP spid="50215" grpId="0" autoUpdateAnimBg="0"/>
      <p:bldP spid="50226" grpId="0" autoUpdateAnimBg="0"/>
      <p:bldP spid="50227" grpId="0" animBg="1" autoUpdateAnimBg="0"/>
      <p:bldP spid="50242"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3">
            <a:extLst>
              <a:ext uri="{FF2B5EF4-FFF2-40B4-BE49-F238E27FC236}">
                <a16:creationId xmlns:a16="http://schemas.microsoft.com/office/drawing/2014/main" id="{37A5C9C0-6028-6E4A-85DA-B59A990D2F17}"/>
              </a:ext>
            </a:extLst>
          </p:cNvPr>
          <p:cNvSpPr txBox="1">
            <a:spLocks noChangeArrowheads="1"/>
          </p:cNvSpPr>
          <p:nvPr/>
        </p:nvSpPr>
        <p:spPr bwMode="auto">
          <a:xfrm>
            <a:off x="395288" y="549275"/>
            <a:ext cx="34290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57200" indent="-4572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400" b="1" dirty="0">
                <a:solidFill>
                  <a:schemeClr val="accent2"/>
                </a:solidFill>
                <a:sym typeface="Wingdings" charset="0"/>
              </a:rPr>
              <a:t></a:t>
            </a:r>
            <a:r>
              <a:rPr lang="en-US" altLang="zh-CN" sz="2400" b="1" dirty="0">
                <a:sym typeface="Wingdings" charset="0"/>
              </a:rPr>
              <a:t> </a:t>
            </a:r>
            <a:r>
              <a:rPr lang="zh-CN" altLang="en-US" sz="2400" b="1" dirty="0">
                <a:sym typeface="Wingdings" charset="0"/>
              </a:rPr>
              <a:t>隐式</a:t>
            </a:r>
            <a:r>
              <a:rPr lang="zh-CN" altLang="en-US" sz="2400" b="1" dirty="0"/>
              <a:t>欧拉公式</a:t>
            </a:r>
            <a:endParaRPr lang="en-US" altLang="zh-CN" sz="2400" b="1" dirty="0"/>
          </a:p>
        </p:txBody>
      </p:sp>
      <p:grpSp>
        <p:nvGrpSpPr>
          <p:cNvPr id="51278" name="Group 78">
            <a:extLst>
              <a:ext uri="{FF2B5EF4-FFF2-40B4-BE49-F238E27FC236}">
                <a16:creationId xmlns:a16="http://schemas.microsoft.com/office/drawing/2014/main" id="{AA2A809D-5F46-314D-9D91-7E335498DDFC}"/>
              </a:ext>
            </a:extLst>
          </p:cNvPr>
          <p:cNvGrpSpPr>
            <a:grpSpLocks/>
          </p:cNvGrpSpPr>
          <p:nvPr/>
        </p:nvGrpSpPr>
        <p:grpSpPr bwMode="auto">
          <a:xfrm>
            <a:off x="609600" y="1341438"/>
            <a:ext cx="5181600" cy="762000"/>
            <a:chOff x="384" y="1488"/>
            <a:chExt cx="3264" cy="480"/>
          </a:xfrm>
        </p:grpSpPr>
        <p:sp>
          <p:nvSpPr>
            <p:cNvPr id="51244" name="AutoShape 44" descr="再生纸">
              <a:extLst>
                <a:ext uri="{FF2B5EF4-FFF2-40B4-BE49-F238E27FC236}">
                  <a16:creationId xmlns:a16="http://schemas.microsoft.com/office/drawing/2014/main" id="{62C16C49-A6C6-8C4A-86ED-05CE892C57F7}"/>
                </a:ext>
              </a:extLst>
            </p:cNvPr>
            <p:cNvSpPr>
              <a:spLocks noChangeArrowheads="1"/>
            </p:cNvSpPr>
            <p:nvPr/>
          </p:nvSpPr>
          <p:spPr bwMode="auto">
            <a:xfrm>
              <a:off x="384" y="1488"/>
              <a:ext cx="3264" cy="480"/>
            </a:xfrm>
            <a:prstGeom prst="bevel">
              <a:avLst>
                <a:gd name="adj" fmla="val 8750"/>
              </a:avLst>
            </a:prstGeom>
            <a:blipFill dpi="0" rotWithShape="0">
              <a:blip r:embed="rId5"/>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sp>
          <p:nvSpPr>
            <p:cNvPr id="26641" name="Rectangle 46">
              <a:extLst>
                <a:ext uri="{FF2B5EF4-FFF2-40B4-BE49-F238E27FC236}">
                  <a16:creationId xmlns:a16="http://schemas.microsoft.com/office/drawing/2014/main" id="{DF152DE4-5AE6-E146-BF98-F74DACD8BD60}"/>
                </a:ext>
              </a:extLst>
            </p:cNvPr>
            <p:cNvSpPr>
              <a:spLocks noChangeArrowheads="1"/>
            </p:cNvSpPr>
            <p:nvPr/>
          </p:nvSpPr>
          <p:spPr bwMode="auto">
            <a:xfrm>
              <a:off x="3493" y="1603"/>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42" name="Rectangle 47">
              <a:extLst>
                <a:ext uri="{FF2B5EF4-FFF2-40B4-BE49-F238E27FC236}">
                  <a16:creationId xmlns:a16="http://schemas.microsoft.com/office/drawing/2014/main" id="{6DBCEBD7-ECA3-4E48-BEEF-9663E2032865}"/>
                </a:ext>
              </a:extLst>
            </p:cNvPr>
            <p:cNvSpPr>
              <a:spLocks noChangeArrowheads="1"/>
            </p:cNvSpPr>
            <p:nvPr/>
          </p:nvSpPr>
          <p:spPr bwMode="auto">
            <a:xfrm>
              <a:off x="3407" y="1603"/>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1</a:t>
              </a:r>
              <a:endParaRPr lang="en-US" altLang="zh-CN"/>
            </a:p>
          </p:txBody>
        </p:sp>
        <p:sp>
          <p:nvSpPr>
            <p:cNvPr id="26643" name="Rectangle 48">
              <a:extLst>
                <a:ext uri="{FF2B5EF4-FFF2-40B4-BE49-F238E27FC236}">
                  <a16:creationId xmlns:a16="http://schemas.microsoft.com/office/drawing/2014/main" id="{001A0DEF-5CF6-D147-A482-9EBAC43329A2}"/>
                </a:ext>
              </a:extLst>
            </p:cNvPr>
            <p:cNvSpPr>
              <a:spLocks noChangeArrowheads="1"/>
            </p:cNvSpPr>
            <p:nvPr/>
          </p:nvSpPr>
          <p:spPr bwMode="auto">
            <a:xfrm>
              <a:off x="3092" y="1603"/>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44" name="Rectangle 49">
              <a:extLst>
                <a:ext uri="{FF2B5EF4-FFF2-40B4-BE49-F238E27FC236}">
                  <a16:creationId xmlns:a16="http://schemas.microsoft.com/office/drawing/2014/main" id="{11E99B01-F681-2549-AF3E-7AE2AE82D57B}"/>
                </a:ext>
              </a:extLst>
            </p:cNvPr>
            <p:cNvSpPr>
              <a:spLocks noChangeArrowheads="1"/>
            </p:cNvSpPr>
            <p:nvPr/>
          </p:nvSpPr>
          <p:spPr bwMode="auto">
            <a:xfrm>
              <a:off x="2925" y="1603"/>
              <a:ext cx="13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45" name="Rectangle 50">
              <a:extLst>
                <a:ext uri="{FF2B5EF4-FFF2-40B4-BE49-F238E27FC236}">
                  <a16:creationId xmlns:a16="http://schemas.microsoft.com/office/drawing/2014/main" id="{27B07168-4CF5-BE46-8CA9-7949132618F7}"/>
                </a:ext>
              </a:extLst>
            </p:cNvPr>
            <p:cNvSpPr>
              <a:spLocks noChangeArrowheads="1"/>
            </p:cNvSpPr>
            <p:nvPr/>
          </p:nvSpPr>
          <p:spPr bwMode="auto">
            <a:xfrm>
              <a:off x="2844" y="1603"/>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46" name="Rectangle 51">
              <a:extLst>
                <a:ext uri="{FF2B5EF4-FFF2-40B4-BE49-F238E27FC236}">
                  <a16:creationId xmlns:a16="http://schemas.microsoft.com/office/drawing/2014/main" id="{B7ED52C1-F313-3A4F-8307-C6D714AF8863}"/>
                </a:ext>
              </a:extLst>
            </p:cNvPr>
            <p:cNvSpPr>
              <a:spLocks noChangeArrowheads="1"/>
            </p:cNvSpPr>
            <p:nvPr/>
          </p:nvSpPr>
          <p:spPr bwMode="auto">
            <a:xfrm>
              <a:off x="2755" y="1603"/>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0</a:t>
              </a:r>
              <a:endParaRPr lang="en-US" altLang="zh-CN"/>
            </a:p>
          </p:txBody>
        </p:sp>
        <p:sp>
          <p:nvSpPr>
            <p:cNvPr id="26647" name="Rectangle 52">
              <a:extLst>
                <a:ext uri="{FF2B5EF4-FFF2-40B4-BE49-F238E27FC236}">
                  <a16:creationId xmlns:a16="http://schemas.microsoft.com/office/drawing/2014/main" id="{9263DFC0-921B-BD42-B0BA-5661E3BB1A01}"/>
                </a:ext>
              </a:extLst>
            </p:cNvPr>
            <p:cNvSpPr>
              <a:spLocks noChangeArrowheads="1"/>
            </p:cNvSpPr>
            <p:nvPr/>
          </p:nvSpPr>
          <p:spPr bwMode="auto">
            <a:xfrm>
              <a:off x="2449" y="1603"/>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48" name="Rectangle 53">
              <a:extLst>
                <a:ext uri="{FF2B5EF4-FFF2-40B4-BE49-F238E27FC236}">
                  <a16:creationId xmlns:a16="http://schemas.microsoft.com/office/drawing/2014/main" id="{8096D410-14AB-A540-9F39-F10D62145A09}"/>
                </a:ext>
              </a:extLst>
            </p:cNvPr>
            <p:cNvSpPr>
              <a:spLocks noChangeArrowheads="1"/>
            </p:cNvSpPr>
            <p:nvPr/>
          </p:nvSpPr>
          <p:spPr bwMode="auto">
            <a:xfrm>
              <a:off x="2229" y="1603"/>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49" name="Rectangle 54">
              <a:extLst>
                <a:ext uri="{FF2B5EF4-FFF2-40B4-BE49-F238E27FC236}">
                  <a16:creationId xmlns:a16="http://schemas.microsoft.com/office/drawing/2014/main" id="{1A7492F0-F6F1-4B42-80A1-DA3A82AB3D0C}"/>
                </a:ext>
              </a:extLst>
            </p:cNvPr>
            <p:cNvSpPr>
              <a:spLocks noChangeArrowheads="1"/>
            </p:cNvSpPr>
            <p:nvPr/>
          </p:nvSpPr>
          <p:spPr bwMode="auto">
            <a:xfrm>
              <a:off x="1884" y="1603"/>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50" name="Rectangle 55">
              <a:extLst>
                <a:ext uri="{FF2B5EF4-FFF2-40B4-BE49-F238E27FC236}">
                  <a16:creationId xmlns:a16="http://schemas.microsoft.com/office/drawing/2014/main" id="{0852CBB8-41A7-034F-A4AC-AD991D930970}"/>
                </a:ext>
              </a:extLst>
            </p:cNvPr>
            <p:cNvSpPr>
              <a:spLocks noChangeArrowheads="1"/>
            </p:cNvSpPr>
            <p:nvPr/>
          </p:nvSpPr>
          <p:spPr bwMode="auto">
            <a:xfrm>
              <a:off x="1540" y="1603"/>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26651" name="Rectangle 56">
              <a:extLst>
                <a:ext uri="{FF2B5EF4-FFF2-40B4-BE49-F238E27FC236}">
                  <a16:creationId xmlns:a16="http://schemas.microsoft.com/office/drawing/2014/main" id="{27480886-7872-EF47-9E21-1E4E77D01B64}"/>
                </a:ext>
              </a:extLst>
            </p:cNvPr>
            <p:cNvSpPr>
              <a:spLocks noChangeArrowheads="1"/>
            </p:cNvSpPr>
            <p:nvPr/>
          </p:nvSpPr>
          <p:spPr bwMode="auto">
            <a:xfrm>
              <a:off x="2158" y="170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rPr>
                <a:t>1</a:t>
              </a:r>
              <a:endParaRPr lang="en-US" altLang="zh-CN">
                <a:solidFill>
                  <a:srgbClr val="FF3300"/>
                </a:solidFill>
              </a:endParaRPr>
            </a:p>
          </p:txBody>
        </p:sp>
        <p:sp>
          <p:nvSpPr>
            <p:cNvPr id="26652" name="Rectangle 57">
              <a:extLst>
                <a:ext uri="{FF2B5EF4-FFF2-40B4-BE49-F238E27FC236}">
                  <a16:creationId xmlns:a16="http://schemas.microsoft.com/office/drawing/2014/main" id="{1CE2C4C4-4248-234F-8E61-24CDF4624D13}"/>
                </a:ext>
              </a:extLst>
            </p:cNvPr>
            <p:cNvSpPr>
              <a:spLocks noChangeArrowheads="1"/>
            </p:cNvSpPr>
            <p:nvPr/>
          </p:nvSpPr>
          <p:spPr bwMode="auto">
            <a:xfrm>
              <a:off x="1816" y="170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rPr>
                <a:t>1</a:t>
              </a:r>
              <a:endParaRPr lang="en-US" altLang="zh-CN"/>
            </a:p>
          </p:txBody>
        </p:sp>
        <p:sp>
          <p:nvSpPr>
            <p:cNvPr id="26653" name="Rectangle 58">
              <a:extLst>
                <a:ext uri="{FF2B5EF4-FFF2-40B4-BE49-F238E27FC236}">
                  <a16:creationId xmlns:a16="http://schemas.microsoft.com/office/drawing/2014/main" id="{10F0B4B6-5D96-8445-B69B-81C3A3B2AD00}"/>
                </a:ext>
              </a:extLst>
            </p:cNvPr>
            <p:cNvSpPr>
              <a:spLocks noChangeArrowheads="1"/>
            </p:cNvSpPr>
            <p:nvPr/>
          </p:nvSpPr>
          <p:spPr bwMode="auto">
            <a:xfrm>
              <a:off x="713" y="170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rPr>
                <a:t>1</a:t>
              </a:r>
              <a:endParaRPr lang="en-US" altLang="zh-CN">
                <a:solidFill>
                  <a:srgbClr val="FF3300"/>
                </a:solidFill>
              </a:endParaRPr>
            </a:p>
          </p:txBody>
        </p:sp>
        <p:sp>
          <p:nvSpPr>
            <p:cNvPr id="26654" name="Rectangle 59">
              <a:extLst>
                <a:ext uri="{FF2B5EF4-FFF2-40B4-BE49-F238E27FC236}">
                  <a16:creationId xmlns:a16="http://schemas.microsoft.com/office/drawing/2014/main" id="{E64AB9B8-969E-C64D-8165-F555EC39B590}"/>
                </a:ext>
              </a:extLst>
            </p:cNvPr>
            <p:cNvSpPr>
              <a:spLocks noChangeArrowheads="1"/>
            </p:cNvSpPr>
            <p:nvPr/>
          </p:nvSpPr>
          <p:spPr bwMode="auto">
            <a:xfrm>
              <a:off x="3287" y="1583"/>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latin typeface="Symbol" pitchFamily="2" charset="2"/>
                </a:rPr>
                <a:t>-</a:t>
              </a:r>
              <a:endParaRPr lang="en-US" altLang="zh-CN"/>
            </a:p>
          </p:txBody>
        </p:sp>
        <p:sp>
          <p:nvSpPr>
            <p:cNvPr id="26655" name="Rectangle 60">
              <a:extLst>
                <a:ext uri="{FF2B5EF4-FFF2-40B4-BE49-F238E27FC236}">
                  <a16:creationId xmlns:a16="http://schemas.microsoft.com/office/drawing/2014/main" id="{B7495E45-79A9-EC46-B4EF-82C9DB42B3CC}"/>
                </a:ext>
              </a:extLst>
            </p:cNvPr>
            <p:cNvSpPr>
              <a:spLocks noChangeArrowheads="1"/>
            </p:cNvSpPr>
            <p:nvPr/>
          </p:nvSpPr>
          <p:spPr bwMode="auto">
            <a:xfrm>
              <a:off x="2616" y="1583"/>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latin typeface="Symbol" pitchFamily="2" charset="2"/>
                </a:rPr>
                <a:t>=</a:t>
              </a:r>
              <a:endParaRPr lang="en-US" altLang="zh-CN"/>
            </a:p>
          </p:txBody>
        </p:sp>
        <p:sp>
          <p:nvSpPr>
            <p:cNvPr id="26656" name="Rectangle 61">
              <a:extLst>
                <a:ext uri="{FF2B5EF4-FFF2-40B4-BE49-F238E27FC236}">
                  <a16:creationId xmlns:a16="http://schemas.microsoft.com/office/drawing/2014/main" id="{F95B7E43-2A43-684B-A022-80A591A664BD}"/>
                </a:ext>
              </a:extLst>
            </p:cNvPr>
            <p:cNvSpPr>
              <a:spLocks noChangeArrowheads="1"/>
            </p:cNvSpPr>
            <p:nvPr/>
          </p:nvSpPr>
          <p:spPr bwMode="auto">
            <a:xfrm>
              <a:off x="1153" y="1583"/>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latin typeface="Symbol" pitchFamily="2" charset="2"/>
                </a:rPr>
                <a:t>+</a:t>
              </a:r>
              <a:endParaRPr lang="en-US" altLang="zh-CN"/>
            </a:p>
          </p:txBody>
        </p:sp>
        <p:sp>
          <p:nvSpPr>
            <p:cNvPr id="26657" name="Rectangle 62">
              <a:extLst>
                <a:ext uri="{FF2B5EF4-FFF2-40B4-BE49-F238E27FC236}">
                  <a16:creationId xmlns:a16="http://schemas.microsoft.com/office/drawing/2014/main" id="{373ECD2C-8690-014D-8C9A-7D07412E67D0}"/>
                </a:ext>
              </a:extLst>
            </p:cNvPr>
            <p:cNvSpPr>
              <a:spLocks noChangeArrowheads="1"/>
            </p:cNvSpPr>
            <p:nvPr/>
          </p:nvSpPr>
          <p:spPr bwMode="auto">
            <a:xfrm>
              <a:off x="821" y="1583"/>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latin typeface="Symbol" pitchFamily="2" charset="2"/>
                </a:rPr>
                <a:t>=</a:t>
              </a:r>
              <a:endParaRPr lang="en-US" altLang="zh-CN"/>
            </a:p>
          </p:txBody>
        </p:sp>
        <p:sp>
          <p:nvSpPr>
            <p:cNvPr id="26658" name="Rectangle 63">
              <a:extLst>
                <a:ext uri="{FF2B5EF4-FFF2-40B4-BE49-F238E27FC236}">
                  <a16:creationId xmlns:a16="http://schemas.microsoft.com/office/drawing/2014/main" id="{0CED006D-6A56-7348-A0FE-4C2D757041C1}"/>
                </a:ext>
              </a:extLst>
            </p:cNvPr>
            <p:cNvSpPr>
              <a:spLocks noChangeArrowheads="1"/>
            </p:cNvSpPr>
            <p:nvPr/>
          </p:nvSpPr>
          <p:spPr bwMode="auto">
            <a:xfrm>
              <a:off x="2098" y="1699"/>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latin typeface="Symbol" pitchFamily="2" charset="2"/>
                </a:rPr>
                <a:t>+</a:t>
              </a:r>
              <a:endParaRPr lang="en-US" altLang="zh-CN">
                <a:solidFill>
                  <a:srgbClr val="FF3300"/>
                </a:solidFill>
              </a:endParaRPr>
            </a:p>
          </p:txBody>
        </p:sp>
        <p:sp>
          <p:nvSpPr>
            <p:cNvPr id="26659" name="Rectangle 64">
              <a:extLst>
                <a:ext uri="{FF2B5EF4-FFF2-40B4-BE49-F238E27FC236}">
                  <a16:creationId xmlns:a16="http://schemas.microsoft.com/office/drawing/2014/main" id="{6170EBD0-E19F-B641-B6E8-41D5E602B955}"/>
                </a:ext>
              </a:extLst>
            </p:cNvPr>
            <p:cNvSpPr>
              <a:spLocks noChangeArrowheads="1"/>
            </p:cNvSpPr>
            <p:nvPr/>
          </p:nvSpPr>
          <p:spPr bwMode="auto">
            <a:xfrm>
              <a:off x="1756" y="1699"/>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latin typeface="Symbol" pitchFamily="2" charset="2"/>
                </a:rPr>
                <a:t>+</a:t>
              </a:r>
              <a:endParaRPr lang="en-US" altLang="zh-CN"/>
            </a:p>
          </p:txBody>
        </p:sp>
        <p:sp>
          <p:nvSpPr>
            <p:cNvPr id="26660" name="Rectangle 65">
              <a:extLst>
                <a:ext uri="{FF2B5EF4-FFF2-40B4-BE49-F238E27FC236}">
                  <a16:creationId xmlns:a16="http://schemas.microsoft.com/office/drawing/2014/main" id="{094892BC-2C70-3B4D-9079-01B1D57E5E4D}"/>
                </a:ext>
              </a:extLst>
            </p:cNvPr>
            <p:cNvSpPr>
              <a:spLocks noChangeArrowheads="1"/>
            </p:cNvSpPr>
            <p:nvPr/>
          </p:nvSpPr>
          <p:spPr bwMode="auto">
            <a:xfrm>
              <a:off x="654" y="1699"/>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latin typeface="Symbol" pitchFamily="2" charset="2"/>
                </a:rPr>
                <a:t>+</a:t>
              </a:r>
              <a:endParaRPr lang="en-US" altLang="zh-CN">
                <a:solidFill>
                  <a:srgbClr val="FF3300"/>
                </a:solidFill>
              </a:endParaRPr>
            </a:p>
          </p:txBody>
        </p:sp>
        <p:sp>
          <p:nvSpPr>
            <p:cNvPr id="26661" name="Rectangle 66">
              <a:extLst>
                <a:ext uri="{FF2B5EF4-FFF2-40B4-BE49-F238E27FC236}">
                  <a16:creationId xmlns:a16="http://schemas.microsoft.com/office/drawing/2014/main" id="{245F9C21-4BA3-6949-A0D6-DDBE21C01C8D}"/>
                </a:ext>
              </a:extLst>
            </p:cNvPr>
            <p:cNvSpPr>
              <a:spLocks noChangeArrowheads="1"/>
            </p:cNvSpPr>
            <p:nvPr/>
          </p:nvSpPr>
          <p:spPr bwMode="auto">
            <a:xfrm>
              <a:off x="3159" y="1603"/>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000000"/>
                  </a:solidFill>
                </a:rPr>
                <a:t>n</a:t>
              </a:r>
              <a:endParaRPr lang="en-US" altLang="zh-CN"/>
            </a:p>
          </p:txBody>
        </p:sp>
        <p:sp>
          <p:nvSpPr>
            <p:cNvPr id="26662" name="Rectangle 67">
              <a:extLst>
                <a:ext uri="{FF2B5EF4-FFF2-40B4-BE49-F238E27FC236}">
                  <a16:creationId xmlns:a16="http://schemas.microsoft.com/office/drawing/2014/main" id="{9A6DF718-252F-2349-A996-61E2FED080F6}"/>
                </a:ext>
              </a:extLst>
            </p:cNvPr>
            <p:cNvSpPr>
              <a:spLocks noChangeArrowheads="1"/>
            </p:cNvSpPr>
            <p:nvPr/>
          </p:nvSpPr>
          <p:spPr bwMode="auto">
            <a:xfrm>
              <a:off x="2516" y="1603"/>
              <a:ext cx="4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000000"/>
                  </a:solidFill>
                </a:rPr>
                <a:t>i</a:t>
              </a:r>
              <a:endParaRPr lang="en-US" altLang="zh-CN"/>
            </a:p>
          </p:txBody>
        </p:sp>
        <p:sp>
          <p:nvSpPr>
            <p:cNvPr id="26663" name="Rectangle 68">
              <a:extLst>
                <a:ext uri="{FF2B5EF4-FFF2-40B4-BE49-F238E27FC236}">
                  <a16:creationId xmlns:a16="http://schemas.microsoft.com/office/drawing/2014/main" id="{DE4C7577-4B23-D847-9BCE-B558E6D9F0F3}"/>
                </a:ext>
              </a:extLst>
            </p:cNvPr>
            <p:cNvSpPr>
              <a:spLocks noChangeArrowheads="1"/>
            </p:cNvSpPr>
            <p:nvPr/>
          </p:nvSpPr>
          <p:spPr bwMode="auto">
            <a:xfrm>
              <a:off x="1974" y="1603"/>
              <a:ext cx="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FF3300"/>
                  </a:solidFill>
                </a:rPr>
                <a:t>y</a:t>
              </a:r>
              <a:endParaRPr lang="en-US" altLang="zh-CN">
                <a:solidFill>
                  <a:srgbClr val="FF3300"/>
                </a:solidFill>
              </a:endParaRPr>
            </a:p>
          </p:txBody>
        </p:sp>
        <p:sp>
          <p:nvSpPr>
            <p:cNvPr id="26664" name="Rectangle 69">
              <a:extLst>
                <a:ext uri="{FF2B5EF4-FFF2-40B4-BE49-F238E27FC236}">
                  <a16:creationId xmlns:a16="http://schemas.microsoft.com/office/drawing/2014/main" id="{8AE39B07-C269-A147-BD9E-74ABD91A38B7}"/>
                </a:ext>
              </a:extLst>
            </p:cNvPr>
            <p:cNvSpPr>
              <a:spLocks noChangeArrowheads="1"/>
            </p:cNvSpPr>
            <p:nvPr/>
          </p:nvSpPr>
          <p:spPr bwMode="auto">
            <a:xfrm>
              <a:off x="1620" y="1603"/>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000000"/>
                  </a:solidFill>
                </a:rPr>
                <a:t>x</a:t>
              </a:r>
              <a:endParaRPr lang="en-US" altLang="zh-CN"/>
            </a:p>
          </p:txBody>
        </p:sp>
        <p:sp>
          <p:nvSpPr>
            <p:cNvPr id="26665" name="Rectangle 70">
              <a:extLst>
                <a:ext uri="{FF2B5EF4-FFF2-40B4-BE49-F238E27FC236}">
                  <a16:creationId xmlns:a16="http://schemas.microsoft.com/office/drawing/2014/main" id="{F8BF6D34-8CE6-6241-B631-05807F42F1F0}"/>
                </a:ext>
              </a:extLst>
            </p:cNvPr>
            <p:cNvSpPr>
              <a:spLocks noChangeArrowheads="1"/>
            </p:cNvSpPr>
            <p:nvPr/>
          </p:nvSpPr>
          <p:spPr bwMode="auto">
            <a:xfrm>
              <a:off x="1442" y="1603"/>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000000"/>
                  </a:solidFill>
                </a:rPr>
                <a:t>f</a:t>
              </a:r>
              <a:endParaRPr lang="en-US" altLang="zh-CN"/>
            </a:p>
          </p:txBody>
        </p:sp>
        <p:sp>
          <p:nvSpPr>
            <p:cNvPr id="26666" name="Rectangle 71">
              <a:extLst>
                <a:ext uri="{FF2B5EF4-FFF2-40B4-BE49-F238E27FC236}">
                  <a16:creationId xmlns:a16="http://schemas.microsoft.com/office/drawing/2014/main" id="{A03BB8B5-DB57-AF46-8CE7-C3D9BC4154CC}"/>
                </a:ext>
              </a:extLst>
            </p:cNvPr>
            <p:cNvSpPr>
              <a:spLocks noChangeArrowheads="1"/>
            </p:cNvSpPr>
            <p:nvPr/>
          </p:nvSpPr>
          <p:spPr bwMode="auto">
            <a:xfrm>
              <a:off x="1286" y="1603"/>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000000"/>
                  </a:solidFill>
                </a:rPr>
                <a:t>h</a:t>
              </a:r>
              <a:endParaRPr lang="en-US" altLang="zh-CN"/>
            </a:p>
          </p:txBody>
        </p:sp>
        <p:sp>
          <p:nvSpPr>
            <p:cNvPr id="26667" name="Rectangle 72">
              <a:extLst>
                <a:ext uri="{FF2B5EF4-FFF2-40B4-BE49-F238E27FC236}">
                  <a16:creationId xmlns:a16="http://schemas.microsoft.com/office/drawing/2014/main" id="{8C41133D-49F0-9E4A-A408-208E2FC9FC37}"/>
                </a:ext>
              </a:extLst>
            </p:cNvPr>
            <p:cNvSpPr>
              <a:spLocks noChangeArrowheads="1"/>
            </p:cNvSpPr>
            <p:nvPr/>
          </p:nvSpPr>
          <p:spPr bwMode="auto">
            <a:xfrm>
              <a:off x="985" y="1603"/>
              <a:ext cx="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000000"/>
                  </a:solidFill>
                </a:rPr>
                <a:t>y</a:t>
              </a:r>
              <a:endParaRPr lang="en-US" altLang="zh-CN"/>
            </a:p>
          </p:txBody>
        </p:sp>
        <p:sp>
          <p:nvSpPr>
            <p:cNvPr id="26668" name="Rectangle 73">
              <a:extLst>
                <a:ext uri="{FF2B5EF4-FFF2-40B4-BE49-F238E27FC236}">
                  <a16:creationId xmlns:a16="http://schemas.microsoft.com/office/drawing/2014/main" id="{F318A495-4AB6-114D-9663-33A758F482EA}"/>
                </a:ext>
              </a:extLst>
            </p:cNvPr>
            <p:cNvSpPr>
              <a:spLocks noChangeArrowheads="1"/>
            </p:cNvSpPr>
            <p:nvPr/>
          </p:nvSpPr>
          <p:spPr bwMode="auto">
            <a:xfrm>
              <a:off x="529" y="1603"/>
              <a:ext cx="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FF3300"/>
                  </a:solidFill>
                </a:rPr>
                <a:t>y</a:t>
              </a:r>
              <a:endParaRPr lang="en-US" altLang="zh-CN">
                <a:solidFill>
                  <a:srgbClr val="FF3300"/>
                </a:solidFill>
              </a:endParaRPr>
            </a:p>
          </p:txBody>
        </p:sp>
        <p:sp>
          <p:nvSpPr>
            <p:cNvPr id="26669" name="Rectangle 74">
              <a:extLst>
                <a:ext uri="{FF2B5EF4-FFF2-40B4-BE49-F238E27FC236}">
                  <a16:creationId xmlns:a16="http://schemas.microsoft.com/office/drawing/2014/main" id="{3DDD9980-A7A5-554C-9730-C6358D997972}"/>
                </a:ext>
              </a:extLst>
            </p:cNvPr>
            <p:cNvSpPr>
              <a:spLocks noChangeArrowheads="1"/>
            </p:cNvSpPr>
            <p:nvPr/>
          </p:nvSpPr>
          <p:spPr bwMode="auto">
            <a:xfrm>
              <a:off x="2057" y="1710"/>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FF3300"/>
                  </a:solidFill>
                </a:rPr>
                <a:t>i</a:t>
              </a:r>
              <a:endParaRPr lang="en-US" altLang="zh-CN">
                <a:solidFill>
                  <a:srgbClr val="FF3300"/>
                </a:solidFill>
              </a:endParaRPr>
            </a:p>
          </p:txBody>
        </p:sp>
        <p:sp>
          <p:nvSpPr>
            <p:cNvPr id="26670" name="Rectangle 75">
              <a:extLst>
                <a:ext uri="{FF2B5EF4-FFF2-40B4-BE49-F238E27FC236}">
                  <a16:creationId xmlns:a16="http://schemas.microsoft.com/office/drawing/2014/main" id="{AB923A90-70FD-2A41-BBAA-F7C4A50B8BF9}"/>
                </a:ext>
              </a:extLst>
            </p:cNvPr>
            <p:cNvSpPr>
              <a:spLocks noChangeArrowheads="1"/>
            </p:cNvSpPr>
            <p:nvPr/>
          </p:nvSpPr>
          <p:spPr bwMode="auto">
            <a:xfrm>
              <a:off x="1716" y="1710"/>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000000"/>
                  </a:solidFill>
                </a:rPr>
                <a:t>i</a:t>
              </a:r>
              <a:endParaRPr lang="en-US" altLang="zh-CN"/>
            </a:p>
          </p:txBody>
        </p:sp>
        <p:sp>
          <p:nvSpPr>
            <p:cNvPr id="26671" name="Rectangle 76">
              <a:extLst>
                <a:ext uri="{FF2B5EF4-FFF2-40B4-BE49-F238E27FC236}">
                  <a16:creationId xmlns:a16="http://schemas.microsoft.com/office/drawing/2014/main" id="{C75BCD0B-05CE-164B-91F8-9E10C6C073BE}"/>
                </a:ext>
              </a:extLst>
            </p:cNvPr>
            <p:cNvSpPr>
              <a:spLocks noChangeArrowheads="1"/>
            </p:cNvSpPr>
            <p:nvPr/>
          </p:nvSpPr>
          <p:spPr bwMode="auto">
            <a:xfrm>
              <a:off x="1069" y="1710"/>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000000"/>
                  </a:solidFill>
                </a:rPr>
                <a:t>i</a:t>
              </a:r>
              <a:endParaRPr lang="en-US" altLang="zh-CN"/>
            </a:p>
          </p:txBody>
        </p:sp>
        <p:sp>
          <p:nvSpPr>
            <p:cNvPr id="26672" name="Rectangle 77">
              <a:extLst>
                <a:ext uri="{FF2B5EF4-FFF2-40B4-BE49-F238E27FC236}">
                  <a16:creationId xmlns:a16="http://schemas.microsoft.com/office/drawing/2014/main" id="{C8AD5014-ED5E-B34E-8A38-78CB136465C1}"/>
                </a:ext>
              </a:extLst>
            </p:cNvPr>
            <p:cNvSpPr>
              <a:spLocks noChangeArrowheads="1"/>
            </p:cNvSpPr>
            <p:nvPr/>
          </p:nvSpPr>
          <p:spPr bwMode="auto">
            <a:xfrm>
              <a:off x="613" y="1710"/>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FF3300"/>
                  </a:solidFill>
                </a:rPr>
                <a:t>i</a:t>
              </a:r>
              <a:endParaRPr lang="en-US" altLang="zh-CN">
                <a:solidFill>
                  <a:srgbClr val="FF3300"/>
                </a:solidFill>
              </a:endParaRPr>
            </a:p>
          </p:txBody>
        </p:sp>
      </p:grpSp>
      <p:sp>
        <p:nvSpPr>
          <p:cNvPr id="51284" name="Freeform 84">
            <a:extLst>
              <a:ext uri="{FF2B5EF4-FFF2-40B4-BE49-F238E27FC236}">
                <a16:creationId xmlns:a16="http://schemas.microsoft.com/office/drawing/2014/main" id="{33147B58-706C-2F4A-A957-22BA728DC967}"/>
              </a:ext>
            </a:extLst>
          </p:cNvPr>
          <p:cNvSpPr>
            <a:spLocks noChangeAspect="1"/>
          </p:cNvSpPr>
          <p:nvPr/>
        </p:nvSpPr>
        <p:spPr bwMode="auto">
          <a:xfrm>
            <a:off x="7016750" y="1128713"/>
            <a:ext cx="1588" cy="1149350"/>
          </a:xfrm>
          <a:custGeom>
            <a:avLst/>
            <a:gdLst>
              <a:gd name="T0" fmla="*/ 0 w 1588"/>
              <a:gd name="T1" fmla="*/ 2147483647 h 1342"/>
              <a:gd name="T2" fmla="*/ 0 w 1588"/>
              <a:gd name="T3" fmla="*/ 2147483647 h 1342"/>
              <a:gd name="T4" fmla="*/ 0 w 1588"/>
              <a:gd name="T5" fmla="*/ 2147483647 h 1342"/>
              <a:gd name="T6" fmla="*/ 0 w 1588"/>
              <a:gd name="T7" fmla="*/ 2147483647 h 1342"/>
              <a:gd name="T8" fmla="*/ 0 w 1588"/>
              <a:gd name="T9" fmla="*/ 2147483647 h 1342"/>
              <a:gd name="T10" fmla="*/ 0 w 1588"/>
              <a:gd name="T11" fmla="*/ 2147483647 h 1342"/>
              <a:gd name="T12" fmla="*/ 0 w 1588"/>
              <a:gd name="T13" fmla="*/ 2147483647 h 1342"/>
              <a:gd name="T14" fmla="*/ 0 w 1588"/>
              <a:gd name="T15" fmla="*/ 2147483647 h 1342"/>
              <a:gd name="T16" fmla="*/ 0 w 1588"/>
              <a:gd name="T17" fmla="*/ 2147483647 h 1342"/>
              <a:gd name="T18" fmla="*/ 0 w 1588"/>
              <a:gd name="T19" fmla="*/ 2147483647 h 1342"/>
              <a:gd name="T20" fmla="*/ 0 w 1588"/>
              <a:gd name="T21" fmla="*/ 2147483647 h 1342"/>
              <a:gd name="T22" fmla="*/ 0 w 1588"/>
              <a:gd name="T23" fmla="*/ 2147483647 h 1342"/>
              <a:gd name="T24" fmla="*/ 0 w 1588"/>
              <a:gd name="T25" fmla="*/ 2147483647 h 1342"/>
              <a:gd name="T26" fmla="*/ 0 w 1588"/>
              <a:gd name="T27" fmla="*/ 2147483647 h 1342"/>
              <a:gd name="T28" fmla="*/ 0 w 1588"/>
              <a:gd name="T29" fmla="*/ 2147483647 h 1342"/>
              <a:gd name="T30" fmla="*/ 0 w 1588"/>
              <a:gd name="T31" fmla="*/ 2147483647 h 1342"/>
              <a:gd name="T32" fmla="*/ 0 w 1588"/>
              <a:gd name="T33" fmla="*/ 2147483647 h 1342"/>
              <a:gd name="T34" fmla="*/ 0 w 1588"/>
              <a:gd name="T35" fmla="*/ 2147483647 h 1342"/>
              <a:gd name="T36" fmla="*/ 0 w 1588"/>
              <a:gd name="T37" fmla="*/ 2147483647 h 1342"/>
              <a:gd name="T38" fmla="*/ 0 w 1588"/>
              <a:gd name="T39" fmla="*/ 2147483647 h 1342"/>
              <a:gd name="T40" fmla="*/ 0 w 1588"/>
              <a:gd name="T41" fmla="*/ 2147483647 h 1342"/>
              <a:gd name="T42" fmla="*/ 0 w 1588"/>
              <a:gd name="T43" fmla="*/ 2147483647 h 1342"/>
              <a:gd name="T44" fmla="*/ 0 w 1588"/>
              <a:gd name="T45" fmla="*/ 2147483647 h 1342"/>
              <a:gd name="T46" fmla="*/ 0 w 1588"/>
              <a:gd name="T47" fmla="*/ 2147483647 h 1342"/>
              <a:gd name="T48" fmla="*/ 0 w 1588"/>
              <a:gd name="T49" fmla="*/ 2147483647 h 1342"/>
              <a:gd name="T50" fmla="*/ 0 w 1588"/>
              <a:gd name="T51" fmla="*/ 2147483647 h 1342"/>
              <a:gd name="T52" fmla="*/ 0 w 1588"/>
              <a:gd name="T53" fmla="*/ 2147483647 h 1342"/>
              <a:gd name="T54" fmla="*/ 0 w 1588"/>
              <a:gd name="T55" fmla="*/ 2147483647 h 1342"/>
              <a:gd name="T56" fmla="*/ 0 w 1588"/>
              <a:gd name="T57" fmla="*/ 2147483647 h 1342"/>
              <a:gd name="T58" fmla="*/ 0 w 1588"/>
              <a:gd name="T59" fmla="*/ 2147483647 h 1342"/>
              <a:gd name="T60" fmla="*/ 0 w 1588"/>
              <a:gd name="T61" fmla="*/ 2147483647 h 1342"/>
              <a:gd name="T62" fmla="*/ 0 w 1588"/>
              <a:gd name="T63" fmla="*/ 2147483647 h 1342"/>
              <a:gd name="T64" fmla="*/ 0 w 1588"/>
              <a:gd name="T65" fmla="*/ 2147483647 h 1342"/>
              <a:gd name="T66" fmla="*/ 0 w 1588"/>
              <a:gd name="T67" fmla="*/ 2147483647 h 1342"/>
              <a:gd name="T68" fmla="*/ 0 w 1588"/>
              <a:gd name="T69" fmla="*/ 2147483647 h 1342"/>
              <a:gd name="T70" fmla="*/ 0 w 1588"/>
              <a:gd name="T71" fmla="*/ 2147483647 h 1342"/>
              <a:gd name="T72" fmla="*/ 0 w 1588"/>
              <a:gd name="T73" fmla="*/ 2147483647 h 1342"/>
              <a:gd name="T74" fmla="*/ 0 w 1588"/>
              <a:gd name="T75" fmla="*/ 2147483647 h 1342"/>
              <a:gd name="T76" fmla="*/ 0 w 1588"/>
              <a:gd name="T77" fmla="*/ 2147483647 h 1342"/>
              <a:gd name="T78" fmla="*/ 0 w 1588"/>
              <a:gd name="T79" fmla="*/ 2147483647 h 1342"/>
              <a:gd name="T80" fmla="*/ 0 w 1588"/>
              <a:gd name="T81" fmla="*/ 2147483647 h 1342"/>
              <a:gd name="T82" fmla="*/ 0 w 1588"/>
              <a:gd name="T83" fmla="*/ 2147483647 h 1342"/>
              <a:gd name="T84" fmla="*/ 0 w 1588"/>
              <a:gd name="T85" fmla="*/ 2147483647 h 1342"/>
              <a:gd name="T86" fmla="*/ 0 w 1588"/>
              <a:gd name="T87" fmla="*/ 2147483647 h 1342"/>
              <a:gd name="T88" fmla="*/ 0 w 1588"/>
              <a:gd name="T89" fmla="*/ 2147483647 h 1342"/>
              <a:gd name="T90" fmla="*/ 0 w 1588"/>
              <a:gd name="T91" fmla="*/ 2147483647 h 1342"/>
              <a:gd name="T92" fmla="*/ 0 w 1588"/>
              <a:gd name="T93" fmla="*/ 2147483647 h 1342"/>
              <a:gd name="T94" fmla="*/ 0 w 1588"/>
              <a:gd name="T95" fmla="*/ 2147483647 h 1342"/>
              <a:gd name="T96" fmla="*/ 0 w 1588"/>
              <a:gd name="T97" fmla="*/ 2147483647 h 1342"/>
              <a:gd name="T98" fmla="*/ 0 w 1588"/>
              <a:gd name="T99" fmla="*/ 0 h 134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588" h="1342">
                <a:moveTo>
                  <a:pt x="0" y="1342"/>
                </a:moveTo>
                <a:lnTo>
                  <a:pt x="0" y="1332"/>
                </a:lnTo>
                <a:lnTo>
                  <a:pt x="0" y="1317"/>
                </a:lnTo>
                <a:lnTo>
                  <a:pt x="0" y="1307"/>
                </a:lnTo>
                <a:lnTo>
                  <a:pt x="0" y="1287"/>
                </a:lnTo>
                <a:lnTo>
                  <a:pt x="0" y="1277"/>
                </a:lnTo>
                <a:lnTo>
                  <a:pt x="0" y="1257"/>
                </a:lnTo>
                <a:lnTo>
                  <a:pt x="0" y="1252"/>
                </a:lnTo>
                <a:lnTo>
                  <a:pt x="0" y="1232"/>
                </a:lnTo>
                <a:lnTo>
                  <a:pt x="0" y="1222"/>
                </a:lnTo>
                <a:lnTo>
                  <a:pt x="0" y="1202"/>
                </a:lnTo>
                <a:lnTo>
                  <a:pt x="0" y="1197"/>
                </a:lnTo>
                <a:lnTo>
                  <a:pt x="0" y="1187"/>
                </a:lnTo>
                <a:lnTo>
                  <a:pt x="0" y="1167"/>
                </a:lnTo>
                <a:lnTo>
                  <a:pt x="0" y="1157"/>
                </a:lnTo>
                <a:lnTo>
                  <a:pt x="0" y="1137"/>
                </a:lnTo>
                <a:lnTo>
                  <a:pt x="0" y="1132"/>
                </a:lnTo>
                <a:lnTo>
                  <a:pt x="0" y="1112"/>
                </a:lnTo>
                <a:lnTo>
                  <a:pt x="0" y="1102"/>
                </a:lnTo>
                <a:lnTo>
                  <a:pt x="0" y="1082"/>
                </a:lnTo>
                <a:lnTo>
                  <a:pt x="0" y="1072"/>
                </a:lnTo>
                <a:lnTo>
                  <a:pt x="0" y="1057"/>
                </a:lnTo>
                <a:lnTo>
                  <a:pt x="0" y="1047"/>
                </a:lnTo>
                <a:lnTo>
                  <a:pt x="0" y="1027"/>
                </a:lnTo>
                <a:lnTo>
                  <a:pt x="0" y="1017"/>
                </a:lnTo>
                <a:lnTo>
                  <a:pt x="0" y="1002"/>
                </a:lnTo>
                <a:lnTo>
                  <a:pt x="0" y="992"/>
                </a:lnTo>
                <a:lnTo>
                  <a:pt x="0" y="972"/>
                </a:lnTo>
                <a:lnTo>
                  <a:pt x="0" y="962"/>
                </a:lnTo>
                <a:lnTo>
                  <a:pt x="0" y="952"/>
                </a:lnTo>
                <a:lnTo>
                  <a:pt x="0" y="937"/>
                </a:lnTo>
                <a:lnTo>
                  <a:pt x="0" y="927"/>
                </a:lnTo>
                <a:lnTo>
                  <a:pt x="0" y="907"/>
                </a:lnTo>
                <a:lnTo>
                  <a:pt x="0" y="896"/>
                </a:lnTo>
                <a:lnTo>
                  <a:pt x="0" y="881"/>
                </a:lnTo>
                <a:lnTo>
                  <a:pt x="0" y="871"/>
                </a:lnTo>
                <a:lnTo>
                  <a:pt x="0" y="851"/>
                </a:lnTo>
                <a:lnTo>
                  <a:pt x="0" y="841"/>
                </a:lnTo>
                <a:lnTo>
                  <a:pt x="0" y="826"/>
                </a:lnTo>
                <a:lnTo>
                  <a:pt x="0" y="816"/>
                </a:lnTo>
                <a:lnTo>
                  <a:pt x="0" y="796"/>
                </a:lnTo>
                <a:lnTo>
                  <a:pt x="0" y="786"/>
                </a:lnTo>
                <a:lnTo>
                  <a:pt x="0" y="766"/>
                </a:lnTo>
                <a:lnTo>
                  <a:pt x="0" y="761"/>
                </a:lnTo>
                <a:lnTo>
                  <a:pt x="0" y="741"/>
                </a:lnTo>
                <a:lnTo>
                  <a:pt x="0" y="731"/>
                </a:lnTo>
                <a:lnTo>
                  <a:pt x="0" y="721"/>
                </a:lnTo>
                <a:lnTo>
                  <a:pt x="0" y="706"/>
                </a:lnTo>
                <a:lnTo>
                  <a:pt x="0" y="696"/>
                </a:lnTo>
                <a:lnTo>
                  <a:pt x="0" y="676"/>
                </a:lnTo>
                <a:lnTo>
                  <a:pt x="0" y="666"/>
                </a:lnTo>
                <a:lnTo>
                  <a:pt x="0" y="646"/>
                </a:lnTo>
                <a:lnTo>
                  <a:pt x="0" y="641"/>
                </a:lnTo>
                <a:lnTo>
                  <a:pt x="0" y="621"/>
                </a:lnTo>
                <a:lnTo>
                  <a:pt x="0" y="611"/>
                </a:lnTo>
                <a:lnTo>
                  <a:pt x="0" y="591"/>
                </a:lnTo>
                <a:lnTo>
                  <a:pt x="0" y="586"/>
                </a:lnTo>
                <a:lnTo>
                  <a:pt x="0" y="566"/>
                </a:lnTo>
                <a:lnTo>
                  <a:pt x="0" y="556"/>
                </a:lnTo>
                <a:lnTo>
                  <a:pt x="0" y="536"/>
                </a:lnTo>
                <a:lnTo>
                  <a:pt x="0" y="526"/>
                </a:lnTo>
                <a:lnTo>
                  <a:pt x="0" y="511"/>
                </a:lnTo>
                <a:lnTo>
                  <a:pt x="0" y="501"/>
                </a:lnTo>
                <a:lnTo>
                  <a:pt x="0" y="481"/>
                </a:lnTo>
                <a:lnTo>
                  <a:pt x="0" y="471"/>
                </a:lnTo>
                <a:lnTo>
                  <a:pt x="0" y="461"/>
                </a:lnTo>
                <a:lnTo>
                  <a:pt x="0" y="446"/>
                </a:lnTo>
                <a:lnTo>
                  <a:pt x="0" y="436"/>
                </a:lnTo>
                <a:lnTo>
                  <a:pt x="0" y="415"/>
                </a:lnTo>
                <a:lnTo>
                  <a:pt x="0" y="405"/>
                </a:lnTo>
                <a:lnTo>
                  <a:pt x="0" y="390"/>
                </a:lnTo>
                <a:lnTo>
                  <a:pt x="0" y="380"/>
                </a:lnTo>
                <a:lnTo>
                  <a:pt x="0" y="360"/>
                </a:lnTo>
                <a:lnTo>
                  <a:pt x="0" y="350"/>
                </a:lnTo>
                <a:lnTo>
                  <a:pt x="0" y="335"/>
                </a:lnTo>
                <a:lnTo>
                  <a:pt x="0" y="325"/>
                </a:lnTo>
                <a:lnTo>
                  <a:pt x="0" y="305"/>
                </a:lnTo>
                <a:lnTo>
                  <a:pt x="0" y="295"/>
                </a:lnTo>
                <a:lnTo>
                  <a:pt x="0" y="280"/>
                </a:lnTo>
                <a:lnTo>
                  <a:pt x="0" y="270"/>
                </a:lnTo>
                <a:lnTo>
                  <a:pt x="0" y="250"/>
                </a:lnTo>
                <a:lnTo>
                  <a:pt x="0" y="240"/>
                </a:lnTo>
                <a:lnTo>
                  <a:pt x="0" y="230"/>
                </a:lnTo>
                <a:lnTo>
                  <a:pt x="0" y="215"/>
                </a:lnTo>
                <a:lnTo>
                  <a:pt x="0" y="205"/>
                </a:lnTo>
                <a:lnTo>
                  <a:pt x="0" y="185"/>
                </a:lnTo>
                <a:lnTo>
                  <a:pt x="0" y="175"/>
                </a:lnTo>
                <a:lnTo>
                  <a:pt x="0" y="155"/>
                </a:lnTo>
                <a:lnTo>
                  <a:pt x="0" y="150"/>
                </a:lnTo>
                <a:lnTo>
                  <a:pt x="0" y="130"/>
                </a:lnTo>
                <a:lnTo>
                  <a:pt x="0" y="120"/>
                </a:lnTo>
                <a:lnTo>
                  <a:pt x="0" y="100"/>
                </a:lnTo>
                <a:lnTo>
                  <a:pt x="0" y="95"/>
                </a:lnTo>
                <a:lnTo>
                  <a:pt x="0" y="75"/>
                </a:lnTo>
                <a:lnTo>
                  <a:pt x="0" y="65"/>
                </a:lnTo>
                <a:lnTo>
                  <a:pt x="0" y="45"/>
                </a:lnTo>
                <a:lnTo>
                  <a:pt x="0" y="35"/>
                </a:lnTo>
                <a:lnTo>
                  <a:pt x="0" y="20"/>
                </a:lnTo>
                <a:lnTo>
                  <a:pt x="0" y="10"/>
                </a:lnTo>
                <a:lnTo>
                  <a:pt x="0" y="0"/>
                </a:lnTo>
              </a:path>
            </a:pathLst>
          </a:custGeom>
          <a:noFill/>
          <a:ln w="1587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85" name="Freeform 85">
            <a:extLst>
              <a:ext uri="{FF2B5EF4-FFF2-40B4-BE49-F238E27FC236}">
                <a16:creationId xmlns:a16="http://schemas.microsoft.com/office/drawing/2014/main" id="{8745C4C3-0105-5644-BA3A-1936716173AF}"/>
              </a:ext>
            </a:extLst>
          </p:cNvPr>
          <p:cNvSpPr>
            <a:spLocks noChangeAspect="1"/>
          </p:cNvSpPr>
          <p:nvPr/>
        </p:nvSpPr>
        <p:spPr bwMode="auto">
          <a:xfrm>
            <a:off x="7599363" y="1125538"/>
            <a:ext cx="1587" cy="1155700"/>
          </a:xfrm>
          <a:custGeom>
            <a:avLst/>
            <a:gdLst>
              <a:gd name="T0" fmla="*/ 0 w 1587"/>
              <a:gd name="T1" fmla="*/ 2147483647 h 1573"/>
              <a:gd name="T2" fmla="*/ 0 w 1587"/>
              <a:gd name="T3" fmla="*/ 2147483647 h 1573"/>
              <a:gd name="T4" fmla="*/ 0 w 1587"/>
              <a:gd name="T5" fmla="*/ 2147483647 h 1573"/>
              <a:gd name="T6" fmla="*/ 0 w 1587"/>
              <a:gd name="T7" fmla="*/ 2147483647 h 1573"/>
              <a:gd name="T8" fmla="*/ 0 w 1587"/>
              <a:gd name="T9" fmla="*/ 2147483647 h 1573"/>
              <a:gd name="T10" fmla="*/ 0 w 1587"/>
              <a:gd name="T11" fmla="*/ 2147483647 h 1573"/>
              <a:gd name="T12" fmla="*/ 0 w 1587"/>
              <a:gd name="T13" fmla="*/ 2147483647 h 1573"/>
              <a:gd name="T14" fmla="*/ 0 w 1587"/>
              <a:gd name="T15" fmla="*/ 2147483647 h 1573"/>
              <a:gd name="T16" fmla="*/ 0 w 1587"/>
              <a:gd name="T17" fmla="*/ 2147483647 h 1573"/>
              <a:gd name="T18" fmla="*/ 0 w 1587"/>
              <a:gd name="T19" fmla="*/ 2147483647 h 1573"/>
              <a:gd name="T20" fmla="*/ 0 w 1587"/>
              <a:gd name="T21" fmla="*/ 2147483647 h 1573"/>
              <a:gd name="T22" fmla="*/ 0 w 1587"/>
              <a:gd name="T23" fmla="*/ 2147483647 h 1573"/>
              <a:gd name="T24" fmla="*/ 0 w 1587"/>
              <a:gd name="T25" fmla="*/ 2147483647 h 1573"/>
              <a:gd name="T26" fmla="*/ 0 w 1587"/>
              <a:gd name="T27" fmla="*/ 2147483647 h 1573"/>
              <a:gd name="T28" fmla="*/ 0 w 1587"/>
              <a:gd name="T29" fmla="*/ 2147483647 h 1573"/>
              <a:gd name="T30" fmla="*/ 0 w 1587"/>
              <a:gd name="T31" fmla="*/ 2147483647 h 1573"/>
              <a:gd name="T32" fmla="*/ 0 w 1587"/>
              <a:gd name="T33" fmla="*/ 2147483647 h 1573"/>
              <a:gd name="T34" fmla="*/ 0 w 1587"/>
              <a:gd name="T35" fmla="*/ 2147483647 h 1573"/>
              <a:gd name="T36" fmla="*/ 0 w 1587"/>
              <a:gd name="T37" fmla="*/ 2147483647 h 1573"/>
              <a:gd name="T38" fmla="*/ 0 w 1587"/>
              <a:gd name="T39" fmla="*/ 2147483647 h 1573"/>
              <a:gd name="T40" fmla="*/ 0 w 1587"/>
              <a:gd name="T41" fmla="*/ 2147483647 h 1573"/>
              <a:gd name="T42" fmla="*/ 0 w 1587"/>
              <a:gd name="T43" fmla="*/ 2147483647 h 1573"/>
              <a:gd name="T44" fmla="*/ 0 w 1587"/>
              <a:gd name="T45" fmla="*/ 2147483647 h 1573"/>
              <a:gd name="T46" fmla="*/ 0 w 1587"/>
              <a:gd name="T47" fmla="*/ 2147483647 h 1573"/>
              <a:gd name="T48" fmla="*/ 0 w 1587"/>
              <a:gd name="T49" fmla="*/ 2147483647 h 1573"/>
              <a:gd name="T50" fmla="*/ 0 w 1587"/>
              <a:gd name="T51" fmla="*/ 2147483647 h 1573"/>
              <a:gd name="T52" fmla="*/ 0 w 1587"/>
              <a:gd name="T53" fmla="*/ 2147483647 h 1573"/>
              <a:gd name="T54" fmla="*/ 0 w 1587"/>
              <a:gd name="T55" fmla="*/ 2147483647 h 1573"/>
              <a:gd name="T56" fmla="*/ 0 w 1587"/>
              <a:gd name="T57" fmla="*/ 2147483647 h 1573"/>
              <a:gd name="T58" fmla="*/ 0 w 1587"/>
              <a:gd name="T59" fmla="*/ 2147483647 h 1573"/>
              <a:gd name="T60" fmla="*/ 0 w 1587"/>
              <a:gd name="T61" fmla="*/ 2147483647 h 1573"/>
              <a:gd name="T62" fmla="*/ 0 w 1587"/>
              <a:gd name="T63" fmla="*/ 2147483647 h 1573"/>
              <a:gd name="T64" fmla="*/ 0 w 1587"/>
              <a:gd name="T65" fmla="*/ 2147483647 h 1573"/>
              <a:gd name="T66" fmla="*/ 0 w 1587"/>
              <a:gd name="T67" fmla="*/ 2147483647 h 1573"/>
              <a:gd name="T68" fmla="*/ 0 w 1587"/>
              <a:gd name="T69" fmla="*/ 2147483647 h 1573"/>
              <a:gd name="T70" fmla="*/ 0 w 1587"/>
              <a:gd name="T71" fmla="*/ 2147483647 h 1573"/>
              <a:gd name="T72" fmla="*/ 0 w 1587"/>
              <a:gd name="T73" fmla="*/ 2147483647 h 1573"/>
              <a:gd name="T74" fmla="*/ 0 w 1587"/>
              <a:gd name="T75" fmla="*/ 2147483647 h 1573"/>
              <a:gd name="T76" fmla="*/ 0 w 1587"/>
              <a:gd name="T77" fmla="*/ 2147483647 h 1573"/>
              <a:gd name="T78" fmla="*/ 0 w 1587"/>
              <a:gd name="T79" fmla="*/ 2147483647 h 1573"/>
              <a:gd name="T80" fmla="*/ 0 w 1587"/>
              <a:gd name="T81" fmla="*/ 2147483647 h 1573"/>
              <a:gd name="T82" fmla="*/ 0 w 1587"/>
              <a:gd name="T83" fmla="*/ 2147483647 h 1573"/>
              <a:gd name="T84" fmla="*/ 0 w 1587"/>
              <a:gd name="T85" fmla="*/ 2147483647 h 1573"/>
              <a:gd name="T86" fmla="*/ 0 w 1587"/>
              <a:gd name="T87" fmla="*/ 2147483647 h 1573"/>
              <a:gd name="T88" fmla="*/ 0 w 1587"/>
              <a:gd name="T89" fmla="*/ 2147483647 h 1573"/>
              <a:gd name="T90" fmla="*/ 0 w 1587"/>
              <a:gd name="T91" fmla="*/ 2147483647 h 1573"/>
              <a:gd name="T92" fmla="*/ 0 w 1587"/>
              <a:gd name="T93" fmla="*/ 2147483647 h 1573"/>
              <a:gd name="T94" fmla="*/ 0 w 1587"/>
              <a:gd name="T95" fmla="*/ 2147483647 h 1573"/>
              <a:gd name="T96" fmla="*/ 0 w 1587"/>
              <a:gd name="T97" fmla="*/ 2147483647 h 1573"/>
              <a:gd name="T98" fmla="*/ 0 w 1587"/>
              <a:gd name="T99" fmla="*/ 0 h 157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587" h="1573">
                <a:moveTo>
                  <a:pt x="0" y="1573"/>
                </a:moveTo>
                <a:lnTo>
                  <a:pt x="0" y="1553"/>
                </a:lnTo>
                <a:lnTo>
                  <a:pt x="0" y="1548"/>
                </a:lnTo>
                <a:lnTo>
                  <a:pt x="0" y="1528"/>
                </a:lnTo>
                <a:lnTo>
                  <a:pt x="0" y="1508"/>
                </a:lnTo>
                <a:lnTo>
                  <a:pt x="0" y="1498"/>
                </a:lnTo>
                <a:lnTo>
                  <a:pt x="0" y="1483"/>
                </a:lnTo>
                <a:lnTo>
                  <a:pt x="0" y="1463"/>
                </a:lnTo>
                <a:lnTo>
                  <a:pt x="0" y="1443"/>
                </a:lnTo>
                <a:lnTo>
                  <a:pt x="0" y="1433"/>
                </a:lnTo>
                <a:lnTo>
                  <a:pt x="0" y="1418"/>
                </a:lnTo>
                <a:lnTo>
                  <a:pt x="0" y="1398"/>
                </a:lnTo>
                <a:lnTo>
                  <a:pt x="0" y="1388"/>
                </a:lnTo>
                <a:lnTo>
                  <a:pt x="0" y="1368"/>
                </a:lnTo>
                <a:lnTo>
                  <a:pt x="0" y="1353"/>
                </a:lnTo>
                <a:lnTo>
                  <a:pt x="0" y="1333"/>
                </a:lnTo>
                <a:lnTo>
                  <a:pt x="0" y="1323"/>
                </a:lnTo>
                <a:lnTo>
                  <a:pt x="0" y="1303"/>
                </a:lnTo>
                <a:lnTo>
                  <a:pt x="0" y="1288"/>
                </a:lnTo>
                <a:lnTo>
                  <a:pt x="0" y="1268"/>
                </a:lnTo>
                <a:lnTo>
                  <a:pt x="0" y="1258"/>
                </a:lnTo>
                <a:lnTo>
                  <a:pt x="0" y="1243"/>
                </a:lnTo>
                <a:lnTo>
                  <a:pt x="0" y="1223"/>
                </a:lnTo>
                <a:lnTo>
                  <a:pt x="0" y="1213"/>
                </a:lnTo>
                <a:lnTo>
                  <a:pt x="0" y="1193"/>
                </a:lnTo>
                <a:lnTo>
                  <a:pt x="0" y="1178"/>
                </a:lnTo>
                <a:lnTo>
                  <a:pt x="0" y="1158"/>
                </a:lnTo>
                <a:lnTo>
                  <a:pt x="0" y="1148"/>
                </a:lnTo>
                <a:lnTo>
                  <a:pt x="0" y="1127"/>
                </a:lnTo>
                <a:lnTo>
                  <a:pt x="0" y="1112"/>
                </a:lnTo>
                <a:lnTo>
                  <a:pt x="0" y="1102"/>
                </a:lnTo>
                <a:lnTo>
                  <a:pt x="0" y="1082"/>
                </a:lnTo>
                <a:lnTo>
                  <a:pt x="0" y="1062"/>
                </a:lnTo>
                <a:lnTo>
                  <a:pt x="0" y="1047"/>
                </a:lnTo>
                <a:lnTo>
                  <a:pt x="0" y="1037"/>
                </a:lnTo>
                <a:lnTo>
                  <a:pt x="0" y="1017"/>
                </a:lnTo>
                <a:lnTo>
                  <a:pt x="0" y="997"/>
                </a:lnTo>
                <a:lnTo>
                  <a:pt x="0" y="982"/>
                </a:lnTo>
                <a:lnTo>
                  <a:pt x="0" y="972"/>
                </a:lnTo>
                <a:lnTo>
                  <a:pt x="0" y="952"/>
                </a:lnTo>
                <a:lnTo>
                  <a:pt x="0" y="937"/>
                </a:lnTo>
                <a:lnTo>
                  <a:pt x="0" y="927"/>
                </a:lnTo>
                <a:lnTo>
                  <a:pt x="0" y="907"/>
                </a:lnTo>
                <a:lnTo>
                  <a:pt x="0" y="887"/>
                </a:lnTo>
                <a:lnTo>
                  <a:pt x="0" y="872"/>
                </a:lnTo>
                <a:lnTo>
                  <a:pt x="0" y="862"/>
                </a:lnTo>
                <a:lnTo>
                  <a:pt x="0" y="842"/>
                </a:lnTo>
                <a:lnTo>
                  <a:pt x="0" y="822"/>
                </a:lnTo>
                <a:lnTo>
                  <a:pt x="0" y="817"/>
                </a:lnTo>
                <a:lnTo>
                  <a:pt x="0" y="797"/>
                </a:lnTo>
                <a:lnTo>
                  <a:pt x="0" y="777"/>
                </a:lnTo>
                <a:lnTo>
                  <a:pt x="0" y="757"/>
                </a:lnTo>
                <a:lnTo>
                  <a:pt x="0" y="752"/>
                </a:lnTo>
                <a:lnTo>
                  <a:pt x="0" y="732"/>
                </a:lnTo>
                <a:lnTo>
                  <a:pt x="0" y="712"/>
                </a:lnTo>
                <a:lnTo>
                  <a:pt x="0" y="692"/>
                </a:lnTo>
                <a:lnTo>
                  <a:pt x="0" y="687"/>
                </a:lnTo>
                <a:lnTo>
                  <a:pt x="0" y="667"/>
                </a:lnTo>
                <a:lnTo>
                  <a:pt x="0" y="646"/>
                </a:lnTo>
                <a:lnTo>
                  <a:pt x="0" y="636"/>
                </a:lnTo>
                <a:lnTo>
                  <a:pt x="0" y="621"/>
                </a:lnTo>
                <a:lnTo>
                  <a:pt x="0" y="601"/>
                </a:lnTo>
                <a:lnTo>
                  <a:pt x="0" y="581"/>
                </a:lnTo>
                <a:lnTo>
                  <a:pt x="0" y="571"/>
                </a:lnTo>
                <a:lnTo>
                  <a:pt x="0" y="556"/>
                </a:lnTo>
                <a:lnTo>
                  <a:pt x="0" y="536"/>
                </a:lnTo>
                <a:lnTo>
                  <a:pt x="0" y="526"/>
                </a:lnTo>
                <a:lnTo>
                  <a:pt x="0" y="511"/>
                </a:lnTo>
                <a:lnTo>
                  <a:pt x="0" y="491"/>
                </a:lnTo>
                <a:lnTo>
                  <a:pt x="0" y="471"/>
                </a:lnTo>
                <a:lnTo>
                  <a:pt x="0" y="461"/>
                </a:lnTo>
                <a:lnTo>
                  <a:pt x="0" y="446"/>
                </a:lnTo>
                <a:lnTo>
                  <a:pt x="0" y="426"/>
                </a:lnTo>
                <a:lnTo>
                  <a:pt x="0" y="406"/>
                </a:lnTo>
                <a:lnTo>
                  <a:pt x="0" y="396"/>
                </a:lnTo>
                <a:lnTo>
                  <a:pt x="0" y="381"/>
                </a:lnTo>
                <a:lnTo>
                  <a:pt x="0" y="361"/>
                </a:lnTo>
                <a:lnTo>
                  <a:pt x="0" y="351"/>
                </a:lnTo>
                <a:lnTo>
                  <a:pt x="0" y="331"/>
                </a:lnTo>
                <a:lnTo>
                  <a:pt x="0" y="316"/>
                </a:lnTo>
                <a:lnTo>
                  <a:pt x="0" y="296"/>
                </a:lnTo>
                <a:lnTo>
                  <a:pt x="0" y="286"/>
                </a:lnTo>
                <a:lnTo>
                  <a:pt x="0" y="266"/>
                </a:lnTo>
                <a:lnTo>
                  <a:pt x="0" y="251"/>
                </a:lnTo>
                <a:lnTo>
                  <a:pt x="0" y="241"/>
                </a:lnTo>
                <a:lnTo>
                  <a:pt x="0" y="221"/>
                </a:lnTo>
                <a:lnTo>
                  <a:pt x="0" y="206"/>
                </a:lnTo>
                <a:lnTo>
                  <a:pt x="0" y="186"/>
                </a:lnTo>
                <a:lnTo>
                  <a:pt x="0" y="175"/>
                </a:lnTo>
                <a:lnTo>
                  <a:pt x="0" y="155"/>
                </a:lnTo>
                <a:lnTo>
                  <a:pt x="0" y="140"/>
                </a:lnTo>
                <a:lnTo>
                  <a:pt x="0" y="120"/>
                </a:lnTo>
                <a:lnTo>
                  <a:pt x="0" y="110"/>
                </a:lnTo>
                <a:lnTo>
                  <a:pt x="0" y="90"/>
                </a:lnTo>
                <a:lnTo>
                  <a:pt x="0" y="75"/>
                </a:lnTo>
                <a:lnTo>
                  <a:pt x="0" y="65"/>
                </a:lnTo>
                <a:lnTo>
                  <a:pt x="0" y="45"/>
                </a:lnTo>
                <a:lnTo>
                  <a:pt x="0" y="25"/>
                </a:lnTo>
                <a:lnTo>
                  <a:pt x="0" y="10"/>
                </a:lnTo>
                <a:lnTo>
                  <a:pt x="0" y="0"/>
                </a:lnTo>
              </a:path>
            </a:pathLst>
          </a:custGeom>
          <a:noFill/>
          <a:ln w="1587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86" name="Freeform 86">
            <a:extLst>
              <a:ext uri="{FF2B5EF4-FFF2-40B4-BE49-F238E27FC236}">
                <a16:creationId xmlns:a16="http://schemas.microsoft.com/office/drawing/2014/main" id="{A31EEBCE-6876-274C-84C0-68E31BAE672F}"/>
              </a:ext>
            </a:extLst>
          </p:cNvPr>
          <p:cNvSpPr>
            <a:spLocks noChangeAspect="1"/>
          </p:cNvSpPr>
          <p:nvPr/>
        </p:nvSpPr>
        <p:spPr bwMode="auto">
          <a:xfrm>
            <a:off x="6324600" y="2278063"/>
            <a:ext cx="2008188" cy="3175"/>
          </a:xfrm>
          <a:custGeom>
            <a:avLst/>
            <a:gdLst>
              <a:gd name="T0" fmla="*/ 2147483647 w 3020"/>
              <a:gd name="T1" fmla="*/ 0 h 1588"/>
              <a:gd name="T2" fmla="*/ 2147483647 w 3020"/>
              <a:gd name="T3" fmla="*/ 0 h 1588"/>
              <a:gd name="T4" fmla="*/ 2147483647 w 3020"/>
              <a:gd name="T5" fmla="*/ 0 h 1588"/>
              <a:gd name="T6" fmla="*/ 2147483647 w 3020"/>
              <a:gd name="T7" fmla="*/ 0 h 1588"/>
              <a:gd name="T8" fmla="*/ 2147483647 w 3020"/>
              <a:gd name="T9" fmla="*/ 0 h 1588"/>
              <a:gd name="T10" fmla="*/ 2147483647 w 3020"/>
              <a:gd name="T11" fmla="*/ 0 h 1588"/>
              <a:gd name="T12" fmla="*/ 2147483647 w 3020"/>
              <a:gd name="T13" fmla="*/ 0 h 1588"/>
              <a:gd name="T14" fmla="*/ 2147483647 w 3020"/>
              <a:gd name="T15" fmla="*/ 0 h 1588"/>
              <a:gd name="T16" fmla="*/ 2147483647 w 3020"/>
              <a:gd name="T17" fmla="*/ 0 h 1588"/>
              <a:gd name="T18" fmla="*/ 2147483647 w 3020"/>
              <a:gd name="T19" fmla="*/ 0 h 1588"/>
              <a:gd name="T20" fmla="*/ 2147483647 w 3020"/>
              <a:gd name="T21" fmla="*/ 0 h 1588"/>
              <a:gd name="T22" fmla="*/ 2147483647 w 3020"/>
              <a:gd name="T23" fmla="*/ 0 h 1588"/>
              <a:gd name="T24" fmla="*/ 2147483647 w 3020"/>
              <a:gd name="T25" fmla="*/ 0 h 1588"/>
              <a:gd name="T26" fmla="*/ 2147483647 w 3020"/>
              <a:gd name="T27" fmla="*/ 0 h 1588"/>
              <a:gd name="T28" fmla="*/ 2147483647 w 3020"/>
              <a:gd name="T29" fmla="*/ 0 h 1588"/>
              <a:gd name="T30" fmla="*/ 2147483647 w 3020"/>
              <a:gd name="T31" fmla="*/ 0 h 1588"/>
              <a:gd name="T32" fmla="*/ 2147483647 w 3020"/>
              <a:gd name="T33" fmla="*/ 0 h 1588"/>
              <a:gd name="T34" fmla="*/ 2147483647 w 3020"/>
              <a:gd name="T35" fmla="*/ 0 h 1588"/>
              <a:gd name="T36" fmla="*/ 2147483647 w 3020"/>
              <a:gd name="T37" fmla="*/ 0 h 1588"/>
              <a:gd name="T38" fmla="*/ 2147483647 w 3020"/>
              <a:gd name="T39" fmla="*/ 0 h 1588"/>
              <a:gd name="T40" fmla="*/ 2147483647 w 3020"/>
              <a:gd name="T41" fmla="*/ 0 h 1588"/>
              <a:gd name="T42" fmla="*/ 2147483647 w 3020"/>
              <a:gd name="T43" fmla="*/ 0 h 1588"/>
              <a:gd name="T44" fmla="*/ 2147483647 w 3020"/>
              <a:gd name="T45" fmla="*/ 0 h 1588"/>
              <a:gd name="T46" fmla="*/ 2147483647 w 3020"/>
              <a:gd name="T47" fmla="*/ 0 h 1588"/>
              <a:gd name="T48" fmla="*/ 2147483647 w 3020"/>
              <a:gd name="T49" fmla="*/ 0 h 1588"/>
              <a:gd name="T50" fmla="*/ 2147483647 w 3020"/>
              <a:gd name="T51" fmla="*/ 0 h 1588"/>
              <a:gd name="T52" fmla="*/ 2147483647 w 3020"/>
              <a:gd name="T53" fmla="*/ 0 h 1588"/>
              <a:gd name="T54" fmla="*/ 2147483647 w 3020"/>
              <a:gd name="T55" fmla="*/ 0 h 1588"/>
              <a:gd name="T56" fmla="*/ 2147483647 w 3020"/>
              <a:gd name="T57" fmla="*/ 0 h 1588"/>
              <a:gd name="T58" fmla="*/ 2147483647 w 3020"/>
              <a:gd name="T59" fmla="*/ 0 h 1588"/>
              <a:gd name="T60" fmla="*/ 2147483647 w 3020"/>
              <a:gd name="T61" fmla="*/ 0 h 1588"/>
              <a:gd name="T62" fmla="*/ 2147483647 w 3020"/>
              <a:gd name="T63" fmla="*/ 0 h 1588"/>
              <a:gd name="T64" fmla="*/ 2147483647 w 3020"/>
              <a:gd name="T65" fmla="*/ 0 h 1588"/>
              <a:gd name="T66" fmla="*/ 2147483647 w 3020"/>
              <a:gd name="T67" fmla="*/ 0 h 1588"/>
              <a:gd name="T68" fmla="*/ 2147483647 w 3020"/>
              <a:gd name="T69" fmla="*/ 0 h 1588"/>
              <a:gd name="T70" fmla="*/ 2147483647 w 3020"/>
              <a:gd name="T71" fmla="*/ 0 h 1588"/>
              <a:gd name="T72" fmla="*/ 2147483647 w 3020"/>
              <a:gd name="T73" fmla="*/ 0 h 1588"/>
              <a:gd name="T74" fmla="*/ 2147483647 w 3020"/>
              <a:gd name="T75" fmla="*/ 0 h 1588"/>
              <a:gd name="T76" fmla="*/ 2147483647 w 3020"/>
              <a:gd name="T77" fmla="*/ 0 h 1588"/>
              <a:gd name="T78" fmla="*/ 2147483647 w 3020"/>
              <a:gd name="T79" fmla="*/ 0 h 1588"/>
              <a:gd name="T80" fmla="*/ 2147483647 w 3020"/>
              <a:gd name="T81" fmla="*/ 0 h 1588"/>
              <a:gd name="T82" fmla="*/ 2147483647 w 3020"/>
              <a:gd name="T83" fmla="*/ 0 h 1588"/>
              <a:gd name="T84" fmla="*/ 2147483647 w 3020"/>
              <a:gd name="T85" fmla="*/ 0 h 1588"/>
              <a:gd name="T86" fmla="*/ 2147483647 w 3020"/>
              <a:gd name="T87" fmla="*/ 0 h 1588"/>
              <a:gd name="T88" fmla="*/ 2147483647 w 3020"/>
              <a:gd name="T89" fmla="*/ 0 h 1588"/>
              <a:gd name="T90" fmla="*/ 2147483647 w 3020"/>
              <a:gd name="T91" fmla="*/ 0 h 1588"/>
              <a:gd name="T92" fmla="*/ 2147483647 w 3020"/>
              <a:gd name="T93" fmla="*/ 0 h 1588"/>
              <a:gd name="T94" fmla="*/ 2147483647 w 3020"/>
              <a:gd name="T95" fmla="*/ 0 h 1588"/>
              <a:gd name="T96" fmla="*/ 2147483647 w 3020"/>
              <a:gd name="T97" fmla="*/ 0 h 1588"/>
              <a:gd name="T98" fmla="*/ 2147483647 w 3020"/>
              <a:gd name="T99" fmla="*/ 0 h 158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020" h="1588">
                <a:moveTo>
                  <a:pt x="0" y="0"/>
                </a:moveTo>
                <a:lnTo>
                  <a:pt x="25" y="0"/>
                </a:lnTo>
                <a:lnTo>
                  <a:pt x="65" y="0"/>
                </a:lnTo>
                <a:lnTo>
                  <a:pt x="90" y="0"/>
                </a:lnTo>
                <a:lnTo>
                  <a:pt x="120" y="0"/>
                </a:lnTo>
                <a:lnTo>
                  <a:pt x="150" y="0"/>
                </a:lnTo>
                <a:lnTo>
                  <a:pt x="186" y="0"/>
                </a:lnTo>
                <a:lnTo>
                  <a:pt x="211" y="0"/>
                </a:lnTo>
                <a:lnTo>
                  <a:pt x="241" y="0"/>
                </a:lnTo>
                <a:lnTo>
                  <a:pt x="276" y="0"/>
                </a:lnTo>
                <a:lnTo>
                  <a:pt x="306" y="0"/>
                </a:lnTo>
                <a:lnTo>
                  <a:pt x="331" y="0"/>
                </a:lnTo>
                <a:lnTo>
                  <a:pt x="362" y="0"/>
                </a:lnTo>
                <a:lnTo>
                  <a:pt x="397" y="0"/>
                </a:lnTo>
                <a:lnTo>
                  <a:pt x="427" y="0"/>
                </a:lnTo>
                <a:lnTo>
                  <a:pt x="457" y="0"/>
                </a:lnTo>
                <a:lnTo>
                  <a:pt x="492" y="0"/>
                </a:lnTo>
                <a:lnTo>
                  <a:pt x="517" y="0"/>
                </a:lnTo>
                <a:lnTo>
                  <a:pt x="547" y="0"/>
                </a:lnTo>
                <a:lnTo>
                  <a:pt x="578" y="0"/>
                </a:lnTo>
                <a:lnTo>
                  <a:pt x="613" y="0"/>
                </a:lnTo>
                <a:lnTo>
                  <a:pt x="638" y="0"/>
                </a:lnTo>
                <a:lnTo>
                  <a:pt x="668" y="0"/>
                </a:lnTo>
                <a:lnTo>
                  <a:pt x="703" y="0"/>
                </a:lnTo>
                <a:lnTo>
                  <a:pt x="733" y="0"/>
                </a:lnTo>
                <a:lnTo>
                  <a:pt x="764" y="0"/>
                </a:lnTo>
                <a:lnTo>
                  <a:pt x="789" y="0"/>
                </a:lnTo>
                <a:lnTo>
                  <a:pt x="824" y="0"/>
                </a:lnTo>
                <a:lnTo>
                  <a:pt x="854" y="0"/>
                </a:lnTo>
                <a:lnTo>
                  <a:pt x="884" y="0"/>
                </a:lnTo>
                <a:lnTo>
                  <a:pt x="909" y="0"/>
                </a:lnTo>
                <a:lnTo>
                  <a:pt x="944" y="0"/>
                </a:lnTo>
                <a:lnTo>
                  <a:pt x="975" y="0"/>
                </a:lnTo>
                <a:lnTo>
                  <a:pt x="1005" y="0"/>
                </a:lnTo>
                <a:lnTo>
                  <a:pt x="1040" y="0"/>
                </a:lnTo>
                <a:lnTo>
                  <a:pt x="1070" y="0"/>
                </a:lnTo>
                <a:lnTo>
                  <a:pt x="1095" y="0"/>
                </a:lnTo>
                <a:lnTo>
                  <a:pt x="1125" y="0"/>
                </a:lnTo>
                <a:lnTo>
                  <a:pt x="1161" y="0"/>
                </a:lnTo>
                <a:lnTo>
                  <a:pt x="1191" y="0"/>
                </a:lnTo>
                <a:lnTo>
                  <a:pt x="1216" y="0"/>
                </a:lnTo>
                <a:lnTo>
                  <a:pt x="1251" y="0"/>
                </a:lnTo>
                <a:lnTo>
                  <a:pt x="1281" y="0"/>
                </a:lnTo>
                <a:lnTo>
                  <a:pt x="1311" y="0"/>
                </a:lnTo>
                <a:lnTo>
                  <a:pt x="1336" y="0"/>
                </a:lnTo>
                <a:lnTo>
                  <a:pt x="1377" y="0"/>
                </a:lnTo>
                <a:lnTo>
                  <a:pt x="1402" y="0"/>
                </a:lnTo>
                <a:lnTo>
                  <a:pt x="1432" y="0"/>
                </a:lnTo>
                <a:lnTo>
                  <a:pt x="1467" y="0"/>
                </a:lnTo>
                <a:lnTo>
                  <a:pt x="1497" y="0"/>
                </a:lnTo>
                <a:lnTo>
                  <a:pt x="1522" y="0"/>
                </a:lnTo>
                <a:lnTo>
                  <a:pt x="1553" y="0"/>
                </a:lnTo>
                <a:lnTo>
                  <a:pt x="1588" y="0"/>
                </a:lnTo>
                <a:lnTo>
                  <a:pt x="1618" y="0"/>
                </a:lnTo>
                <a:lnTo>
                  <a:pt x="1643" y="0"/>
                </a:lnTo>
                <a:lnTo>
                  <a:pt x="1683" y="0"/>
                </a:lnTo>
                <a:lnTo>
                  <a:pt x="1708" y="0"/>
                </a:lnTo>
                <a:lnTo>
                  <a:pt x="1738" y="0"/>
                </a:lnTo>
                <a:lnTo>
                  <a:pt x="1764" y="0"/>
                </a:lnTo>
                <a:lnTo>
                  <a:pt x="1804" y="0"/>
                </a:lnTo>
                <a:lnTo>
                  <a:pt x="1829" y="0"/>
                </a:lnTo>
                <a:lnTo>
                  <a:pt x="1859" y="0"/>
                </a:lnTo>
                <a:lnTo>
                  <a:pt x="1884" y="0"/>
                </a:lnTo>
                <a:lnTo>
                  <a:pt x="1924" y="0"/>
                </a:lnTo>
                <a:lnTo>
                  <a:pt x="1950" y="0"/>
                </a:lnTo>
                <a:lnTo>
                  <a:pt x="1980" y="0"/>
                </a:lnTo>
                <a:lnTo>
                  <a:pt x="2015" y="0"/>
                </a:lnTo>
                <a:lnTo>
                  <a:pt x="2045" y="0"/>
                </a:lnTo>
                <a:lnTo>
                  <a:pt x="2070" y="0"/>
                </a:lnTo>
                <a:lnTo>
                  <a:pt x="2100" y="0"/>
                </a:lnTo>
                <a:lnTo>
                  <a:pt x="2135" y="0"/>
                </a:lnTo>
                <a:lnTo>
                  <a:pt x="2166" y="0"/>
                </a:lnTo>
                <a:lnTo>
                  <a:pt x="2191" y="0"/>
                </a:lnTo>
                <a:lnTo>
                  <a:pt x="2231" y="0"/>
                </a:lnTo>
                <a:lnTo>
                  <a:pt x="2256" y="0"/>
                </a:lnTo>
                <a:lnTo>
                  <a:pt x="2286" y="0"/>
                </a:lnTo>
                <a:lnTo>
                  <a:pt x="2311" y="0"/>
                </a:lnTo>
                <a:lnTo>
                  <a:pt x="2352" y="0"/>
                </a:lnTo>
                <a:lnTo>
                  <a:pt x="2377" y="0"/>
                </a:lnTo>
                <a:lnTo>
                  <a:pt x="2407" y="0"/>
                </a:lnTo>
                <a:lnTo>
                  <a:pt x="2442" y="0"/>
                </a:lnTo>
                <a:lnTo>
                  <a:pt x="2472" y="0"/>
                </a:lnTo>
                <a:lnTo>
                  <a:pt x="2497" y="0"/>
                </a:lnTo>
                <a:lnTo>
                  <a:pt x="2527" y="0"/>
                </a:lnTo>
                <a:lnTo>
                  <a:pt x="2563" y="0"/>
                </a:lnTo>
                <a:lnTo>
                  <a:pt x="2593" y="0"/>
                </a:lnTo>
                <a:lnTo>
                  <a:pt x="2618" y="0"/>
                </a:lnTo>
                <a:lnTo>
                  <a:pt x="2648" y="0"/>
                </a:lnTo>
                <a:lnTo>
                  <a:pt x="2683" y="0"/>
                </a:lnTo>
                <a:lnTo>
                  <a:pt x="2713" y="0"/>
                </a:lnTo>
                <a:lnTo>
                  <a:pt x="2739" y="0"/>
                </a:lnTo>
                <a:lnTo>
                  <a:pt x="2779" y="0"/>
                </a:lnTo>
                <a:lnTo>
                  <a:pt x="2804" y="0"/>
                </a:lnTo>
                <a:lnTo>
                  <a:pt x="2834" y="0"/>
                </a:lnTo>
                <a:lnTo>
                  <a:pt x="2859" y="0"/>
                </a:lnTo>
                <a:lnTo>
                  <a:pt x="2899" y="0"/>
                </a:lnTo>
                <a:lnTo>
                  <a:pt x="2924" y="0"/>
                </a:lnTo>
                <a:lnTo>
                  <a:pt x="2955" y="0"/>
                </a:lnTo>
                <a:lnTo>
                  <a:pt x="2990" y="0"/>
                </a:lnTo>
                <a:lnTo>
                  <a:pt x="3020"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87" name="Freeform 87">
            <a:extLst>
              <a:ext uri="{FF2B5EF4-FFF2-40B4-BE49-F238E27FC236}">
                <a16:creationId xmlns:a16="http://schemas.microsoft.com/office/drawing/2014/main" id="{E6B5E475-BBBF-D542-9D27-F77D3A28746D}"/>
              </a:ext>
            </a:extLst>
          </p:cNvPr>
          <p:cNvSpPr>
            <a:spLocks noChangeAspect="1"/>
          </p:cNvSpPr>
          <p:nvPr/>
        </p:nvSpPr>
        <p:spPr bwMode="auto">
          <a:xfrm>
            <a:off x="6443663" y="1128713"/>
            <a:ext cx="1897062" cy="666750"/>
          </a:xfrm>
          <a:custGeom>
            <a:avLst/>
            <a:gdLst>
              <a:gd name="T0" fmla="*/ 2147483647 w 2211"/>
              <a:gd name="T1" fmla="*/ 2147483647 h 776"/>
              <a:gd name="T2" fmla="*/ 2147483647 w 2211"/>
              <a:gd name="T3" fmla="*/ 2147483647 h 776"/>
              <a:gd name="T4" fmla="*/ 2147483647 w 2211"/>
              <a:gd name="T5" fmla="*/ 2147483647 h 776"/>
              <a:gd name="T6" fmla="*/ 2147483647 w 2211"/>
              <a:gd name="T7" fmla="*/ 2147483647 h 776"/>
              <a:gd name="T8" fmla="*/ 2147483647 w 2211"/>
              <a:gd name="T9" fmla="*/ 2147483647 h 776"/>
              <a:gd name="T10" fmla="*/ 2147483647 w 2211"/>
              <a:gd name="T11" fmla="*/ 2147483647 h 776"/>
              <a:gd name="T12" fmla="*/ 2147483647 w 2211"/>
              <a:gd name="T13" fmla="*/ 2147483647 h 776"/>
              <a:gd name="T14" fmla="*/ 2147483647 w 2211"/>
              <a:gd name="T15" fmla="*/ 2147483647 h 776"/>
              <a:gd name="T16" fmla="*/ 2147483647 w 2211"/>
              <a:gd name="T17" fmla="*/ 2147483647 h 776"/>
              <a:gd name="T18" fmla="*/ 2147483647 w 2211"/>
              <a:gd name="T19" fmla="*/ 2147483647 h 776"/>
              <a:gd name="T20" fmla="*/ 2147483647 w 2211"/>
              <a:gd name="T21" fmla="*/ 2147483647 h 776"/>
              <a:gd name="T22" fmla="*/ 2147483647 w 2211"/>
              <a:gd name="T23" fmla="*/ 2147483647 h 776"/>
              <a:gd name="T24" fmla="*/ 2147483647 w 2211"/>
              <a:gd name="T25" fmla="*/ 2147483647 h 776"/>
              <a:gd name="T26" fmla="*/ 2147483647 w 2211"/>
              <a:gd name="T27" fmla="*/ 2147483647 h 776"/>
              <a:gd name="T28" fmla="*/ 2147483647 w 2211"/>
              <a:gd name="T29" fmla="*/ 2147483647 h 776"/>
              <a:gd name="T30" fmla="*/ 2147483647 w 2211"/>
              <a:gd name="T31" fmla="*/ 2147483647 h 776"/>
              <a:gd name="T32" fmla="*/ 2147483647 w 2211"/>
              <a:gd name="T33" fmla="*/ 2147483647 h 776"/>
              <a:gd name="T34" fmla="*/ 2147483647 w 2211"/>
              <a:gd name="T35" fmla="*/ 2147483647 h 776"/>
              <a:gd name="T36" fmla="*/ 2147483647 w 2211"/>
              <a:gd name="T37" fmla="*/ 2147483647 h 776"/>
              <a:gd name="T38" fmla="*/ 2147483647 w 2211"/>
              <a:gd name="T39" fmla="*/ 2147483647 h 776"/>
              <a:gd name="T40" fmla="*/ 2147483647 w 2211"/>
              <a:gd name="T41" fmla="*/ 2147483647 h 776"/>
              <a:gd name="T42" fmla="*/ 2147483647 w 2211"/>
              <a:gd name="T43" fmla="*/ 2147483647 h 776"/>
              <a:gd name="T44" fmla="*/ 2147483647 w 2211"/>
              <a:gd name="T45" fmla="*/ 2147483647 h 776"/>
              <a:gd name="T46" fmla="*/ 2147483647 w 2211"/>
              <a:gd name="T47" fmla="*/ 2147483647 h 776"/>
              <a:gd name="T48" fmla="*/ 2147483647 w 2211"/>
              <a:gd name="T49" fmla="*/ 2147483647 h 776"/>
              <a:gd name="T50" fmla="*/ 2147483647 w 2211"/>
              <a:gd name="T51" fmla="*/ 2147483647 h 776"/>
              <a:gd name="T52" fmla="*/ 2147483647 w 2211"/>
              <a:gd name="T53" fmla="*/ 2147483647 h 776"/>
              <a:gd name="T54" fmla="*/ 2147483647 w 2211"/>
              <a:gd name="T55" fmla="*/ 2147483647 h 776"/>
              <a:gd name="T56" fmla="*/ 2147483647 w 2211"/>
              <a:gd name="T57" fmla="*/ 2147483647 h 776"/>
              <a:gd name="T58" fmla="*/ 2147483647 w 2211"/>
              <a:gd name="T59" fmla="*/ 2147483647 h 776"/>
              <a:gd name="T60" fmla="*/ 2147483647 w 2211"/>
              <a:gd name="T61" fmla="*/ 2147483647 h 776"/>
              <a:gd name="T62" fmla="*/ 2147483647 w 2211"/>
              <a:gd name="T63" fmla="*/ 2147483647 h 776"/>
              <a:gd name="T64" fmla="*/ 2147483647 w 2211"/>
              <a:gd name="T65" fmla="*/ 2147483647 h 776"/>
              <a:gd name="T66" fmla="*/ 2147483647 w 2211"/>
              <a:gd name="T67" fmla="*/ 2147483647 h 776"/>
              <a:gd name="T68" fmla="*/ 2147483647 w 2211"/>
              <a:gd name="T69" fmla="*/ 2147483647 h 776"/>
              <a:gd name="T70" fmla="*/ 2147483647 w 2211"/>
              <a:gd name="T71" fmla="*/ 2147483647 h 776"/>
              <a:gd name="T72" fmla="*/ 2147483647 w 2211"/>
              <a:gd name="T73" fmla="*/ 2147483647 h 776"/>
              <a:gd name="T74" fmla="*/ 2147483647 w 2211"/>
              <a:gd name="T75" fmla="*/ 2147483647 h 776"/>
              <a:gd name="T76" fmla="*/ 2147483647 w 2211"/>
              <a:gd name="T77" fmla="*/ 2147483647 h 776"/>
              <a:gd name="T78" fmla="*/ 2147483647 w 2211"/>
              <a:gd name="T79" fmla="*/ 2147483647 h 776"/>
              <a:gd name="T80" fmla="*/ 2147483647 w 2211"/>
              <a:gd name="T81" fmla="*/ 2147483647 h 776"/>
              <a:gd name="T82" fmla="*/ 2147483647 w 2211"/>
              <a:gd name="T83" fmla="*/ 2147483647 h 776"/>
              <a:gd name="T84" fmla="*/ 2147483647 w 2211"/>
              <a:gd name="T85" fmla="*/ 2147483647 h 776"/>
              <a:gd name="T86" fmla="*/ 2147483647 w 2211"/>
              <a:gd name="T87" fmla="*/ 2147483647 h 776"/>
              <a:gd name="T88" fmla="*/ 2147483647 w 2211"/>
              <a:gd name="T89" fmla="*/ 2147483647 h 776"/>
              <a:gd name="T90" fmla="*/ 2147483647 w 2211"/>
              <a:gd name="T91" fmla="*/ 2147483647 h 776"/>
              <a:gd name="T92" fmla="*/ 2147483647 w 2211"/>
              <a:gd name="T93" fmla="*/ 2147483647 h 776"/>
              <a:gd name="T94" fmla="*/ 2147483647 w 2211"/>
              <a:gd name="T95" fmla="*/ 2147483647 h 776"/>
              <a:gd name="T96" fmla="*/ 2147483647 w 2211"/>
              <a:gd name="T97" fmla="*/ 2147483647 h 776"/>
              <a:gd name="T98" fmla="*/ 2147483647 w 2211"/>
              <a:gd name="T99" fmla="*/ 2147483647 h 776"/>
              <a:gd name="T100" fmla="*/ 2147483647 w 2211"/>
              <a:gd name="T101" fmla="*/ 2147483647 h 776"/>
              <a:gd name="T102" fmla="*/ 2147483647 w 2211"/>
              <a:gd name="T103" fmla="*/ 2147483647 h 776"/>
              <a:gd name="T104" fmla="*/ 2147483647 w 2211"/>
              <a:gd name="T105" fmla="*/ 2147483647 h 776"/>
              <a:gd name="T106" fmla="*/ 2147483647 w 2211"/>
              <a:gd name="T107" fmla="*/ 2147483647 h 776"/>
              <a:gd name="T108" fmla="*/ 2147483647 w 2211"/>
              <a:gd name="T109" fmla="*/ 2147483647 h 77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211" h="776">
                <a:moveTo>
                  <a:pt x="0" y="776"/>
                </a:moveTo>
                <a:lnTo>
                  <a:pt x="10" y="776"/>
                </a:lnTo>
                <a:lnTo>
                  <a:pt x="10" y="766"/>
                </a:lnTo>
                <a:lnTo>
                  <a:pt x="20" y="766"/>
                </a:lnTo>
                <a:lnTo>
                  <a:pt x="30" y="761"/>
                </a:lnTo>
                <a:lnTo>
                  <a:pt x="40" y="761"/>
                </a:lnTo>
                <a:lnTo>
                  <a:pt x="40" y="751"/>
                </a:lnTo>
                <a:lnTo>
                  <a:pt x="45" y="751"/>
                </a:lnTo>
                <a:lnTo>
                  <a:pt x="45" y="741"/>
                </a:lnTo>
                <a:lnTo>
                  <a:pt x="55" y="741"/>
                </a:lnTo>
                <a:lnTo>
                  <a:pt x="55" y="731"/>
                </a:lnTo>
                <a:lnTo>
                  <a:pt x="65" y="731"/>
                </a:lnTo>
                <a:lnTo>
                  <a:pt x="75" y="721"/>
                </a:lnTo>
                <a:lnTo>
                  <a:pt x="85" y="711"/>
                </a:lnTo>
                <a:lnTo>
                  <a:pt x="95" y="711"/>
                </a:lnTo>
                <a:lnTo>
                  <a:pt x="95" y="706"/>
                </a:lnTo>
                <a:lnTo>
                  <a:pt x="100" y="706"/>
                </a:lnTo>
                <a:lnTo>
                  <a:pt x="110" y="696"/>
                </a:lnTo>
                <a:lnTo>
                  <a:pt x="120" y="696"/>
                </a:lnTo>
                <a:lnTo>
                  <a:pt x="120" y="686"/>
                </a:lnTo>
                <a:lnTo>
                  <a:pt x="130" y="686"/>
                </a:lnTo>
                <a:lnTo>
                  <a:pt x="140" y="676"/>
                </a:lnTo>
                <a:lnTo>
                  <a:pt x="150" y="676"/>
                </a:lnTo>
                <a:lnTo>
                  <a:pt x="150" y="666"/>
                </a:lnTo>
                <a:lnTo>
                  <a:pt x="161" y="666"/>
                </a:lnTo>
                <a:lnTo>
                  <a:pt x="161" y="656"/>
                </a:lnTo>
                <a:lnTo>
                  <a:pt x="166" y="656"/>
                </a:lnTo>
                <a:lnTo>
                  <a:pt x="176" y="646"/>
                </a:lnTo>
                <a:lnTo>
                  <a:pt x="186" y="646"/>
                </a:lnTo>
                <a:lnTo>
                  <a:pt x="186" y="641"/>
                </a:lnTo>
                <a:lnTo>
                  <a:pt x="196" y="641"/>
                </a:lnTo>
                <a:lnTo>
                  <a:pt x="206" y="631"/>
                </a:lnTo>
                <a:lnTo>
                  <a:pt x="216" y="631"/>
                </a:lnTo>
                <a:lnTo>
                  <a:pt x="216" y="621"/>
                </a:lnTo>
                <a:lnTo>
                  <a:pt x="226" y="621"/>
                </a:lnTo>
                <a:lnTo>
                  <a:pt x="231" y="621"/>
                </a:lnTo>
                <a:lnTo>
                  <a:pt x="231" y="611"/>
                </a:lnTo>
                <a:lnTo>
                  <a:pt x="241" y="611"/>
                </a:lnTo>
                <a:lnTo>
                  <a:pt x="241" y="601"/>
                </a:lnTo>
                <a:lnTo>
                  <a:pt x="251" y="601"/>
                </a:lnTo>
                <a:lnTo>
                  <a:pt x="261" y="601"/>
                </a:lnTo>
                <a:lnTo>
                  <a:pt x="261" y="591"/>
                </a:lnTo>
                <a:lnTo>
                  <a:pt x="271" y="591"/>
                </a:lnTo>
                <a:lnTo>
                  <a:pt x="281" y="586"/>
                </a:lnTo>
                <a:lnTo>
                  <a:pt x="286" y="586"/>
                </a:lnTo>
                <a:lnTo>
                  <a:pt x="296" y="576"/>
                </a:lnTo>
                <a:lnTo>
                  <a:pt x="306" y="576"/>
                </a:lnTo>
                <a:lnTo>
                  <a:pt x="316" y="566"/>
                </a:lnTo>
                <a:lnTo>
                  <a:pt x="326" y="566"/>
                </a:lnTo>
                <a:lnTo>
                  <a:pt x="336" y="556"/>
                </a:lnTo>
                <a:lnTo>
                  <a:pt x="346" y="556"/>
                </a:lnTo>
                <a:lnTo>
                  <a:pt x="346" y="546"/>
                </a:lnTo>
                <a:lnTo>
                  <a:pt x="351" y="546"/>
                </a:lnTo>
                <a:lnTo>
                  <a:pt x="362" y="546"/>
                </a:lnTo>
                <a:lnTo>
                  <a:pt x="362" y="536"/>
                </a:lnTo>
                <a:lnTo>
                  <a:pt x="372" y="536"/>
                </a:lnTo>
                <a:lnTo>
                  <a:pt x="382" y="536"/>
                </a:lnTo>
                <a:lnTo>
                  <a:pt x="392" y="526"/>
                </a:lnTo>
                <a:lnTo>
                  <a:pt x="402" y="526"/>
                </a:lnTo>
                <a:lnTo>
                  <a:pt x="407" y="526"/>
                </a:lnTo>
                <a:lnTo>
                  <a:pt x="407" y="521"/>
                </a:lnTo>
                <a:lnTo>
                  <a:pt x="417" y="521"/>
                </a:lnTo>
                <a:lnTo>
                  <a:pt x="427" y="521"/>
                </a:lnTo>
                <a:lnTo>
                  <a:pt x="437" y="511"/>
                </a:lnTo>
                <a:lnTo>
                  <a:pt x="447" y="511"/>
                </a:lnTo>
                <a:lnTo>
                  <a:pt x="457" y="501"/>
                </a:lnTo>
                <a:lnTo>
                  <a:pt x="467" y="501"/>
                </a:lnTo>
                <a:lnTo>
                  <a:pt x="472" y="501"/>
                </a:lnTo>
                <a:lnTo>
                  <a:pt x="472" y="491"/>
                </a:lnTo>
                <a:lnTo>
                  <a:pt x="482" y="491"/>
                </a:lnTo>
                <a:lnTo>
                  <a:pt x="492" y="491"/>
                </a:lnTo>
                <a:lnTo>
                  <a:pt x="502" y="491"/>
                </a:lnTo>
                <a:lnTo>
                  <a:pt x="512" y="481"/>
                </a:lnTo>
                <a:lnTo>
                  <a:pt x="522" y="481"/>
                </a:lnTo>
                <a:lnTo>
                  <a:pt x="532" y="481"/>
                </a:lnTo>
                <a:lnTo>
                  <a:pt x="537" y="471"/>
                </a:lnTo>
                <a:lnTo>
                  <a:pt x="547" y="471"/>
                </a:lnTo>
                <a:lnTo>
                  <a:pt x="558" y="471"/>
                </a:lnTo>
                <a:lnTo>
                  <a:pt x="568" y="461"/>
                </a:lnTo>
                <a:lnTo>
                  <a:pt x="578" y="461"/>
                </a:lnTo>
                <a:lnTo>
                  <a:pt x="588" y="461"/>
                </a:lnTo>
                <a:lnTo>
                  <a:pt x="593" y="461"/>
                </a:lnTo>
                <a:lnTo>
                  <a:pt x="603" y="461"/>
                </a:lnTo>
                <a:lnTo>
                  <a:pt x="603" y="456"/>
                </a:lnTo>
                <a:lnTo>
                  <a:pt x="613" y="456"/>
                </a:lnTo>
                <a:lnTo>
                  <a:pt x="623" y="456"/>
                </a:lnTo>
                <a:lnTo>
                  <a:pt x="633" y="456"/>
                </a:lnTo>
                <a:lnTo>
                  <a:pt x="643" y="456"/>
                </a:lnTo>
                <a:lnTo>
                  <a:pt x="643" y="446"/>
                </a:lnTo>
                <a:lnTo>
                  <a:pt x="653" y="446"/>
                </a:lnTo>
                <a:lnTo>
                  <a:pt x="658" y="446"/>
                </a:lnTo>
                <a:lnTo>
                  <a:pt x="668" y="446"/>
                </a:lnTo>
                <a:lnTo>
                  <a:pt x="678" y="446"/>
                </a:lnTo>
                <a:lnTo>
                  <a:pt x="688" y="446"/>
                </a:lnTo>
                <a:lnTo>
                  <a:pt x="698" y="446"/>
                </a:lnTo>
                <a:lnTo>
                  <a:pt x="698" y="436"/>
                </a:lnTo>
                <a:lnTo>
                  <a:pt x="708" y="436"/>
                </a:lnTo>
                <a:lnTo>
                  <a:pt x="713" y="436"/>
                </a:lnTo>
                <a:lnTo>
                  <a:pt x="723" y="436"/>
                </a:lnTo>
                <a:lnTo>
                  <a:pt x="733" y="436"/>
                </a:lnTo>
                <a:lnTo>
                  <a:pt x="743" y="436"/>
                </a:lnTo>
                <a:lnTo>
                  <a:pt x="754" y="436"/>
                </a:lnTo>
                <a:lnTo>
                  <a:pt x="764" y="436"/>
                </a:lnTo>
                <a:lnTo>
                  <a:pt x="774" y="426"/>
                </a:lnTo>
                <a:lnTo>
                  <a:pt x="779" y="426"/>
                </a:lnTo>
                <a:lnTo>
                  <a:pt x="789" y="426"/>
                </a:lnTo>
                <a:lnTo>
                  <a:pt x="799" y="426"/>
                </a:lnTo>
                <a:lnTo>
                  <a:pt x="809" y="426"/>
                </a:lnTo>
                <a:lnTo>
                  <a:pt x="819" y="426"/>
                </a:lnTo>
                <a:lnTo>
                  <a:pt x="829" y="426"/>
                </a:lnTo>
                <a:lnTo>
                  <a:pt x="839" y="426"/>
                </a:lnTo>
                <a:lnTo>
                  <a:pt x="844" y="426"/>
                </a:lnTo>
                <a:lnTo>
                  <a:pt x="854" y="426"/>
                </a:lnTo>
                <a:lnTo>
                  <a:pt x="864" y="426"/>
                </a:lnTo>
                <a:lnTo>
                  <a:pt x="874" y="426"/>
                </a:lnTo>
                <a:lnTo>
                  <a:pt x="884" y="426"/>
                </a:lnTo>
                <a:lnTo>
                  <a:pt x="894" y="426"/>
                </a:lnTo>
                <a:lnTo>
                  <a:pt x="899" y="426"/>
                </a:lnTo>
                <a:lnTo>
                  <a:pt x="909" y="426"/>
                </a:lnTo>
                <a:lnTo>
                  <a:pt x="919" y="415"/>
                </a:lnTo>
                <a:lnTo>
                  <a:pt x="929" y="415"/>
                </a:lnTo>
                <a:lnTo>
                  <a:pt x="939" y="415"/>
                </a:lnTo>
                <a:lnTo>
                  <a:pt x="950" y="415"/>
                </a:lnTo>
                <a:lnTo>
                  <a:pt x="960" y="415"/>
                </a:lnTo>
                <a:lnTo>
                  <a:pt x="965" y="415"/>
                </a:lnTo>
                <a:lnTo>
                  <a:pt x="975" y="415"/>
                </a:lnTo>
                <a:lnTo>
                  <a:pt x="985" y="415"/>
                </a:lnTo>
                <a:lnTo>
                  <a:pt x="995" y="415"/>
                </a:lnTo>
                <a:lnTo>
                  <a:pt x="1005" y="415"/>
                </a:lnTo>
                <a:lnTo>
                  <a:pt x="1015" y="415"/>
                </a:lnTo>
                <a:lnTo>
                  <a:pt x="1020" y="415"/>
                </a:lnTo>
                <a:lnTo>
                  <a:pt x="1030" y="415"/>
                </a:lnTo>
                <a:lnTo>
                  <a:pt x="1040" y="415"/>
                </a:lnTo>
                <a:lnTo>
                  <a:pt x="1050" y="415"/>
                </a:lnTo>
                <a:lnTo>
                  <a:pt x="1060" y="415"/>
                </a:lnTo>
                <a:lnTo>
                  <a:pt x="1070" y="415"/>
                </a:lnTo>
                <a:lnTo>
                  <a:pt x="1080" y="415"/>
                </a:lnTo>
                <a:lnTo>
                  <a:pt x="1085" y="415"/>
                </a:lnTo>
                <a:lnTo>
                  <a:pt x="1095" y="415"/>
                </a:lnTo>
                <a:lnTo>
                  <a:pt x="1105" y="415"/>
                </a:lnTo>
                <a:lnTo>
                  <a:pt x="1115" y="415"/>
                </a:lnTo>
                <a:lnTo>
                  <a:pt x="1125" y="415"/>
                </a:lnTo>
                <a:lnTo>
                  <a:pt x="1135" y="415"/>
                </a:lnTo>
                <a:lnTo>
                  <a:pt x="1145" y="415"/>
                </a:lnTo>
                <a:lnTo>
                  <a:pt x="1151" y="415"/>
                </a:lnTo>
                <a:lnTo>
                  <a:pt x="1161" y="415"/>
                </a:lnTo>
                <a:lnTo>
                  <a:pt x="1171" y="415"/>
                </a:lnTo>
                <a:lnTo>
                  <a:pt x="1181" y="415"/>
                </a:lnTo>
                <a:lnTo>
                  <a:pt x="1191" y="415"/>
                </a:lnTo>
                <a:lnTo>
                  <a:pt x="1201" y="415"/>
                </a:lnTo>
                <a:lnTo>
                  <a:pt x="1206" y="415"/>
                </a:lnTo>
                <a:lnTo>
                  <a:pt x="1216" y="415"/>
                </a:lnTo>
                <a:lnTo>
                  <a:pt x="1226" y="415"/>
                </a:lnTo>
                <a:lnTo>
                  <a:pt x="1236" y="415"/>
                </a:lnTo>
                <a:lnTo>
                  <a:pt x="1246" y="415"/>
                </a:lnTo>
                <a:lnTo>
                  <a:pt x="1256" y="415"/>
                </a:lnTo>
                <a:lnTo>
                  <a:pt x="1266" y="415"/>
                </a:lnTo>
                <a:lnTo>
                  <a:pt x="1271" y="415"/>
                </a:lnTo>
                <a:lnTo>
                  <a:pt x="1281" y="415"/>
                </a:lnTo>
                <a:lnTo>
                  <a:pt x="1291" y="415"/>
                </a:lnTo>
                <a:lnTo>
                  <a:pt x="1301" y="415"/>
                </a:lnTo>
                <a:lnTo>
                  <a:pt x="1311" y="415"/>
                </a:lnTo>
                <a:lnTo>
                  <a:pt x="1321" y="415"/>
                </a:lnTo>
                <a:lnTo>
                  <a:pt x="1326" y="415"/>
                </a:lnTo>
                <a:lnTo>
                  <a:pt x="1336" y="415"/>
                </a:lnTo>
                <a:lnTo>
                  <a:pt x="1347" y="405"/>
                </a:lnTo>
                <a:lnTo>
                  <a:pt x="1357" y="405"/>
                </a:lnTo>
                <a:lnTo>
                  <a:pt x="1367" y="405"/>
                </a:lnTo>
                <a:lnTo>
                  <a:pt x="1377" y="405"/>
                </a:lnTo>
                <a:lnTo>
                  <a:pt x="1387" y="405"/>
                </a:lnTo>
                <a:lnTo>
                  <a:pt x="1392" y="405"/>
                </a:lnTo>
                <a:lnTo>
                  <a:pt x="1402" y="405"/>
                </a:lnTo>
                <a:lnTo>
                  <a:pt x="1412" y="405"/>
                </a:lnTo>
                <a:lnTo>
                  <a:pt x="1422" y="405"/>
                </a:lnTo>
                <a:lnTo>
                  <a:pt x="1432" y="400"/>
                </a:lnTo>
                <a:lnTo>
                  <a:pt x="1442" y="400"/>
                </a:lnTo>
                <a:lnTo>
                  <a:pt x="1452" y="400"/>
                </a:lnTo>
                <a:lnTo>
                  <a:pt x="1457" y="400"/>
                </a:lnTo>
                <a:lnTo>
                  <a:pt x="1467" y="400"/>
                </a:lnTo>
                <a:lnTo>
                  <a:pt x="1477" y="400"/>
                </a:lnTo>
                <a:lnTo>
                  <a:pt x="1487" y="390"/>
                </a:lnTo>
                <a:lnTo>
                  <a:pt x="1497" y="390"/>
                </a:lnTo>
                <a:lnTo>
                  <a:pt x="1507" y="390"/>
                </a:lnTo>
                <a:lnTo>
                  <a:pt x="1512" y="390"/>
                </a:lnTo>
                <a:lnTo>
                  <a:pt x="1522" y="390"/>
                </a:lnTo>
                <a:lnTo>
                  <a:pt x="1532" y="380"/>
                </a:lnTo>
                <a:lnTo>
                  <a:pt x="1542" y="380"/>
                </a:lnTo>
                <a:lnTo>
                  <a:pt x="1553" y="380"/>
                </a:lnTo>
                <a:lnTo>
                  <a:pt x="1563" y="380"/>
                </a:lnTo>
                <a:lnTo>
                  <a:pt x="1573" y="370"/>
                </a:lnTo>
                <a:lnTo>
                  <a:pt x="1578" y="370"/>
                </a:lnTo>
                <a:lnTo>
                  <a:pt x="1588" y="370"/>
                </a:lnTo>
                <a:lnTo>
                  <a:pt x="1598" y="370"/>
                </a:lnTo>
                <a:lnTo>
                  <a:pt x="1608" y="360"/>
                </a:lnTo>
                <a:lnTo>
                  <a:pt x="1618" y="360"/>
                </a:lnTo>
                <a:lnTo>
                  <a:pt x="1628" y="360"/>
                </a:lnTo>
                <a:lnTo>
                  <a:pt x="1633" y="350"/>
                </a:lnTo>
                <a:lnTo>
                  <a:pt x="1643" y="350"/>
                </a:lnTo>
                <a:lnTo>
                  <a:pt x="1653" y="350"/>
                </a:lnTo>
                <a:lnTo>
                  <a:pt x="1663" y="340"/>
                </a:lnTo>
                <a:lnTo>
                  <a:pt x="1673" y="340"/>
                </a:lnTo>
                <a:lnTo>
                  <a:pt x="1683" y="340"/>
                </a:lnTo>
                <a:lnTo>
                  <a:pt x="1683" y="335"/>
                </a:lnTo>
                <a:lnTo>
                  <a:pt x="1693" y="335"/>
                </a:lnTo>
                <a:lnTo>
                  <a:pt x="1698" y="335"/>
                </a:lnTo>
                <a:lnTo>
                  <a:pt x="1708" y="335"/>
                </a:lnTo>
                <a:lnTo>
                  <a:pt x="1708" y="325"/>
                </a:lnTo>
                <a:lnTo>
                  <a:pt x="1718" y="325"/>
                </a:lnTo>
                <a:lnTo>
                  <a:pt x="1728" y="325"/>
                </a:lnTo>
                <a:lnTo>
                  <a:pt x="1728" y="315"/>
                </a:lnTo>
                <a:lnTo>
                  <a:pt x="1738" y="315"/>
                </a:lnTo>
                <a:lnTo>
                  <a:pt x="1749" y="315"/>
                </a:lnTo>
                <a:lnTo>
                  <a:pt x="1759" y="305"/>
                </a:lnTo>
                <a:lnTo>
                  <a:pt x="1764" y="305"/>
                </a:lnTo>
                <a:lnTo>
                  <a:pt x="1774" y="295"/>
                </a:lnTo>
                <a:lnTo>
                  <a:pt x="1784" y="295"/>
                </a:lnTo>
                <a:lnTo>
                  <a:pt x="1794" y="295"/>
                </a:lnTo>
                <a:lnTo>
                  <a:pt x="1794" y="285"/>
                </a:lnTo>
                <a:lnTo>
                  <a:pt x="1804" y="285"/>
                </a:lnTo>
                <a:lnTo>
                  <a:pt x="1814" y="280"/>
                </a:lnTo>
                <a:lnTo>
                  <a:pt x="1819" y="280"/>
                </a:lnTo>
                <a:lnTo>
                  <a:pt x="1829" y="270"/>
                </a:lnTo>
                <a:lnTo>
                  <a:pt x="1839" y="270"/>
                </a:lnTo>
                <a:lnTo>
                  <a:pt x="1849" y="260"/>
                </a:lnTo>
                <a:lnTo>
                  <a:pt x="1859" y="260"/>
                </a:lnTo>
                <a:lnTo>
                  <a:pt x="1869" y="250"/>
                </a:lnTo>
                <a:lnTo>
                  <a:pt x="1879" y="250"/>
                </a:lnTo>
                <a:lnTo>
                  <a:pt x="1879" y="240"/>
                </a:lnTo>
                <a:lnTo>
                  <a:pt x="1884" y="240"/>
                </a:lnTo>
                <a:lnTo>
                  <a:pt x="1894" y="240"/>
                </a:lnTo>
                <a:lnTo>
                  <a:pt x="1894" y="230"/>
                </a:lnTo>
                <a:lnTo>
                  <a:pt x="1904" y="230"/>
                </a:lnTo>
                <a:lnTo>
                  <a:pt x="1904" y="220"/>
                </a:lnTo>
                <a:lnTo>
                  <a:pt x="1914" y="220"/>
                </a:lnTo>
                <a:lnTo>
                  <a:pt x="1924" y="220"/>
                </a:lnTo>
                <a:lnTo>
                  <a:pt x="1924" y="215"/>
                </a:lnTo>
                <a:lnTo>
                  <a:pt x="1934" y="215"/>
                </a:lnTo>
                <a:lnTo>
                  <a:pt x="1940" y="205"/>
                </a:lnTo>
                <a:lnTo>
                  <a:pt x="1950" y="205"/>
                </a:lnTo>
                <a:lnTo>
                  <a:pt x="1950" y="195"/>
                </a:lnTo>
                <a:lnTo>
                  <a:pt x="1960" y="195"/>
                </a:lnTo>
                <a:lnTo>
                  <a:pt x="1970" y="185"/>
                </a:lnTo>
                <a:lnTo>
                  <a:pt x="1980" y="185"/>
                </a:lnTo>
                <a:lnTo>
                  <a:pt x="1980" y="175"/>
                </a:lnTo>
                <a:lnTo>
                  <a:pt x="1990" y="175"/>
                </a:lnTo>
                <a:lnTo>
                  <a:pt x="2000" y="165"/>
                </a:lnTo>
                <a:lnTo>
                  <a:pt x="2005" y="155"/>
                </a:lnTo>
                <a:lnTo>
                  <a:pt x="2015" y="155"/>
                </a:lnTo>
                <a:lnTo>
                  <a:pt x="2015" y="150"/>
                </a:lnTo>
                <a:lnTo>
                  <a:pt x="2025" y="150"/>
                </a:lnTo>
                <a:lnTo>
                  <a:pt x="2035" y="140"/>
                </a:lnTo>
                <a:lnTo>
                  <a:pt x="2045" y="140"/>
                </a:lnTo>
                <a:lnTo>
                  <a:pt x="2045" y="130"/>
                </a:lnTo>
                <a:lnTo>
                  <a:pt x="2055" y="130"/>
                </a:lnTo>
                <a:lnTo>
                  <a:pt x="2065" y="120"/>
                </a:lnTo>
                <a:lnTo>
                  <a:pt x="2070" y="120"/>
                </a:lnTo>
                <a:lnTo>
                  <a:pt x="2070" y="110"/>
                </a:lnTo>
                <a:lnTo>
                  <a:pt x="2080" y="110"/>
                </a:lnTo>
                <a:lnTo>
                  <a:pt x="2080" y="100"/>
                </a:lnTo>
                <a:lnTo>
                  <a:pt x="2090" y="100"/>
                </a:lnTo>
                <a:lnTo>
                  <a:pt x="2100" y="95"/>
                </a:lnTo>
                <a:lnTo>
                  <a:pt x="2110" y="85"/>
                </a:lnTo>
                <a:lnTo>
                  <a:pt x="2120" y="75"/>
                </a:lnTo>
                <a:lnTo>
                  <a:pt x="2125" y="75"/>
                </a:lnTo>
                <a:lnTo>
                  <a:pt x="2125" y="65"/>
                </a:lnTo>
                <a:lnTo>
                  <a:pt x="2135" y="65"/>
                </a:lnTo>
                <a:lnTo>
                  <a:pt x="2146" y="55"/>
                </a:lnTo>
                <a:lnTo>
                  <a:pt x="2156" y="45"/>
                </a:lnTo>
                <a:lnTo>
                  <a:pt x="2166" y="45"/>
                </a:lnTo>
                <a:lnTo>
                  <a:pt x="2166" y="35"/>
                </a:lnTo>
                <a:lnTo>
                  <a:pt x="2176" y="35"/>
                </a:lnTo>
                <a:lnTo>
                  <a:pt x="2176" y="30"/>
                </a:lnTo>
                <a:lnTo>
                  <a:pt x="2186" y="30"/>
                </a:lnTo>
                <a:lnTo>
                  <a:pt x="2191" y="20"/>
                </a:lnTo>
                <a:lnTo>
                  <a:pt x="2191" y="10"/>
                </a:lnTo>
                <a:lnTo>
                  <a:pt x="2201" y="10"/>
                </a:lnTo>
                <a:lnTo>
                  <a:pt x="2211" y="0"/>
                </a:lnTo>
              </a:path>
            </a:pathLst>
          </a:custGeom>
          <a:noFill/>
          <a:ln w="27051">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88" name="Freeform 88">
            <a:extLst>
              <a:ext uri="{FF2B5EF4-FFF2-40B4-BE49-F238E27FC236}">
                <a16:creationId xmlns:a16="http://schemas.microsoft.com/office/drawing/2014/main" id="{0FEA1E1E-9BBA-F047-8EE6-A9676A19DA19}"/>
              </a:ext>
            </a:extLst>
          </p:cNvPr>
          <p:cNvSpPr>
            <a:spLocks noChangeAspect="1"/>
          </p:cNvSpPr>
          <p:nvPr/>
        </p:nvSpPr>
        <p:spPr bwMode="auto">
          <a:xfrm>
            <a:off x="6640513" y="1392238"/>
            <a:ext cx="879475" cy="212725"/>
          </a:xfrm>
          <a:custGeom>
            <a:avLst/>
            <a:gdLst>
              <a:gd name="T0" fmla="*/ 2147483647 w 679"/>
              <a:gd name="T1" fmla="*/ 2147483647 h 261"/>
              <a:gd name="T2" fmla="*/ 2147483647 w 679"/>
              <a:gd name="T3" fmla="*/ 2147483647 h 261"/>
              <a:gd name="T4" fmla="*/ 2147483647 w 679"/>
              <a:gd name="T5" fmla="*/ 2147483647 h 261"/>
              <a:gd name="T6" fmla="*/ 2147483647 w 679"/>
              <a:gd name="T7" fmla="*/ 2147483647 h 261"/>
              <a:gd name="T8" fmla="*/ 2147483647 w 679"/>
              <a:gd name="T9" fmla="*/ 2147483647 h 261"/>
              <a:gd name="T10" fmla="*/ 2147483647 w 679"/>
              <a:gd name="T11" fmla="*/ 2147483647 h 261"/>
              <a:gd name="T12" fmla="*/ 2147483647 w 679"/>
              <a:gd name="T13" fmla="*/ 2147483647 h 261"/>
              <a:gd name="T14" fmla="*/ 2147483647 w 679"/>
              <a:gd name="T15" fmla="*/ 2147483647 h 261"/>
              <a:gd name="T16" fmla="*/ 2147483647 w 679"/>
              <a:gd name="T17" fmla="*/ 2147483647 h 261"/>
              <a:gd name="T18" fmla="*/ 2147483647 w 679"/>
              <a:gd name="T19" fmla="*/ 2147483647 h 261"/>
              <a:gd name="T20" fmla="*/ 2147483647 w 679"/>
              <a:gd name="T21" fmla="*/ 2147483647 h 261"/>
              <a:gd name="T22" fmla="*/ 2147483647 w 679"/>
              <a:gd name="T23" fmla="*/ 2147483647 h 261"/>
              <a:gd name="T24" fmla="*/ 2147483647 w 679"/>
              <a:gd name="T25" fmla="*/ 2147483647 h 261"/>
              <a:gd name="T26" fmla="*/ 2147483647 w 679"/>
              <a:gd name="T27" fmla="*/ 2147483647 h 261"/>
              <a:gd name="T28" fmla="*/ 2147483647 w 679"/>
              <a:gd name="T29" fmla="*/ 2147483647 h 261"/>
              <a:gd name="T30" fmla="*/ 2147483647 w 679"/>
              <a:gd name="T31" fmla="*/ 2147483647 h 261"/>
              <a:gd name="T32" fmla="*/ 2147483647 w 679"/>
              <a:gd name="T33" fmla="*/ 2147483647 h 261"/>
              <a:gd name="T34" fmla="*/ 2147483647 w 679"/>
              <a:gd name="T35" fmla="*/ 2147483647 h 261"/>
              <a:gd name="T36" fmla="*/ 2147483647 w 679"/>
              <a:gd name="T37" fmla="*/ 2147483647 h 261"/>
              <a:gd name="T38" fmla="*/ 2147483647 w 679"/>
              <a:gd name="T39" fmla="*/ 2147483647 h 261"/>
              <a:gd name="T40" fmla="*/ 2147483647 w 679"/>
              <a:gd name="T41" fmla="*/ 2147483647 h 261"/>
              <a:gd name="T42" fmla="*/ 2147483647 w 679"/>
              <a:gd name="T43" fmla="*/ 2147483647 h 261"/>
              <a:gd name="T44" fmla="*/ 2147483647 w 679"/>
              <a:gd name="T45" fmla="*/ 2147483647 h 261"/>
              <a:gd name="T46" fmla="*/ 2147483647 w 679"/>
              <a:gd name="T47" fmla="*/ 2147483647 h 261"/>
              <a:gd name="T48" fmla="*/ 2147483647 w 679"/>
              <a:gd name="T49" fmla="*/ 2147483647 h 261"/>
              <a:gd name="T50" fmla="*/ 2147483647 w 679"/>
              <a:gd name="T51" fmla="*/ 2147483647 h 261"/>
              <a:gd name="T52" fmla="*/ 2147483647 w 679"/>
              <a:gd name="T53" fmla="*/ 2147483647 h 261"/>
              <a:gd name="T54" fmla="*/ 2147483647 w 679"/>
              <a:gd name="T55" fmla="*/ 2147483647 h 261"/>
              <a:gd name="T56" fmla="*/ 2147483647 w 679"/>
              <a:gd name="T57" fmla="*/ 2147483647 h 261"/>
              <a:gd name="T58" fmla="*/ 2147483647 w 679"/>
              <a:gd name="T59" fmla="*/ 2147483647 h 261"/>
              <a:gd name="T60" fmla="*/ 2147483647 w 679"/>
              <a:gd name="T61" fmla="*/ 2147483647 h 261"/>
              <a:gd name="T62" fmla="*/ 2147483647 w 679"/>
              <a:gd name="T63" fmla="*/ 2147483647 h 261"/>
              <a:gd name="T64" fmla="*/ 2147483647 w 679"/>
              <a:gd name="T65" fmla="*/ 2147483647 h 261"/>
              <a:gd name="T66" fmla="*/ 2147483647 w 679"/>
              <a:gd name="T67" fmla="*/ 2147483647 h 261"/>
              <a:gd name="T68" fmla="*/ 2147483647 w 679"/>
              <a:gd name="T69" fmla="*/ 2147483647 h 261"/>
              <a:gd name="T70" fmla="*/ 2147483647 w 679"/>
              <a:gd name="T71" fmla="*/ 2147483647 h 261"/>
              <a:gd name="T72" fmla="*/ 2147483647 w 679"/>
              <a:gd name="T73" fmla="*/ 2147483647 h 261"/>
              <a:gd name="T74" fmla="*/ 2147483647 w 679"/>
              <a:gd name="T75" fmla="*/ 2147483647 h 261"/>
              <a:gd name="T76" fmla="*/ 2147483647 w 679"/>
              <a:gd name="T77" fmla="*/ 2147483647 h 261"/>
              <a:gd name="T78" fmla="*/ 2147483647 w 679"/>
              <a:gd name="T79" fmla="*/ 2147483647 h 261"/>
              <a:gd name="T80" fmla="*/ 2147483647 w 679"/>
              <a:gd name="T81" fmla="*/ 2147483647 h 261"/>
              <a:gd name="T82" fmla="*/ 2147483647 w 679"/>
              <a:gd name="T83" fmla="*/ 2147483647 h 261"/>
              <a:gd name="T84" fmla="*/ 2147483647 w 679"/>
              <a:gd name="T85" fmla="*/ 2147483647 h 261"/>
              <a:gd name="T86" fmla="*/ 2147483647 w 679"/>
              <a:gd name="T87" fmla="*/ 2147483647 h 261"/>
              <a:gd name="T88" fmla="*/ 2147483647 w 679"/>
              <a:gd name="T89" fmla="*/ 2147483647 h 261"/>
              <a:gd name="T90" fmla="*/ 2147483647 w 679"/>
              <a:gd name="T91" fmla="*/ 2147483647 h 261"/>
              <a:gd name="T92" fmla="*/ 2147483647 w 679"/>
              <a:gd name="T93" fmla="*/ 0 h 261"/>
              <a:gd name="T94" fmla="*/ 2147483647 w 679"/>
              <a:gd name="T95" fmla="*/ 0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79" h="261">
                <a:moveTo>
                  <a:pt x="0" y="261"/>
                </a:moveTo>
                <a:lnTo>
                  <a:pt x="10" y="261"/>
                </a:lnTo>
                <a:lnTo>
                  <a:pt x="20" y="251"/>
                </a:lnTo>
                <a:lnTo>
                  <a:pt x="30" y="251"/>
                </a:lnTo>
                <a:lnTo>
                  <a:pt x="40" y="251"/>
                </a:lnTo>
                <a:lnTo>
                  <a:pt x="40" y="241"/>
                </a:lnTo>
                <a:lnTo>
                  <a:pt x="45" y="241"/>
                </a:lnTo>
                <a:lnTo>
                  <a:pt x="55" y="241"/>
                </a:lnTo>
                <a:lnTo>
                  <a:pt x="65" y="231"/>
                </a:lnTo>
                <a:lnTo>
                  <a:pt x="75" y="231"/>
                </a:lnTo>
                <a:lnTo>
                  <a:pt x="86" y="231"/>
                </a:lnTo>
                <a:lnTo>
                  <a:pt x="86" y="221"/>
                </a:lnTo>
                <a:lnTo>
                  <a:pt x="96" y="221"/>
                </a:lnTo>
                <a:lnTo>
                  <a:pt x="106" y="221"/>
                </a:lnTo>
                <a:lnTo>
                  <a:pt x="111" y="221"/>
                </a:lnTo>
                <a:lnTo>
                  <a:pt x="111" y="216"/>
                </a:lnTo>
                <a:lnTo>
                  <a:pt x="121" y="216"/>
                </a:lnTo>
                <a:lnTo>
                  <a:pt x="131" y="216"/>
                </a:lnTo>
                <a:lnTo>
                  <a:pt x="131" y="206"/>
                </a:lnTo>
                <a:lnTo>
                  <a:pt x="141" y="206"/>
                </a:lnTo>
                <a:lnTo>
                  <a:pt x="151" y="206"/>
                </a:lnTo>
                <a:lnTo>
                  <a:pt x="161" y="206"/>
                </a:lnTo>
                <a:lnTo>
                  <a:pt x="161" y="196"/>
                </a:lnTo>
                <a:lnTo>
                  <a:pt x="171" y="196"/>
                </a:lnTo>
                <a:lnTo>
                  <a:pt x="176" y="196"/>
                </a:lnTo>
                <a:lnTo>
                  <a:pt x="176" y="185"/>
                </a:lnTo>
                <a:lnTo>
                  <a:pt x="186" y="185"/>
                </a:lnTo>
                <a:lnTo>
                  <a:pt x="196" y="185"/>
                </a:lnTo>
                <a:lnTo>
                  <a:pt x="206" y="185"/>
                </a:lnTo>
                <a:lnTo>
                  <a:pt x="206" y="175"/>
                </a:lnTo>
                <a:lnTo>
                  <a:pt x="216" y="175"/>
                </a:lnTo>
                <a:lnTo>
                  <a:pt x="226" y="175"/>
                </a:lnTo>
                <a:lnTo>
                  <a:pt x="226" y="165"/>
                </a:lnTo>
                <a:lnTo>
                  <a:pt x="231" y="165"/>
                </a:lnTo>
                <a:lnTo>
                  <a:pt x="241" y="165"/>
                </a:lnTo>
                <a:lnTo>
                  <a:pt x="251" y="165"/>
                </a:lnTo>
                <a:lnTo>
                  <a:pt x="251" y="155"/>
                </a:lnTo>
                <a:lnTo>
                  <a:pt x="261" y="155"/>
                </a:lnTo>
                <a:lnTo>
                  <a:pt x="271" y="155"/>
                </a:lnTo>
                <a:lnTo>
                  <a:pt x="282" y="150"/>
                </a:lnTo>
                <a:lnTo>
                  <a:pt x="292" y="150"/>
                </a:lnTo>
                <a:lnTo>
                  <a:pt x="297" y="150"/>
                </a:lnTo>
                <a:lnTo>
                  <a:pt x="297" y="140"/>
                </a:lnTo>
                <a:lnTo>
                  <a:pt x="307" y="140"/>
                </a:lnTo>
                <a:lnTo>
                  <a:pt x="317" y="140"/>
                </a:lnTo>
                <a:lnTo>
                  <a:pt x="327" y="140"/>
                </a:lnTo>
                <a:lnTo>
                  <a:pt x="327" y="130"/>
                </a:lnTo>
                <a:lnTo>
                  <a:pt x="337" y="130"/>
                </a:lnTo>
                <a:lnTo>
                  <a:pt x="347" y="130"/>
                </a:lnTo>
                <a:lnTo>
                  <a:pt x="347" y="120"/>
                </a:lnTo>
                <a:lnTo>
                  <a:pt x="352" y="120"/>
                </a:lnTo>
                <a:lnTo>
                  <a:pt x="362" y="120"/>
                </a:lnTo>
                <a:lnTo>
                  <a:pt x="372" y="120"/>
                </a:lnTo>
                <a:lnTo>
                  <a:pt x="372" y="110"/>
                </a:lnTo>
                <a:lnTo>
                  <a:pt x="382" y="110"/>
                </a:lnTo>
                <a:lnTo>
                  <a:pt x="392" y="110"/>
                </a:lnTo>
                <a:lnTo>
                  <a:pt x="392" y="100"/>
                </a:lnTo>
                <a:lnTo>
                  <a:pt x="402" y="100"/>
                </a:lnTo>
                <a:lnTo>
                  <a:pt x="412" y="100"/>
                </a:lnTo>
                <a:lnTo>
                  <a:pt x="417" y="100"/>
                </a:lnTo>
                <a:lnTo>
                  <a:pt x="417" y="90"/>
                </a:lnTo>
                <a:lnTo>
                  <a:pt x="427" y="90"/>
                </a:lnTo>
                <a:lnTo>
                  <a:pt x="437" y="90"/>
                </a:lnTo>
                <a:lnTo>
                  <a:pt x="437" y="85"/>
                </a:lnTo>
                <a:lnTo>
                  <a:pt x="447" y="85"/>
                </a:lnTo>
                <a:lnTo>
                  <a:pt x="457" y="85"/>
                </a:lnTo>
                <a:lnTo>
                  <a:pt x="467" y="85"/>
                </a:lnTo>
                <a:lnTo>
                  <a:pt x="467" y="75"/>
                </a:lnTo>
                <a:lnTo>
                  <a:pt x="477" y="75"/>
                </a:lnTo>
                <a:lnTo>
                  <a:pt x="483" y="75"/>
                </a:lnTo>
                <a:lnTo>
                  <a:pt x="483" y="65"/>
                </a:lnTo>
                <a:lnTo>
                  <a:pt x="493" y="65"/>
                </a:lnTo>
                <a:lnTo>
                  <a:pt x="503" y="65"/>
                </a:lnTo>
                <a:lnTo>
                  <a:pt x="513" y="65"/>
                </a:lnTo>
                <a:lnTo>
                  <a:pt x="513" y="55"/>
                </a:lnTo>
                <a:lnTo>
                  <a:pt x="523" y="55"/>
                </a:lnTo>
                <a:lnTo>
                  <a:pt x="533" y="55"/>
                </a:lnTo>
                <a:lnTo>
                  <a:pt x="538" y="45"/>
                </a:lnTo>
                <a:lnTo>
                  <a:pt x="548" y="45"/>
                </a:lnTo>
                <a:lnTo>
                  <a:pt x="558" y="45"/>
                </a:lnTo>
                <a:lnTo>
                  <a:pt x="558" y="35"/>
                </a:lnTo>
                <a:lnTo>
                  <a:pt x="568" y="35"/>
                </a:lnTo>
                <a:lnTo>
                  <a:pt x="578" y="35"/>
                </a:lnTo>
                <a:lnTo>
                  <a:pt x="588" y="30"/>
                </a:lnTo>
                <a:lnTo>
                  <a:pt x="598" y="30"/>
                </a:lnTo>
                <a:lnTo>
                  <a:pt x="603" y="30"/>
                </a:lnTo>
                <a:lnTo>
                  <a:pt x="603" y="20"/>
                </a:lnTo>
                <a:lnTo>
                  <a:pt x="613" y="20"/>
                </a:lnTo>
                <a:lnTo>
                  <a:pt x="623" y="20"/>
                </a:lnTo>
                <a:lnTo>
                  <a:pt x="633" y="20"/>
                </a:lnTo>
                <a:lnTo>
                  <a:pt x="633" y="10"/>
                </a:lnTo>
                <a:lnTo>
                  <a:pt x="643" y="10"/>
                </a:lnTo>
                <a:lnTo>
                  <a:pt x="653" y="10"/>
                </a:lnTo>
                <a:lnTo>
                  <a:pt x="653" y="0"/>
                </a:lnTo>
                <a:lnTo>
                  <a:pt x="658" y="0"/>
                </a:lnTo>
                <a:lnTo>
                  <a:pt x="668" y="0"/>
                </a:lnTo>
                <a:lnTo>
                  <a:pt x="679" y="0"/>
                </a:lnTo>
              </a:path>
            </a:pathLst>
          </a:custGeom>
          <a:noFill/>
          <a:ln w="25400">
            <a:solidFill>
              <a:srgbClr val="008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89" name="Freeform 89">
            <a:extLst>
              <a:ext uri="{FF2B5EF4-FFF2-40B4-BE49-F238E27FC236}">
                <a16:creationId xmlns:a16="http://schemas.microsoft.com/office/drawing/2014/main" id="{7CE4190F-579A-A24D-B140-0E9FE8E35E2B}"/>
              </a:ext>
            </a:extLst>
          </p:cNvPr>
          <p:cNvSpPr>
            <a:spLocks noChangeAspect="1"/>
          </p:cNvSpPr>
          <p:nvPr/>
        </p:nvSpPr>
        <p:spPr bwMode="auto">
          <a:xfrm>
            <a:off x="6448425" y="1668463"/>
            <a:ext cx="582613" cy="142875"/>
          </a:xfrm>
          <a:custGeom>
            <a:avLst/>
            <a:gdLst>
              <a:gd name="T0" fmla="*/ 2147483647 w 679"/>
              <a:gd name="T1" fmla="*/ 2147483647 h 261"/>
              <a:gd name="T2" fmla="*/ 2147483647 w 679"/>
              <a:gd name="T3" fmla="*/ 2147483647 h 261"/>
              <a:gd name="T4" fmla="*/ 2147483647 w 679"/>
              <a:gd name="T5" fmla="*/ 2147483647 h 261"/>
              <a:gd name="T6" fmla="*/ 2147483647 w 679"/>
              <a:gd name="T7" fmla="*/ 2147483647 h 261"/>
              <a:gd name="T8" fmla="*/ 2147483647 w 679"/>
              <a:gd name="T9" fmla="*/ 2147483647 h 261"/>
              <a:gd name="T10" fmla="*/ 2147483647 w 679"/>
              <a:gd name="T11" fmla="*/ 2147483647 h 261"/>
              <a:gd name="T12" fmla="*/ 2147483647 w 679"/>
              <a:gd name="T13" fmla="*/ 2147483647 h 261"/>
              <a:gd name="T14" fmla="*/ 2147483647 w 679"/>
              <a:gd name="T15" fmla="*/ 2147483647 h 261"/>
              <a:gd name="T16" fmla="*/ 2147483647 w 679"/>
              <a:gd name="T17" fmla="*/ 2147483647 h 261"/>
              <a:gd name="T18" fmla="*/ 2147483647 w 679"/>
              <a:gd name="T19" fmla="*/ 2147483647 h 261"/>
              <a:gd name="T20" fmla="*/ 2147483647 w 679"/>
              <a:gd name="T21" fmla="*/ 2147483647 h 261"/>
              <a:gd name="T22" fmla="*/ 2147483647 w 679"/>
              <a:gd name="T23" fmla="*/ 2147483647 h 261"/>
              <a:gd name="T24" fmla="*/ 2147483647 w 679"/>
              <a:gd name="T25" fmla="*/ 2147483647 h 261"/>
              <a:gd name="T26" fmla="*/ 2147483647 w 679"/>
              <a:gd name="T27" fmla="*/ 2147483647 h 261"/>
              <a:gd name="T28" fmla="*/ 2147483647 w 679"/>
              <a:gd name="T29" fmla="*/ 2147483647 h 261"/>
              <a:gd name="T30" fmla="*/ 2147483647 w 679"/>
              <a:gd name="T31" fmla="*/ 2147483647 h 261"/>
              <a:gd name="T32" fmla="*/ 2147483647 w 679"/>
              <a:gd name="T33" fmla="*/ 2147483647 h 261"/>
              <a:gd name="T34" fmla="*/ 2147483647 w 679"/>
              <a:gd name="T35" fmla="*/ 2147483647 h 261"/>
              <a:gd name="T36" fmla="*/ 2147483647 w 679"/>
              <a:gd name="T37" fmla="*/ 2147483647 h 261"/>
              <a:gd name="T38" fmla="*/ 2147483647 w 679"/>
              <a:gd name="T39" fmla="*/ 2147483647 h 261"/>
              <a:gd name="T40" fmla="*/ 2147483647 w 679"/>
              <a:gd name="T41" fmla="*/ 2147483647 h 261"/>
              <a:gd name="T42" fmla="*/ 2147483647 w 679"/>
              <a:gd name="T43" fmla="*/ 2147483647 h 261"/>
              <a:gd name="T44" fmla="*/ 2147483647 w 679"/>
              <a:gd name="T45" fmla="*/ 2147483647 h 261"/>
              <a:gd name="T46" fmla="*/ 2147483647 w 679"/>
              <a:gd name="T47" fmla="*/ 2147483647 h 261"/>
              <a:gd name="T48" fmla="*/ 2147483647 w 679"/>
              <a:gd name="T49" fmla="*/ 2147483647 h 261"/>
              <a:gd name="T50" fmla="*/ 2147483647 w 679"/>
              <a:gd name="T51" fmla="*/ 2147483647 h 261"/>
              <a:gd name="T52" fmla="*/ 2147483647 w 679"/>
              <a:gd name="T53" fmla="*/ 2147483647 h 261"/>
              <a:gd name="T54" fmla="*/ 2147483647 w 679"/>
              <a:gd name="T55" fmla="*/ 2147483647 h 261"/>
              <a:gd name="T56" fmla="*/ 2147483647 w 679"/>
              <a:gd name="T57" fmla="*/ 2147483647 h 261"/>
              <a:gd name="T58" fmla="*/ 2147483647 w 679"/>
              <a:gd name="T59" fmla="*/ 2147483647 h 261"/>
              <a:gd name="T60" fmla="*/ 2147483647 w 679"/>
              <a:gd name="T61" fmla="*/ 2147483647 h 261"/>
              <a:gd name="T62" fmla="*/ 2147483647 w 679"/>
              <a:gd name="T63" fmla="*/ 2147483647 h 261"/>
              <a:gd name="T64" fmla="*/ 2147483647 w 679"/>
              <a:gd name="T65" fmla="*/ 2147483647 h 261"/>
              <a:gd name="T66" fmla="*/ 2147483647 w 679"/>
              <a:gd name="T67" fmla="*/ 2147483647 h 261"/>
              <a:gd name="T68" fmla="*/ 2147483647 w 679"/>
              <a:gd name="T69" fmla="*/ 2147483647 h 261"/>
              <a:gd name="T70" fmla="*/ 2147483647 w 679"/>
              <a:gd name="T71" fmla="*/ 2147483647 h 261"/>
              <a:gd name="T72" fmla="*/ 2147483647 w 679"/>
              <a:gd name="T73" fmla="*/ 2147483647 h 261"/>
              <a:gd name="T74" fmla="*/ 2147483647 w 679"/>
              <a:gd name="T75" fmla="*/ 2147483647 h 261"/>
              <a:gd name="T76" fmla="*/ 2147483647 w 679"/>
              <a:gd name="T77" fmla="*/ 2147483647 h 261"/>
              <a:gd name="T78" fmla="*/ 2147483647 w 679"/>
              <a:gd name="T79" fmla="*/ 2147483647 h 261"/>
              <a:gd name="T80" fmla="*/ 2147483647 w 679"/>
              <a:gd name="T81" fmla="*/ 2147483647 h 261"/>
              <a:gd name="T82" fmla="*/ 2147483647 w 679"/>
              <a:gd name="T83" fmla="*/ 2147483647 h 261"/>
              <a:gd name="T84" fmla="*/ 2147483647 w 679"/>
              <a:gd name="T85" fmla="*/ 2147483647 h 261"/>
              <a:gd name="T86" fmla="*/ 2147483647 w 679"/>
              <a:gd name="T87" fmla="*/ 2147483647 h 261"/>
              <a:gd name="T88" fmla="*/ 2147483647 w 679"/>
              <a:gd name="T89" fmla="*/ 2147483647 h 261"/>
              <a:gd name="T90" fmla="*/ 2147483647 w 679"/>
              <a:gd name="T91" fmla="*/ 2147483647 h 261"/>
              <a:gd name="T92" fmla="*/ 2147483647 w 679"/>
              <a:gd name="T93" fmla="*/ 0 h 261"/>
              <a:gd name="T94" fmla="*/ 2147483647 w 679"/>
              <a:gd name="T95" fmla="*/ 0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79" h="261">
                <a:moveTo>
                  <a:pt x="0" y="261"/>
                </a:moveTo>
                <a:lnTo>
                  <a:pt x="10" y="261"/>
                </a:lnTo>
                <a:lnTo>
                  <a:pt x="20" y="251"/>
                </a:lnTo>
                <a:lnTo>
                  <a:pt x="30" y="251"/>
                </a:lnTo>
                <a:lnTo>
                  <a:pt x="40" y="251"/>
                </a:lnTo>
                <a:lnTo>
                  <a:pt x="40" y="241"/>
                </a:lnTo>
                <a:lnTo>
                  <a:pt x="45" y="241"/>
                </a:lnTo>
                <a:lnTo>
                  <a:pt x="55" y="241"/>
                </a:lnTo>
                <a:lnTo>
                  <a:pt x="65" y="231"/>
                </a:lnTo>
                <a:lnTo>
                  <a:pt x="75" y="231"/>
                </a:lnTo>
                <a:lnTo>
                  <a:pt x="86" y="231"/>
                </a:lnTo>
                <a:lnTo>
                  <a:pt x="86" y="221"/>
                </a:lnTo>
                <a:lnTo>
                  <a:pt x="96" y="221"/>
                </a:lnTo>
                <a:lnTo>
                  <a:pt x="106" y="221"/>
                </a:lnTo>
                <a:lnTo>
                  <a:pt x="111" y="221"/>
                </a:lnTo>
                <a:lnTo>
                  <a:pt x="111" y="216"/>
                </a:lnTo>
                <a:lnTo>
                  <a:pt x="121" y="216"/>
                </a:lnTo>
                <a:lnTo>
                  <a:pt x="131" y="216"/>
                </a:lnTo>
                <a:lnTo>
                  <a:pt x="131" y="206"/>
                </a:lnTo>
                <a:lnTo>
                  <a:pt x="141" y="206"/>
                </a:lnTo>
                <a:lnTo>
                  <a:pt x="151" y="206"/>
                </a:lnTo>
                <a:lnTo>
                  <a:pt x="161" y="206"/>
                </a:lnTo>
                <a:lnTo>
                  <a:pt x="161" y="196"/>
                </a:lnTo>
                <a:lnTo>
                  <a:pt x="171" y="196"/>
                </a:lnTo>
                <a:lnTo>
                  <a:pt x="176" y="196"/>
                </a:lnTo>
                <a:lnTo>
                  <a:pt x="176" y="185"/>
                </a:lnTo>
                <a:lnTo>
                  <a:pt x="186" y="185"/>
                </a:lnTo>
                <a:lnTo>
                  <a:pt x="196" y="185"/>
                </a:lnTo>
                <a:lnTo>
                  <a:pt x="206" y="185"/>
                </a:lnTo>
                <a:lnTo>
                  <a:pt x="206" y="175"/>
                </a:lnTo>
                <a:lnTo>
                  <a:pt x="216" y="175"/>
                </a:lnTo>
                <a:lnTo>
                  <a:pt x="226" y="175"/>
                </a:lnTo>
                <a:lnTo>
                  <a:pt x="226" y="165"/>
                </a:lnTo>
                <a:lnTo>
                  <a:pt x="231" y="165"/>
                </a:lnTo>
                <a:lnTo>
                  <a:pt x="241" y="165"/>
                </a:lnTo>
                <a:lnTo>
                  <a:pt x="251" y="165"/>
                </a:lnTo>
                <a:lnTo>
                  <a:pt x="251" y="155"/>
                </a:lnTo>
                <a:lnTo>
                  <a:pt x="261" y="155"/>
                </a:lnTo>
                <a:lnTo>
                  <a:pt x="271" y="155"/>
                </a:lnTo>
                <a:lnTo>
                  <a:pt x="282" y="150"/>
                </a:lnTo>
                <a:lnTo>
                  <a:pt x="292" y="150"/>
                </a:lnTo>
                <a:lnTo>
                  <a:pt x="297" y="150"/>
                </a:lnTo>
                <a:lnTo>
                  <a:pt x="297" y="140"/>
                </a:lnTo>
                <a:lnTo>
                  <a:pt x="307" y="140"/>
                </a:lnTo>
                <a:lnTo>
                  <a:pt x="317" y="140"/>
                </a:lnTo>
                <a:lnTo>
                  <a:pt x="327" y="140"/>
                </a:lnTo>
                <a:lnTo>
                  <a:pt x="327" y="130"/>
                </a:lnTo>
                <a:lnTo>
                  <a:pt x="337" y="130"/>
                </a:lnTo>
                <a:lnTo>
                  <a:pt x="347" y="130"/>
                </a:lnTo>
                <a:lnTo>
                  <a:pt x="347" y="120"/>
                </a:lnTo>
                <a:lnTo>
                  <a:pt x="352" y="120"/>
                </a:lnTo>
                <a:lnTo>
                  <a:pt x="362" y="120"/>
                </a:lnTo>
                <a:lnTo>
                  <a:pt x="372" y="120"/>
                </a:lnTo>
                <a:lnTo>
                  <a:pt x="372" y="110"/>
                </a:lnTo>
                <a:lnTo>
                  <a:pt x="382" y="110"/>
                </a:lnTo>
                <a:lnTo>
                  <a:pt x="392" y="110"/>
                </a:lnTo>
                <a:lnTo>
                  <a:pt x="392" y="100"/>
                </a:lnTo>
                <a:lnTo>
                  <a:pt x="402" y="100"/>
                </a:lnTo>
                <a:lnTo>
                  <a:pt x="412" y="100"/>
                </a:lnTo>
                <a:lnTo>
                  <a:pt x="417" y="100"/>
                </a:lnTo>
                <a:lnTo>
                  <a:pt x="417" y="90"/>
                </a:lnTo>
                <a:lnTo>
                  <a:pt x="427" y="90"/>
                </a:lnTo>
                <a:lnTo>
                  <a:pt x="437" y="90"/>
                </a:lnTo>
                <a:lnTo>
                  <a:pt x="437" y="85"/>
                </a:lnTo>
                <a:lnTo>
                  <a:pt x="447" y="85"/>
                </a:lnTo>
                <a:lnTo>
                  <a:pt x="457" y="85"/>
                </a:lnTo>
                <a:lnTo>
                  <a:pt x="467" y="85"/>
                </a:lnTo>
                <a:lnTo>
                  <a:pt x="467" y="75"/>
                </a:lnTo>
                <a:lnTo>
                  <a:pt x="477" y="75"/>
                </a:lnTo>
                <a:lnTo>
                  <a:pt x="483" y="75"/>
                </a:lnTo>
                <a:lnTo>
                  <a:pt x="483" y="65"/>
                </a:lnTo>
                <a:lnTo>
                  <a:pt x="493" y="65"/>
                </a:lnTo>
                <a:lnTo>
                  <a:pt x="503" y="65"/>
                </a:lnTo>
                <a:lnTo>
                  <a:pt x="513" y="65"/>
                </a:lnTo>
                <a:lnTo>
                  <a:pt x="513" y="55"/>
                </a:lnTo>
                <a:lnTo>
                  <a:pt x="523" y="55"/>
                </a:lnTo>
                <a:lnTo>
                  <a:pt x="533" y="55"/>
                </a:lnTo>
                <a:lnTo>
                  <a:pt x="538" y="45"/>
                </a:lnTo>
                <a:lnTo>
                  <a:pt x="548" y="45"/>
                </a:lnTo>
                <a:lnTo>
                  <a:pt x="558" y="45"/>
                </a:lnTo>
                <a:lnTo>
                  <a:pt x="558" y="35"/>
                </a:lnTo>
                <a:lnTo>
                  <a:pt x="568" y="35"/>
                </a:lnTo>
                <a:lnTo>
                  <a:pt x="578" y="35"/>
                </a:lnTo>
                <a:lnTo>
                  <a:pt x="588" y="30"/>
                </a:lnTo>
                <a:lnTo>
                  <a:pt x="598" y="30"/>
                </a:lnTo>
                <a:lnTo>
                  <a:pt x="603" y="30"/>
                </a:lnTo>
                <a:lnTo>
                  <a:pt x="603" y="20"/>
                </a:lnTo>
                <a:lnTo>
                  <a:pt x="613" y="20"/>
                </a:lnTo>
                <a:lnTo>
                  <a:pt x="623" y="20"/>
                </a:lnTo>
                <a:lnTo>
                  <a:pt x="633" y="20"/>
                </a:lnTo>
                <a:lnTo>
                  <a:pt x="633" y="10"/>
                </a:lnTo>
                <a:lnTo>
                  <a:pt x="643" y="10"/>
                </a:lnTo>
                <a:lnTo>
                  <a:pt x="653" y="10"/>
                </a:lnTo>
                <a:lnTo>
                  <a:pt x="653" y="0"/>
                </a:lnTo>
                <a:lnTo>
                  <a:pt x="658" y="0"/>
                </a:lnTo>
                <a:lnTo>
                  <a:pt x="668" y="0"/>
                </a:lnTo>
                <a:lnTo>
                  <a:pt x="679" y="0"/>
                </a:lnTo>
              </a:path>
            </a:pathLst>
          </a:custGeom>
          <a:noFill/>
          <a:ln w="25400">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90" name="Freeform 90">
            <a:extLst>
              <a:ext uri="{FF2B5EF4-FFF2-40B4-BE49-F238E27FC236}">
                <a16:creationId xmlns:a16="http://schemas.microsoft.com/office/drawing/2014/main" id="{5B0B85BE-264F-6846-A02D-B9CB7683F555}"/>
              </a:ext>
            </a:extLst>
          </p:cNvPr>
          <p:cNvSpPr>
            <a:spLocks noChangeAspect="1"/>
          </p:cNvSpPr>
          <p:nvPr/>
        </p:nvSpPr>
        <p:spPr bwMode="auto">
          <a:xfrm>
            <a:off x="7162800" y="1455738"/>
            <a:ext cx="900113" cy="79375"/>
          </a:xfrm>
          <a:custGeom>
            <a:avLst/>
            <a:gdLst>
              <a:gd name="T0" fmla="*/ 2147483647 w 679"/>
              <a:gd name="T1" fmla="*/ 2147483647 h 261"/>
              <a:gd name="T2" fmla="*/ 2147483647 w 679"/>
              <a:gd name="T3" fmla="*/ 2147483647 h 261"/>
              <a:gd name="T4" fmla="*/ 2147483647 w 679"/>
              <a:gd name="T5" fmla="*/ 2147483647 h 261"/>
              <a:gd name="T6" fmla="*/ 2147483647 w 679"/>
              <a:gd name="T7" fmla="*/ 2147483647 h 261"/>
              <a:gd name="T8" fmla="*/ 2147483647 w 679"/>
              <a:gd name="T9" fmla="*/ 2147483647 h 261"/>
              <a:gd name="T10" fmla="*/ 2147483647 w 679"/>
              <a:gd name="T11" fmla="*/ 2147483647 h 261"/>
              <a:gd name="T12" fmla="*/ 2147483647 w 679"/>
              <a:gd name="T13" fmla="*/ 2147483647 h 261"/>
              <a:gd name="T14" fmla="*/ 2147483647 w 679"/>
              <a:gd name="T15" fmla="*/ 2147483647 h 261"/>
              <a:gd name="T16" fmla="*/ 2147483647 w 679"/>
              <a:gd name="T17" fmla="*/ 2147483647 h 261"/>
              <a:gd name="T18" fmla="*/ 2147483647 w 679"/>
              <a:gd name="T19" fmla="*/ 2147483647 h 261"/>
              <a:gd name="T20" fmla="*/ 2147483647 w 679"/>
              <a:gd name="T21" fmla="*/ 2147483647 h 261"/>
              <a:gd name="T22" fmla="*/ 2147483647 w 679"/>
              <a:gd name="T23" fmla="*/ 2147483647 h 261"/>
              <a:gd name="T24" fmla="*/ 2147483647 w 679"/>
              <a:gd name="T25" fmla="*/ 2147483647 h 261"/>
              <a:gd name="T26" fmla="*/ 2147483647 w 679"/>
              <a:gd name="T27" fmla="*/ 2147483647 h 261"/>
              <a:gd name="T28" fmla="*/ 2147483647 w 679"/>
              <a:gd name="T29" fmla="*/ 2147483647 h 261"/>
              <a:gd name="T30" fmla="*/ 2147483647 w 679"/>
              <a:gd name="T31" fmla="*/ 2147483647 h 261"/>
              <a:gd name="T32" fmla="*/ 2147483647 w 679"/>
              <a:gd name="T33" fmla="*/ 2147483647 h 261"/>
              <a:gd name="T34" fmla="*/ 2147483647 w 679"/>
              <a:gd name="T35" fmla="*/ 2147483647 h 261"/>
              <a:gd name="T36" fmla="*/ 2147483647 w 679"/>
              <a:gd name="T37" fmla="*/ 2147483647 h 261"/>
              <a:gd name="T38" fmla="*/ 2147483647 w 679"/>
              <a:gd name="T39" fmla="*/ 2147483647 h 261"/>
              <a:gd name="T40" fmla="*/ 2147483647 w 679"/>
              <a:gd name="T41" fmla="*/ 2147483647 h 261"/>
              <a:gd name="T42" fmla="*/ 2147483647 w 679"/>
              <a:gd name="T43" fmla="*/ 2147483647 h 261"/>
              <a:gd name="T44" fmla="*/ 2147483647 w 679"/>
              <a:gd name="T45" fmla="*/ 2147483647 h 261"/>
              <a:gd name="T46" fmla="*/ 2147483647 w 679"/>
              <a:gd name="T47" fmla="*/ 2147483647 h 261"/>
              <a:gd name="T48" fmla="*/ 2147483647 w 679"/>
              <a:gd name="T49" fmla="*/ 2147483647 h 261"/>
              <a:gd name="T50" fmla="*/ 2147483647 w 679"/>
              <a:gd name="T51" fmla="*/ 2147483647 h 261"/>
              <a:gd name="T52" fmla="*/ 2147483647 w 679"/>
              <a:gd name="T53" fmla="*/ 2147483647 h 261"/>
              <a:gd name="T54" fmla="*/ 2147483647 w 679"/>
              <a:gd name="T55" fmla="*/ 2147483647 h 261"/>
              <a:gd name="T56" fmla="*/ 2147483647 w 679"/>
              <a:gd name="T57" fmla="*/ 2147483647 h 261"/>
              <a:gd name="T58" fmla="*/ 2147483647 w 679"/>
              <a:gd name="T59" fmla="*/ 2147483647 h 261"/>
              <a:gd name="T60" fmla="*/ 2147483647 w 679"/>
              <a:gd name="T61" fmla="*/ 2147483647 h 261"/>
              <a:gd name="T62" fmla="*/ 2147483647 w 679"/>
              <a:gd name="T63" fmla="*/ 2147483647 h 261"/>
              <a:gd name="T64" fmla="*/ 2147483647 w 679"/>
              <a:gd name="T65" fmla="*/ 2147483647 h 261"/>
              <a:gd name="T66" fmla="*/ 2147483647 w 679"/>
              <a:gd name="T67" fmla="*/ 2147483647 h 261"/>
              <a:gd name="T68" fmla="*/ 2147483647 w 679"/>
              <a:gd name="T69" fmla="*/ 2147483647 h 261"/>
              <a:gd name="T70" fmla="*/ 2147483647 w 679"/>
              <a:gd name="T71" fmla="*/ 2147483647 h 261"/>
              <a:gd name="T72" fmla="*/ 2147483647 w 679"/>
              <a:gd name="T73" fmla="*/ 2147483647 h 261"/>
              <a:gd name="T74" fmla="*/ 2147483647 w 679"/>
              <a:gd name="T75" fmla="*/ 2147483647 h 261"/>
              <a:gd name="T76" fmla="*/ 2147483647 w 679"/>
              <a:gd name="T77" fmla="*/ 2147483647 h 261"/>
              <a:gd name="T78" fmla="*/ 2147483647 w 679"/>
              <a:gd name="T79" fmla="*/ 2147483647 h 261"/>
              <a:gd name="T80" fmla="*/ 2147483647 w 679"/>
              <a:gd name="T81" fmla="*/ 2147483647 h 261"/>
              <a:gd name="T82" fmla="*/ 2147483647 w 679"/>
              <a:gd name="T83" fmla="*/ 2147483647 h 261"/>
              <a:gd name="T84" fmla="*/ 2147483647 w 679"/>
              <a:gd name="T85" fmla="*/ 2147483647 h 261"/>
              <a:gd name="T86" fmla="*/ 2147483647 w 679"/>
              <a:gd name="T87" fmla="*/ 2147483647 h 261"/>
              <a:gd name="T88" fmla="*/ 2147483647 w 679"/>
              <a:gd name="T89" fmla="*/ 2147483647 h 261"/>
              <a:gd name="T90" fmla="*/ 2147483647 w 679"/>
              <a:gd name="T91" fmla="*/ 2147483647 h 261"/>
              <a:gd name="T92" fmla="*/ 2147483647 w 679"/>
              <a:gd name="T93" fmla="*/ 0 h 261"/>
              <a:gd name="T94" fmla="*/ 2147483647 w 679"/>
              <a:gd name="T95" fmla="*/ 0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79" h="261">
                <a:moveTo>
                  <a:pt x="0" y="261"/>
                </a:moveTo>
                <a:lnTo>
                  <a:pt x="10" y="261"/>
                </a:lnTo>
                <a:lnTo>
                  <a:pt x="20" y="251"/>
                </a:lnTo>
                <a:lnTo>
                  <a:pt x="30" y="251"/>
                </a:lnTo>
                <a:lnTo>
                  <a:pt x="40" y="251"/>
                </a:lnTo>
                <a:lnTo>
                  <a:pt x="40" y="241"/>
                </a:lnTo>
                <a:lnTo>
                  <a:pt x="45" y="241"/>
                </a:lnTo>
                <a:lnTo>
                  <a:pt x="55" y="241"/>
                </a:lnTo>
                <a:lnTo>
                  <a:pt x="65" y="231"/>
                </a:lnTo>
                <a:lnTo>
                  <a:pt x="75" y="231"/>
                </a:lnTo>
                <a:lnTo>
                  <a:pt x="86" y="231"/>
                </a:lnTo>
                <a:lnTo>
                  <a:pt x="86" y="221"/>
                </a:lnTo>
                <a:lnTo>
                  <a:pt x="96" y="221"/>
                </a:lnTo>
                <a:lnTo>
                  <a:pt x="106" y="221"/>
                </a:lnTo>
                <a:lnTo>
                  <a:pt x="111" y="221"/>
                </a:lnTo>
                <a:lnTo>
                  <a:pt x="111" y="216"/>
                </a:lnTo>
                <a:lnTo>
                  <a:pt x="121" y="216"/>
                </a:lnTo>
                <a:lnTo>
                  <a:pt x="131" y="216"/>
                </a:lnTo>
                <a:lnTo>
                  <a:pt x="131" y="206"/>
                </a:lnTo>
                <a:lnTo>
                  <a:pt x="141" y="206"/>
                </a:lnTo>
                <a:lnTo>
                  <a:pt x="151" y="206"/>
                </a:lnTo>
                <a:lnTo>
                  <a:pt x="161" y="206"/>
                </a:lnTo>
                <a:lnTo>
                  <a:pt x="161" y="196"/>
                </a:lnTo>
                <a:lnTo>
                  <a:pt x="171" y="196"/>
                </a:lnTo>
                <a:lnTo>
                  <a:pt x="176" y="196"/>
                </a:lnTo>
                <a:lnTo>
                  <a:pt x="176" y="185"/>
                </a:lnTo>
                <a:lnTo>
                  <a:pt x="186" y="185"/>
                </a:lnTo>
                <a:lnTo>
                  <a:pt x="196" y="185"/>
                </a:lnTo>
                <a:lnTo>
                  <a:pt x="206" y="185"/>
                </a:lnTo>
                <a:lnTo>
                  <a:pt x="206" y="175"/>
                </a:lnTo>
                <a:lnTo>
                  <a:pt x="216" y="175"/>
                </a:lnTo>
                <a:lnTo>
                  <a:pt x="226" y="175"/>
                </a:lnTo>
                <a:lnTo>
                  <a:pt x="226" y="165"/>
                </a:lnTo>
                <a:lnTo>
                  <a:pt x="231" y="165"/>
                </a:lnTo>
                <a:lnTo>
                  <a:pt x="241" y="165"/>
                </a:lnTo>
                <a:lnTo>
                  <a:pt x="251" y="165"/>
                </a:lnTo>
                <a:lnTo>
                  <a:pt x="251" y="155"/>
                </a:lnTo>
                <a:lnTo>
                  <a:pt x="261" y="155"/>
                </a:lnTo>
                <a:lnTo>
                  <a:pt x="271" y="155"/>
                </a:lnTo>
                <a:lnTo>
                  <a:pt x="282" y="150"/>
                </a:lnTo>
                <a:lnTo>
                  <a:pt x="292" y="150"/>
                </a:lnTo>
                <a:lnTo>
                  <a:pt x="297" y="150"/>
                </a:lnTo>
                <a:lnTo>
                  <a:pt x="297" y="140"/>
                </a:lnTo>
                <a:lnTo>
                  <a:pt x="307" y="140"/>
                </a:lnTo>
                <a:lnTo>
                  <a:pt x="317" y="140"/>
                </a:lnTo>
                <a:lnTo>
                  <a:pt x="327" y="140"/>
                </a:lnTo>
                <a:lnTo>
                  <a:pt x="327" y="130"/>
                </a:lnTo>
                <a:lnTo>
                  <a:pt x="337" y="130"/>
                </a:lnTo>
                <a:lnTo>
                  <a:pt x="347" y="130"/>
                </a:lnTo>
                <a:lnTo>
                  <a:pt x="347" y="120"/>
                </a:lnTo>
                <a:lnTo>
                  <a:pt x="352" y="120"/>
                </a:lnTo>
                <a:lnTo>
                  <a:pt x="362" y="120"/>
                </a:lnTo>
                <a:lnTo>
                  <a:pt x="372" y="120"/>
                </a:lnTo>
                <a:lnTo>
                  <a:pt x="372" y="110"/>
                </a:lnTo>
                <a:lnTo>
                  <a:pt x="382" y="110"/>
                </a:lnTo>
                <a:lnTo>
                  <a:pt x="392" y="110"/>
                </a:lnTo>
                <a:lnTo>
                  <a:pt x="392" y="100"/>
                </a:lnTo>
                <a:lnTo>
                  <a:pt x="402" y="100"/>
                </a:lnTo>
                <a:lnTo>
                  <a:pt x="412" y="100"/>
                </a:lnTo>
                <a:lnTo>
                  <a:pt x="417" y="100"/>
                </a:lnTo>
                <a:lnTo>
                  <a:pt x="417" y="90"/>
                </a:lnTo>
                <a:lnTo>
                  <a:pt x="427" y="90"/>
                </a:lnTo>
                <a:lnTo>
                  <a:pt x="437" y="90"/>
                </a:lnTo>
                <a:lnTo>
                  <a:pt x="437" y="85"/>
                </a:lnTo>
                <a:lnTo>
                  <a:pt x="447" y="85"/>
                </a:lnTo>
                <a:lnTo>
                  <a:pt x="457" y="85"/>
                </a:lnTo>
                <a:lnTo>
                  <a:pt x="467" y="85"/>
                </a:lnTo>
                <a:lnTo>
                  <a:pt x="467" y="75"/>
                </a:lnTo>
                <a:lnTo>
                  <a:pt x="477" y="75"/>
                </a:lnTo>
                <a:lnTo>
                  <a:pt x="483" y="75"/>
                </a:lnTo>
                <a:lnTo>
                  <a:pt x="483" y="65"/>
                </a:lnTo>
                <a:lnTo>
                  <a:pt x="493" y="65"/>
                </a:lnTo>
                <a:lnTo>
                  <a:pt x="503" y="65"/>
                </a:lnTo>
                <a:lnTo>
                  <a:pt x="513" y="65"/>
                </a:lnTo>
                <a:lnTo>
                  <a:pt x="513" y="55"/>
                </a:lnTo>
                <a:lnTo>
                  <a:pt x="523" y="55"/>
                </a:lnTo>
                <a:lnTo>
                  <a:pt x="533" y="55"/>
                </a:lnTo>
                <a:lnTo>
                  <a:pt x="538" y="45"/>
                </a:lnTo>
                <a:lnTo>
                  <a:pt x="548" y="45"/>
                </a:lnTo>
                <a:lnTo>
                  <a:pt x="558" y="45"/>
                </a:lnTo>
                <a:lnTo>
                  <a:pt x="558" y="35"/>
                </a:lnTo>
                <a:lnTo>
                  <a:pt x="568" y="35"/>
                </a:lnTo>
                <a:lnTo>
                  <a:pt x="578" y="35"/>
                </a:lnTo>
                <a:lnTo>
                  <a:pt x="588" y="30"/>
                </a:lnTo>
                <a:lnTo>
                  <a:pt x="598" y="30"/>
                </a:lnTo>
                <a:lnTo>
                  <a:pt x="603" y="30"/>
                </a:lnTo>
                <a:lnTo>
                  <a:pt x="603" y="20"/>
                </a:lnTo>
                <a:lnTo>
                  <a:pt x="613" y="20"/>
                </a:lnTo>
                <a:lnTo>
                  <a:pt x="623" y="20"/>
                </a:lnTo>
                <a:lnTo>
                  <a:pt x="633" y="20"/>
                </a:lnTo>
                <a:lnTo>
                  <a:pt x="633" y="10"/>
                </a:lnTo>
                <a:lnTo>
                  <a:pt x="643" y="10"/>
                </a:lnTo>
                <a:lnTo>
                  <a:pt x="653" y="10"/>
                </a:lnTo>
                <a:lnTo>
                  <a:pt x="653" y="0"/>
                </a:lnTo>
                <a:lnTo>
                  <a:pt x="658" y="0"/>
                </a:lnTo>
                <a:lnTo>
                  <a:pt x="668" y="0"/>
                </a:lnTo>
                <a:lnTo>
                  <a:pt x="679" y="0"/>
                </a:lnTo>
              </a:path>
            </a:pathLst>
          </a:custGeom>
          <a:noFill/>
          <a:ln w="25400">
            <a:solidFill>
              <a:srgbClr val="008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91" name="Freeform 91">
            <a:extLst>
              <a:ext uri="{FF2B5EF4-FFF2-40B4-BE49-F238E27FC236}">
                <a16:creationId xmlns:a16="http://schemas.microsoft.com/office/drawing/2014/main" id="{63A5998D-C592-4A43-8AEF-3F85B34819EE}"/>
              </a:ext>
            </a:extLst>
          </p:cNvPr>
          <p:cNvSpPr>
            <a:spLocks noChangeAspect="1"/>
          </p:cNvSpPr>
          <p:nvPr/>
        </p:nvSpPr>
        <p:spPr bwMode="auto">
          <a:xfrm>
            <a:off x="7010400" y="1611313"/>
            <a:ext cx="593725" cy="50800"/>
          </a:xfrm>
          <a:custGeom>
            <a:avLst/>
            <a:gdLst>
              <a:gd name="T0" fmla="*/ 2147483647 w 679"/>
              <a:gd name="T1" fmla="*/ 2147483647 h 261"/>
              <a:gd name="T2" fmla="*/ 2147483647 w 679"/>
              <a:gd name="T3" fmla="*/ 2147483647 h 261"/>
              <a:gd name="T4" fmla="*/ 2147483647 w 679"/>
              <a:gd name="T5" fmla="*/ 2147483647 h 261"/>
              <a:gd name="T6" fmla="*/ 2147483647 w 679"/>
              <a:gd name="T7" fmla="*/ 2147483647 h 261"/>
              <a:gd name="T8" fmla="*/ 2147483647 w 679"/>
              <a:gd name="T9" fmla="*/ 2147483647 h 261"/>
              <a:gd name="T10" fmla="*/ 2147483647 w 679"/>
              <a:gd name="T11" fmla="*/ 2147483647 h 261"/>
              <a:gd name="T12" fmla="*/ 2147483647 w 679"/>
              <a:gd name="T13" fmla="*/ 2147483647 h 261"/>
              <a:gd name="T14" fmla="*/ 2147483647 w 679"/>
              <a:gd name="T15" fmla="*/ 2147483647 h 261"/>
              <a:gd name="T16" fmla="*/ 2147483647 w 679"/>
              <a:gd name="T17" fmla="*/ 2147483647 h 261"/>
              <a:gd name="T18" fmla="*/ 2147483647 w 679"/>
              <a:gd name="T19" fmla="*/ 2147483647 h 261"/>
              <a:gd name="T20" fmla="*/ 2147483647 w 679"/>
              <a:gd name="T21" fmla="*/ 2147483647 h 261"/>
              <a:gd name="T22" fmla="*/ 2147483647 w 679"/>
              <a:gd name="T23" fmla="*/ 2147483647 h 261"/>
              <a:gd name="T24" fmla="*/ 2147483647 w 679"/>
              <a:gd name="T25" fmla="*/ 2147483647 h 261"/>
              <a:gd name="T26" fmla="*/ 2147483647 w 679"/>
              <a:gd name="T27" fmla="*/ 2147483647 h 261"/>
              <a:gd name="T28" fmla="*/ 2147483647 w 679"/>
              <a:gd name="T29" fmla="*/ 2147483647 h 261"/>
              <a:gd name="T30" fmla="*/ 2147483647 w 679"/>
              <a:gd name="T31" fmla="*/ 2147483647 h 261"/>
              <a:gd name="T32" fmla="*/ 2147483647 w 679"/>
              <a:gd name="T33" fmla="*/ 2147483647 h 261"/>
              <a:gd name="T34" fmla="*/ 2147483647 w 679"/>
              <a:gd name="T35" fmla="*/ 2147483647 h 261"/>
              <a:gd name="T36" fmla="*/ 2147483647 w 679"/>
              <a:gd name="T37" fmla="*/ 2147483647 h 261"/>
              <a:gd name="T38" fmla="*/ 2147483647 w 679"/>
              <a:gd name="T39" fmla="*/ 2147483647 h 261"/>
              <a:gd name="T40" fmla="*/ 2147483647 w 679"/>
              <a:gd name="T41" fmla="*/ 2147483647 h 261"/>
              <a:gd name="T42" fmla="*/ 2147483647 w 679"/>
              <a:gd name="T43" fmla="*/ 2147483647 h 261"/>
              <a:gd name="T44" fmla="*/ 2147483647 w 679"/>
              <a:gd name="T45" fmla="*/ 2147483647 h 261"/>
              <a:gd name="T46" fmla="*/ 2147483647 w 679"/>
              <a:gd name="T47" fmla="*/ 2147483647 h 261"/>
              <a:gd name="T48" fmla="*/ 2147483647 w 679"/>
              <a:gd name="T49" fmla="*/ 2147483647 h 261"/>
              <a:gd name="T50" fmla="*/ 2147483647 w 679"/>
              <a:gd name="T51" fmla="*/ 2147483647 h 261"/>
              <a:gd name="T52" fmla="*/ 2147483647 w 679"/>
              <a:gd name="T53" fmla="*/ 2147483647 h 261"/>
              <a:gd name="T54" fmla="*/ 2147483647 w 679"/>
              <a:gd name="T55" fmla="*/ 2147483647 h 261"/>
              <a:gd name="T56" fmla="*/ 2147483647 w 679"/>
              <a:gd name="T57" fmla="*/ 2147483647 h 261"/>
              <a:gd name="T58" fmla="*/ 2147483647 w 679"/>
              <a:gd name="T59" fmla="*/ 2147483647 h 261"/>
              <a:gd name="T60" fmla="*/ 2147483647 w 679"/>
              <a:gd name="T61" fmla="*/ 2147483647 h 261"/>
              <a:gd name="T62" fmla="*/ 2147483647 w 679"/>
              <a:gd name="T63" fmla="*/ 2147483647 h 261"/>
              <a:gd name="T64" fmla="*/ 2147483647 w 679"/>
              <a:gd name="T65" fmla="*/ 2147483647 h 261"/>
              <a:gd name="T66" fmla="*/ 2147483647 w 679"/>
              <a:gd name="T67" fmla="*/ 2147483647 h 261"/>
              <a:gd name="T68" fmla="*/ 2147483647 w 679"/>
              <a:gd name="T69" fmla="*/ 2147483647 h 261"/>
              <a:gd name="T70" fmla="*/ 2147483647 w 679"/>
              <a:gd name="T71" fmla="*/ 2147483647 h 261"/>
              <a:gd name="T72" fmla="*/ 2147483647 w 679"/>
              <a:gd name="T73" fmla="*/ 2147483647 h 261"/>
              <a:gd name="T74" fmla="*/ 2147483647 w 679"/>
              <a:gd name="T75" fmla="*/ 2147483647 h 261"/>
              <a:gd name="T76" fmla="*/ 2147483647 w 679"/>
              <a:gd name="T77" fmla="*/ 2147483647 h 261"/>
              <a:gd name="T78" fmla="*/ 2147483647 w 679"/>
              <a:gd name="T79" fmla="*/ 2147483647 h 261"/>
              <a:gd name="T80" fmla="*/ 2147483647 w 679"/>
              <a:gd name="T81" fmla="*/ 2147483647 h 261"/>
              <a:gd name="T82" fmla="*/ 2147483647 w 679"/>
              <a:gd name="T83" fmla="*/ 2147483647 h 261"/>
              <a:gd name="T84" fmla="*/ 2147483647 w 679"/>
              <a:gd name="T85" fmla="*/ 2147483647 h 261"/>
              <a:gd name="T86" fmla="*/ 2147483647 w 679"/>
              <a:gd name="T87" fmla="*/ 2147483647 h 261"/>
              <a:gd name="T88" fmla="*/ 2147483647 w 679"/>
              <a:gd name="T89" fmla="*/ 2147483647 h 261"/>
              <a:gd name="T90" fmla="*/ 2147483647 w 679"/>
              <a:gd name="T91" fmla="*/ 2147483647 h 261"/>
              <a:gd name="T92" fmla="*/ 2147483647 w 679"/>
              <a:gd name="T93" fmla="*/ 0 h 261"/>
              <a:gd name="T94" fmla="*/ 2147483647 w 679"/>
              <a:gd name="T95" fmla="*/ 0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79" h="261">
                <a:moveTo>
                  <a:pt x="0" y="261"/>
                </a:moveTo>
                <a:lnTo>
                  <a:pt x="10" y="261"/>
                </a:lnTo>
                <a:lnTo>
                  <a:pt x="20" y="251"/>
                </a:lnTo>
                <a:lnTo>
                  <a:pt x="30" y="251"/>
                </a:lnTo>
                <a:lnTo>
                  <a:pt x="40" y="251"/>
                </a:lnTo>
                <a:lnTo>
                  <a:pt x="40" y="241"/>
                </a:lnTo>
                <a:lnTo>
                  <a:pt x="45" y="241"/>
                </a:lnTo>
                <a:lnTo>
                  <a:pt x="55" y="241"/>
                </a:lnTo>
                <a:lnTo>
                  <a:pt x="65" y="231"/>
                </a:lnTo>
                <a:lnTo>
                  <a:pt x="75" y="231"/>
                </a:lnTo>
                <a:lnTo>
                  <a:pt x="86" y="231"/>
                </a:lnTo>
                <a:lnTo>
                  <a:pt x="86" y="221"/>
                </a:lnTo>
                <a:lnTo>
                  <a:pt x="96" y="221"/>
                </a:lnTo>
                <a:lnTo>
                  <a:pt x="106" y="221"/>
                </a:lnTo>
                <a:lnTo>
                  <a:pt x="111" y="221"/>
                </a:lnTo>
                <a:lnTo>
                  <a:pt x="111" y="216"/>
                </a:lnTo>
                <a:lnTo>
                  <a:pt x="121" y="216"/>
                </a:lnTo>
                <a:lnTo>
                  <a:pt x="131" y="216"/>
                </a:lnTo>
                <a:lnTo>
                  <a:pt x="131" y="206"/>
                </a:lnTo>
                <a:lnTo>
                  <a:pt x="141" y="206"/>
                </a:lnTo>
                <a:lnTo>
                  <a:pt x="151" y="206"/>
                </a:lnTo>
                <a:lnTo>
                  <a:pt x="161" y="206"/>
                </a:lnTo>
                <a:lnTo>
                  <a:pt x="161" y="196"/>
                </a:lnTo>
                <a:lnTo>
                  <a:pt x="171" y="196"/>
                </a:lnTo>
                <a:lnTo>
                  <a:pt x="176" y="196"/>
                </a:lnTo>
                <a:lnTo>
                  <a:pt x="176" y="185"/>
                </a:lnTo>
                <a:lnTo>
                  <a:pt x="186" y="185"/>
                </a:lnTo>
                <a:lnTo>
                  <a:pt x="196" y="185"/>
                </a:lnTo>
                <a:lnTo>
                  <a:pt x="206" y="185"/>
                </a:lnTo>
                <a:lnTo>
                  <a:pt x="206" y="175"/>
                </a:lnTo>
                <a:lnTo>
                  <a:pt x="216" y="175"/>
                </a:lnTo>
                <a:lnTo>
                  <a:pt x="226" y="175"/>
                </a:lnTo>
                <a:lnTo>
                  <a:pt x="226" y="165"/>
                </a:lnTo>
                <a:lnTo>
                  <a:pt x="231" y="165"/>
                </a:lnTo>
                <a:lnTo>
                  <a:pt x="241" y="165"/>
                </a:lnTo>
                <a:lnTo>
                  <a:pt x="251" y="165"/>
                </a:lnTo>
                <a:lnTo>
                  <a:pt x="251" y="155"/>
                </a:lnTo>
                <a:lnTo>
                  <a:pt x="261" y="155"/>
                </a:lnTo>
                <a:lnTo>
                  <a:pt x="271" y="155"/>
                </a:lnTo>
                <a:lnTo>
                  <a:pt x="282" y="150"/>
                </a:lnTo>
                <a:lnTo>
                  <a:pt x="292" y="150"/>
                </a:lnTo>
                <a:lnTo>
                  <a:pt x="297" y="150"/>
                </a:lnTo>
                <a:lnTo>
                  <a:pt x="297" y="140"/>
                </a:lnTo>
                <a:lnTo>
                  <a:pt x="307" y="140"/>
                </a:lnTo>
                <a:lnTo>
                  <a:pt x="317" y="140"/>
                </a:lnTo>
                <a:lnTo>
                  <a:pt x="327" y="140"/>
                </a:lnTo>
                <a:lnTo>
                  <a:pt x="327" y="130"/>
                </a:lnTo>
                <a:lnTo>
                  <a:pt x="337" y="130"/>
                </a:lnTo>
                <a:lnTo>
                  <a:pt x="347" y="130"/>
                </a:lnTo>
                <a:lnTo>
                  <a:pt x="347" y="120"/>
                </a:lnTo>
                <a:lnTo>
                  <a:pt x="352" y="120"/>
                </a:lnTo>
                <a:lnTo>
                  <a:pt x="362" y="120"/>
                </a:lnTo>
                <a:lnTo>
                  <a:pt x="372" y="120"/>
                </a:lnTo>
                <a:lnTo>
                  <a:pt x="372" y="110"/>
                </a:lnTo>
                <a:lnTo>
                  <a:pt x="382" y="110"/>
                </a:lnTo>
                <a:lnTo>
                  <a:pt x="392" y="110"/>
                </a:lnTo>
                <a:lnTo>
                  <a:pt x="392" y="100"/>
                </a:lnTo>
                <a:lnTo>
                  <a:pt x="402" y="100"/>
                </a:lnTo>
                <a:lnTo>
                  <a:pt x="412" y="100"/>
                </a:lnTo>
                <a:lnTo>
                  <a:pt x="417" y="100"/>
                </a:lnTo>
                <a:lnTo>
                  <a:pt x="417" y="90"/>
                </a:lnTo>
                <a:lnTo>
                  <a:pt x="427" y="90"/>
                </a:lnTo>
                <a:lnTo>
                  <a:pt x="437" y="90"/>
                </a:lnTo>
                <a:lnTo>
                  <a:pt x="437" y="85"/>
                </a:lnTo>
                <a:lnTo>
                  <a:pt x="447" y="85"/>
                </a:lnTo>
                <a:lnTo>
                  <a:pt x="457" y="85"/>
                </a:lnTo>
                <a:lnTo>
                  <a:pt x="467" y="85"/>
                </a:lnTo>
                <a:lnTo>
                  <a:pt x="467" y="75"/>
                </a:lnTo>
                <a:lnTo>
                  <a:pt x="477" y="75"/>
                </a:lnTo>
                <a:lnTo>
                  <a:pt x="483" y="75"/>
                </a:lnTo>
                <a:lnTo>
                  <a:pt x="483" y="65"/>
                </a:lnTo>
                <a:lnTo>
                  <a:pt x="493" y="65"/>
                </a:lnTo>
                <a:lnTo>
                  <a:pt x="503" y="65"/>
                </a:lnTo>
                <a:lnTo>
                  <a:pt x="513" y="65"/>
                </a:lnTo>
                <a:lnTo>
                  <a:pt x="513" y="55"/>
                </a:lnTo>
                <a:lnTo>
                  <a:pt x="523" y="55"/>
                </a:lnTo>
                <a:lnTo>
                  <a:pt x="533" y="55"/>
                </a:lnTo>
                <a:lnTo>
                  <a:pt x="538" y="45"/>
                </a:lnTo>
                <a:lnTo>
                  <a:pt x="548" y="45"/>
                </a:lnTo>
                <a:lnTo>
                  <a:pt x="558" y="45"/>
                </a:lnTo>
                <a:lnTo>
                  <a:pt x="558" y="35"/>
                </a:lnTo>
                <a:lnTo>
                  <a:pt x="568" y="35"/>
                </a:lnTo>
                <a:lnTo>
                  <a:pt x="578" y="35"/>
                </a:lnTo>
                <a:lnTo>
                  <a:pt x="588" y="30"/>
                </a:lnTo>
                <a:lnTo>
                  <a:pt x="598" y="30"/>
                </a:lnTo>
                <a:lnTo>
                  <a:pt x="603" y="30"/>
                </a:lnTo>
                <a:lnTo>
                  <a:pt x="603" y="20"/>
                </a:lnTo>
                <a:lnTo>
                  <a:pt x="613" y="20"/>
                </a:lnTo>
                <a:lnTo>
                  <a:pt x="623" y="20"/>
                </a:lnTo>
                <a:lnTo>
                  <a:pt x="633" y="20"/>
                </a:lnTo>
                <a:lnTo>
                  <a:pt x="633" y="10"/>
                </a:lnTo>
                <a:lnTo>
                  <a:pt x="643" y="10"/>
                </a:lnTo>
                <a:lnTo>
                  <a:pt x="653" y="10"/>
                </a:lnTo>
                <a:lnTo>
                  <a:pt x="653" y="0"/>
                </a:lnTo>
                <a:lnTo>
                  <a:pt x="658" y="0"/>
                </a:lnTo>
                <a:lnTo>
                  <a:pt x="668" y="0"/>
                </a:lnTo>
                <a:lnTo>
                  <a:pt x="679" y="0"/>
                </a:lnTo>
              </a:path>
            </a:pathLst>
          </a:custGeom>
          <a:noFill/>
          <a:ln w="25400">
            <a:solidFill>
              <a:srgbClr val="FF33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1297" name="Text Box 97">
            <a:extLst>
              <a:ext uri="{FF2B5EF4-FFF2-40B4-BE49-F238E27FC236}">
                <a16:creationId xmlns:a16="http://schemas.microsoft.com/office/drawing/2014/main" id="{466401CA-EF62-D74F-B929-885BD128FC10}"/>
              </a:ext>
            </a:extLst>
          </p:cNvPr>
          <p:cNvSpPr txBox="1">
            <a:spLocks noChangeArrowheads="1"/>
          </p:cNvSpPr>
          <p:nvPr/>
        </p:nvSpPr>
        <p:spPr bwMode="auto">
          <a:xfrm>
            <a:off x="971550" y="5157788"/>
            <a:ext cx="5181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dirty="0"/>
              <a:t>即隐式欧拉公式具有</a:t>
            </a:r>
            <a:r>
              <a:rPr lang="en-US" altLang="zh-CN" sz="2400" b="1" dirty="0"/>
              <a:t> </a:t>
            </a:r>
            <a:r>
              <a:rPr lang="en-US" altLang="zh-CN" sz="2400" b="1" dirty="0">
                <a:solidFill>
                  <a:schemeClr val="accent2"/>
                </a:solidFill>
              </a:rPr>
              <a:t>1 </a:t>
            </a:r>
            <a:r>
              <a:rPr lang="zh-CN" altLang="en-US" sz="2400" b="1" dirty="0"/>
              <a:t>阶精度。</a:t>
            </a:r>
            <a:endParaRPr lang="en-US" altLang="zh-CN" sz="2400" b="1" dirty="0"/>
          </a:p>
        </p:txBody>
      </p:sp>
      <p:sp>
        <p:nvSpPr>
          <p:cNvPr id="141" name="Text Box 39">
            <a:extLst>
              <a:ext uri="{FF2B5EF4-FFF2-40B4-BE49-F238E27FC236}">
                <a16:creationId xmlns:a16="http://schemas.microsoft.com/office/drawing/2014/main" id="{EC55FE23-85F4-BB4C-9C88-ECC1791836D4}"/>
              </a:ext>
            </a:extLst>
          </p:cNvPr>
          <p:cNvSpPr txBox="1">
            <a:spLocks noChangeArrowheads="1"/>
          </p:cNvSpPr>
          <p:nvPr/>
        </p:nvSpPr>
        <p:spPr bwMode="auto">
          <a:xfrm>
            <a:off x="468313" y="2420938"/>
            <a:ext cx="4724400"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3200" b="1" dirty="0">
                <a:solidFill>
                  <a:schemeClr val="accent2"/>
                </a:solidFill>
                <a:sym typeface="Wingdings" charset="0"/>
              </a:rPr>
              <a:t></a:t>
            </a:r>
            <a:r>
              <a:rPr lang="en-US" altLang="zh-CN" sz="2400" b="1" dirty="0">
                <a:sym typeface="Wingdings" charset="0"/>
              </a:rPr>
              <a:t> </a:t>
            </a:r>
            <a:r>
              <a:rPr lang="zh-CN" altLang="en-US" sz="2400" b="1" dirty="0">
                <a:sym typeface="Wingdings" charset="0"/>
              </a:rPr>
              <a:t>隐式</a:t>
            </a:r>
            <a:r>
              <a:rPr lang="zh-CN" altLang="en-US" sz="2400" b="1" dirty="0"/>
              <a:t>欧拉法的局部截断误差：</a:t>
            </a:r>
            <a:endParaRPr lang="en-US" altLang="zh-CN" sz="2400" b="1" dirty="0"/>
          </a:p>
        </p:txBody>
      </p:sp>
      <p:graphicFrame>
        <p:nvGraphicFramePr>
          <p:cNvPr id="142" name="Object 40">
            <a:extLst>
              <a:ext uri="{FF2B5EF4-FFF2-40B4-BE49-F238E27FC236}">
                <a16:creationId xmlns:a16="http://schemas.microsoft.com/office/drawing/2014/main" id="{ABBB7EA7-CF01-EC45-8C02-0275A9DF59BC}"/>
              </a:ext>
            </a:extLst>
          </p:cNvPr>
          <p:cNvGraphicFramePr>
            <a:graphicFrameLocks noChangeAspect="1"/>
          </p:cNvGraphicFramePr>
          <p:nvPr/>
        </p:nvGraphicFramePr>
        <p:xfrm>
          <a:off x="179388" y="3092450"/>
          <a:ext cx="8856662" cy="552450"/>
        </p:xfrm>
        <a:graphic>
          <a:graphicData uri="http://schemas.openxmlformats.org/presentationml/2006/ole">
            <mc:AlternateContent xmlns:mc="http://schemas.openxmlformats.org/markup-compatibility/2006">
              <mc:Choice xmlns:v="urn:schemas-microsoft-com:vml" Requires="v">
                <p:oleObj name="Equation" r:id="rId6" imgW="4279900" imgH="241300" progId="Equation.3">
                  <p:embed/>
                </p:oleObj>
              </mc:Choice>
              <mc:Fallback>
                <p:oleObj name="Equation" r:id="rId6" imgW="4279900" imgH="241300" progId="Equation.3">
                  <p:embed/>
                  <p:pic>
                    <p:nvPicPr>
                      <p:cNvPr id="142" name="Object 40">
                        <a:extLst>
                          <a:ext uri="{FF2B5EF4-FFF2-40B4-BE49-F238E27FC236}">
                            <a16:creationId xmlns:a16="http://schemas.microsoft.com/office/drawing/2014/main" id="{ABBB7EA7-CF01-EC45-8C02-0275A9DF59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3092450"/>
                        <a:ext cx="8856662"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 name="Object 49">
            <a:extLst>
              <a:ext uri="{FF2B5EF4-FFF2-40B4-BE49-F238E27FC236}">
                <a16:creationId xmlns:a16="http://schemas.microsoft.com/office/drawing/2014/main" id="{46A067C5-217C-0849-8474-FF03E259E520}"/>
              </a:ext>
            </a:extLst>
          </p:cNvPr>
          <p:cNvGraphicFramePr>
            <a:graphicFrameLocks noChangeAspect="1"/>
          </p:cNvGraphicFramePr>
          <p:nvPr/>
        </p:nvGraphicFramePr>
        <p:xfrm>
          <a:off x="2268538" y="4365625"/>
          <a:ext cx="2889250" cy="517525"/>
        </p:xfrm>
        <a:graphic>
          <a:graphicData uri="http://schemas.openxmlformats.org/presentationml/2006/ole">
            <mc:AlternateContent xmlns:mc="http://schemas.openxmlformats.org/markup-compatibility/2006">
              <mc:Choice xmlns:v="urn:schemas-microsoft-com:vml" Requires="v">
                <p:oleObj name="Equation" r:id="rId8" imgW="1206500" imgH="241300" progId="Equation.3">
                  <p:embed/>
                </p:oleObj>
              </mc:Choice>
              <mc:Fallback>
                <p:oleObj name="Equation" r:id="rId8" imgW="1206500" imgH="241300" progId="Equation.3">
                  <p:embed/>
                  <p:pic>
                    <p:nvPicPr>
                      <p:cNvPr id="149" name="Object 49">
                        <a:extLst>
                          <a:ext uri="{FF2B5EF4-FFF2-40B4-BE49-F238E27FC236}">
                            <a16:creationId xmlns:a16="http://schemas.microsoft.com/office/drawing/2014/main" id="{46A067C5-217C-0849-8474-FF03E259E52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4365625"/>
                        <a:ext cx="28892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1" name="Object 40">
            <a:extLst>
              <a:ext uri="{FF2B5EF4-FFF2-40B4-BE49-F238E27FC236}">
                <a16:creationId xmlns:a16="http://schemas.microsoft.com/office/drawing/2014/main" id="{BB11AE7E-C294-2B44-BCED-446FED380C8D}"/>
              </a:ext>
            </a:extLst>
          </p:cNvPr>
          <p:cNvGraphicFramePr>
            <a:graphicFrameLocks noChangeAspect="1"/>
          </p:cNvGraphicFramePr>
          <p:nvPr/>
        </p:nvGraphicFramePr>
        <p:xfrm>
          <a:off x="2268538" y="3716338"/>
          <a:ext cx="5021262" cy="576262"/>
        </p:xfrm>
        <a:graphic>
          <a:graphicData uri="http://schemas.openxmlformats.org/presentationml/2006/ole">
            <mc:AlternateContent xmlns:mc="http://schemas.openxmlformats.org/markup-compatibility/2006">
              <mc:Choice xmlns:v="urn:schemas-microsoft-com:vml" Requires="v">
                <p:oleObj name="Equation" r:id="rId10" imgW="2324100" imgH="241300" progId="Equation.3">
                  <p:embed/>
                </p:oleObj>
              </mc:Choice>
              <mc:Fallback>
                <p:oleObj name="Equation" r:id="rId10" imgW="2324100" imgH="241300" progId="Equation.3">
                  <p:embed/>
                  <p:pic>
                    <p:nvPicPr>
                      <p:cNvPr id="151" name="Object 40">
                        <a:extLst>
                          <a:ext uri="{FF2B5EF4-FFF2-40B4-BE49-F238E27FC236}">
                            <a16:creationId xmlns:a16="http://schemas.microsoft.com/office/drawing/2014/main" id="{BB11AE7E-C294-2B44-BCED-446FED380C8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8538" y="3716338"/>
                        <a:ext cx="502126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44399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wipe(left)">
                                      <p:cBhvr>
                                        <p:cTn id="7" dur="500"/>
                                        <p:tgtEl>
                                          <p:spTgt spid="51203"/>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51278"/>
                                        </p:tgtEl>
                                        <p:attrNameLst>
                                          <p:attrName>style.visibility</p:attrName>
                                        </p:attrNameLst>
                                      </p:cBhvr>
                                      <p:to>
                                        <p:strVal val="visible"/>
                                      </p:to>
                                    </p:set>
                                    <p:animEffect transition="in" filter="box(in)">
                                      <p:cBhvr>
                                        <p:cTn id="12" dur="500"/>
                                        <p:tgtEl>
                                          <p:spTgt spid="5127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86"/>
                                        </p:tgtEl>
                                        <p:attrNameLst>
                                          <p:attrName>style.visibility</p:attrName>
                                        </p:attrNameLst>
                                      </p:cBhvr>
                                      <p:to>
                                        <p:strVal val="visible"/>
                                      </p:to>
                                    </p:set>
                                    <p:animEffect transition="in" filter="wipe(left)">
                                      <p:cBhvr>
                                        <p:cTn id="17" dur="500"/>
                                        <p:tgtEl>
                                          <p:spTgt spid="51286"/>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51287"/>
                                        </p:tgtEl>
                                        <p:attrNameLst>
                                          <p:attrName>style.visibility</p:attrName>
                                        </p:attrNameLst>
                                      </p:cBhvr>
                                      <p:to>
                                        <p:strVal val="visible"/>
                                      </p:to>
                                    </p:set>
                                    <p:animEffect transition="in" filter="wipe(left)">
                                      <p:cBhvr>
                                        <p:cTn id="21" dur="500"/>
                                        <p:tgtEl>
                                          <p:spTgt spid="51287"/>
                                        </p:tgtEl>
                                      </p:cBhvr>
                                    </p:animEffect>
                                  </p:childTnLst>
                                  <p:subTnLst>
                                    <p:audio>
                                      <p:cMediaNode>
                                        <p:cTn display="0" masterRel="sameClick">
                                          <p:stCondLst>
                                            <p:cond evt="begin" delay="0">
                                              <p:tn val="19"/>
                                            </p:cond>
                                          </p:stCondLst>
                                          <p:endCondLst>
                                            <p:cond evt="onStopAudio" delay="0">
                                              <p:tgtEl>
                                                <p:sldTgt/>
                                              </p:tgtEl>
                                            </p:cond>
                                          </p:endCondLst>
                                        </p:cTn>
                                        <p:tgtEl>
                                          <p:sndTgt r:embed="rId4" name="whoosh.wav"/>
                                        </p:tgtEl>
                                      </p:cMediaNode>
                                    </p:audio>
                                  </p:subTnLst>
                                </p:cTn>
                              </p:par>
                            </p:childTnLst>
                          </p:cTn>
                        </p:par>
                        <p:par>
                          <p:cTn id="22" fill="hold" nodeType="afterGroup">
                            <p:stCondLst>
                              <p:cond delay="1000"/>
                            </p:stCondLst>
                            <p:childTnLst>
                              <p:par>
                                <p:cTn id="23" presetID="22" presetClass="entr" presetSubtype="4" fill="hold" nodeType="afterEffect">
                                  <p:stCondLst>
                                    <p:cond delay="0"/>
                                  </p:stCondLst>
                                  <p:childTnLst>
                                    <p:set>
                                      <p:cBhvr>
                                        <p:cTn id="24" dur="1" fill="hold">
                                          <p:stCondLst>
                                            <p:cond delay="0"/>
                                          </p:stCondLst>
                                        </p:cTn>
                                        <p:tgtEl>
                                          <p:spTgt spid="51284"/>
                                        </p:tgtEl>
                                        <p:attrNameLst>
                                          <p:attrName>style.visibility</p:attrName>
                                        </p:attrNameLst>
                                      </p:cBhvr>
                                      <p:to>
                                        <p:strVal val="visible"/>
                                      </p:to>
                                    </p:set>
                                    <p:animEffect transition="in" filter="wipe(down)">
                                      <p:cBhvr>
                                        <p:cTn id="25" dur="500"/>
                                        <p:tgtEl>
                                          <p:spTgt spid="5128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51288"/>
                                        </p:tgtEl>
                                        <p:attrNameLst>
                                          <p:attrName>style.visibility</p:attrName>
                                        </p:attrNameLst>
                                      </p:cBhvr>
                                      <p:to>
                                        <p:strVal val="visible"/>
                                      </p:to>
                                    </p:set>
                                    <p:animEffect transition="in" filter="wipe(down)">
                                      <p:cBhvr>
                                        <p:cTn id="30" dur="500"/>
                                        <p:tgtEl>
                                          <p:spTgt spid="51288"/>
                                        </p:tgtEl>
                                      </p:cBhvr>
                                    </p:animEffect>
                                  </p:childTnLst>
                                  <p:subTnLst>
                                    <p:audio>
                                      <p:cMediaNode>
                                        <p:cTn display="0" masterRel="sameClick">
                                          <p:stCondLst>
                                            <p:cond evt="begin" delay="0">
                                              <p:tn val="28"/>
                                            </p:cond>
                                          </p:stCondLst>
                                          <p:endCondLst>
                                            <p:cond evt="onStopAudio" delay="0">
                                              <p:tgtEl>
                                                <p:sldTgt/>
                                              </p:tgtEl>
                                            </p:cond>
                                          </p:endCondLst>
                                        </p:cTn>
                                        <p:tgtEl>
                                          <p:sndTgt r:embed="rId4" name="whoosh.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51289"/>
                                        </p:tgtEl>
                                        <p:attrNameLst>
                                          <p:attrName>style.visibility</p:attrName>
                                        </p:attrNameLst>
                                      </p:cBhvr>
                                      <p:to>
                                        <p:strVal val="visible"/>
                                      </p:to>
                                    </p:set>
                                    <p:animEffect transition="in" filter="wipe(down)">
                                      <p:cBhvr>
                                        <p:cTn id="35" dur="500"/>
                                        <p:tgtEl>
                                          <p:spTgt spid="51289"/>
                                        </p:tgtEl>
                                      </p:cBhvr>
                                    </p:animEffect>
                                  </p:childTnLst>
                                  <p:subTnLst>
                                    <p:audio>
                                      <p:cMediaNode>
                                        <p:cTn display="0" masterRel="sameClick">
                                          <p:stCondLst>
                                            <p:cond evt="begin" delay="0">
                                              <p:tn val="33"/>
                                            </p:cond>
                                          </p:stCondLst>
                                          <p:endCondLst>
                                            <p:cond evt="onStopAudio" delay="0">
                                              <p:tgtEl>
                                                <p:sldTgt/>
                                              </p:tgtEl>
                                            </p:cond>
                                          </p:endCondLst>
                                        </p:cTn>
                                        <p:tgtEl>
                                          <p:sndTgt r:embed="rId4" name="whoosh.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51285"/>
                                        </p:tgtEl>
                                        <p:attrNameLst>
                                          <p:attrName>style.visibility</p:attrName>
                                        </p:attrNameLst>
                                      </p:cBhvr>
                                      <p:to>
                                        <p:strVal val="visible"/>
                                      </p:to>
                                    </p:set>
                                    <p:animEffect transition="in" filter="wipe(down)">
                                      <p:cBhvr>
                                        <p:cTn id="40" dur="500"/>
                                        <p:tgtEl>
                                          <p:spTgt spid="51285"/>
                                        </p:tgtEl>
                                      </p:cBhvr>
                                    </p:animEffect>
                                  </p:childTnLst>
                                </p:cTn>
                              </p:par>
                            </p:childTnLst>
                          </p:cTn>
                        </p:par>
                        <p:par>
                          <p:cTn id="41" fill="hold" nodeType="afterGroup">
                            <p:stCondLst>
                              <p:cond delay="500"/>
                            </p:stCondLst>
                            <p:childTnLst>
                              <p:par>
                                <p:cTn id="42" presetID="22" presetClass="entr" presetSubtype="4" fill="hold" nodeType="afterEffect">
                                  <p:stCondLst>
                                    <p:cond delay="0"/>
                                  </p:stCondLst>
                                  <p:childTnLst>
                                    <p:set>
                                      <p:cBhvr>
                                        <p:cTn id="43" dur="1" fill="hold">
                                          <p:stCondLst>
                                            <p:cond delay="0"/>
                                          </p:stCondLst>
                                        </p:cTn>
                                        <p:tgtEl>
                                          <p:spTgt spid="51290"/>
                                        </p:tgtEl>
                                        <p:attrNameLst>
                                          <p:attrName>style.visibility</p:attrName>
                                        </p:attrNameLst>
                                      </p:cBhvr>
                                      <p:to>
                                        <p:strVal val="visible"/>
                                      </p:to>
                                    </p:set>
                                    <p:animEffect transition="in" filter="wipe(down)">
                                      <p:cBhvr>
                                        <p:cTn id="44" dur="500"/>
                                        <p:tgtEl>
                                          <p:spTgt spid="51290"/>
                                        </p:tgtEl>
                                      </p:cBhvr>
                                    </p:animEffect>
                                  </p:childTnLst>
                                  <p:subTnLst>
                                    <p:audio>
                                      <p:cMediaNode>
                                        <p:cTn display="0" masterRel="sameClick">
                                          <p:stCondLst>
                                            <p:cond evt="begin" delay="0">
                                              <p:tn val="42"/>
                                            </p:cond>
                                          </p:stCondLst>
                                          <p:endCondLst>
                                            <p:cond evt="onStopAudio" delay="0">
                                              <p:tgtEl>
                                                <p:sldTgt/>
                                              </p:tgtEl>
                                            </p:cond>
                                          </p:endCondLst>
                                        </p:cTn>
                                        <p:tgtEl>
                                          <p:sndTgt r:embed="rId4"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51291"/>
                                        </p:tgtEl>
                                        <p:attrNameLst>
                                          <p:attrName>style.visibility</p:attrName>
                                        </p:attrNameLst>
                                      </p:cBhvr>
                                      <p:to>
                                        <p:strVal val="visible"/>
                                      </p:to>
                                    </p:set>
                                    <p:animEffect transition="in" filter="wipe(down)">
                                      <p:cBhvr>
                                        <p:cTn id="49" dur="500"/>
                                        <p:tgtEl>
                                          <p:spTgt spid="51291"/>
                                        </p:tgtEl>
                                      </p:cBhvr>
                                    </p:animEffect>
                                  </p:childTnLst>
                                  <p:subTnLst>
                                    <p:audio>
                                      <p:cMediaNode>
                                        <p:cTn display="0" masterRel="sameClick">
                                          <p:stCondLst>
                                            <p:cond evt="begin" delay="0">
                                              <p:tn val="47"/>
                                            </p:cond>
                                          </p:stCondLst>
                                          <p:endCondLst>
                                            <p:cond evt="onStopAudio" delay="0">
                                              <p:tgtEl>
                                                <p:sldTgt/>
                                              </p:tgtEl>
                                            </p:cond>
                                          </p:endCondLst>
                                        </p:cTn>
                                        <p:tgtEl>
                                          <p:sndTgt r:embed="rId4" name="whoosh.wav"/>
                                        </p:tgtEl>
                                      </p:cMediaNode>
                                    </p:audio>
                                  </p:sub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41"/>
                                        </p:tgtEl>
                                        <p:attrNameLst>
                                          <p:attrName>style.visibility</p:attrName>
                                        </p:attrNameLst>
                                      </p:cBhvr>
                                      <p:to>
                                        <p:strVal val="visible"/>
                                      </p:to>
                                    </p:set>
                                    <p:animEffect transition="in" filter="wipe(left)">
                                      <p:cBhvr>
                                        <p:cTn id="54" dur="500"/>
                                        <p:tgtEl>
                                          <p:spTgt spid="141"/>
                                        </p:tgtEl>
                                      </p:cBhvr>
                                    </p:animEffect>
                                  </p:childTnLst>
                                  <p:subTnLst>
                                    <p:audio>
                                      <p:cMediaNode>
                                        <p:cTn display="0" masterRel="sameClick">
                                          <p:stCondLst>
                                            <p:cond evt="begin" delay="0">
                                              <p:tn val="52"/>
                                            </p:cond>
                                          </p:stCondLst>
                                          <p:endCondLst>
                                            <p:cond evt="onStopAudio" delay="0">
                                              <p:tgtEl>
                                                <p:sldTgt/>
                                              </p:tgtEl>
                                            </p:cond>
                                          </p:endCondLst>
                                        </p:cTn>
                                        <p:tgtEl>
                                          <p:sndTgt r:embed="rId2" name="type.wav"/>
                                        </p:tgtEl>
                                      </p:cMediaNode>
                                    </p:audio>
                                  </p:sub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42"/>
                                        </p:tgtEl>
                                        <p:attrNameLst>
                                          <p:attrName>style.visibility</p:attrName>
                                        </p:attrNameLst>
                                      </p:cBhvr>
                                      <p:to>
                                        <p:strVal val="visible"/>
                                      </p:to>
                                    </p:set>
                                    <p:animEffect transition="in" filter="wipe(left)">
                                      <p:cBhvr>
                                        <p:cTn id="59" dur="500"/>
                                        <p:tgtEl>
                                          <p:spTgt spid="142"/>
                                        </p:tgtEl>
                                      </p:cBhvr>
                                    </p:animEffect>
                                  </p:childTnLst>
                                  <p:subTnLst>
                                    <p:audio>
                                      <p:cMediaNode>
                                        <p:cTn display="0" masterRel="sameClick">
                                          <p:stCondLst>
                                            <p:cond evt="begin" delay="0">
                                              <p:tn val="57"/>
                                            </p:cond>
                                          </p:stCondLst>
                                          <p:endCondLst>
                                            <p:cond evt="onStopAudio" delay="0">
                                              <p:tgtEl>
                                                <p:sldTgt/>
                                              </p:tgtEl>
                                            </p:cond>
                                          </p:endCondLst>
                                        </p:cTn>
                                        <p:tgtEl>
                                          <p:sndTgt r:embed="rId2" name="type.wav"/>
                                        </p:tgtEl>
                                      </p:cMediaNode>
                                    </p:audio>
                                  </p:sub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151"/>
                                        </p:tgtEl>
                                        <p:attrNameLst>
                                          <p:attrName>style.visibility</p:attrName>
                                        </p:attrNameLst>
                                      </p:cBhvr>
                                      <p:to>
                                        <p:strVal val="visible"/>
                                      </p:to>
                                    </p:set>
                                    <p:animEffect transition="in" filter="blinds(horizontal)">
                                      <p:cBhvr>
                                        <p:cTn id="64" dur="500"/>
                                        <p:tgtEl>
                                          <p:spTgt spid="15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149"/>
                                        </p:tgtEl>
                                        <p:attrNameLst>
                                          <p:attrName>style.visibility</p:attrName>
                                        </p:attrNameLst>
                                      </p:cBhvr>
                                      <p:to>
                                        <p:strVal val="visible"/>
                                      </p:to>
                                    </p:set>
                                    <p:animEffect transition="in" filter="blinds(horizontal)">
                                      <p:cBhvr>
                                        <p:cTn id="69" dur="500"/>
                                        <p:tgtEl>
                                          <p:spTgt spid="14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12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autoUpdateAnimBg="0"/>
      <p:bldP spid="51297" grpId="0"/>
      <p:bldP spid="14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1" name="Text Box 103">
            <a:extLst>
              <a:ext uri="{FF2B5EF4-FFF2-40B4-BE49-F238E27FC236}">
                <a16:creationId xmlns:a16="http://schemas.microsoft.com/office/drawing/2014/main" id="{F98AD3A3-A792-9D4C-8AA1-9BD462112570}"/>
              </a:ext>
            </a:extLst>
          </p:cNvPr>
          <p:cNvSpPr txBox="1">
            <a:spLocks noChangeArrowheads="1"/>
          </p:cNvSpPr>
          <p:nvPr/>
        </p:nvSpPr>
        <p:spPr bwMode="auto">
          <a:xfrm>
            <a:off x="304800" y="1046163"/>
            <a:ext cx="5029200"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3200" b="1" dirty="0">
                <a:solidFill>
                  <a:schemeClr val="accent2"/>
                </a:solidFill>
                <a:sym typeface="Wingdings" charset="0"/>
              </a:rPr>
              <a:t> </a:t>
            </a:r>
            <a:r>
              <a:rPr lang="zh-CN" altLang="en-US" sz="2400" b="1" dirty="0"/>
              <a:t>梯形公式</a:t>
            </a:r>
            <a:r>
              <a:rPr lang="en-US" altLang="zh-CN" sz="2400" b="1" dirty="0"/>
              <a:t> </a:t>
            </a:r>
            <a:r>
              <a:rPr lang="en-US" altLang="zh-CN" sz="2000" b="1" dirty="0">
                <a:solidFill>
                  <a:srgbClr val="008000"/>
                </a:solidFill>
                <a:latin typeface="Arial" charset="0"/>
              </a:rPr>
              <a:t>/* trapezoid formula */</a:t>
            </a:r>
          </a:p>
        </p:txBody>
      </p:sp>
      <p:sp>
        <p:nvSpPr>
          <p:cNvPr id="53352" name="Text Box 104">
            <a:extLst>
              <a:ext uri="{FF2B5EF4-FFF2-40B4-BE49-F238E27FC236}">
                <a16:creationId xmlns:a16="http://schemas.microsoft.com/office/drawing/2014/main" id="{5A873F73-34E2-794B-B220-9488BAAEEF3E}"/>
              </a:ext>
            </a:extLst>
          </p:cNvPr>
          <p:cNvSpPr txBox="1">
            <a:spLocks noChangeArrowheads="1"/>
          </p:cNvSpPr>
          <p:nvPr/>
        </p:nvSpPr>
        <p:spPr bwMode="auto">
          <a:xfrm>
            <a:off x="4876800" y="1165225"/>
            <a:ext cx="4267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zh-CN" sz="2400" b="1"/>
              <a:t>— </a:t>
            </a:r>
            <a:r>
              <a:rPr lang="zh-CN" altLang="en-US" sz="2400" b="1"/>
              <a:t>显、隐式两种算法的</a:t>
            </a:r>
            <a:r>
              <a:rPr lang="zh-CN" altLang="en-US" sz="2400" b="1">
                <a:solidFill>
                  <a:schemeClr val="accent2"/>
                </a:solidFill>
              </a:rPr>
              <a:t>平均</a:t>
            </a:r>
            <a:endParaRPr lang="en-US" altLang="zh-CN" sz="2400" b="1">
              <a:solidFill>
                <a:schemeClr val="accent2"/>
              </a:solidFill>
            </a:endParaRPr>
          </a:p>
        </p:txBody>
      </p:sp>
      <p:grpSp>
        <p:nvGrpSpPr>
          <p:cNvPr id="53387" name="Group 139">
            <a:extLst>
              <a:ext uri="{FF2B5EF4-FFF2-40B4-BE49-F238E27FC236}">
                <a16:creationId xmlns:a16="http://schemas.microsoft.com/office/drawing/2014/main" id="{9FA0A6F1-494F-ED48-B9CF-54550B20EAB2}"/>
              </a:ext>
            </a:extLst>
          </p:cNvPr>
          <p:cNvGrpSpPr>
            <a:grpSpLocks/>
          </p:cNvGrpSpPr>
          <p:nvPr/>
        </p:nvGrpSpPr>
        <p:grpSpPr bwMode="auto">
          <a:xfrm>
            <a:off x="971550" y="2060575"/>
            <a:ext cx="6553200" cy="833438"/>
            <a:chOff x="576" y="528"/>
            <a:chExt cx="4128" cy="525"/>
          </a:xfrm>
        </p:grpSpPr>
        <p:sp>
          <p:nvSpPr>
            <p:cNvPr id="53354" name="AutoShape 106" descr="再生纸">
              <a:extLst>
                <a:ext uri="{FF2B5EF4-FFF2-40B4-BE49-F238E27FC236}">
                  <a16:creationId xmlns:a16="http://schemas.microsoft.com/office/drawing/2014/main" id="{2CAF1D41-8600-B64B-8462-3D00D9B19477}"/>
                </a:ext>
              </a:extLst>
            </p:cNvPr>
            <p:cNvSpPr>
              <a:spLocks noChangeArrowheads="1"/>
            </p:cNvSpPr>
            <p:nvPr/>
          </p:nvSpPr>
          <p:spPr bwMode="auto">
            <a:xfrm>
              <a:off x="576" y="528"/>
              <a:ext cx="4128" cy="525"/>
            </a:xfrm>
            <a:prstGeom prst="bevel">
              <a:avLst>
                <a:gd name="adj" fmla="val 6079"/>
              </a:avLst>
            </a:prstGeom>
            <a:blipFill dpi="0" rotWithShape="0">
              <a:blip r:embed="rId4"/>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27656" name="Object 105">
              <a:extLst>
                <a:ext uri="{FF2B5EF4-FFF2-40B4-BE49-F238E27FC236}">
                  <a16:creationId xmlns:a16="http://schemas.microsoft.com/office/drawing/2014/main" id="{2C627B25-D30A-0E46-AA4F-688D008869E2}"/>
                </a:ext>
              </a:extLst>
            </p:cNvPr>
            <p:cNvGraphicFramePr>
              <a:graphicFrameLocks noChangeAspect="1"/>
            </p:cNvGraphicFramePr>
            <p:nvPr/>
          </p:nvGraphicFramePr>
          <p:xfrm>
            <a:off x="813" y="528"/>
            <a:ext cx="3755" cy="481"/>
          </p:xfrm>
          <a:graphic>
            <a:graphicData uri="http://schemas.openxmlformats.org/presentationml/2006/ole">
              <mc:AlternateContent xmlns:mc="http://schemas.openxmlformats.org/markup-compatibility/2006">
                <mc:Choice xmlns:v="urn:schemas-microsoft-com:vml" Requires="v">
                  <p:oleObj name="Equation" r:id="rId5" imgW="3073400" imgH="393700" progId="Equation.3">
                    <p:embed/>
                  </p:oleObj>
                </mc:Choice>
                <mc:Fallback>
                  <p:oleObj name="Equation" r:id="rId5" imgW="3073400" imgH="393700" progId="Equation.3">
                    <p:embed/>
                    <p:pic>
                      <p:nvPicPr>
                        <p:cNvPr id="27656" name="Object 105">
                          <a:extLst>
                            <a:ext uri="{FF2B5EF4-FFF2-40B4-BE49-F238E27FC236}">
                              <a16:creationId xmlns:a16="http://schemas.microsoft.com/office/drawing/2014/main" id="{2C627B25-D30A-0E46-AA4F-688D008869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3" y="528"/>
                          <a:ext cx="3755"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3388" name="Group 140">
            <a:extLst>
              <a:ext uri="{FF2B5EF4-FFF2-40B4-BE49-F238E27FC236}">
                <a16:creationId xmlns:a16="http://schemas.microsoft.com/office/drawing/2014/main" id="{044BAF5D-B36E-D64A-AB57-D893991BC118}"/>
              </a:ext>
            </a:extLst>
          </p:cNvPr>
          <p:cNvGrpSpPr>
            <a:grpSpLocks/>
          </p:cNvGrpSpPr>
          <p:nvPr/>
        </p:nvGrpSpPr>
        <p:grpSpPr bwMode="auto">
          <a:xfrm>
            <a:off x="755650" y="3716338"/>
            <a:ext cx="7391400" cy="1828800"/>
            <a:chOff x="576" y="1176"/>
            <a:chExt cx="4656" cy="1152"/>
          </a:xfrm>
        </p:grpSpPr>
        <p:sp>
          <p:nvSpPr>
            <p:cNvPr id="53362" name="AutoShape 114" descr="再生纸">
              <a:extLst>
                <a:ext uri="{FF2B5EF4-FFF2-40B4-BE49-F238E27FC236}">
                  <a16:creationId xmlns:a16="http://schemas.microsoft.com/office/drawing/2014/main" id="{485A6C3D-D465-554A-A635-FDBB8935D28E}"/>
                </a:ext>
              </a:extLst>
            </p:cNvPr>
            <p:cNvSpPr>
              <a:spLocks noChangeArrowheads="1"/>
            </p:cNvSpPr>
            <p:nvPr/>
          </p:nvSpPr>
          <p:spPr bwMode="auto">
            <a:xfrm>
              <a:off x="576" y="1176"/>
              <a:ext cx="4656" cy="1152"/>
            </a:xfrm>
            <a:prstGeom prst="roundRect">
              <a:avLst>
                <a:gd name="adj" fmla="val 13704"/>
              </a:avLst>
            </a:prstGeom>
            <a:blipFill dpi="0" rotWithShape="0">
              <a:blip r:embed="rId4"/>
              <a:srcRect/>
              <a:tile tx="0" ty="0" sx="100000" sy="100000" flip="none" algn="tl"/>
            </a:bli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577850" indent="-577850">
                <a:lnSpc>
                  <a:spcPct val="105000"/>
                </a:lnSpc>
                <a:defRPr/>
              </a:pPr>
              <a:r>
                <a:rPr lang="zh-CN" altLang="en-US" sz="2400" b="1" dirty="0">
                  <a:solidFill>
                    <a:schemeClr val="accent2"/>
                  </a:solidFill>
                  <a:latin typeface="Times New Roman" charset="0"/>
                  <a:ea typeface="ＭＳ Ｐゴシック" charset="0"/>
                  <a:cs typeface="楷体_GB2312" charset="0"/>
                </a:rPr>
                <a:t>注：</a:t>
              </a:r>
              <a:r>
                <a:rPr lang="zh-CN" altLang="en-US" sz="2400" b="1" dirty="0">
                  <a:latin typeface="Times New Roman" charset="0"/>
                  <a:ea typeface="ＭＳ Ｐゴシック" charset="0"/>
                  <a:cs typeface="楷体_GB2312" charset="0"/>
                </a:rPr>
                <a:t>局部截断误差</a:t>
              </a:r>
              <a:r>
                <a:rPr lang="en-US" altLang="zh-CN" sz="2400" b="1" dirty="0">
                  <a:latin typeface="Times New Roman" charset="0"/>
                  <a:ea typeface="ＭＳ Ｐゴシック" charset="0"/>
                  <a:cs typeface="楷体_GB2312" charset="0"/>
                </a:rPr>
                <a:t>                                          </a:t>
              </a:r>
              <a:r>
                <a:rPr lang="zh-CN" altLang="en-US" sz="2400" b="1" dirty="0">
                  <a:latin typeface="Times New Roman" charset="0"/>
                  <a:ea typeface="ＭＳ Ｐゴシック" charset="0"/>
                  <a:cs typeface="楷体_GB2312" charset="0"/>
                </a:rPr>
                <a:t>，</a:t>
              </a:r>
              <a:endParaRPr lang="en-US" altLang="zh-CN" sz="2400" b="1" dirty="0">
                <a:latin typeface="Times New Roman" charset="0"/>
                <a:ea typeface="ＭＳ Ｐゴシック" charset="0"/>
                <a:cs typeface="楷体_GB2312" charset="0"/>
              </a:endParaRPr>
            </a:p>
            <a:p>
              <a:pPr marL="577850" indent="-577850">
                <a:lnSpc>
                  <a:spcPct val="105000"/>
                </a:lnSpc>
                <a:defRPr/>
              </a:pPr>
              <a:r>
                <a:rPr lang="en-US" altLang="zh-CN" sz="2400" b="1" dirty="0">
                  <a:latin typeface="Times New Roman" charset="0"/>
                  <a:ea typeface="ＭＳ Ｐゴシック" charset="0"/>
                  <a:cs typeface="楷体_GB2312" charset="0"/>
                </a:rPr>
                <a:t>        </a:t>
              </a:r>
              <a:r>
                <a:rPr lang="zh-CN" altLang="en-US" sz="2400" b="1" dirty="0">
                  <a:latin typeface="Times New Roman" charset="0"/>
                  <a:ea typeface="ＭＳ Ｐゴシック" charset="0"/>
                  <a:cs typeface="楷体_GB2312" charset="0"/>
                </a:rPr>
                <a:t>即梯形公式具有</a:t>
              </a:r>
              <a:r>
                <a:rPr lang="en-US" altLang="zh-CN" sz="2400" b="1" dirty="0">
                  <a:solidFill>
                    <a:schemeClr val="accent2"/>
                  </a:solidFill>
                  <a:latin typeface="Times New Roman" charset="0"/>
                  <a:ea typeface="ＭＳ Ｐゴシック" charset="0"/>
                  <a:cs typeface="楷体_GB2312" charset="0"/>
                </a:rPr>
                <a:t>2</a:t>
              </a:r>
              <a:r>
                <a:rPr lang="en-US" altLang="zh-CN" sz="2400" b="1" dirty="0">
                  <a:latin typeface="Times New Roman" charset="0"/>
                  <a:ea typeface="ＭＳ Ｐゴシック" charset="0"/>
                  <a:cs typeface="楷体_GB2312" charset="0"/>
                </a:rPr>
                <a:t> </a:t>
              </a:r>
              <a:r>
                <a:rPr lang="zh-CN" altLang="en-US" sz="2400" b="1" dirty="0">
                  <a:latin typeface="Times New Roman" charset="0"/>
                  <a:ea typeface="ＭＳ Ｐゴシック" charset="0"/>
                  <a:cs typeface="楷体_GB2312" charset="0"/>
                </a:rPr>
                <a:t>阶精度，比欧拉方法有了进步。但注意到该公式是</a:t>
              </a:r>
              <a:r>
                <a:rPr lang="zh-CN" altLang="en-US" sz="2400" b="1" dirty="0">
                  <a:solidFill>
                    <a:schemeClr val="accent2"/>
                  </a:solidFill>
                  <a:latin typeface="Times New Roman" charset="0"/>
                  <a:ea typeface="ＭＳ Ｐゴシック" charset="0"/>
                  <a:cs typeface="楷体_GB2312" charset="0"/>
                </a:rPr>
                <a:t>隐式</a:t>
              </a:r>
              <a:r>
                <a:rPr lang="zh-CN" altLang="en-US" sz="2400" b="1" dirty="0">
                  <a:latin typeface="Times New Roman" charset="0"/>
                  <a:ea typeface="ＭＳ Ｐゴシック" charset="0"/>
                  <a:cs typeface="楷体_GB2312" charset="0"/>
                </a:rPr>
                <a:t>公式，不能直接求解</a:t>
              </a:r>
              <a:endParaRPr lang="en-US" altLang="zh-CN" sz="2400" b="1" dirty="0">
                <a:solidFill>
                  <a:schemeClr val="accent2"/>
                </a:solidFill>
                <a:latin typeface="Times New Roman" charset="0"/>
                <a:ea typeface="ＭＳ Ｐゴシック" charset="0"/>
                <a:cs typeface="楷体_GB2312" charset="0"/>
              </a:endParaRPr>
            </a:p>
          </p:txBody>
        </p:sp>
        <p:graphicFrame>
          <p:nvGraphicFramePr>
            <p:cNvPr id="27654" name="Object 113">
              <a:extLst>
                <a:ext uri="{FF2B5EF4-FFF2-40B4-BE49-F238E27FC236}">
                  <a16:creationId xmlns:a16="http://schemas.microsoft.com/office/drawing/2014/main" id="{C973A5BB-953B-4446-98E1-84D88761DDD1}"/>
                </a:ext>
              </a:extLst>
            </p:cNvPr>
            <p:cNvGraphicFramePr>
              <a:graphicFrameLocks noChangeAspect="1"/>
            </p:cNvGraphicFramePr>
            <p:nvPr/>
          </p:nvGraphicFramePr>
          <p:xfrm>
            <a:off x="2384" y="1237"/>
            <a:ext cx="1824" cy="263"/>
          </p:xfrm>
          <a:graphic>
            <a:graphicData uri="http://schemas.openxmlformats.org/presentationml/2006/ole">
              <mc:AlternateContent xmlns:mc="http://schemas.openxmlformats.org/markup-compatibility/2006">
                <mc:Choice xmlns:v="urn:schemas-microsoft-com:vml" Requires="v">
                  <p:oleObj name="Equation" r:id="rId7" imgW="38620700" imgH="5562600" progId="Equation.3">
                    <p:embed/>
                  </p:oleObj>
                </mc:Choice>
                <mc:Fallback>
                  <p:oleObj name="Equation" r:id="rId7" imgW="38620700" imgH="5562600" progId="Equation.3">
                    <p:embed/>
                    <p:pic>
                      <p:nvPicPr>
                        <p:cNvPr id="27654" name="Object 113">
                          <a:extLst>
                            <a:ext uri="{FF2B5EF4-FFF2-40B4-BE49-F238E27FC236}">
                              <a16:creationId xmlns:a16="http://schemas.microsoft.com/office/drawing/2014/main" id="{C973A5BB-953B-4446-98E1-84D88761DD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4" y="1237"/>
                          <a:ext cx="182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2775186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351"/>
                                        </p:tgtEl>
                                        <p:attrNameLst>
                                          <p:attrName>style.visibility</p:attrName>
                                        </p:attrNameLst>
                                      </p:cBhvr>
                                      <p:to>
                                        <p:strVal val="visible"/>
                                      </p:to>
                                    </p:set>
                                    <p:animEffect transition="in" filter="wipe(left)">
                                      <p:cBhvr>
                                        <p:cTn id="7" dur="500"/>
                                        <p:tgtEl>
                                          <p:spTgt spid="53351"/>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352"/>
                                        </p:tgtEl>
                                        <p:attrNameLst>
                                          <p:attrName>style.visibility</p:attrName>
                                        </p:attrNameLst>
                                      </p:cBhvr>
                                      <p:to>
                                        <p:strVal val="visible"/>
                                      </p:to>
                                    </p:set>
                                    <p:animEffect transition="in" filter="wipe(left)">
                                      <p:cBhvr>
                                        <p:cTn id="12" dur="500"/>
                                        <p:tgtEl>
                                          <p:spTgt spid="53352"/>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3387"/>
                                        </p:tgtEl>
                                        <p:attrNameLst>
                                          <p:attrName>style.visibility</p:attrName>
                                        </p:attrNameLst>
                                      </p:cBhvr>
                                      <p:to>
                                        <p:strVal val="visible"/>
                                      </p:to>
                                    </p:set>
                                    <p:animEffect transition="in" filter="box(in)">
                                      <p:cBhvr>
                                        <p:cTn id="17" dur="500"/>
                                        <p:tgtEl>
                                          <p:spTgt spid="53387"/>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53388"/>
                                        </p:tgtEl>
                                        <p:attrNameLst>
                                          <p:attrName>style.visibility</p:attrName>
                                        </p:attrNameLst>
                                      </p:cBhvr>
                                      <p:to>
                                        <p:strVal val="visible"/>
                                      </p:to>
                                    </p:set>
                                    <p:animEffect transition="in" filter="box(in)">
                                      <p:cBhvr>
                                        <p:cTn id="22" dur="500"/>
                                        <p:tgtEl>
                                          <p:spTgt spid="5338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1" grpId="0" autoUpdateAnimBg="0"/>
      <p:bldP spid="5335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6">
            <a:extLst>
              <a:ext uri="{FF2B5EF4-FFF2-40B4-BE49-F238E27FC236}">
                <a16:creationId xmlns:a16="http://schemas.microsoft.com/office/drawing/2014/main" id="{1D58E1C6-142D-C245-A3C5-1C1304F6FAAF}"/>
              </a:ext>
            </a:extLst>
          </p:cNvPr>
          <p:cNvSpPr txBox="1">
            <a:spLocks noChangeArrowheads="1"/>
          </p:cNvSpPr>
          <p:nvPr/>
        </p:nvSpPr>
        <p:spPr bwMode="auto">
          <a:xfrm>
            <a:off x="250825" y="692150"/>
            <a:ext cx="61722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zh-CN" sz="3200" b="1" dirty="0">
                <a:solidFill>
                  <a:schemeClr val="accent2"/>
                </a:solidFill>
                <a:latin typeface="Times New Roman" charset="0"/>
                <a:ea typeface="ＭＳ Ｐゴシック" charset="0"/>
                <a:cs typeface="ＭＳ Ｐゴシック" charset="0"/>
                <a:sym typeface="Wingdings" charset="0"/>
              </a:rPr>
              <a:t> </a:t>
            </a:r>
            <a:r>
              <a:rPr lang="zh-CN" altLang="en-US" sz="2400" b="1" dirty="0">
                <a:latin typeface="Times New Roman" charset="0"/>
                <a:ea typeface="ＭＳ Ｐゴシック" charset="0"/>
                <a:cs typeface="ＭＳ Ｐゴシック" charset="0"/>
              </a:rPr>
              <a:t>中点欧拉公式</a:t>
            </a:r>
            <a:r>
              <a:rPr lang="en-US" altLang="zh-CN" sz="2400" b="1" dirty="0">
                <a:latin typeface="Times New Roman" charset="0"/>
                <a:ea typeface="ＭＳ Ｐゴシック" charset="0"/>
                <a:cs typeface="ＭＳ Ｐゴシック" charset="0"/>
              </a:rPr>
              <a:t> </a:t>
            </a:r>
            <a:r>
              <a:rPr lang="en-US" altLang="zh-CN" sz="2000" b="1" dirty="0">
                <a:solidFill>
                  <a:srgbClr val="008000"/>
                </a:solidFill>
                <a:latin typeface="Arial" charset="0"/>
                <a:ea typeface="ＭＳ Ｐゴシック" charset="0"/>
                <a:cs typeface="ＭＳ Ｐゴシック" charset="0"/>
              </a:rPr>
              <a:t>/* midpoint formula */</a:t>
            </a:r>
          </a:p>
        </p:txBody>
      </p:sp>
      <p:grpSp>
        <p:nvGrpSpPr>
          <p:cNvPr id="3" name="Group 121">
            <a:extLst>
              <a:ext uri="{FF2B5EF4-FFF2-40B4-BE49-F238E27FC236}">
                <a16:creationId xmlns:a16="http://schemas.microsoft.com/office/drawing/2014/main" id="{DEB71325-A233-524C-B928-F0E1FCA29758}"/>
              </a:ext>
            </a:extLst>
          </p:cNvPr>
          <p:cNvGrpSpPr>
            <a:grpSpLocks/>
          </p:cNvGrpSpPr>
          <p:nvPr/>
        </p:nvGrpSpPr>
        <p:grpSpPr bwMode="auto">
          <a:xfrm>
            <a:off x="539750" y="1700213"/>
            <a:ext cx="5567363" cy="690562"/>
            <a:chOff x="432" y="2880"/>
            <a:chExt cx="3507" cy="435"/>
          </a:xfrm>
        </p:grpSpPr>
        <p:sp>
          <p:nvSpPr>
            <p:cNvPr id="4" name="Text Box 118">
              <a:extLst>
                <a:ext uri="{FF2B5EF4-FFF2-40B4-BE49-F238E27FC236}">
                  <a16:creationId xmlns:a16="http://schemas.microsoft.com/office/drawing/2014/main" id="{F4A2DCEA-9624-0E45-AD16-B9F0DDD5E0FD}"/>
                </a:ext>
              </a:extLst>
            </p:cNvPr>
            <p:cNvSpPr txBox="1">
              <a:spLocks noChangeArrowheads="1"/>
            </p:cNvSpPr>
            <p:nvPr/>
          </p:nvSpPr>
          <p:spPr bwMode="auto">
            <a:xfrm>
              <a:off x="432" y="2928"/>
              <a:ext cx="187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zh-CN" altLang="en-US" sz="2400" b="1" dirty="0">
                  <a:latin typeface="Times New Roman" charset="0"/>
                  <a:ea typeface="ＭＳ Ｐゴシック" charset="0"/>
                  <a:cs typeface="ＭＳ Ｐゴシック" charset="0"/>
                </a:rPr>
                <a:t>中心差商近似导数</a:t>
              </a:r>
              <a:endParaRPr lang="en-US" altLang="zh-CN" sz="2400" b="1" dirty="0">
                <a:latin typeface="Times New Roman" charset="0"/>
                <a:ea typeface="ＭＳ Ｐゴシック" charset="0"/>
                <a:cs typeface="ＭＳ Ｐゴシック" charset="0"/>
              </a:endParaRPr>
            </a:p>
          </p:txBody>
        </p:sp>
        <p:graphicFrame>
          <p:nvGraphicFramePr>
            <p:cNvPr id="28696" name="Object 119">
              <a:extLst>
                <a:ext uri="{FF2B5EF4-FFF2-40B4-BE49-F238E27FC236}">
                  <a16:creationId xmlns:a16="http://schemas.microsoft.com/office/drawing/2014/main" id="{03AF8817-331D-1A41-BBFC-3C87303C6F27}"/>
                </a:ext>
              </a:extLst>
            </p:cNvPr>
            <p:cNvGraphicFramePr>
              <a:graphicFrameLocks noChangeAspect="1"/>
            </p:cNvGraphicFramePr>
            <p:nvPr/>
          </p:nvGraphicFramePr>
          <p:xfrm>
            <a:off x="2400" y="2880"/>
            <a:ext cx="1539" cy="435"/>
          </p:xfrm>
          <a:graphic>
            <a:graphicData uri="http://schemas.openxmlformats.org/presentationml/2006/ole">
              <mc:AlternateContent xmlns:mc="http://schemas.openxmlformats.org/markup-compatibility/2006">
                <mc:Choice xmlns:v="urn:schemas-microsoft-com:vml" Requires="v">
                  <p:oleObj name="Equation" r:id="rId5" imgW="33350200" imgH="9067800" progId="Equation.3">
                    <p:embed/>
                  </p:oleObj>
                </mc:Choice>
                <mc:Fallback>
                  <p:oleObj name="Equation" r:id="rId5" imgW="33350200" imgH="9067800" progId="Equation.3">
                    <p:embed/>
                    <p:pic>
                      <p:nvPicPr>
                        <p:cNvPr id="28696" name="Object 119">
                          <a:extLst>
                            <a:ext uri="{FF2B5EF4-FFF2-40B4-BE49-F238E27FC236}">
                              <a16:creationId xmlns:a16="http://schemas.microsoft.com/office/drawing/2014/main" id="{03AF8817-331D-1A41-BBFC-3C87303C6F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0" y="2880"/>
                          <a:ext cx="1539" cy="4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 name="AutoShape 120">
              <a:extLst>
                <a:ext uri="{FF2B5EF4-FFF2-40B4-BE49-F238E27FC236}">
                  <a16:creationId xmlns:a16="http://schemas.microsoft.com/office/drawing/2014/main" id="{0FD908C9-788B-F54B-B9FC-BCE27103B5DF}"/>
                </a:ext>
              </a:extLst>
            </p:cNvPr>
            <p:cNvSpPr>
              <a:spLocks noChangeArrowheads="1"/>
            </p:cNvSpPr>
            <p:nvPr/>
          </p:nvSpPr>
          <p:spPr bwMode="auto">
            <a:xfrm>
              <a:off x="2160" y="3072"/>
              <a:ext cx="144" cy="48"/>
            </a:xfrm>
            <a:prstGeom prst="rightArrow">
              <a:avLst>
                <a:gd name="adj1" fmla="val 50000"/>
                <a:gd name="adj2" fmla="val 75000"/>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cs typeface="ＭＳ Ｐゴシック" charset="0"/>
              </a:endParaRPr>
            </a:p>
          </p:txBody>
        </p:sp>
      </p:grpSp>
      <p:grpSp>
        <p:nvGrpSpPr>
          <p:cNvPr id="7" name="Group 131">
            <a:extLst>
              <a:ext uri="{FF2B5EF4-FFF2-40B4-BE49-F238E27FC236}">
                <a16:creationId xmlns:a16="http://schemas.microsoft.com/office/drawing/2014/main" id="{79DDEF6F-71F6-E54C-A9BA-A9E0F6302AED}"/>
              </a:ext>
            </a:extLst>
          </p:cNvPr>
          <p:cNvGrpSpPr>
            <a:grpSpLocks/>
          </p:cNvGrpSpPr>
          <p:nvPr/>
        </p:nvGrpSpPr>
        <p:grpSpPr bwMode="auto">
          <a:xfrm>
            <a:off x="6400800" y="2997200"/>
            <a:ext cx="2438400" cy="1662113"/>
            <a:chOff x="4032" y="2592"/>
            <a:chExt cx="1536" cy="1047"/>
          </a:xfrm>
        </p:grpSpPr>
        <p:sp>
          <p:nvSpPr>
            <p:cNvPr id="8" name="Line 123">
              <a:extLst>
                <a:ext uri="{FF2B5EF4-FFF2-40B4-BE49-F238E27FC236}">
                  <a16:creationId xmlns:a16="http://schemas.microsoft.com/office/drawing/2014/main" id="{C9ABF71E-A0DE-0A4B-A43A-0FADFEBF279F}"/>
                </a:ext>
              </a:extLst>
            </p:cNvPr>
            <p:cNvSpPr>
              <a:spLocks noChangeShapeType="1"/>
            </p:cNvSpPr>
            <p:nvPr/>
          </p:nvSpPr>
          <p:spPr bwMode="auto">
            <a:xfrm>
              <a:off x="4128" y="3456"/>
              <a:ext cx="1248"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cs typeface="ＭＳ Ｐゴシック" charset="0"/>
              </a:endParaRPr>
            </a:p>
          </p:txBody>
        </p:sp>
        <p:sp>
          <p:nvSpPr>
            <p:cNvPr id="9" name="Line 124">
              <a:extLst>
                <a:ext uri="{FF2B5EF4-FFF2-40B4-BE49-F238E27FC236}">
                  <a16:creationId xmlns:a16="http://schemas.microsoft.com/office/drawing/2014/main" id="{002BCE9E-ECC9-694E-B4DE-514372099833}"/>
                </a:ext>
              </a:extLst>
            </p:cNvPr>
            <p:cNvSpPr>
              <a:spLocks noChangeShapeType="1"/>
            </p:cNvSpPr>
            <p:nvPr/>
          </p:nvSpPr>
          <p:spPr bwMode="auto">
            <a:xfrm flipV="1">
              <a:off x="4128" y="2592"/>
              <a:ext cx="0" cy="864"/>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cs typeface="ＭＳ Ｐゴシック" charset="0"/>
              </a:endParaRPr>
            </a:p>
          </p:txBody>
        </p:sp>
        <p:sp>
          <p:nvSpPr>
            <p:cNvPr id="10" name="Line 125">
              <a:extLst>
                <a:ext uri="{FF2B5EF4-FFF2-40B4-BE49-F238E27FC236}">
                  <a16:creationId xmlns:a16="http://schemas.microsoft.com/office/drawing/2014/main" id="{392C2EA9-7CC6-594D-8C03-FEEF9A7C628E}"/>
                </a:ext>
              </a:extLst>
            </p:cNvPr>
            <p:cNvSpPr>
              <a:spLocks noChangeShapeType="1"/>
            </p:cNvSpPr>
            <p:nvPr/>
          </p:nvSpPr>
          <p:spPr bwMode="auto">
            <a:xfrm flipV="1">
              <a:off x="5376" y="2592"/>
              <a:ext cx="0" cy="864"/>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cs typeface="ＭＳ Ｐゴシック" charset="0"/>
              </a:endParaRPr>
            </a:p>
          </p:txBody>
        </p:sp>
        <p:sp>
          <p:nvSpPr>
            <p:cNvPr id="11" name="Freeform 126">
              <a:extLst>
                <a:ext uri="{FF2B5EF4-FFF2-40B4-BE49-F238E27FC236}">
                  <a16:creationId xmlns:a16="http://schemas.microsoft.com/office/drawing/2014/main" id="{AD5D4A0F-FDFE-394F-833C-1D6728414EAF}"/>
                </a:ext>
              </a:extLst>
            </p:cNvPr>
            <p:cNvSpPr>
              <a:spLocks/>
            </p:cNvSpPr>
            <p:nvPr/>
          </p:nvSpPr>
          <p:spPr bwMode="auto">
            <a:xfrm>
              <a:off x="4128" y="2664"/>
              <a:ext cx="1248" cy="456"/>
            </a:xfrm>
            <a:custGeom>
              <a:avLst/>
              <a:gdLst>
                <a:gd name="T0" fmla="*/ 0 w 1248"/>
                <a:gd name="T1" fmla="*/ 456 h 456"/>
                <a:gd name="T2" fmla="*/ 336 w 1248"/>
                <a:gd name="T3" fmla="*/ 168 h 456"/>
                <a:gd name="T4" fmla="*/ 912 w 1248"/>
                <a:gd name="T5" fmla="*/ 24 h 456"/>
                <a:gd name="T6" fmla="*/ 1248 w 1248"/>
                <a:gd name="T7" fmla="*/ 24 h 4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48" h="456">
                  <a:moveTo>
                    <a:pt x="0" y="456"/>
                  </a:moveTo>
                  <a:cubicBezTo>
                    <a:pt x="92" y="348"/>
                    <a:pt x="184" y="240"/>
                    <a:pt x="336" y="168"/>
                  </a:cubicBezTo>
                  <a:cubicBezTo>
                    <a:pt x="488" y="96"/>
                    <a:pt x="760" y="48"/>
                    <a:pt x="912" y="24"/>
                  </a:cubicBezTo>
                  <a:cubicBezTo>
                    <a:pt x="1064" y="0"/>
                    <a:pt x="1156" y="12"/>
                    <a:pt x="1248" y="24"/>
                  </a:cubicBezTo>
                </a:path>
              </a:pathLst>
            </a:custGeom>
            <a:noFill/>
            <a:ln w="254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endParaRPr lang="en-CN"/>
            </a:p>
          </p:txBody>
        </p:sp>
        <p:sp>
          <p:nvSpPr>
            <p:cNvPr id="12" name="Text Box 127">
              <a:extLst>
                <a:ext uri="{FF2B5EF4-FFF2-40B4-BE49-F238E27FC236}">
                  <a16:creationId xmlns:a16="http://schemas.microsoft.com/office/drawing/2014/main" id="{7E51761B-AC8B-B94F-B237-04F63488A875}"/>
                </a:ext>
              </a:extLst>
            </p:cNvPr>
            <p:cNvSpPr txBox="1">
              <a:spLocks noChangeArrowheads="1"/>
            </p:cNvSpPr>
            <p:nvPr/>
          </p:nvSpPr>
          <p:spPr bwMode="auto">
            <a:xfrm>
              <a:off x="4032" y="3408"/>
              <a:ext cx="288"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zh-CN" sz="1800" b="1" i="1">
                  <a:latin typeface="Times New Roman" charset="0"/>
                  <a:ea typeface="ＭＳ Ｐゴシック" charset="0"/>
                  <a:cs typeface="ＭＳ Ｐゴシック" charset="0"/>
                </a:rPr>
                <a:t>x</a:t>
              </a:r>
              <a:r>
                <a:rPr lang="en-US" altLang="zh-CN" sz="1800" b="1" baseline="-25000">
                  <a:latin typeface="Times New Roman" charset="0"/>
                  <a:ea typeface="ＭＳ Ｐゴシック" charset="0"/>
                  <a:cs typeface="ＭＳ Ｐゴシック" charset="0"/>
                </a:rPr>
                <a:t>0</a:t>
              </a:r>
              <a:endParaRPr lang="en-US" altLang="zh-CN" sz="1800" b="1" i="1">
                <a:latin typeface="Times New Roman" charset="0"/>
                <a:ea typeface="ＭＳ Ｐゴシック" charset="0"/>
                <a:cs typeface="ＭＳ Ｐゴシック" charset="0"/>
              </a:endParaRPr>
            </a:p>
          </p:txBody>
        </p:sp>
        <p:sp>
          <p:nvSpPr>
            <p:cNvPr id="13" name="Text Box 128">
              <a:extLst>
                <a:ext uri="{FF2B5EF4-FFF2-40B4-BE49-F238E27FC236}">
                  <a16:creationId xmlns:a16="http://schemas.microsoft.com/office/drawing/2014/main" id="{39AAEB00-953D-C94B-B60B-9FE3FFE87AEA}"/>
                </a:ext>
              </a:extLst>
            </p:cNvPr>
            <p:cNvSpPr txBox="1">
              <a:spLocks noChangeArrowheads="1"/>
            </p:cNvSpPr>
            <p:nvPr/>
          </p:nvSpPr>
          <p:spPr bwMode="auto">
            <a:xfrm>
              <a:off x="5280" y="3408"/>
              <a:ext cx="288"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zh-CN" sz="1800" b="1" i="1">
                  <a:latin typeface="Times New Roman" charset="0"/>
                  <a:ea typeface="ＭＳ Ｐゴシック" charset="0"/>
                  <a:cs typeface="ＭＳ Ｐゴシック" charset="0"/>
                </a:rPr>
                <a:t>x</a:t>
              </a:r>
              <a:r>
                <a:rPr lang="en-US" altLang="zh-CN" sz="1800" b="1" baseline="-25000">
                  <a:latin typeface="Times New Roman" charset="0"/>
                  <a:ea typeface="ＭＳ Ｐゴシック" charset="0"/>
                  <a:cs typeface="ＭＳ Ｐゴシック" charset="0"/>
                </a:rPr>
                <a:t>2</a:t>
              </a:r>
              <a:endParaRPr lang="en-US" altLang="zh-CN" sz="1800" b="1" i="1">
                <a:latin typeface="Times New Roman" charset="0"/>
                <a:ea typeface="ＭＳ Ｐゴシック" charset="0"/>
                <a:cs typeface="ＭＳ Ｐゴシック" charset="0"/>
              </a:endParaRPr>
            </a:p>
          </p:txBody>
        </p:sp>
        <p:sp>
          <p:nvSpPr>
            <p:cNvPr id="14" name="Line 129">
              <a:extLst>
                <a:ext uri="{FF2B5EF4-FFF2-40B4-BE49-F238E27FC236}">
                  <a16:creationId xmlns:a16="http://schemas.microsoft.com/office/drawing/2014/main" id="{DA7AA755-1141-5C42-A883-F2C5F5045D56}"/>
                </a:ext>
              </a:extLst>
            </p:cNvPr>
            <p:cNvSpPr>
              <a:spLocks noChangeShapeType="1"/>
            </p:cNvSpPr>
            <p:nvPr/>
          </p:nvSpPr>
          <p:spPr bwMode="auto">
            <a:xfrm flipV="1">
              <a:off x="4776" y="2592"/>
              <a:ext cx="0" cy="864"/>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cs typeface="ＭＳ Ｐゴシック" charset="0"/>
              </a:endParaRPr>
            </a:p>
          </p:txBody>
        </p:sp>
        <p:sp>
          <p:nvSpPr>
            <p:cNvPr id="15" name="Text Box 130">
              <a:extLst>
                <a:ext uri="{FF2B5EF4-FFF2-40B4-BE49-F238E27FC236}">
                  <a16:creationId xmlns:a16="http://schemas.microsoft.com/office/drawing/2014/main" id="{5772A8A3-3337-7444-829A-F7EB2353FA6C}"/>
                </a:ext>
              </a:extLst>
            </p:cNvPr>
            <p:cNvSpPr txBox="1">
              <a:spLocks noChangeArrowheads="1"/>
            </p:cNvSpPr>
            <p:nvPr/>
          </p:nvSpPr>
          <p:spPr bwMode="auto">
            <a:xfrm>
              <a:off x="4656" y="3408"/>
              <a:ext cx="288"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zh-CN" sz="1800" b="1" i="1">
                  <a:latin typeface="Times New Roman" charset="0"/>
                  <a:ea typeface="ＭＳ Ｐゴシック" charset="0"/>
                  <a:cs typeface="ＭＳ Ｐゴシック" charset="0"/>
                </a:rPr>
                <a:t>x</a:t>
              </a:r>
              <a:r>
                <a:rPr lang="en-US" altLang="zh-CN" sz="1800" b="1" baseline="-25000">
                  <a:latin typeface="Times New Roman" charset="0"/>
                  <a:ea typeface="ＭＳ Ｐゴシック" charset="0"/>
                  <a:cs typeface="ＭＳ Ｐゴシック" charset="0"/>
                </a:rPr>
                <a:t>1</a:t>
              </a:r>
              <a:endParaRPr lang="en-US" altLang="zh-CN" sz="1800" b="1" i="1">
                <a:latin typeface="Times New Roman" charset="0"/>
                <a:ea typeface="ＭＳ Ｐゴシック" charset="0"/>
                <a:cs typeface="ＭＳ Ｐゴシック" charset="0"/>
              </a:endParaRPr>
            </a:p>
          </p:txBody>
        </p:sp>
      </p:grpSp>
      <p:sp>
        <p:nvSpPr>
          <p:cNvPr id="16" name="Line 132">
            <a:extLst>
              <a:ext uri="{FF2B5EF4-FFF2-40B4-BE49-F238E27FC236}">
                <a16:creationId xmlns:a16="http://schemas.microsoft.com/office/drawing/2014/main" id="{B2B63350-5F22-384D-AB28-12E22968A8B1}"/>
              </a:ext>
            </a:extLst>
          </p:cNvPr>
          <p:cNvSpPr>
            <a:spLocks noChangeShapeType="1"/>
          </p:cNvSpPr>
          <p:nvPr/>
        </p:nvSpPr>
        <p:spPr bwMode="auto">
          <a:xfrm flipV="1">
            <a:off x="6934200" y="3038475"/>
            <a:ext cx="1371600" cy="304800"/>
          </a:xfrm>
          <a:prstGeom prst="line">
            <a:avLst/>
          </a:prstGeom>
          <a:noFill/>
          <a:ln w="25400">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cs typeface="ＭＳ Ｐゴシック" charset="0"/>
            </a:endParaRPr>
          </a:p>
        </p:txBody>
      </p:sp>
      <p:sp>
        <p:nvSpPr>
          <p:cNvPr id="17" name="Line 133">
            <a:extLst>
              <a:ext uri="{FF2B5EF4-FFF2-40B4-BE49-F238E27FC236}">
                <a16:creationId xmlns:a16="http://schemas.microsoft.com/office/drawing/2014/main" id="{D5E6E359-A7BF-E34A-B6F7-5151DDCC8607}"/>
              </a:ext>
            </a:extLst>
          </p:cNvPr>
          <p:cNvSpPr>
            <a:spLocks noChangeShapeType="1"/>
          </p:cNvSpPr>
          <p:nvPr/>
        </p:nvSpPr>
        <p:spPr bwMode="auto">
          <a:xfrm flipV="1">
            <a:off x="6553200" y="3284538"/>
            <a:ext cx="1979613" cy="550862"/>
          </a:xfrm>
          <a:prstGeom prst="line">
            <a:avLst/>
          </a:prstGeom>
          <a:noFill/>
          <a:ln w="15875">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ＭＳ Ｐゴシック" charset="0"/>
              <a:cs typeface="ＭＳ Ｐゴシック" charset="0"/>
            </a:endParaRPr>
          </a:p>
        </p:txBody>
      </p:sp>
      <p:graphicFrame>
        <p:nvGraphicFramePr>
          <p:cNvPr id="18" name="Object 134">
            <a:extLst>
              <a:ext uri="{FF2B5EF4-FFF2-40B4-BE49-F238E27FC236}">
                <a16:creationId xmlns:a16="http://schemas.microsoft.com/office/drawing/2014/main" id="{2C91A831-700C-2A40-AC4E-42CA3D0D696C}"/>
              </a:ext>
            </a:extLst>
          </p:cNvPr>
          <p:cNvGraphicFramePr>
            <a:graphicFrameLocks noChangeAspect="1"/>
          </p:cNvGraphicFramePr>
          <p:nvPr/>
        </p:nvGraphicFramePr>
        <p:xfrm>
          <a:off x="1258888" y="2781300"/>
          <a:ext cx="3924300" cy="425450"/>
        </p:xfrm>
        <a:graphic>
          <a:graphicData uri="http://schemas.openxmlformats.org/presentationml/2006/ole">
            <mc:AlternateContent xmlns:mc="http://schemas.openxmlformats.org/markup-compatibility/2006">
              <mc:Choice xmlns:v="urn:schemas-microsoft-com:vml" Requires="v">
                <p:oleObj name="Equation" r:id="rId7" imgW="46228000" imgH="5270500" progId="Equation.3">
                  <p:embed/>
                </p:oleObj>
              </mc:Choice>
              <mc:Fallback>
                <p:oleObj name="Equation" r:id="rId7" imgW="46228000" imgH="5270500" progId="Equation.3">
                  <p:embed/>
                  <p:pic>
                    <p:nvPicPr>
                      <p:cNvPr id="18" name="Object 134">
                        <a:extLst>
                          <a:ext uri="{FF2B5EF4-FFF2-40B4-BE49-F238E27FC236}">
                            <a16:creationId xmlns:a16="http://schemas.microsoft.com/office/drawing/2014/main" id="{2C91A831-700C-2A40-AC4E-42CA3D0D69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2781300"/>
                        <a:ext cx="392430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 name="AutoShape 135">
            <a:extLst>
              <a:ext uri="{FF2B5EF4-FFF2-40B4-BE49-F238E27FC236}">
                <a16:creationId xmlns:a16="http://schemas.microsoft.com/office/drawing/2014/main" id="{155FC850-E2DF-EF4F-B72A-3996E7D84EB3}"/>
              </a:ext>
            </a:extLst>
          </p:cNvPr>
          <p:cNvSpPr>
            <a:spLocks noChangeArrowheads="1"/>
          </p:cNvSpPr>
          <p:nvPr/>
        </p:nvSpPr>
        <p:spPr bwMode="auto">
          <a:xfrm>
            <a:off x="801688" y="2933700"/>
            <a:ext cx="381000" cy="152400"/>
          </a:xfrm>
          <a:prstGeom prst="rightArrow">
            <a:avLst>
              <a:gd name="adj1" fmla="val 50000"/>
              <a:gd name="adj2" fmla="val 62500"/>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cs typeface="ＭＳ Ｐゴシック" charset="0"/>
            </a:endParaRPr>
          </a:p>
        </p:txBody>
      </p:sp>
      <p:grpSp>
        <p:nvGrpSpPr>
          <p:cNvPr id="20" name="Group 138">
            <a:extLst>
              <a:ext uri="{FF2B5EF4-FFF2-40B4-BE49-F238E27FC236}">
                <a16:creationId xmlns:a16="http://schemas.microsoft.com/office/drawing/2014/main" id="{7F3EB446-3605-494D-9B25-D745BCE7F5D1}"/>
              </a:ext>
            </a:extLst>
          </p:cNvPr>
          <p:cNvGrpSpPr>
            <a:grpSpLocks/>
          </p:cNvGrpSpPr>
          <p:nvPr/>
        </p:nvGrpSpPr>
        <p:grpSpPr bwMode="auto">
          <a:xfrm>
            <a:off x="539750" y="3573463"/>
            <a:ext cx="5334000" cy="762000"/>
            <a:chOff x="480" y="3600"/>
            <a:chExt cx="3360" cy="480"/>
          </a:xfrm>
        </p:grpSpPr>
        <p:sp>
          <p:nvSpPr>
            <p:cNvPr id="21" name="AutoShape 137" descr="再生纸">
              <a:extLst>
                <a:ext uri="{FF2B5EF4-FFF2-40B4-BE49-F238E27FC236}">
                  <a16:creationId xmlns:a16="http://schemas.microsoft.com/office/drawing/2014/main" id="{F6A9126E-69F1-2046-A8FD-70097F5F800B}"/>
                </a:ext>
              </a:extLst>
            </p:cNvPr>
            <p:cNvSpPr>
              <a:spLocks noChangeArrowheads="1"/>
            </p:cNvSpPr>
            <p:nvPr/>
          </p:nvSpPr>
          <p:spPr bwMode="auto">
            <a:xfrm>
              <a:off x="480" y="3600"/>
              <a:ext cx="3360" cy="480"/>
            </a:xfrm>
            <a:prstGeom prst="bevel">
              <a:avLst>
                <a:gd name="adj" fmla="val 12500"/>
              </a:avLst>
            </a:prstGeom>
            <a:blipFill dpi="0" rotWithShape="0">
              <a:blip r:embed="rId9"/>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cs typeface="ＭＳ Ｐゴシック" charset="0"/>
              </a:endParaRPr>
            </a:p>
          </p:txBody>
        </p:sp>
        <p:graphicFrame>
          <p:nvGraphicFramePr>
            <p:cNvPr id="28686" name="Object 136">
              <a:extLst>
                <a:ext uri="{FF2B5EF4-FFF2-40B4-BE49-F238E27FC236}">
                  <a16:creationId xmlns:a16="http://schemas.microsoft.com/office/drawing/2014/main" id="{C08411B2-447F-594E-8C7D-6C8D3306A381}"/>
                </a:ext>
              </a:extLst>
            </p:cNvPr>
            <p:cNvGraphicFramePr>
              <a:graphicFrameLocks noChangeAspect="1"/>
            </p:cNvGraphicFramePr>
            <p:nvPr/>
          </p:nvGraphicFramePr>
          <p:xfrm>
            <a:off x="576" y="3696"/>
            <a:ext cx="3176" cy="288"/>
          </p:xfrm>
          <a:graphic>
            <a:graphicData uri="http://schemas.openxmlformats.org/presentationml/2006/ole">
              <mc:AlternateContent xmlns:mc="http://schemas.openxmlformats.org/markup-compatibility/2006">
                <mc:Choice xmlns:v="urn:schemas-microsoft-com:vml" Requires="v">
                  <p:oleObj name="Equation" r:id="rId10" imgW="57924700" imgH="5270500" progId="Equation.3">
                    <p:embed/>
                  </p:oleObj>
                </mc:Choice>
                <mc:Fallback>
                  <p:oleObj name="Equation" r:id="rId10" imgW="57924700" imgH="5270500" progId="Equation.3">
                    <p:embed/>
                    <p:pic>
                      <p:nvPicPr>
                        <p:cNvPr id="28686" name="Object 136">
                          <a:extLst>
                            <a:ext uri="{FF2B5EF4-FFF2-40B4-BE49-F238E27FC236}">
                              <a16:creationId xmlns:a16="http://schemas.microsoft.com/office/drawing/2014/main" id="{C08411B2-447F-594E-8C7D-6C8D3306A3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 y="3696"/>
                          <a:ext cx="317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23" name="Group 144">
            <a:extLst>
              <a:ext uri="{FF2B5EF4-FFF2-40B4-BE49-F238E27FC236}">
                <a16:creationId xmlns:a16="http://schemas.microsoft.com/office/drawing/2014/main" id="{34E6A83E-4928-0543-95D1-B45BEC51BBD9}"/>
              </a:ext>
            </a:extLst>
          </p:cNvPr>
          <p:cNvGrpSpPr>
            <a:grpSpLocks/>
          </p:cNvGrpSpPr>
          <p:nvPr/>
        </p:nvGrpSpPr>
        <p:grpSpPr bwMode="auto">
          <a:xfrm>
            <a:off x="468313" y="5157788"/>
            <a:ext cx="8153400" cy="822325"/>
            <a:chOff x="432" y="3696"/>
            <a:chExt cx="5136" cy="518"/>
          </a:xfrm>
        </p:grpSpPr>
        <p:sp>
          <p:nvSpPr>
            <p:cNvPr id="24" name="Text Box 141">
              <a:extLst>
                <a:ext uri="{FF2B5EF4-FFF2-40B4-BE49-F238E27FC236}">
                  <a16:creationId xmlns:a16="http://schemas.microsoft.com/office/drawing/2014/main" id="{90A2F458-0665-B94C-88BE-0C5A4BE78EBE}"/>
                </a:ext>
              </a:extLst>
            </p:cNvPr>
            <p:cNvSpPr txBox="1">
              <a:spLocks noChangeArrowheads="1"/>
            </p:cNvSpPr>
            <p:nvPr/>
          </p:nvSpPr>
          <p:spPr bwMode="auto">
            <a:xfrm>
              <a:off x="432" y="3696"/>
              <a:ext cx="5136" cy="5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zh-CN" altLang="en-US" sz="2400" b="1">
                  <a:latin typeface="Times New Roman" charset="0"/>
                  <a:ea typeface="ＭＳ Ｐゴシック" charset="0"/>
                  <a:cs typeface="ＭＳ Ｐゴシック" charset="0"/>
                </a:rPr>
                <a:t>假设</a:t>
              </a:r>
              <a:r>
                <a:rPr lang="en-US" altLang="zh-CN" sz="2400" b="1">
                  <a:latin typeface="Times New Roman" charset="0"/>
                  <a:ea typeface="ＭＳ Ｐゴシック" charset="0"/>
                  <a:cs typeface="ＭＳ Ｐゴシック" charset="0"/>
                </a:rPr>
                <a:t>                                </a:t>
              </a:r>
              <a:r>
                <a:rPr lang="zh-CN" altLang="en-US" sz="2400" b="1">
                  <a:latin typeface="Times New Roman" charset="0"/>
                  <a:ea typeface="ＭＳ Ｐゴシック" charset="0"/>
                  <a:cs typeface="ＭＳ Ｐゴシック" charset="0"/>
                </a:rPr>
                <a:t>，则可以导出</a:t>
              </a:r>
              <a:endParaRPr lang="en-US" altLang="zh-CN" sz="2400" b="1">
                <a:latin typeface="Times New Roman" charset="0"/>
                <a:ea typeface="ＭＳ Ｐゴシック" charset="0"/>
                <a:cs typeface="ＭＳ Ｐゴシック" charset="0"/>
              </a:endParaRPr>
            </a:p>
            <a:p>
              <a:pPr>
                <a:defRPr/>
              </a:pPr>
              <a:r>
                <a:rPr lang="zh-CN" altLang="en-US" sz="2400" b="1">
                  <a:latin typeface="Times New Roman" charset="0"/>
                  <a:ea typeface="ＭＳ Ｐゴシック" charset="0"/>
                  <a:cs typeface="ＭＳ Ｐゴシック" charset="0"/>
                </a:rPr>
                <a:t>即中点公式具有</a:t>
              </a:r>
              <a:r>
                <a:rPr lang="en-US" altLang="zh-CN" sz="2400" b="1">
                  <a:latin typeface="Times New Roman" charset="0"/>
                  <a:ea typeface="ＭＳ Ｐゴシック" charset="0"/>
                  <a:cs typeface="ＭＳ Ｐゴシック" charset="0"/>
                </a:rPr>
                <a:t> </a:t>
              </a:r>
              <a:r>
                <a:rPr lang="en-US" altLang="zh-CN" sz="2400" b="1">
                  <a:solidFill>
                    <a:schemeClr val="accent2"/>
                  </a:solidFill>
                  <a:latin typeface="Times New Roman" charset="0"/>
                  <a:ea typeface="ＭＳ Ｐゴシック" charset="0"/>
                  <a:cs typeface="ＭＳ Ｐゴシック" charset="0"/>
                </a:rPr>
                <a:t>2 </a:t>
              </a:r>
              <a:r>
                <a:rPr lang="zh-CN" altLang="en-US" sz="2400" b="1">
                  <a:latin typeface="Times New Roman" charset="0"/>
                  <a:ea typeface="ＭＳ Ｐゴシック" charset="0"/>
                  <a:cs typeface="ＭＳ Ｐゴシック" charset="0"/>
                </a:rPr>
                <a:t>阶精度。</a:t>
              </a:r>
              <a:endParaRPr lang="en-US" altLang="zh-CN" sz="2400" b="1">
                <a:latin typeface="Times New Roman" charset="0"/>
                <a:ea typeface="ＭＳ Ｐゴシック" charset="0"/>
                <a:cs typeface="ＭＳ Ｐゴシック" charset="0"/>
              </a:endParaRPr>
            </a:p>
          </p:txBody>
        </p:sp>
        <p:graphicFrame>
          <p:nvGraphicFramePr>
            <p:cNvPr id="28683" name="Object 142">
              <a:extLst>
                <a:ext uri="{FF2B5EF4-FFF2-40B4-BE49-F238E27FC236}">
                  <a16:creationId xmlns:a16="http://schemas.microsoft.com/office/drawing/2014/main" id="{97E5057E-8FC4-7A49-9F21-83A986AE03DC}"/>
                </a:ext>
              </a:extLst>
            </p:cNvPr>
            <p:cNvGraphicFramePr>
              <a:graphicFrameLocks noChangeAspect="1"/>
            </p:cNvGraphicFramePr>
            <p:nvPr/>
          </p:nvGraphicFramePr>
          <p:xfrm>
            <a:off x="912" y="3744"/>
            <a:ext cx="1502" cy="231"/>
          </p:xfrm>
          <a:graphic>
            <a:graphicData uri="http://schemas.openxmlformats.org/presentationml/2006/ole">
              <mc:AlternateContent xmlns:mc="http://schemas.openxmlformats.org/markup-compatibility/2006">
                <mc:Choice xmlns:v="urn:schemas-microsoft-com:vml" Requires="v">
                  <p:oleObj name="Equation" r:id="rId12" imgW="37452300" imgH="5270500" progId="Equation.3">
                    <p:embed/>
                  </p:oleObj>
                </mc:Choice>
                <mc:Fallback>
                  <p:oleObj name="Equation" r:id="rId12" imgW="37452300" imgH="5270500" progId="Equation.3">
                    <p:embed/>
                    <p:pic>
                      <p:nvPicPr>
                        <p:cNvPr id="28683" name="Object 142">
                          <a:extLst>
                            <a:ext uri="{FF2B5EF4-FFF2-40B4-BE49-F238E27FC236}">
                              <a16:creationId xmlns:a16="http://schemas.microsoft.com/office/drawing/2014/main" id="{97E5057E-8FC4-7A49-9F21-83A986AE03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2" y="3744"/>
                          <a:ext cx="150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8684" name="Object 143">
              <a:extLst>
                <a:ext uri="{FF2B5EF4-FFF2-40B4-BE49-F238E27FC236}">
                  <a16:creationId xmlns:a16="http://schemas.microsoft.com/office/drawing/2014/main" id="{AC5D4E9F-641A-3F4B-9D96-DCA1AE9F401B}"/>
                </a:ext>
              </a:extLst>
            </p:cNvPr>
            <p:cNvGraphicFramePr>
              <a:graphicFrameLocks noChangeAspect="1"/>
            </p:cNvGraphicFramePr>
            <p:nvPr/>
          </p:nvGraphicFramePr>
          <p:xfrm>
            <a:off x="3970" y="3741"/>
            <a:ext cx="1446" cy="234"/>
          </p:xfrm>
          <a:graphic>
            <a:graphicData uri="http://schemas.openxmlformats.org/presentationml/2006/ole">
              <mc:AlternateContent xmlns:mc="http://schemas.openxmlformats.org/markup-compatibility/2006">
                <mc:Choice xmlns:v="urn:schemas-microsoft-com:vml" Requires="v">
                  <p:oleObj name="Equation" r:id="rId14" imgW="38912800" imgH="5562600" progId="Equation.3">
                    <p:embed/>
                  </p:oleObj>
                </mc:Choice>
                <mc:Fallback>
                  <p:oleObj name="Equation" r:id="rId14" imgW="38912800" imgH="5562600" progId="Equation.3">
                    <p:embed/>
                    <p:pic>
                      <p:nvPicPr>
                        <p:cNvPr id="28684" name="Object 143">
                          <a:extLst>
                            <a:ext uri="{FF2B5EF4-FFF2-40B4-BE49-F238E27FC236}">
                              <a16:creationId xmlns:a16="http://schemas.microsoft.com/office/drawing/2014/main" id="{AC5D4E9F-641A-3F4B-9D96-DCA1AE9F401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70" y="3741"/>
                          <a:ext cx="1446"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9715608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subTnLst>
                                    <p:audio>
                                      <p:cMediaNode>
                                        <p:cTn display="0" masterRel="sameClick">
                                          <p:stCondLst>
                                            <p:cond evt="begin" delay="0">
                                              <p:tn val="20"/>
                                            </p:cond>
                                          </p:stCondLst>
                                          <p:endCondLst>
                                            <p:cond evt="onStopAudio" delay="0">
                                              <p:tgtEl>
                                                <p:sldTgt/>
                                              </p:tgtEl>
                                            </p:cond>
                                          </p:endCondLst>
                                        </p:cTn>
                                        <p:tgtEl>
                                          <p:sndTgt r:embed="rId3" name="whoosh.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ppt_x</p:attrName>
                                        </p:attrNameLst>
                                      </p:cBhvr>
                                      <p:tavLst>
                                        <p:tav tm="0">
                                          <p:val>
                                            <p:strVal val="#ppt_x-#ppt_w/2"/>
                                          </p:val>
                                        </p:tav>
                                        <p:tav tm="100000">
                                          <p:val>
                                            <p:strVal val="#ppt_x"/>
                                          </p:val>
                                        </p:tav>
                                      </p:tavLst>
                                    </p:anim>
                                    <p:anim calcmode="lin" valueType="num">
                                      <p:cBhvr>
                                        <p:cTn id="28" dur="500" fill="hold"/>
                                        <p:tgtEl>
                                          <p:spTgt spid="19"/>
                                        </p:tgtEl>
                                        <p:attrNameLst>
                                          <p:attrName>ppt_y</p:attrName>
                                        </p:attrNameLst>
                                      </p:cBhvr>
                                      <p:tavLst>
                                        <p:tav tm="0">
                                          <p:val>
                                            <p:strVal val="#ppt_y"/>
                                          </p:val>
                                        </p:tav>
                                        <p:tav tm="100000">
                                          <p:val>
                                            <p:strVal val="#ppt_y"/>
                                          </p:val>
                                        </p:tav>
                                      </p:tavLst>
                                    </p:anim>
                                    <p:anim calcmode="lin" valueType="num">
                                      <p:cBhvr>
                                        <p:cTn id="29" dur="500" fill="hold"/>
                                        <p:tgtEl>
                                          <p:spTgt spid="19"/>
                                        </p:tgtEl>
                                        <p:attrNameLst>
                                          <p:attrName>ppt_w</p:attrName>
                                        </p:attrNameLst>
                                      </p:cBhvr>
                                      <p:tavLst>
                                        <p:tav tm="0">
                                          <p:val>
                                            <p:fltVal val="0"/>
                                          </p:val>
                                        </p:tav>
                                        <p:tav tm="100000">
                                          <p:val>
                                            <p:strVal val="#ppt_w"/>
                                          </p:val>
                                        </p:tav>
                                      </p:tavLst>
                                    </p:anim>
                                    <p:anim calcmode="lin" valueType="num">
                                      <p:cBhvr>
                                        <p:cTn id="30" dur="500" fill="hold"/>
                                        <p:tgtEl>
                                          <p:spTgt spid="19"/>
                                        </p:tgtEl>
                                        <p:attrNameLst>
                                          <p:attrName>ppt_h</p:attrName>
                                        </p:attrNameLst>
                                      </p:cBhvr>
                                      <p:tavLst>
                                        <p:tav tm="0">
                                          <p:val>
                                            <p:strVal val="#ppt_h"/>
                                          </p:val>
                                        </p:tav>
                                        <p:tav tm="100000">
                                          <p:val>
                                            <p:strVal val="#ppt_h"/>
                                          </p:val>
                                        </p:tav>
                                      </p:tavLst>
                                    </p:anim>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500"/>
                                        <p:tgtEl>
                                          <p:spTgt spid="18"/>
                                        </p:tgtEl>
                                      </p:cBhvr>
                                    </p:animEffect>
                                  </p:childTnLst>
                                  <p:subTnLst>
                                    <p:audio>
                                      <p:cMediaNode>
                                        <p:cTn display="0" masterRel="sameClick">
                                          <p:stCondLst>
                                            <p:cond evt="begin" delay="0">
                                              <p:tn val="32"/>
                                            </p:cond>
                                          </p:stCondLst>
                                          <p:endCondLst>
                                            <p:cond evt="onStopAudio" delay="0">
                                              <p:tgtEl>
                                                <p:sldTgt/>
                                              </p:tgtEl>
                                            </p:cond>
                                          </p:endCondLst>
                                        </p:cTn>
                                        <p:tgtEl>
                                          <p:sndTgt r:embed="rId2" name="type.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16"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box(in)">
                                      <p:cBhvr>
                                        <p:cTn id="39" dur="500"/>
                                        <p:tgtEl>
                                          <p:spTgt spid="20"/>
                                        </p:tgtEl>
                                      </p:cBhvr>
                                    </p:animEffect>
                                  </p:childTnLst>
                                  <p:subTnLst>
                                    <p:audio>
                                      <p:cMediaNode>
                                        <p:cTn display="0" masterRel="sameClick">
                                          <p:stCondLst>
                                            <p:cond evt="begin" delay="0">
                                              <p:tn val="37"/>
                                            </p:cond>
                                          </p:stCondLst>
                                          <p:endCondLst>
                                            <p:cond evt="onStopAudio" delay="0">
                                              <p:tgtEl>
                                                <p:sldTgt/>
                                              </p:tgtEl>
                                            </p:cond>
                                          </p:endCondLst>
                                        </p:cTn>
                                        <p:tgtEl>
                                          <p:sndTgt r:embed="rId4" name="camera.wav"/>
                                        </p:tgtEl>
                                      </p:cMediaNode>
                                    </p:audio>
                                  </p:sub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up)">
                                      <p:cBhvr>
                                        <p:cTn id="44" dur="500"/>
                                        <p:tgtEl>
                                          <p:spTgt spid="23"/>
                                        </p:tgtEl>
                                      </p:cBhvr>
                                    </p:animEffect>
                                  </p:childTnLst>
                                  <p:subTnLst>
                                    <p:audio>
                                      <p:cMediaNode>
                                        <p:cTn display="0" masterRel="sameClick">
                                          <p:stCondLst>
                                            <p:cond evt="begin" delay="0">
                                              <p:tn val="42"/>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a:extLst>
              <a:ext uri="{FF2B5EF4-FFF2-40B4-BE49-F238E27FC236}">
                <a16:creationId xmlns:a16="http://schemas.microsoft.com/office/drawing/2014/main" id="{56F80C1E-80E4-4440-B601-C879852CEB83}"/>
              </a:ext>
            </a:extLst>
          </p:cNvPr>
          <p:cNvSpPr txBox="1">
            <a:spLocks noChangeArrowheads="1"/>
          </p:cNvSpPr>
          <p:nvPr/>
        </p:nvSpPr>
        <p:spPr bwMode="auto">
          <a:xfrm>
            <a:off x="457200" y="228600"/>
            <a:ext cx="82296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b="1">
                <a:latin typeface="宋体" charset="0"/>
                <a:ea typeface="黑体" charset="0"/>
                <a:cs typeface="黑体" charset="0"/>
              </a:rPr>
              <a:t>例</a:t>
            </a:r>
            <a:r>
              <a:rPr lang="en-US" altLang="zh-CN" b="1">
                <a:ea typeface="黑体" charset="0"/>
                <a:cs typeface="黑体" charset="0"/>
              </a:rPr>
              <a:t>  </a:t>
            </a:r>
            <a:r>
              <a:rPr lang="zh-CN" altLang="en-US" b="1">
                <a:latin typeface="宋体" charset="0"/>
                <a:ea typeface="黑体" charset="0"/>
                <a:cs typeface="黑体" charset="0"/>
              </a:rPr>
              <a:t>用欧拉法解初值问题</a:t>
            </a:r>
            <a:r>
              <a:rPr lang="en-US" altLang="zh-CN" b="1"/>
              <a:t> </a:t>
            </a:r>
          </a:p>
        </p:txBody>
      </p:sp>
      <p:graphicFrame>
        <p:nvGraphicFramePr>
          <p:cNvPr id="29698" name="Object 3">
            <a:extLst>
              <a:ext uri="{FF2B5EF4-FFF2-40B4-BE49-F238E27FC236}">
                <a16:creationId xmlns:a16="http://schemas.microsoft.com/office/drawing/2014/main" id="{4C57ECD9-6FCE-9745-A222-CE5372F506F1}"/>
              </a:ext>
            </a:extLst>
          </p:cNvPr>
          <p:cNvGraphicFramePr>
            <a:graphicFrameLocks noChangeAspect="1"/>
          </p:cNvGraphicFramePr>
          <p:nvPr/>
        </p:nvGraphicFramePr>
        <p:xfrm>
          <a:off x="1600200" y="762000"/>
          <a:ext cx="3886200" cy="990600"/>
        </p:xfrm>
        <a:graphic>
          <a:graphicData uri="http://schemas.openxmlformats.org/presentationml/2006/ole">
            <mc:AlternateContent xmlns:mc="http://schemas.openxmlformats.org/markup-compatibility/2006">
              <mc:Choice xmlns:v="urn:schemas-microsoft-com:vml" Requires="v">
                <p:oleObj r:id="rId2" imgW="45059600" imgH="11112500" progId="Equation.3">
                  <p:embed/>
                </p:oleObj>
              </mc:Choice>
              <mc:Fallback>
                <p:oleObj r:id="rId2" imgW="45059600" imgH="11112500" progId="Equation.3">
                  <p:embed/>
                  <p:pic>
                    <p:nvPicPr>
                      <p:cNvPr id="29698" name="Object 3">
                        <a:extLst>
                          <a:ext uri="{FF2B5EF4-FFF2-40B4-BE49-F238E27FC236}">
                            <a16:creationId xmlns:a16="http://schemas.microsoft.com/office/drawing/2014/main" id="{4C57ECD9-6FCE-9745-A222-CE5372F506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762000"/>
                        <a:ext cx="3886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4741" name="Text Box 5">
            <a:extLst>
              <a:ext uri="{FF2B5EF4-FFF2-40B4-BE49-F238E27FC236}">
                <a16:creationId xmlns:a16="http://schemas.microsoft.com/office/drawing/2014/main" id="{E966997A-A0E8-6849-B115-2A79B36F2821}"/>
              </a:ext>
            </a:extLst>
          </p:cNvPr>
          <p:cNvSpPr txBox="1">
            <a:spLocks noChangeArrowheads="1"/>
          </p:cNvSpPr>
          <p:nvPr/>
        </p:nvSpPr>
        <p:spPr bwMode="auto">
          <a:xfrm>
            <a:off x="990600" y="1676400"/>
            <a:ext cx="70866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b="1">
                <a:latin typeface="宋体" charset="0"/>
                <a:ea typeface="黑体" charset="0"/>
                <a:cs typeface="黑体" charset="0"/>
              </a:rPr>
              <a:t>取步长</a:t>
            </a:r>
            <a:r>
              <a:rPr lang="en-US" altLang="zh-CN" b="1">
                <a:latin typeface="宋体" charset="0"/>
                <a:ea typeface="黑体" charset="0"/>
                <a:cs typeface="黑体" charset="0"/>
              </a:rPr>
              <a:t>h=0.2 ,</a:t>
            </a:r>
            <a:r>
              <a:rPr lang="zh-CN" altLang="en-US" b="1">
                <a:latin typeface="宋体" charset="0"/>
                <a:ea typeface="黑体" charset="0"/>
                <a:cs typeface="黑体" charset="0"/>
              </a:rPr>
              <a:t>计算过程保留</a:t>
            </a:r>
            <a:r>
              <a:rPr lang="en-US" altLang="zh-CN" b="1">
                <a:latin typeface="宋体" charset="0"/>
                <a:ea typeface="黑体" charset="0"/>
                <a:cs typeface="黑体" charset="0"/>
              </a:rPr>
              <a:t>4</a:t>
            </a:r>
            <a:r>
              <a:rPr lang="zh-CN" altLang="en-US" b="1">
                <a:latin typeface="宋体" charset="0"/>
                <a:ea typeface="黑体" charset="0"/>
                <a:cs typeface="黑体" charset="0"/>
              </a:rPr>
              <a:t>位小数</a:t>
            </a:r>
            <a:r>
              <a:rPr lang="en-US" altLang="zh-CN" sz="3200" b="1">
                <a:latin typeface="宋体" charset="0"/>
                <a:ea typeface="黑体" charset="0"/>
                <a:cs typeface="黑体" charset="0"/>
              </a:rPr>
              <a:t> </a:t>
            </a:r>
          </a:p>
        </p:txBody>
      </p:sp>
      <p:sp>
        <p:nvSpPr>
          <p:cNvPr id="244742" name="Text Box 6">
            <a:extLst>
              <a:ext uri="{FF2B5EF4-FFF2-40B4-BE49-F238E27FC236}">
                <a16:creationId xmlns:a16="http://schemas.microsoft.com/office/drawing/2014/main" id="{241CF95D-955C-C541-8121-32C72FED0853}"/>
              </a:ext>
            </a:extLst>
          </p:cNvPr>
          <p:cNvSpPr txBox="1">
            <a:spLocks noChangeArrowheads="1"/>
          </p:cNvSpPr>
          <p:nvPr/>
        </p:nvSpPr>
        <p:spPr bwMode="auto">
          <a:xfrm>
            <a:off x="457200" y="2286000"/>
            <a:ext cx="8305800" cy="5826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lnSpc>
                <a:spcPct val="115000"/>
              </a:lnSpc>
              <a:defRPr/>
            </a:pPr>
            <a:r>
              <a:rPr lang="zh-CN" altLang="en-US" b="1">
                <a:latin typeface="宋体" charset="0"/>
                <a:ea typeface="黑体" charset="0"/>
                <a:cs typeface="黑体" charset="0"/>
              </a:rPr>
              <a:t>解</a:t>
            </a:r>
            <a:r>
              <a:rPr lang="en-US" altLang="zh-CN" b="1">
                <a:latin typeface="宋体" charset="0"/>
                <a:ea typeface="黑体" charset="0"/>
                <a:cs typeface="黑体" charset="0"/>
              </a:rPr>
              <a:t>: h=0.2,                </a:t>
            </a:r>
            <a:r>
              <a:rPr lang="zh-CN" altLang="en-US" b="1">
                <a:latin typeface="宋体" charset="0"/>
                <a:ea typeface="黑体" charset="0"/>
                <a:cs typeface="黑体" charset="0"/>
              </a:rPr>
              <a:t>欧拉迭代格式</a:t>
            </a:r>
            <a:r>
              <a:rPr lang="en-US" altLang="zh-CN"/>
              <a:t> </a:t>
            </a:r>
          </a:p>
        </p:txBody>
      </p:sp>
      <p:graphicFrame>
        <p:nvGraphicFramePr>
          <p:cNvPr id="244743" name="Object 7">
            <a:extLst>
              <a:ext uri="{FF2B5EF4-FFF2-40B4-BE49-F238E27FC236}">
                <a16:creationId xmlns:a16="http://schemas.microsoft.com/office/drawing/2014/main" id="{0E8A9A2D-3C58-1849-B326-BD813871C3F3}"/>
              </a:ext>
            </a:extLst>
          </p:cNvPr>
          <p:cNvGraphicFramePr>
            <a:graphicFrameLocks noChangeAspect="1"/>
          </p:cNvGraphicFramePr>
          <p:nvPr/>
        </p:nvGraphicFramePr>
        <p:xfrm>
          <a:off x="2514600" y="2362200"/>
          <a:ext cx="2438400" cy="476250"/>
        </p:xfrm>
        <a:graphic>
          <a:graphicData uri="http://schemas.openxmlformats.org/presentationml/2006/ole">
            <mc:AlternateContent xmlns:mc="http://schemas.openxmlformats.org/markup-compatibility/2006">
              <mc:Choice xmlns:v="urn:schemas-microsoft-com:vml" Requires="v">
                <p:oleObj r:id="rId4" imgW="26911300" imgH="5270500" progId="Equation.3">
                  <p:embed/>
                </p:oleObj>
              </mc:Choice>
              <mc:Fallback>
                <p:oleObj r:id="rId4" imgW="26911300" imgH="5270500" progId="Equation.3">
                  <p:embed/>
                  <p:pic>
                    <p:nvPicPr>
                      <p:cNvPr id="244743" name="Object 7">
                        <a:extLst>
                          <a:ext uri="{FF2B5EF4-FFF2-40B4-BE49-F238E27FC236}">
                            <a16:creationId xmlns:a16="http://schemas.microsoft.com/office/drawing/2014/main" id="{0E8A9A2D-3C58-1849-B326-BD813871C3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2362200"/>
                        <a:ext cx="2438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4746" name="Rectangle 10">
            <a:extLst>
              <a:ext uri="{FF2B5EF4-FFF2-40B4-BE49-F238E27FC236}">
                <a16:creationId xmlns:a16="http://schemas.microsoft.com/office/drawing/2014/main" id="{B0E4A8D1-AFE7-2C40-BE49-D985C4605C8F}"/>
              </a:ext>
            </a:extLst>
          </p:cNvPr>
          <p:cNvSpPr>
            <a:spLocks noChangeArrowheads="1"/>
          </p:cNvSpPr>
          <p:nvPr/>
        </p:nvSpPr>
        <p:spPr bwMode="auto">
          <a:xfrm>
            <a:off x="3367088" y="330993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244745" name="Object 9">
            <a:extLst>
              <a:ext uri="{FF2B5EF4-FFF2-40B4-BE49-F238E27FC236}">
                <a16:creationId xmlns:a16="http://schemas.microsoft.com/office/drawing/2014/main" id="{6594B7DA-21C2-5D42-BCBC-63CD807C0CDE}"/>
              </a:ext>
            </a:extLst>
          </p:cNvPr>
          <p:cNvGraphicFramePr>
            <a:graphicFrameLocks noChangeAspect="1"/>
          </p:cNvGraphicFramePr>
          <p:nvPr/>
        </p:nvGraphicFramePr>
        <p:xfrm>
          <a:off x="1066800" y="2819400"/>
          <a:ext cx="5486400" cy="527050"/>
        </p:xfrm>
        <a:graphic>
          <a:graphicData uri="http://schemas.openxmlformats.org/presentationml/2006/ole">
            <mc:AlternateContent xmlns:mc="http://schemas.openxmlformats.org/markup-compatibility/2006">
              <mc:Choice xmlns:v="urn:schemas-microsoft-com:vml" Requires="v">
                <p:oleObj r:id="rId6" imgW="55587900" imgH="5562600" progId="Equation.3">
                  <p:embed/>
                </p:oleObj>
              </mc:Choice>
              <mc:Fallback>
                <p:oleObj r:id="rId6" imgW="55587900" imgH="5562600" progId="Equation.3">
                  <p:embed/>
                  <p:pic>
                    <p:nvPicPr>
                      <p:cNvPr id="244745" name="Object 9">
                        <a:extLst>
                          <a:ext uri="{FF2B5EF4-FFF2-40B4-BE49-F238E27FC236}">
                            <a16:creationId xmlns:a16="http://schemas.microsoft.com/office/drawing/2014/main" id="{6594B7DA-21C2-5D42-BCBC-63CD807C0C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2819400"/>
                        <a:ext cx="548640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4748" name="Rectangle 12">
            <a:extLst>
              <a:ext uri="{FF2B5EF4-FFF2-40B4-BE49-F238E27FC236}">
                <a16:creationId xmlns:a16="http://schemas.microsoft.com/office/drawing/2014/main" id="{F8CBB934-E9E3-F648-90CD-70A17706FB14}"/>
              </a:ext>
            </a:extLst>
          </p:cNvPr>
          <p:cNvSpPr>
            <a:spLocks noChangeArrowheads="1"/>
          </p:cNvSpPr>
          <p:nvPr/>
        </p:nvSpPr>
        <p:spPr bwMode="auto">
          <a:xfrm>
            <a:off x="3624263" y="331470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244747" name="Object 11">
            <a:extLst>
              <a:ext uri="{FF2B5EF4-FFF2-40B4-BE49-F238E27FC236}">
                <a16:creationId xmlns:a16="http://schemas.microsoft.com/office/drawing/2014/main" id="{05AC3F13-62F9-4D48-8D34-30D99C62E76C}"/>
              </a:ext>
            </a:extLst>
          </p:cNvPr>
          <p:cNvGraphicFramePr>
            <a:graphicFrameLocks noChangeAspect="1"/>
          </p:cNvGraphicFramePr>
          <p:nvPr/>
        </p:nvGraphicFramePr>
        <p:xfrm>
          <a:off x="1676400" y="3429000"/>
          <a:ext cx="4572000" cy="504825"/>
        </p:xfrm>
        <a:graphic>
          <a:graphicData uri="http://schemas.openxmlformats.org/presentationml/2006/ole">
            <mc:AlternateContent xmlns:mc="http://schemas.openxmlformats.org/markup-compatibility/2006">
              <mc:Choice xmlns:v="urn:schemas-microsoft-com:vml" Requires="v">
                <p:oleObj name="Equation" r:id="rId8" imgW="43599100" imgH="5270500" progId="Equation.3">
                  <p:embed/>
                </p:oleObj>
              </mc:Choice>
              <mc:Fallback>
                <p:oleObj name="Equation" r:id="rId8" imgW="43599100" imgH="5270500" progId="Equation.3">
                  <p:embed/>
                  <p:pic>
                    <p:nvPicPr>
                      <p:cNvPr id="244747" name="Object 11">
                        <a:extLst>
                          <a:ext uri="{FF2B5EF4-FFF2-40B4-BE49-F238E27FC236}">
                            <a16:creationId xmlns:a16="http://schemas.microsoft.com/office/drawing/2014/main" id="{05AC3F13-62F9-4D48-8D34-30D99C62E76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76400" y="3429000"/>
                        <a:ext cx="45720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4749" name="Text Box 13">
            <a:extLst>
              <a:ext uri="{FF2B5EF4-FFF2-40B4-BE49-F238E27FC236}">
                <a16:creationId xmlns:a16="http://schemas.microsoft.com/office/drawing/2014/main" id="{9E6AF800-DAB1-554D-B4D0-6545F3693E74}"/>
              </a:ext>
            </a:extLst>
          </p:cNvPr>
          <p:cNvSpPr txBox="1">
            <a:spLocks noChangeArrowheads="1"/>
          </p:cNvSpPr>
          <p:nvPr/>
        </p:nvSpPr>
        <p:spPr bwMode="auto">
          <a:xfrm>
            <a:off x="358775" y="3962400"/>
            <a:ext cx="8534400" cy="954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r>
              <a:rPr lang="zh-CN" altLang="en-US">
                <a:ea typeface="黑体" panose="02010609060101010101" pitchFamily="49" charset="-122"/>
              </a:rPr>
              <a:t>当</a:t>
            </a:r>
            <a:r>
              <a:rPr lang="en-US" altLang="zh-CN">
                <a:ea typeface="黑体" panose="02010609060101010101" pitchFamily="49" charset="-122"/>
              </a:rPr>
              <a:t> k=0, x</a:t>
            </a:r>
            <a:r>
              <a:rPr lang="en-US" altLang="zh-CN" baseline="-25000">
                <a:ea typeface="黑体" panose="02010609060101010101" pitchFamily="49" charset="-122"/>
              </a:rPr>
              <a:t>1</a:t>
            </a:r>
            <a:r>
              <a:rPr lang="en-US" altLang="zh-CN">
                <a:ea typeface="黑体" panose="02010609060101010101" pitchFamily="49" charset="-122"/>
              </a:rPr>
              <a:t>=0.2</a:t>
            </a:r>
            <a:r>
              <a:rPr lang="zh-CN" altLang="en-US">
                <a:ea typeface="黑体" panose="02010609060101010101" pitchFamily="49" charset="-122"/>
              </a:rPr>
              <a:t>时，已知</a:t>
            </a:r>
            <a:r>
              <a:rPr lang="en-US" altLang="zh-CN">
                <a:ea typeface="黑体" panose="02010609060101010101" pitchFamily="49" charset="-122"/>
              </a:rPr>
              <a:t>x</a:t>
            </a:r>
            <a:r>
              <a:rPr lang="en-US" altLang="zh-CN" baseline="-25000">
                <a:ea typeface="黑体" panose="02010609060101010101" pitchFamily="49" charset="-122"/>
              </a:rPr>
              <a:t>0</a:t>
            </a:r>
            <a:r>
              <a:rPr lang="en-US" altLang="zh-CN">
                <a:ea typeface="黑体" panose="02010609060101010101" pitchFamily="49" charset="-122"/>
              </a:rPr>
              <a:t>=0</a:t>
            </a:r>
            <a:r>
              <a:rPr lang="zh-CN" altLang="en-US">
                <a:ea typeface="黑体" panose="02010609060101010101" pitchFamily="49" charset="-122"/>
              </a:rPr>
              <a:t>，</a:t>
            </a:r>
            <a:r>
              <a:rPr lang="en-US" altLang="zh-CN">
                <a:ea typeface="黑体" panose="02010609060101010101" pitchFamily="49" charset="-122"/>
              </a:rPr>
              <a:t>y</a:t>
            </a:r>
            <a:r>
              <a:rPr lang="en-US" altLang="zh-CN" baseline="-25000">
                <a:ea typeface="黑体" panose="02010609060101010101" pitchFamily="49" charset="-122"/>
              </a:rPr>
              <a:t>0</a:t>
            </a:r>
            <a:r>
              <a:rPr lang="en-US" altLang="zh-CN">
                <a:ea typeface="黑体" panose="02010609060101010101" pitchFamily="49" charset="-122"/>
              </a:rPr>
              <a:t>=1</a:t>
            </a:r>
            <a:r>
              <a:rPr lang="zh-CN" altLang="en-US">
                <a:ea typeface="黑体" panose="02010609060101010101" pitchFamily="49" charset="-122"/>
              </a:rPr>
              <a:t>，有</a:t>
            </a:r>
            <a:endParaRPr lang="en-US" altLang="zh-CN">
              <a:ea typeface="黑体" panose="02010609060101010101" pitchFamily="49" charset="-122"/>
            </a:endParaRPr>
          </a:p>
          <a:p>
            <a:pPr algn="just" eaLnBrk="1" hangingPunct="1"/>
            <a:r>
              <a:rPr lang="en-US" altLang="zh-CN">
                <a:ea typeface="黑体" panose="02010609060101010101" pitchFamily="49" charset="-122"/>
              </a:rPr>
              <a:t>     y(0.2)</a:t>
            </a:r>
            <a:r>
              <a:rPr lang="en-US" altLang="zh-CN">
                <a:ea typeface="黑体" panose="02010609060101010101" pitchFamily="49" charset="-122"/>
                <a:sym typeface="Symbol" pitchFamily="2" charset="2"/>
              </a:rPr>
              <a:t>y</a:t>
            </a:r>
            <a:r>
              <a:rPr lang="en-US" altLang="zh-CN" baseline="-25000">
                <a:ea typeface="黑体" panose="02010609060101010101" pitchFamily="49" charset="-122"/>
                <a:sym typeface="Symbol" pitchFamily="2" charset="2"/>
              </a:rPr>
              <a:t>1</a:t>
            </a:r>
            <a:r>
              <a:rPr lang="en-US" altLang="zh-CN">
                <a:ea typeface="黑体" panose="02010609060101010101" pitchFamily="49" charset="-122"/>
              </a:rPr>
              <a:t>=0.2×1(4</a:t>
            </a:r>
            <a:r>
              <a:rPr lang="zh-CN" altLang="en-US">
                <a:ea typeface="黑体" panose="02010609060101010101" pitchFamily="49" charset="-122"/>
              </a:rPr>
              <a:t>－</a:t>
            </a:r>
            <a:r>
              <a:rPr lang="en-US" altLang="zh-CN">
                <a:ea typeface="黑体" panose="02010609060101010101" pitchFamily="49" charset="-122"/>
              </a:rPr>
              <a:t>0×1)</a:t>
            </a:r>
            <a:r>
              <a:rPr lang="zh-CN" altLang="en-US">
                <a:ea typeface="黑体" panose="02010609060101010101" pitchFamily="49" charset="-122"/>
              </a:rPr>
              <a:t>＝</a:t>
            </a:r>
            <a:r>
              <a:rPr lang="en-US" altLang="zh-CN">
                <a:ea typeface="黑体" panose="02010609060101010101" pitchFamily="49" charset="-122"/>
              </a:rPr>
              <a:t>0.8</a:t>
            </a:r>
          </a:p>
        </p:txBody>
      </p:sp>
      <p:sp>
        <p:nvSpPr>
          <p:cNvPr id="2" name="Rectangle 1">
            <a:extLst>
              <a:ext uri="{FF2B5EF4-FFF2-40B4-BE49-F238E27FC236}">
                <a16:creationId xmlns:a16="http://schemas.microsoft.com/office/drawing/2014/main" id="{0B1389AA-42BC-3E4E-8E28-8CADC073EC61}"/>
              </a:ext>
            </a:extLst>
          </p:cNvPr>
          <p:cNvSpPr>
            <a:spLocks noChangeArrowheads="1"/>
          </p:cNvSpPr>
          <p:nvPr/>
        </p:nvSpPr>
        <p:spPr bwMode="auto">
          <a:xfrm>
            <a:off x="323850" y="4926013"/>
            <a:ext cx="79930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r>
              <a:rPr lang="zh-CN" altLang="en-US">
                <a:ea typeface="黑体" panose="02010609060101010101" pitchFamily="49" charset="-122"/>
              </a:rPr>
              <a:t>当</a:t>
            </a:r>
            <a:r>
              <a:rPr lang="en-US" altLang="zh-CN">
                <a:ea typeface="黑体" panose="02010609060101010101" pitchFamily="49" charset="-122"/>
              </a:rPr>
              <a:t> k=1, x</a:t>
            </a:r>
            <a:r>
              <a:rPr lang="en-US" altLang="zh-CN" baseline="-25000">
                <a:ea typeface="黑体" panose="02010609060101010101" pitchFamily="49" charset="-122"/>
              </a:rPr>
              <a:t>2</a:t>
            </a:r>
            <a:r>
              <a:rPr lang="en-US" altLang="zh-CN">
                <a:ea typeface="黑体" panose="02010609060101010101" pitchFamily="49" charset="-122"/>
              </a:rPr>
              <a:t>=0.4</a:t>
            </a:r>
            <a:r>
              <a:rPr lang="zh-CN" altLang="en-US">
                <a:ea typeface="黑体" panose="02010609060101010101" pitchFamily="49" charset="-122"/>
              </a:rPr>
              <a:t>时，已知</a:t>
            </a:r>
            <a:r>
              <a:rPr lang="en-US" altLang="zh-CN">
                <a:ea typeface="黑体" panose="02010609060101010101" pitchFamily="49" charset="-122"/>
              </a:rPr>
              <a:t>x</a:t>
            </a:r>
            <a:r>
              <a:rPr lang="en-US" altLang="zh-CN" baseline="-25000">
                <a:ea typeface="黑体" panose="02010609060101010101" pitchFamily="49" charset="-122"/>
              </a:rPr>
              <a:t>1</a:t>
            </a:r>
            <a:r>
              <a:rPr lang="en-US" altLang="zh-CN">
                <a:ea typeface="黑体" panose="02010609060101010101" pitchFamily="49" charset="-122"/>
              </a:rPr>
              <a:t> =0.2</a:t>
            </a:r>
            <a:r>
              <a:rPr lang="zh-CN" altLang="en-US">
                <a:ea typeface="黑体" panose="02010609060101010101" pitchFamily="49" charset="-122"/>
              </a:rPr>
              <a:t>，</a:t>
            </a:r>
            <a:r>
              <a:rPr lang="en-US" altLang="zh-CN">
                <a:ea typeface="黑体" panose="02010609060101010101" pitchFamily="49" charset="-122"/>
              </a:rPr>
              <a:t> y</a:t>
            </a:r>
            <a:r>
              <a:rPr lang="en-US" altLang="zh-CN" baseline="-25000">
                <a:ea typeface="黑体" panose="02010609060101010101" pitchFamily="49" charset="-122"/>
              </a:rPr>
              <a:t>1</a:t>
            </a:r>
            <a:r>
              <a:rPr lang="en-US" altLang="zh-CN">
                <a:ea typeface="黑体" panose="02010609060101010101" pitchFamily="49" charset="-122"/>
              </a:rPr>
              <a:t> =0.8</a:t>
            </a:r>
            <a:r>
              <a:rPr lang="zh-CN" altLang="en-US">
                <a:ea typeface="黑体" panose="02010609060101010101" pitchFamily="49" charset="-122"/>
              </a:rPr>
              <a:t>，有</a:t>
            </a:r>
            <a:endParaRPr lang="en-US" altLang="zh-CN">
              <a:ea typeface="黑体" panose="02010609060101010101" pitchFamily="49" charset="-122"/>
            </a:endParaRPr>
          </a:p>
          <a:p>
            <a:pPr algn="just" eaLnBrk="1" hangingPunct="1"/>
            <a:r>
              <a:rPr lang="en-US" altLang="zh-CN">
                <a:ea typeface="黑体" panose="02010609060101010101" pitchFamily="49" charset="-122"/>
              </a:rPr>
              <a:t>     y(0.4)</a:t>
            </a:r>
            <a:r>
              <a:rPr lang="en-US" altLang="zh-CN">
                <a:ea typeface="黑体" panose="02010609060101010101" pitchFamily="49" charset="-122"/>
                <a:sym typeface="Symbol" pitchFamily="2" charset="2"/>
              </a:rPr>
              <a:t> y</a:t>
            </a:r>
            <a:r>
              <a:rPr lang="en-US" altLang="zh-CN" baseline="-25000">
                <a:ea typeface="黑体" panose="02010609060101010101" pitchFamily="49" charset="-122"/>
                <a:sym typeface="Symbol" pitchFamily="2" charset="2"/>
              </a:rPr>
              <a:t>2</a:t>
            </a:r>
            <a:r>
              <a:rPr lang="en-US" altLang="zh-CN">
                <a:ea typeface="黑体" panose="02010609060101010101" pitchFamily="49" charset="-122"/>
                <a:sym typeface="Symbol" pitchFamily="2" charset="2"/>
              </a:rPr>
              <a:t> </a:t>
            </a:r>
            <a:r>
              <a:rPr lang="en-US" altLang="zh-CN">
                <a:ea typeface="黑体" panose="02010609060101010101" pitchFamily="49" charset="-122"/>
              </a:rPr>
              <a:t>=0.2×0.8×(4</a:t>
            </a:r>
            <a:r>
              <a:rPr lang="zh-CN" altLang="en-US">
                <a:ea typeface="黑体" panose="02010609060101010101" pitchFamily="49" charset="-122"/>
              </a:rPr>
              <a:t>－</a:t>
            </a:r>
            <a:r>
              <a:rPr lang="en-US" altLang="zh-CN">
                <a:ea typeface="黑体" panose="02010609060101010101" pitchFamily="49" charset="-122"/>
              </a:rPr>
              <a:t>0.2×0.8)</a:t>
            </a:r>
            <a:r>
              <a:rPr lang="zh-CN" altLang="en-US">
                <a:ea typeface="黑体" panose="02010609060101010101" pitchFamily="49" charset="-122"/>
              </a:rPr>
              <a:t>＝</a:t>
            </a:r>
            <a:r>
              <a:rPr lang="en-US" altLang="zh-CN">
                <a:ea typeface="黑体" panose="02010609060101010101" pitchFamily="49" charset="-122"/>
              </a:rPr>
              <a:t>0.6144</a:t>
            </a:r>
          </a:p>
        </p:txBody>
      </p:sp>
      <p:sp>
        <p:nvSpPr>
          <p:cNvPr id="3" name="Rectangle 2">
            <a:extLst>
              <a:ext uri="{FF2B5EF4-FFF2-40B4-BE49-F238E27FC236}">
                <a16:creationId xmlns:a16="http://schemas.microsoft.com/office/drawing/2014/main" id="{4F9A083A-6806-BA46-9E70-1A74AA979BF0}"/>
              </a:ext>
            </a:extLst>
          </p:cNvPr>
          <p:cNvSpPr>
            <a:spLocks noChangeArrowheads="1"/>
          </p:cNvSpPr>
          <p:nvPr/>
        </p:nvSpPr>
        <p:spPr bwMode="auto">
          <a:xfrm>
            <a:off x="323850" y="5473700"/>
            <a:ext cx="81359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endParaRPr lang="en-US" altLang="zh-CN">
              <a:ea typeface="黑体" panose="02010609060101010101" pitchFamily="49" charset="-122"/>
            </a:endParaRPr>
          </a:p>
          <a:p>
            <a:pPr algn="just" eaLnBrk="1" hangingPunct="1"/>
            <a:r>
              <a:rPr lang="zh-CN" altLang="en-US">
                <a:ea typeface="黑体" panose="02010609060101010101" pitchFamily="49" charset="-122"/>
              </a:rPr>
              <a:t>当</a:t>
            </a:r>
            <a:r>
              <a:rPr lang="en-US" altLang="zh-CN">
                <a:ea typeface="黑体" panose="02010609060101010101" pitchFamily="49" charset="-122"/>
              </a:rPr>
              <a:t> k=2, x</a:t>
            </a:r>
            <a:r>
              <a:rPr lang="en-US" altLang="zh-CN" baseline="-25000">
                <a:ea typeface="黑体" panose="02010609060101010101" pitchFamily="49" charset="-122"/>
              </a:rPr>
              <a:t>3</a:t>
            </a:r>
            <a:r>
              <a:rPr lang="en-US" altLang="zh-CN">
                <a:ea typeface="黑体" panose="02010609060101010101" pitchFamily="49" charset="-122"/>
              </a:rPr>
              <a:t> =0.6</a:t>
            </a:r>
            <a:r>
              <a:rPr lang="zh-CN" altLang="en-US">
                <a:ea typeface="黑体" panose="02010609060101010101" pitchFamily="49" charset="-122"/>
              </a:rPr>
              <a:t>时，已知</a:t>
            </a:r>
            <a:r>
              <a:rPr lang="en-US" altLang="zh-CN">
                <a:ea typeface="黑体" panose="02010609060101010101" pitchFamily="49" charset="-122"/>
              </a:rPr>
              <a:t>x</a:t>
            </a:r>
            <a:r>
              <a:rPr lang="en-US" altLang="zh-CN" baseline="-25000">
                <a:ea typeface="黑体" panose="02010609060101010101" pitchFamily="49" charset="-122"/>
              </a:rPr>
              <a:t>2</a:t>
            </a:r>
            <a:r>
              <a:rPr lang="en-US" altLang="zh-CN">
                <a:ea typeface="黑体" panose="02010609060101010101" pitchFamily="49" charset="-122"/>
              </a:rPr>
              <a:t> =0.4</a:t>
            </a:r>
            <a:r>
              <a:rPr lang="zh-CN" altLang="en-US">
                <a:ea typeface="黑体" panose="02010609060101010101" pitchFamily="49" charset="-122"/>
              </a:rPr>
              <a:t>，</a:t>
            </a:r>
            <a:r>
              <a:rPr lang="en-US" altLang="zh-CN">
                <a:ea typeface="黑体" panose="02010609060101010101" pitchFamily="49" charset="-122"/>
              </a:rPr>
              <a:t> y</a:t>
            </a:r>
            <a:r>
              <a:rPr lang="en-US" altLang="zh-CN" baseline="-25000">
                <a:ea typeface="黑体" panose="02010609060101010101" pitchFamily="49" charset="-122"/>
              </a:rPr>
              <a:t>2</a:t>
            </a:r>
            <a:r>
              <a:rPr lang="en-US" altLang="zh-CN">
                <a:ea typeface="黑体" panose="02010609060101010101" pitchFamily="49" charset="-122"/>
              </a:rPr>
              <a:t> =0.6144</a:t>
            </a:r>
            <a:r>
              <a:rPr lang="zh-CN" altLang="en-US">
                <a:ea typeface="黑体" panose="02010609060101010101" pitchFamily="49" charset="-122"/>
              </a:rPr>
              <a:t>，有</a:t>
            </a:r>
            <a:endParaRPr lang="en-US" altLang="zh-CN">
              <a:ea typeface="黑体" panose="02010609060101010101" pitchFamily="49" charset="-122"/>
            </a:endParaRPr>
          </a:p>
          <a:p>
            <a:pPr eaLnBrk="1" hangingPunct="1"/>
            <a:r>
              <a:rPr lang="en-US" altLang="zh-CN">
                <a:ea typeface="黑体" panose="02010609060101010101" pitchFamily="49" charset="-122"/>
              </a:rPr>
              <a:t>     y(0.6) </a:t>
            </a:r>
            <a:r>
              <a:rPr lang="en-US" altLang="zh-CN">
                <a:ea typeface="黑体" panose="02010609060101010101" pitchFamily="49" charset="-122"/>
                <a:sym typeface="Symbol" pitchFamily="2" charset="2"/>
              </a:rPr>
              <a:t>y</a:t>
            </a:r>
            <a:r>
              <a:rPr lang="en-US" altLang="zh-CN" baseline="-25000">
                <a:ea typeface="黑体" panose="02010609060101010101" pitchFamily="49" charset="-122"/>
                <a:sym typeface="Symbol" pitchFamily="2" charset="2"/>
              </a:rPr>
              <a:t>3</a:t>
            </a:r>
            <a:r>
              <a:rPr lang="en-US" altLang="zh-CN">
                <a:ea typeface="黑体" panose="02010609060101010101" pitchFamily="49" charset="-122"/>
              </a:rPr>
              <a:t>=0.2</a:t>
            </a:r>
            <a:r>
              <a:rPr lang="en-US" altLang="zh-CN">
                <a:latin typeface="宋体" panose="02010600030101010101" pitchFamily="2" charset="-122"/>
                <a:ea typeface="黑体" panose="02010609060101010101" pitchFamily="49" charset="-122"/>
              </a:rPr>
              <a:t>×</a:t>
            </a:r>
            <a:r>
              <a:rPr lang="en-US" altLang="zh-CN">
                <a:ea typeface="黑体" panose="02010609060101010101" pitchFamily="49" charset="-122"/>
              </a:rPr>
              <a:t>0.6144</a:t>
            </a:r>
            <a:r>
              <a:rPr lang="en-US" altLang="zh-CN">
                <a:latin typeface="宋体" panose="02010600030101010101" pitchFamily="2" charset="-122"/>
                <a:ea typeface="黑体" panose="02010609060101010101" pitchFamily="49" charset="-122"/>
              </a:rPr>
              <a:t>×</a:t>
            </a:r>
            <a:r>
              <a:rPr lang="en-US" altLang="zh-CN">
                <a:ea typeface="黑体" panose="02010609060101010101" pitchFamily="49" charset="-122"/>
              </a:rPr>
              <a:t>(4-0.4</a:t>
            </a:r>
            <a:r>
              <a:rPr lang="en-US" altLang="zh-CN">
                <a:latin typeface="宋体" panose="02010600030101010101" pitchFamily="2" charset="-122"/>
                <a:ea typeface="黑体" panose="02010609060101010101" pitchFamily="49" charset="-122"/>
              </a:rPr>
              <a:t>×</a:t>
            </a:r>
            <a:r>
              <a:rPr lang="en-US" altLang="zh-CN">
                <a:ea typeface="黑体" panose="02010609060101010101" pitchFamily="49" charset="-122"/>
              </a:rPr>
              <a:t>0.6144)=0.4613 </a:t>
            </a:r>
          </a:p>
        </p:txBody>
      </p:sp>
    </p:spTree>
    <p:extLst>
      <p:ext uri="{BB962C8B-B14F-4D97-AF65-F5344CB8AC3E}">
        <p14:creationId xmlns:p14="http://schemas.microsoft.com/office/powerpoint/2010/main" val="2000633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4742"/>
                                        </p:tgtEl>
                                        <p:attrNameLst>
                                          <p:attrName>style.visibility</p:attrName>
                                        </p:attrNameLst>
                                      </p:cBhvr>
                                      <p:to>
                                        <p:strVal val="visible"/>
                                      </p:to>
                                    </p:set>
                                    <p:animEffect transition="in" filter="dissolve">
                                      <p:cBhvr>
                                        <p:cTn id="7" dur="500"/>
                                        <p:tgtEl>
                                          <p:spTgt spid="244742"/>
                                        </p:tgtEl>
                                      </p:cBhvr>
                                    </p:animEffect>
                                  </p:childTnLst>
                                </p:cTn>
                              </p:par>
                              <p:par>
                                <p:cTn id="8" presetID="9" presetClass="entr" presetSubtype="0" fill="hold" nodeType="withEffect">
                                  <p:stCondLst>
                                    <p:cond delay="0"/>
                                  </p:stCondLst>
                                  <p:childTnLst>
                                    <p:set>
                                      <p:cBhvr>
                                        <p:cTn id="9" dur="1" fill="hold">
                                          <p:stCondLst>
                                            <p:cond delay="0"/>
                                          </p:stCondLst>
                                        </p:cTn>
                                        <p:tgtEl>
                                          <p:spTgt spid="244743"/>
                                        </p:tgtEl>
                                        <p:attrNameLst>
                                          <p:attrName>style.visibility</p:attrName>
                                        </p:attrNameLst>
                                      </p:cBhvr>
                                      <p:to>
                                        <p:strVal val="visible"/>
                                      </p:to>
                                    </p:set>
                                    <p:animEffect transition="in" filter="dissolve">
                                      <p:cBhvr>
                                        <p:cTn id="10" dur="500"/>
                                        <p:tgtEl>
                                          <p:spTgt spid="24474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244745"/>
                                        </p:tgtEl>
                                        <p:attrNameLst>
                                          <p:attrName>style.visibility</p:attrName>
                                        </p:attrNameLst>
                                      </p:cBhvr>
                                      <p:to>
                                        <p:strVal val="visible"/>
                                      </p:to>
                                    </p:set>
                                    <p:anim calcmode="lin" valueType="num">
                                      <p:cBhvr additive="base">
                                        <p:cTn id="15" dur="500" fill="hold"/>
                                        <p:tgtEl>
                                          <p:spTgt spid="244745"/>
                                        </p:tgtEl>
                                        <p:attrNameLst>
                                          <p:attrName>ppt_x</p:attrName>
                                        </p:attrNameLst>
                                      </p:cBhvr>
                                      <p:tavLst>
                                        <p:tav tm="0">
                                          <p:val>
                                            <p:strVal val="#ppt_x"/>
                                          </p:val>
                                        </p:tav>
                                        <p:tav tm="100000">
                                          <p:val>
                                            <p:strVal val="#ppt_x"/>
                                          </p:val>
                                        </p:tav>
                                      </p:tavLst>
                                    </p:anim>
                                    <p:anim calcmode="lin" valueType="num">
                                      <p:cBhvr additive="base">
                                        <p:cTn id="16" dur="500" fill="hold"/>
                                        <p:tgtEl>
                                          <p:spTgt spid="24474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44747"/>
                                        </p:tgtEl>
                                        <p:attrNameLst>
                                          <p:attrName>style.visibility</p:attrName>
                                        </p:attrNameLst>
                                      </p:cBhvr>
                                      <p:to>
                                        <p:strVal val="visible"/>
                                      </p:to>
                                    </p:set>
                                    <p:anim calcmode="lin" valueType="num">
                                      <p:cBhvr additive="base">
                                        <p:cTn id="19" dur="500" fill="hold"/>
                                        <p:tgtEl>
                                          <p:spTgt spid="244747"/>
                                        </p:tgtEl>
                                        <p:attrNameLst>
                                          <p:attrName>ppt_x</p:attrName>
                                        </p:attrNameLst>
                                      </p:cBhvr>
                                      <p:tavLst>
                                        <p:tav tm="0">
                                          <p:val>
                                            <p:strVal val="#ppt_x"/>
                                          </p:val>
                                        </p:tav>
                                        <p:tav tm="100000">
                                          <p:val>
                                            <p:strVal val="#ppt_x"/>
                                          </p:val>
                                        </p:tav>
                                      </p:tavLst>
                                    </p:anim>
                                    <p:anim calcmode="lin" valueType="num">
                                      <p:cBhvr additive="base">
                                        <p:cTn id="20" dur="500" fill="hold"/>
                                        <p:tgtEl>
                                          <p:spTgt spid="24474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4749"/>
                                        </p:tgtEl>
                                        <p:attrNameLst>
                                          <p:attrName>style.visibility</p:attrName>
                                        </p:attrNameLst>
                                      </p:cBhvr>
                                      <p:to>
                                        <p:strVal val="visible"/>
                                      </p:to>
                                    </p:set>
                                    <p:anim calcmode="lin" valueType="num">
                                      <p:cBhvr additive="base">
                                        <p:cTn id="25" dur="500" fill="hold"/>
                                        <p:tgtEl>
                                          <p:spTgt spid="244749"/>
                                        </p:tgtEl>
                                        <p:attrNameLst>
                                          <p:attrName>ppt_x</p:attrName>
                                        </p:attrNameLst>
                                      </p:cBhvr>
                                      <p:tavLst>
                                        <p:tav tm="0">
                                          <p:val>
                                            <p:strVal val="#ppt_x"/>
                                          </p:val>
                                        </p:tav>
                                        <p:tav tm="100000">
                                          <p:val>
                                            <p:strVal val="#ppt_x"/>
                                          </p:val>
                                        </p:tav>
                                      </p:tavLst>
                                    </p:anim>
                                    <p:anim calcmode="lin" valueType="num">
                                      <p:cBhvr additive="base">
                                        <p:cTn id="26" dur="500" fill="hold"/>
                                        <p:tgtEl>
                                          <p:spTgt spid="24474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2" grpId="0"/>
      <p:bldP spid="244749" grpId="0"/>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B0AB47BB-9870-2540-8A06-B5550B28D528}"/>
              </a:ext>
            </a:extLst>
          </p:cNvPr>
          <p:cNvSpPr txBox="1">
            <a:spLocks noChangeArrowheads="1"/>
          </p:cNvSpPr>
          <p:nvPr/>
        </p:nvSpPr>
        <p:spPr bwMode="auto">
          <a:xfrm>
            <a:off x="755650" y="1773238"/>
            <a:ext cx="487680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a:t>解：该初值问题的精确解为</a:t>
            </a:r>
            <a:endParaRPr lang="en-US" altLang="zh-CN" sz="2400">
              <a:latin typeface="Tahoma" charset="0"/>
            </a:endParaRPr>
          </a:p>
        </p:txBody>
      </p:sp>
      <p:graphicFrame>
        <p:nvGraphicFramePr>
          <p:cNvPr id="12291" name="Object 3">
            <a:extLst>
              <a:ext uri="{FF2B5EF4-FFF2-40B4-BE49-F238E27FC236}">
                <a16:creationId xmlns:a16="http://schemas.microsoft.com/office/drawing/2014/main" id="{672B82B6-35D7-EA4E-8553-C926DA2486E0}"/>
              </a:ext>
            </a:extLst>
          </p:cNvPr>
          <p:cNvGraphicFramePr>
            <a:graphicFrameLocks noChangeAspect="1"/>
          </p:cNvGraphicFramePr>
          <p:nvPr/>
        </p:nvGraphicFramePr>
        <p:xfrm>
          <a:off x="755650" y="2781300"/>
          <a:ext cx="7791450" cy="700088"/>
        </p:xfrm>
        <a:graphic>
          <a:graphicData uri="http://schemas.openxmlformats.org/presentationml/2006/ole">
            <mc:AlternateContent xmlns:mc="http://schemas.openxmlformats.org/markup-compatibility/2006">
              <mc:Choice xmlns:v="urn:schemas-microsoft-com:vml" Requires="v">
                <p:oleObj name="Equation" r:id="rId2" imgW="3467100" imgH="304800" progId="Equation.3">
                  <p:embed/>
                </p:oleObj>
              </mc:Choice>
              <mc:Fallback>
                <p:oleObj name="Equation" r:id="rId2" imgW="3467100" imgH="304800" progId="Equation.3">
                  <p:embed/>
                  <p:pic>
                    <p:nvPicPr>
                      <p:cNvPr id="12291" name="Object 3">
                        <a:extLst>
                          <a:ext uri="{FF2B5EF4-FFF2-40B4-BE49-F238E27FC236}">
                            <a16:creationId xmlns:a16="http://schemas.microsoft.com/office/drawing/2014/main" id="{672B82B6-35D7-EA4E-8553-C926DA2486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2781300"/>
                        <a:ext cx="779145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7" name="Object 5">
            <a:extLst>
              <a:ext uri="{FF2B5EF4-FFF2-40B4-BE49-F238E27FC236}">
                <a16:creationId xmlns:a16="http://schemas.microsoft.com/office/drawing/2014/main" id="{F57D7279-B5A3-D74D-A491-570957EEAB82}"/>
              </a:ext>
            </a:extLst>
          </p:cNvPr>
          <p:cNvGraphicFramePr>
            <a:graphicFrameLocks noChangeAspect="1"/>
          </p:cNvGraphicFramePr>
          <p:nvPr/>
        </p:nvGraphicFramePr>
        <p:xfrm>
          <a:off x="4643438" y="1700213"/>
          <a:ext cx="2554287" cy="569912"/>
        </p:xfrm>
        <a:graphic>
          <a:graphicData uri="http://schemas.openxmlformats.org/presentationml/2006/ole">
            <mc:AlternateContent xmlns:mc="http://schemas.openxmlformats.org/markup-compatibility/2006">
              <mc:Choice xmlns:v="urn:schemas-microsoft-com:vml" Requires="v">
                <p:oleObj name="Equation" r:id="rId4" imgW="889000" imgH="241300" progId="Equation.3">
                  <p:embed/>
                </p:oleObj>
              </mc:Choice>
              <mc:Fallback>
                <p:oleObj name="Equation" r:id="rId4" imgW="889000" imgH="241300" progId="Equation.3">
                  <p:embed/>
                  <p:pic>
                    <p:nvPicPr>
                      <p:cNvPr id="31747" name="Object 5">
                        <a:extLst>
                          <a:ext uri="{FF2B5EF4-FFF2-40B4-BE49-F238E27FC236}">
                            <a16:creationId xmlns:a16="http://schemas.microsoft.com/office/drawing/2014/main" id="{F57D7279-B5A3-D74D-A491-570957EEAB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1700213"/>
                        <a:ext cx="2554287"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5" name="Text Box 7">
            <a:extLst>
              <a:ext uri="{FF2B5EF4-FFF2-40B4-BE49-F238E27FC236}">
                <a16:creationId xmlns:a16="http://schemas.microsoft.com/office/drawing/2014/main" id="{05FE1D33-5C33-7C4D-95EC-ABDE9E56CC0F}"/>
              </a:ext>
            </a:extLst>
          </p:cNvPr>
          <p:cNvSpPr txBox="1">
            <a:spLocks noChangeArrowheads="1"/>
          </p:cNvSpPr>
          <p:nvPr/>
        </p:nvSpPr>
        <p:spPr bwMode="auto">
          <a:xfrm>
            <a:off x="150813" y="4437063"/>
            <a:ext cx="3268662"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defRPr/>
            </a:pPr>
            <a:r>
              <a:rPr lang="zh-CN" altLang="en-US" sz="2400">
                <a:solidFill>
                  <a:srgbClr val="000000"/>
                </a:solidFill>
              </a:rPr>
              <a:t>由初值</a:t>
            </a:r>
            <a:r>
              <a:rPr lang="en-US" altLang="zh-CN" sz="2400">
                <a:solidFill>
                  <a:srgbClr val="000000"/>
                </a:solidFill>
                <a:latin typeface="Tahoma" charset="0"/>
              </a:rPr>
              <a:t>y</a:t>
            </a:r>
            <a:r>
              <a:rPr lang="en-US" altLang="zh-CN" sz="2400" baseline="-30000">
                <a:solidFill>
                  <a:srgbClr val="000000"/>
                </a:solidFill>
                <a:latin typeface="Tahoma" charset="0"/>
              </a:rPr>
              <a:t>0</a:t>
            </a:r>
            <a:r>
              <a:rPr lang="en-US" altLang="zh-CN" sz="2400">
                <a:solidFill>
                  <a:srgbClr val="000000"/>
                </a:solidFill>
                <a:latin typeface="Tahoma" charset="0"/>
              </a:rPr>
              <a:t>=0</a:t>
            </a:r>
            <a:r>
              <a:rPr lang="zh-CN" altLang="en-US" sz="2400">
                <a:solidFill>
                  <a:srgbClr val="000000"/>
                </a:solidFill>
              </a:rPr>
              <a:t>逐次算出</a:t>
            </a:r>
            <a:r>
              <a:rPr lang="en-US" altLang="zh-CN" sz="2400">
                <a:solidFill>
                  <a:srgbClr val="000000"/>
                </a:solidFill>
                <a:latin typeface="Tahoma" charset="0"/>
              </a:rPr>
              <a:t>y</a:t>
            </a:r>
            <a:r>
              <a:rPr lang="en-US" altLang="zh-CN" sz="2400" baseline="-30000">
                <a:solidFill>
                  <a:srgbClr val="000000"/>
                </a:solidFill>
                <a:latin typeface="Tahoma" charset="0"/>
              </a:rPr>
              <a:t>n</a:t>
            </a:r>
            <a:endParaRPr lang="en-US" altLang="zh-CN" sz="2400">
              <a:solidFill>
                <a:srgbClr val="000000"/>
              </a:solidFill>
            </a:endParaRPr>
          </a:p>
        </p:txBody>
      </p:sp>
      <p:graphicFrame>
        <p:nvGraphicFramePr>
          <p:cNvPr id="12296" name="Object 8">
            <a:extLst>
              <a:ext uri="{FF2B5EF4-FFF2-40B4-BE49-F238E27FC236}">
                <a16:creationId xmlns:a16="http://schemas.microsoft.com/office/drawing/2014/main" id="{62360CF5-199D-3F44-AC1A-A6A619AB0BD9}"/>
              </a:ext>
            </a:extLst>
          </p:cNvPr>
          <p:cNvGraphicFramePr>
            <a:graphicFrameLocks noChangeAspect="1"/>
          </p:cNvGraphicFramePr>
          <p:nvPr/>
        </p:nvGraphicFramePr>
        <p:xfrm>
          <a:off x="3635375" y="3573463"/>
          <a:ext cx="5184775" cy="3244850"/>
        </p:xfrm>
        <a:graphic>
          <a:graphicData uri="http://schemas.openxmlformats.org/presentationml/2006/ole">
            <mc:AlternateContent xmlns:mc="http://schemas.openxmlformats.org/markup-compatibility/2006">
              <mc:Choice xmlns:v="urn:schemas-microsoft-com:vml" Requires="v">
                <p:oleObj name="Equation" r:id="rId6" imgW="2565400" imgH="1828800" progId="Equation.3">
                  <p:embed/>
                </p:oleObj>
              </mc:Choice>
              <mc:Fallback>
                <p:oleObj name="Equation" r:id="rId6" imgW="2565400" imgH="1828800" progId="Equation.3">
                  <p:embed/>
                  <p:pic>
                    <p:nvPicPr>
                      <p:cNvPr id="12296" name="Object 8">
                        <a:extLst>
                          <a:ext uri="{FF2B5EF4-FFF2-40B4-BE49-F238E27FC236}">
                            <a16:creationId xmlns:a16="http://schemas.microsoft.com/office/drawing/2014/main" id="{62360CF5-199D-3F44-AC1A-A6A619AB0B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75" y="3573463"/>
                        <a:ext cx="5184775"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8">
            <a:extLst>
              <a:ext uri="{FF2B5EF4-FFF2-40B4-BE49-F238E27FC236}">
                <a16:creationId xmlns:a16="http://schemas.microsoft.com/office/drawing/2014/main" id="{E7DF4450-14A5-2E4A-99D4-552ABF8C240F}"/>
              </a:ext>
            </a:extLst>
          </p:cNvPr>
          <p:cNvSpPr txBox="1">
            <a:spLocks noChangeArrowheads="1"/>
          </p:cNvSpPr>
          <p:nvPr/>
        </p:nvSpPr>
        <p:spPr bwMode="auto">
          <a:xfrm>
            <a:off x="1258888" y="117475"/>
            <a:ext cx="7489825" cy="523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defRPr/>
            </a:pPr>
            <a:r>
              <a:rPr lang="zh-CN" altLang="en-US"/>
              <a:t>用</a:t>
            </a:r>
            <a:r>
              <a:rPr lang="en-US" altLang="zh-CN">
                <a:latin typeface="Tahoma" charset="0"/>
              </a:rPr>
              <a:t>Euler</a:t>
            </a:r>
            <a:r>
              <a:rPr lang="zh-CN" altLang="en-US"/>
              <a:t>方法求下面初值问题的数值解</a:t>
            </a:r>
            <a:r>
              <a:rPr lang="en-US" altLang="zh-CN"/>
              <a:t>.</a:t>
            </a:r>
            <a:r>
              <a:rPr lang="zh-CN" altLang="en-US">
                <a:solidFill>
                  <a:srgbClr val="000000"/>
                </a:solidFill>
              </a:rPr>
              <a:t>取</a:t>
            </a:r>
            <a:r>
              <a:rPr lang="en-US" altLang="zh-CN">
                <a:solidFill>
                  <a:srgbClr val="000000"/>
                </a:solidFill>
                <a:latin typeface="Tahoma" charset="0"/>
              </a:rPr>
              <a:t>h=0.1</a:t>
            </a:r>
            <a:endParaRPr lang="en-US" altLang="zh-CN"/>
          </a:p>
        </p:txBody>
      </p:sp>
      <p:graphicFrame>
        <p:nvGraphicFramePr>
          <p:cNvPr id="30727" name="Object 9">
            <a:extLst>
              <a:ext uri="{FF2B5EF4-FFF2-40B4-BE49-F238E27FC236}">
                <a16:creationId xmlns:a16="http://schemas.microsoft.com/office/drawing/2014/main" id="{6F7CC35B-BC50-FE42-B9D3-A40AD054D9ED}"/>
              </a:ext>
            </a:extLst>
          </p:cNvPr>
          <p:cNvGraphicFramePr>
            <a:graphicFrameLocks noChangeAspect="1"/>
          </p:cNvGraphicFramePr>
          <p:nvPr/>
        </p:nvGraphicFramePr>
        <p:xfrm>
          <a:off x="2760663" y="650875"/>
          <a:ext cx="2819400" cy="914400"/>
        </p:xfrm>
        <a:graphic>
          <a:graphicData uri="http://schemas.openxmlformats.org/presentationml/2006/ole">
            <mc:AlternateContent xmlns:mc="http://schemas.openxmlformats.org/markup-compatibility/2006">
              <mc:Choice xmlns:v="urn:schemas-microsoft-com:vml" Requires="v">
                <p:oleObj name="Equation" r:id="rId8" imgW="29260800" imgH="10528300" progId="Equation.3">
                  <p:embed/>
                </p:oleObj>
              </mc:Choice>
              <mc:Fallback>
                <p:oleObj name="Equation" r:id="rId8" imgW="29260800" imgH="10528300" progId="Equation.3">
                  <p:embed/>
                  <p:pic>
                    <p:nvPicPr>
                      <p:cNvPr id="30727" name="Object 9">
                        <a:extLst>
                          <a:ext uri="{FF2B5EF4-FFF2-40B4-BE49-F238E27FC236}">
                            <a16:creationId xmlns:a16="http://schemas.microsoft.com/office/drawing/2014/main" id="{6F7CC35B-BC50-FE42-B9D3-A40AD054D9E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60663" y="650875"/>
                        <a:ext cx="2819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13">
            <a:extLst>
              <a:ext uri="{FF2B5EF4-FFF2-40B4-BE49-F238E27FC236}">
                <a16:creationId xmlns:a16="http://schemas.microsoft.com/office/drawing/2014/main" id="{D0A3100A-4033-3A40-8F83-94AA8EC7D880}"/>
              </a:ext>
            </a:extLst>
          </p:cNvPr>
          <p:cNvSpPr txBox="1">
            <a:spLocks noChangeArrowheads="1"/>
          </p:cNvSpPr>
          <p:nvPr/>
        </p:nvSpPr>
        <p:spPr bwMode="auto">
          <a:xfrm>
            <a:off x="539750" y="117475"/>
            <a:ext cx="746125" cy="523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b="1">
                <a:solidFill>
                  <a:srgbClr val="0000FF"/>
                </a:solidFill>
              </a:rPr>
              <a:t>例</a:t>
            </a:r>
            <a:endParaRPr lang="en-US" altLang="zh-CN" b="1">
              <a:solidFill>
                <a:schemeClr val="folHlink"/>
              </a:solidFill>
            </a:endParaRPr>
          </a:p>
        </p:txBody>
      </p:sp>
      <p:sp>
        <p:nvSpPr>
          <p:cNvPr id="30729" name="TextBox 10">
            <a:extLst>
              <a:ext uri="{FF2B5EF4-FFF2-40B4-BE49-F238E27FC236}">
                <a16:creationId xmlns:a16="http://schemas.microsoft.com/office/drawing/2014/main" id="{E767EDBA-9FB6-7847-9EC8-649BE3B4FBFC}"/>
              </a:ext>
            </a:extLst>
          </p:cNvPr>
          <p:cNvSpPr txBox="1">
            <a:spLocks noChangeArrowheads="1"/>
          </p:cNvSpPr>
          <p:nvPr/>
        </p:nvSpPr>
        <p:spPr bwMode="auto">
          <a:xfrm>
            <a:off x="508000" y="44450"/>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CN"/>
          </a:p>
        </p:txBody>
      </p:sp>
      <p:sp>
        <p:nvSpPr>
          <p:cNvPr id="2" name="Rectangle 1">
            <a:extLst>
              <a:ext uri="{FF2B5EF4-FFF2-40B4-BE49-F238E27FC236}">
                <a16:creationId xmlns:a16="http://schemas.microsoft.com/office/drawing/2014/main" id="{0BD37DA7-4321-3F41-B7AD-C6C852ACE663}"/>
              </a:ext>
            </a:extLst>
          </p:cNvPr>
          <p:cNvSpPr>
            <a:spLocks noChangeArrowheads="1"/>
          </p:cNvSpPr>
          <p:nvPr/>
        </p:nvSpPr>
        <p:spPr bwMode="auto">
          <a:xfrm>
            <a:off x="827088" y="2349500"/>
            <a:ext cx="2698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2400">
                <a:solidFill>
                  <a:srgbClr val="000000"/>
                </a:solidFill>
              </a:rPr>
              <a:t>使用</a:t>
            </a:r>
            <a:r>
              <a:rPr lang="en-US" altLang="zh-CN" sz="2400">
                <a:solidFill>
                  <a:srgbClr val="000000"/>
                </a:solidFill>
              </a:rPr>
              <a:t>Euler</a:t>
            </a:r>
            <a:r>
              <a:rPr lang="zh-CN" altLang="en-US" sz="2400">
                <a:solidFill>
                  <a:srgbClr val="000000"/>
                </a:solidFill>
              </a:rPr>
              <a:t>公式，有</a:t>
            </a:r>
            <a:endParaRPr lang="en-US" altLang="en-CN" sz="2400"/>
          </a:p>
        </p:txBody>
      </p:sp>
    </p:spTree>
    <p:extLst>
      <p:ext uri="{BB962C8B-B14F-4D97-AF65-F5344CB8AC3E}">
        <p14:creationId xmlns:p14="http://schemas.microsoft.com/office/powerpoint/2010/main" val="3286597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linds(horizontal)">
                                      <p:cBhvr>
                                        <p:cTn id="7" dur="500"/>
                                        <p:tgtEl>
                                          <p:spTgt spid="12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174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229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9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22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5"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3">
            <a:extLst>
              <a:ext uri="{FF2B5EF4-FFF2-40B4-BE49-F238E27FC236}">
                <a16:creationId xmlns:a16="http://schemas.microsoft.com/office/drawing/2014/main" id="{7FF24603-796E-CD43-971B-92A2AA611F37}"/>
              </a:ext>
            </a:extLst>
          </p:cNvPr>
          <p:cNvSpPr txBox="1">
            <a:spLocks noChangeArrowheads="1"/>
          </p:cNvSpPr>
          <p:nvPr/>
        </p:nvSpPr>
        <p:spPr bwMode="auto">
          <a:xfrm>
            <a:off x="304800" y="381000"/>
            <a:ext cx="678180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en-US" altLang="zh-CN" sz="3200" b="1">
                <a:solidFill>
                  <a:schemeClr val="accent2"/>
                </a:solidFill>
                <a:sym typeface="Wingdings" pitchFamily="2" charset="2"/>
              </a:rPr>
              <a:t> </a:t>
            </a:r>
            <a:r>
              <a:rPr lang="zh-CN" altLang="en-US" sz="2400" b="1"/>
              <a:t>改进欧拉法</a:t>
            </a:r>
            <a:r>
              <a:rPr lang="en-US" altLang="zh-CN" sz="2400" b="1"/>
              <a:t> </a:t>
            </a:r>
            <a:r>
              <a:rPr lang="en-US" altLang="zh-CN" sz="2000" b="1">
                <a:solidFill>
                  <a:srgbClr val="008000"/>
                </a:solidFill>
                <a:latin typeface="Arial" panose="020B0604020202020204" pitchFamily="34" charset="0"/>
              </a:rPr>
              <a:t>/* modified Euler</a:t>
            </a:r>
            <a:r>
              <a:rPr lang="zh-CN" altLang="en-US" sz="2000" b="1">
                <a:solidFill>
                  <a:srgbClr val="008000"/>
                </a:solidFill>
                <a:latin typeface="Arial" panose="020B0604020202020204" pitchFamily="34" charset="0"/>
              </a:rPr>
              <a:t>’</a:t>
            </a:r>
            <a:r>
              <a:rPr lang="en-US" altLang="zh-CN" sz="2000" b="1">
                <a:solidFill>
                  <a:srgbClr val="008000"/>
                </a:solidFill>
                <a:latin typeface="Arial" panose="020B0604020202020204" pitchFamily="34" charset="0"/>
              </a:rPr>
              <a:t>s method */</a:t>
            </a:r>
          </a:p>
        </p:txBody>
      </p:sp>
      <p:grpSp>
        <p:nvGrpSpPr>
          <p:cNvPr id="55323" name="Group 27">
            <a:extLst>
              <a:ext uri="{FF2B5EF4-FFF2-40B4-BE49-F238E27FC236}">
                <a16:creationId xmlns:a16="http://schemas.microsoft.com/office/drawing/2014/main" id="{D3412A77-1D8C-0743-8C13-13AA4AE85AB5}"/>
              </a:ext>
            </a:extLst>
          </p:cNvPr>
          <p:cNvGrpSpPr>
            <a:grpSpLocks/>
          </p:cNvGrpSpPr>
          <p:nvPr/>
        </p:nvGrpSpPr>
        <p:grpSpPr bwMode="auto">
          <a:xfrm>
            <a:off x="457200" y="1066800"/>
            <a:ext cx="7893050" cy="458788"/>
            <a:chOff x="288" y="528"/>
            <a:chExt cx="4972" cy="289"/>
          </a:xfrm>
        </p:grpSpPr>
        <p:sp>
          <p:nvSpPr>
            <p:cNvPr id="55301" name="Text Box 5">
              <a:extLst>
                <a:ext uri="{FF2B5EF4-FFF2-40B4-BE49-F238E27FC236}">
                  <a16:creationId xmlns:a16="http://schemas.microsoft.com/office/drawing/2014/main" id="{EF81BB54-5B5B-C842-ACC4-2A79D92822FE}"/>
                </a:ext>
              </a:extLst>
            </p:cNvPr>
            <p:cNvSpPr txBox="1">
              <a:spLocks noChangeArrowheads="1"/>
            </p:cNvSpPr>
            <p:nvPr/>
          </p:nvSpPr>
          <p:spPr bwMode="auto">
            <a:xfrm>
              <a:off x="288" y="529"/>
              <a:ext cx="422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000" b="1" i="1">
                  <a:solidFill>
                    <a:srgbClr val="008000"/>
                  </a:solidFill>
                </a:rPr>
                <a:t>Step 1</a:t>
              </a:r>
              <a:r>
                <a:rPr lang="en-US" altLang="zh-CN" sz="2400" b="1">
                  <a:solidFill>
                    <a:srgbClr val="008000"/>
                  </a:solidFill>
                </a:rPr>
                <a:t>:</a:t>
              </a:r>
              <a:r>
                <a:rPr lang="en-US" altLang="zh-CN" sz="2400" b="1"/>
                <a:t> </a:t>
              </a:r>
              <a:r>
                <a:rPr lang="zh-CN" altLang="en-US" sz="2400" b="1"/>
                <a:t>先用</a:t>
              </a:r>
              <a:r>
                <a:rPr lang="zh-CN" altLang="en-US" sz="2400" b="1">
                  <a:solidFill>
                    <a:schemeClr val="accent2"/>
                  </a:solidFill>
                </a:rPr>
                <a:t>显式</a:t>
              </a:r>
              <a:r>
                <a:rPr lang="zh-CN" altLang="en-US" sz="2400" b="1"/>
                <a:t>欧拉公式作</a:t>
              </a:r>
              <a:r>
                <a:rPr lang="zh-CN" altLang="en-US" sz="2400" b="1">
                  <a:solidFill>
                    <a:schemeClr val="accent2"/>
                  </a:solidFill>
                </a:rPr>
                <a:t>预测</a:t>
              </a:r>
              <a:r>
                <a:rPr lang="zh-CN" altLang="en-US" sz="2400" b="1"/>
                <a:t>，算出</a:t>
              </a:r>
              <a:endParaRPr lang="en-US" altLang="zh-CN" sz="2400" b="1"/>
            </a:p>
          </p:txBody>
        </p:sp>
        <p:grpSp>
          <p:nvGrpSpPr>
            <p:cNvPr id="31796" name="Group 25">
              <a:extLst>
                <a:ext uri="{FF2B5EF4-FFF2-40B4-BE49-F238E27FC236}">
                  <a16:creationId xmlns:a16="http://schemas.microsoft.com/office/drawing/2014/main" id="{38946CBD-2650-6D49-9EAF-1281FF8D246B}"/>
                </a:ext>
              </a:extLst>
            </p:cNvPr>
            <p:cNvGrpSpPr>
              <a:grpSpLocks/>
            </p:cNvGrpSpPr>
            <p:nvPr/>
          </p:nvGrpSpPr>
          <p:grpSpPr bwMode="auto">
            <a:xfrm>
              <a:off x="3648" y="528"/>
              <a:ext cx="1612" cy="270"/>
              <a:chOff x="3120" y="575"/>
              <a:chExt cx="1612" cy="270"/>
            </a:xfrm>
          </p:grpSpPr>
          <p:sp>
            <p:nvSpPr>
              <p:cNvPr id="31797" name="Rectangle 8">
                <a:extLst>
                  <a:ext uri="{FF2B5EF4-FFF2-40B4-BE49-F238E27FC236}">
                    <a16:creationId xmlns:a16="http://schemas.microsoft.com/office/drawing/2014/main" id="{83947F24-BEBD-0246-A01B-DF6FFB4F7DFF}"/>
                  </a:ext>
                </a:extLst>
              </p:cNvPr>
              <p:cNvSpPr>
                <a:spLocks noChangeArrowheads="1"/>
              </p:cNvSpPr>
              <p:nvPr/>
            </p:nvSpPr>
            <p:spPr bwMode="auto">
              <a:xfrm>
                <a:off x="4671" y="597"/>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chemeClr val="accent2"/>
                    </a:solidFill>
                  </a:rPr>
                  <a:t>)</a:t>
                </a:r>
                <a:endParaRPr lang="en-US" altLang="zh-CN">
                  <a:solidFill>
                    <a:schemeClr val="accent2"/>
                  </a:solidFill>
                </a:endParaRPr>
              </a:p>
            </p:txBody>
          </p:sp>
          <p:sp>
            <p:nvSpPr>
              <p:cNvPr id="31798" name="Rectangle 9">
                <a:extLst>
                  <a:ext uri="{FF2B5EF4-FFF2-40B4-BE49-F238E27FC236}">
                    <a16:creationId xmlns:a16="http://schemas.microsoft.com/office/drawing/2014/main" id="{A26FF63B-3EA3-9B45-92C1-AA3BD79B8EC6}"/>
                  </a:ext>
                </a:extLst>
              </p:cNvPr>
              <p:cNvSpPr>
                <a:spLocks noChangeArrowheads="1"/>
              </p:cNvSpPr>
              <p:nvPr/>
            </p:nvSpPr>
            <p:spPr bwMode="auto">
              <a:xfrm>
                <a:off x="4428" y="597"/>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chemeClr val="accent2"/>
                    </a:solidFill>
                  </a:rPr>
                  <a:t>,</a:t>
                </a:r>
                <a:endParaRPr lang="en-US" altLang="zh-CN">
                  <a:solidFill>
                    <a:schemeClr val="accent2"/>
                  </a:solidFill>
                </a:endParaRPr>
              </a:p>
            </p:txBody>
          </p:sp>
          <p:sp>
            <p:nvSpPr>
              <p:cNvPr id="31799" name="Rectangle 10">
                <a:extLst>
                  <a:ext uri="{FF2B5EF4-FFF2-40B4-BE49-F238E27FC236}">
                    <a16:creationId xmlns:a16="http://schemas.microsoft.com/office/drawing/2014/main" id="{7B021E99-BBCF-8542-BE67-7A1FCE3AC76F}"/>
                  </a:ext>
                </a:extLst>
              </p:cNvPr>
              <p:cNvSpPr>
                <a:spLocks noChangeArrowheads="1"/>
              </p:cNvSpPr>
              <p:nvPr/>
            </p:nvSpPr>
            <p:spPr bwMode="auto">
              <a:xfrm>
                <a:off x="4185" y="597"/>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chemeClr val="accent2"/>
                    </a:solidFill>
                  </a:rPr>
                  <a:t>(</a:t>
                </a:r>
                <a:endParaRPr lang="en-US" altLang="zh-CN">
                  <a:solidFill>
                    <a:schemeClr val="accent2"/>
                  </a:solidFill>
                </a:endParaRPr>
              </a:p>
            </p:txBody>
          </p:sp>
          <p:sp>
            <p:nvSpPr>
              <p:cNvPr id="31800" name="Rectangle 11">
                <a:extLst>
                  <a:ext uri="{FF2B5EF4-FFF2-40B4-BE49-F238E27FC236}">
                    <a16:creationId xmlns:a16="http://schemas.microsoft.com/office/drawing/2014/main" id="{89F4174F-5E43-E645-B189-ACDF09116B88}"/>
                  </a:ext>
                </a:extLst>
              </p:cNvPr>
              <p:cNvSpPr>
                <a:spLocks noChangeArrowheads="1"/>
              </p:cNvSpPr>
              <p:nvPr/>
            </p:nvSpPr>
            <p:spPr bwMode="auto">
              <a:xfrm>
                <a:off x="3317" y="710"/>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1</a:t>
                </a:r>
                <a:endParaRPr lang="en-US" altLang="zh-CN">
                  <a:solidFill>
                    <a:srgbClr val="FF3300"/>
                  </a:solidFill>
                </a:endParaRPr>
              </a:p>
            </p:txBody>
          </p:sp>
          <p:sp>
            <p:nvSpPr>
              <p:cNvPr id="31801" name="Rectangle 12">
                <a:extLst>
                  <a:ext uri="{FF2B5EF4-FFF2-40B4-BE49-F238E27FC236}">
                    <a16:creationId xmlns:a16="http://schemas.microsoft.com/office/drawing/2014/main" id="{D0F2EFBF-9D98-1348-9DB4-6BC13AA379A1}"/>
                  </a:ext>
                </a:extLst>
              </p:cNvPr>
              <p:cNvSpPr>
                <a:spLocks noChangeArrowheads="1"/>
              </p:cNvSpPr>
              <p:nvPr/>
            </p:nvSpPr>
            <p:spPr bwMode="auto">
              <a:xfrm>
                <a:off x="4610" y="711"/>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chemeClr val="accent2"/>
                    </a:solidFill>
                  </a:rPr>
                  <a:t>i</a:t>
                </a:r>
                <a:endParaRPr lang="en-US" altLang="zh-CN">
                  <a:solidFill>
                    <a:schemeClr val="accent2"/>
                  </a:solidFill>
                </a:endParaRPr>
              </a:p>
            </p:txBody>
          </p:sp>
          <p:sp>
            <p:nvSpPr>
              <p:cNvPr id="31802" name="Rectangle 13">
                <a:extLst>
                  <a:ext uri="{FF2B5EF4-FFF2-40B4-BE49-F238E27FC236}">
                    <a16:creationId xmlns:a16="http://schemas.microsoft.com/office/drawing/2014/main" id="{6CB8B1EF-8635-2D42-BBFF-9B3643A7E54C}"/>
                  </a:ext>
                </a:extLst>
              </p:cNvPr>
              <p:cNvSpPr>
                <a:spLocks noChangeArrowheads="1"/>
              </p:cNvSpPr>
              <p:nvPr/>
            </p:nvSpPr>
            <p:spPr bwMode="auto">
              <a:xfrm>
                <a:off x="4370" y="711"/>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chemeClr val="accent2"/>
                    </a:solidFill>
                  </a:rPr>
                  <a:t>i</a:t>
                </a:r>
                <a:endParaRPr lang="en-US" altLang="zh-CN">
                  <a:solidFill>
                    <a:schemeClr val="accent2"/>
                  </a:solidFill>
                </a:endParaRPr>
              </a:p>
            </p:txBody>
          </p:sp>
          <p:sp>
            <p:nvSpPr>
              <p:cNvPr id="31803" name="Rectangle 14">
                <a:extLst>
                  <a:ext uri="{FF2B5EF4-FFF2-40B4-BE49-F238E27FC236}">
                    <a16:creationId xmlns:a16="http://schemas.microsoft.com/office/drawing/2014/main" id="{360FBFAD-A432-9E48-A099-A06ACC02CFC6}"/>
                  </a:ext>
                </a:extLst>
              </p:cNvPr>
              <p:cNvSpPr>
                <a:spLocks noChangeArrowheads="1"/>
              </p:cNvSpPr>
              <p:nvPr/>
            </p:nvSpPr>
            <p:spPr bwMode="auto">
              <a:xfrm>
                <a:off x="3691" y="711"/>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chemeClr val="accent2"/>
                    </a:solidFill>
                  </a:rPr>
                  <a:t>i</a:t>
                </a:r>
                <a:endParaRPr lang="en-US" altLang="zh-CN">
                  <a:solidFill>
                    <a:schemeClr val="accent2"/>
                  </a:solidFill>
                </a:endParaRPr>
              </a:p>
            </p:txBody>
          </p:sp>
          <p:sp>
            <p:nvSpPr>
              <p:cNvPr id="31804" name="Rectangle 15">
                <a:extLst>
                  <a:ext uri="{FF2B5EF4-FFF2-40B4-BE49-F238E27FC236}">
                    <a16:creationId xmlns:a16="http://schemas.microsoft.com/office/drawing/2014/main" id="{16146AA9-24E6-1A4E-B6AD-4106A9A96D16}"/>
                  </a:ext>
                </a:extLst>
              </p:cNvPr>
              <p:cNvSpPr>
                <a:spLocks noChangeArrowheads="1"/>
              </p:cNvSpPr>
              <p:nvPr/>
            </p:nvSpPr>
            <p:spPr bwMode="auto">
              <a:xfrm>
                <a:off x="3212" y="711"/>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FF3300"/>
                    </a:solidFill>
                  </a:rPr>
                  <a:t>i</a:t>
                </a:r>
                <a:endParaRPr lang="en-US" altLang="zh-CN">
                  <a:solidFill>
                    <a:srgbClr val="FF3300"/>
                  </a:solidFill>
                </a:endParaRPr>
              </a:p>
            </p:txBody>
          </p:sp>
          <p:sp>
            <p:nvSpPr>
              <p:cNvPr id="31805" name="Rectangle 16">
                <a:extLst>
                  <a:ext uri="{FF2B5EF4-FFF2-40B4-BE49-F238E27FC236}">
                    <a16:creationId xmlns:a16="http://schemas.microsoft.com/office/drawing/2014/main" id="{A79082FB-4FA8-9041-A84E-0882E714BE9D}"/>
                  </a:ext>
                </a:extLst>
              </p:cNvPr>
              <p:cNvSpPr>
                <a:spLocks noChangeArrowheads="1"/>
              </p:cNvSpPr>
              <p:nvPr/>
            </p:nvSpPr>
            <p:spPr bwMode="auto">
              <a:xfrm>
                <a:off x="4522" y="597"/>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chemeClr val="accent2"/>
                    </a:solidFill>
                  </a:rPr>
                  <a:t>y</a:t>
                </a:r>
                <a:endParaRPr lang="en-US" altLang="zh-CN">
                  <a:solidFill>
                    <a:schemeClr val="accent2"/>
                  </a:solidFill>
                </a:endParaRPr>
              </a:p>
            </p:txBody>
          </p:sp>
          <p:sp>
            <p:nvSpPr>
              <p:cNvPr id="31806" name="Rectangle 17">
                <a:extLst>
                  <a:ext uri="{FF2B5EF4-FFF2-40B4-BE49-F238E27FC236}">
                    <a16:creationId xmlns:a16="http://schemas.microsoft.com/office/drawing/2014/main" id="{299052CE-E73B-8946-B3DA-68D5C84744F4}"/>
                  </a:ext>
                </a:extLst>
              </p:cNvPr>
              <p:cNvSpPr>
                <a:spLocks noChangeArrowheads="1"/>
              </p:cNvSpPr>
              <p:nvPr/>
            </p:nvSpPr>
            <p:spPr bwMode="auto">
              <a:xfrm>
                <a:off x="4270" y="597"/>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chemeClr val="accent2"/>
                    </a:solidFill>
                  </a:rPr>
                  <a:t>x</a:t>
                </a:r>
                <a:endParaRPr lang="en-US" altLang="zh-CN">
                  <a:solidFill>
                    <a:schemeClr val="accent2"/>
                  </a:solidFill>
                </a:endParaRPr>
              </a:p>
            </p:txBody>
          </p:sp>
          <p:sp>
            <p:nvSpPr>
              <p:cNvPr id="31807" name="Rectangle 18">
                <a:extLst>
                  <a:ext uri="{FF2B5EF4-FFF2-40B4-BE49-F238E27FC236}">
                    <a16:creationId xmlns:a16="http://schemas.microsoft.com/office/drawing/2014/main" id="{5CA1B8B0-D40C-FC45-A0EC-C5C1248D8B5F}"/>
                  </a:ext>
                </a:extLst>
              </p:cNvPr>
              <p:cNvSpPr>
                <a:spLocks noChangeArrowheads="1"/>
              </p:cNvSpPr>
              <p:nvPr/>
            </p:nvSpPr>
            <p:spPr bwMode="auto">
              <a:xfrm>
                <a:off x="4083" y="597"/>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chemeClr val="accent2"/>
                    </a:solidFill>
                  </a:rPr>
                  <a:t>f</a:t>
                </a:r>
                <a:endParaRPr lang="en-US" altLang="zh-CN">
                  <a:solidFill>
                    <a:schemeClr val="accent2"/>
                  </a:solidFill>
                </a:endParaRPr>
              </a:p>
            </p:txBody>
          </p:sp>
          <p:sp>
            <p:nvSpPr>
              <p:cNvPr id="31808" name="Rectangle 19">
                <a:extLst>
                  <a:ext uri="{FF2B5EF4-FFF2-40B4-BE49-F238E27FC236}">
                    <a16:creationId xmlns:a16="http://schemas.microsoft.com/office/drawing/2014/main" id="{FEC1DD9F-4109-9E4C-A579-AB3B62C739A5}"/>
                  </a:ext>
                </a:extLst>
              </p:cNvPr>
              <p:cNvSpPr>
                <a:spLocks noChangeArrowheads="1"/>
              </p:cNvSpPr>
              <p:nvPr/>
            </p:nvSpPr>
            <p:spPr bwMode="auto">
              <a:xfrm>
                <a:off x="3919" y="597"/>
                <a:ext cx="1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chemeClr val="accent2"/>
                    </a:solidFill>
                  </a:rPr>
                  <a:t>h</a:t>
                </a:r>
                <a:endParaRPr lang="en-US" altLang="zh-CN">
                  <a:solidFill>
                    <a:schemeClr val="accent2"/>
                  </a:solidFill>
                </a:endParaRPr>
              </a:p>
            </p:txBody>
          </p:sp>
          <p:sp>
            <p:nvSpPr>
              <p:cNvPr id="31809" name="Rectangle 20">
                <a:extLst>
                  <a:ext uri="{FF2B5EF4-FFF2-40B4-BE49-F238E27FC236}">
                    <a16:creationId xmlns:a16="http://schemas.microsoft.com/office/drawing/2014/main" id="{88482C4C-6265-A344-8C58-C6DFF66D37F5}"/>
                  </a:ext>
                </a:extLst>
              </p:cNvPr>
              <p:cNvSpPr>
                <a:spLocks noChangeArrowheads="1"/>
              </p:cNvSpPr>
              <p:nvPr/>
            </p:nvSpPr>
            <p:spPr bwMode="auto">
              <a:xfrm>
                <a:off x="3603" y="597"/>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chemeClr val="accent2"/>
                    </a:solidFill>
                  </a:rPr>
                  <a:t>y</a:t>
                </a:r>
                <a:endParaRPr lang="en-US" altLang="zh-CN">
                  <a:solidFill>
                    <a:schemeClr val="accent2"/>
                  </a:solidFill>
                </a:endParaRPr>
              </a:p>
            </p:txBody>
          </p:sp>
          <p:sp>
            <p:nvSpPr>
              <p:cNvPr id="31810" name="Rectangle 21">
                <a:extLst>
                  <a:ext uri="{FF2B5EF4-FFF2-40B4-BE49-F238E27FC236}">
                    <a16:creationId xmlns:a16="http://schemas.microsoft.com/office/drawing/2014/main" id="{5F87C8B1-3319-9C41-83D4-076C1D43304A}"/>
                  </a:ext>
                </a:extLst>
              </p:cNvPr>
              <p:cNvSpPr>
                <a:spLocks noChangeArrowheads="1"/>
              </p:cNvSpPr>
              <p:nvPr/>
            </p:nvSpPr>
            <p:spPr bwMode="auto">
              <a:xfrm>
                <a:off x="3124" y="597"/>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rPr>
                  <a:t>y</a:t>
                </a:r>
                <a:endParaRPr lang="en-US" altLang="zh-CN">
                  <a:solidFill>
                    <a:srgbClr val="FF3300"/>
                  </a:solidFill>
                </a:endParaRPr>
              </a:p>
            </p:txBody>
          </p:sp>
          <p:sp>
            <p:nvSpPr>
              <p:cNvPr id="31811" name="Rectangle 22">
                <a:extLst>
                  <a:ext uri="{FF2B5EF4-FFF2-40B4-BE49-F238E27FC236}">
                    <a16:creationId xmlns:a16="http://schemas.microsoft.com/office/drawing/2014/main" id="{30187152-9337-9249-A0F4-743BE90A9DDF}"/>
                  </a:ext>
                </a:extLst>
              </p:cNvPr>
              <p:cNvSpPr>
                <a:spLocks noChangeArrowheads="1"/>
              </p:cNvSpPr>
              <p:nvPr/>
            </p:nvSpPr>
            <p:spPr bwMode="auto">
              <a:xfrm>
                <a:off x="3779" y="575"/>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1812" name="Rectangle 23">
                <a:extLst>
                  <a:ext uri="{FF2B5EF4-FFF2-40B4-BE49-F238E27FC236}">
                    <a16:creationId xmlns:a16="http://schemas.microsoft.com/office/drawing/2014/main" id="{9A47FC99-1520-6649-897A-9F7FD4BF308F}"/>
                  </a:ext>
                </a:extLst>
              </p:cNvPr>
              <p:cNvSpPr>
                <a:spLocks noChangeArrowheads="1"/>
              </p:cNvSpPr>
              <p:nvPr/>
            </p:nvSpPr>
            <p:spPr bwMode="auto">
              <a:xfrm>
                <a:off x="3430" y="575"/>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1813" name="Rectangle 24">
                <a:extLst>
                  <a:ext uri="{FF2B5EF4-FFF2-40B4-BE49-F238E27FC236}">
                    <a16:creationId xmlns:a16="http://schemas.microsoft.com/office/drawing/2014/main" id="{3CC5D65D-CE14-5B4D-8B6E-CB638F822E67}"/>
                  </a:ext>
                </a:extLst>
              </p:cNvPr>
              <p:cNvSpPr>
                <a:spLocks noChangeArrowheads="1"/>
              </p:cNvSpPr>
              <p:nvPr/>
            </p:nvSpPr>
            <p:spPr bwMode="auto">
              <a:xfrm>
                <a:off x="3254" y="700"/>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latin typeface="Symbol" pitchFamily="2" charset="2"/>
                  </a:rPr>
                  <a:t>+</a:t>
                </a:r>
                <a:endParaRPr lang="en-US" altLang="zh-CN">
                  <a:solidFill>
                    <a:srgbClr val="FF3300"/>
                  </a:solidFill>
                </a:endParaRPr>
              </a:p>
            </p:txBody>
          </p:sp>
          <p:sp>
            <p:nvSpPr>
              <p:cNvPr id="55303" name="Line 7">
                <a:extLst>
                  <a:ext uri="{FF2B5EF4-FFF2-40B4-BE49-F238E27FC236}">
                    <a16:creationId xmlns:a16="http://schemas.microsoft.com/office/drawing/2014/main" id="{EB285ED9-0B24-8047-97DA-B76230E8772B}"/>
                  </a:ext>
                </a:extLst>
              </p:cNvPr>
              <p:cNvSpPr>
                <a:spLocks noChangeShapeType="1"/>
              </p:cNvSpPr>
              <p:nvPr/>
            </p:nvSpPr>
            <p:spPr bwMode="auto">
              <a:xfrm>
                <a:off x="3120" y="624"/>
                <a:ext cx="96" cy="0"/>
              </a:xfrm>
              <a:prstGeom prst="line">
                <a:avLst/>
              </a:prstGeom>
              <a:noFill/>
              <a:ln w="15875">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grpSp>
        <p:nvGrpSpPr>
          <p:cNvPr id="55369" name="Group 73">
            <a:extLst>
              <a:ext uri="{FF2B5EF4-FFF2-40B4-BE49-F238E27FC236}">
                <a16:creationId xmlns:a16="http://schemas.microsoft.com/office/drawing/2014/main" id="{74D984CE-CE90-5947-818B-D89CE1613AB4}"/>
              </a:ext>
            </a:extLst>
          </p:cNvPr>
          <p:cNvGrpSpPr>
            <a:grpSpLocks/>
          </p:cNvGrpSpPr>
          <p:nvPr/>
        </p:nvGrpSpPr>
        <p:grpSpPr bwMode="auto">
          <a:xfrm>
            <a:off x="457200" y="1600200"/>
            <a:ext cx="8077200" cy="1187450"/>
            <a:chOff x="432" y="1488"/>
            <a:chExt cx="5088" cy="748"/>
          </a:xfrm>
        </p:grpSpPr>
        <p:sp>
          <p:nvSpPr>
            <p:cNvPr id="55325" name="Text Box 29">
              <a:extLst>
                <a:ext uri="{FF2B5EF4-FFF2-40B4-BE49-F238E27FC236}">
                  <a16:creationId xmlns:a16="http://schemas.microsoft.com/office/drawing/2014/main" id="{48D0E4BD-84CD-1D49-9E53-B8B0D4CBA1E7}"/>
                </a:ext>
              </a:extLst>
            </p:cNvPr>
            <p:cNvSpPr txBox="1">
              <a:spLocks noChangeArrowheads="1"/>
            </p:cNvSpPr>
            <p:nvPr/>
          </p:nvSpPr>
          <p:spPr bwMode="auto">
            <a:xfrm>
              <a:off x="432" y="1488"/>
              <a:ext cx="508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000" b="1" i="1">
                  <a:solidFill>
                    <a:srgbClr val="008000"/>
                  </a:solidFill>
                </a:rPr>
                <a:t>Step 2</a:t>
              </a:r>
              <a:r>
                <a:rPr lang="en-US" altLang="zh-CN" sz="2400" b="1">
                  <a:solidFill>
                    <a:srgbClr val="008000"/>
                  </a:solidFill>
                </a:rPr>
                <a:t>: </a:t>
              </a:r>
              <a:r>
                <a:rPr lang="zh-CN" altLang="en-US" sz="2400" b="1"/>
                <a:t>再将</a:t>
              </a:r>
              <a:r>
                <a:rPr lang="en-US" altLang="zh-CN" sz="2400" b="1"/>
                <a:t>       </a:t>
              </a:r>
              <a:r>
                <a:rPr lang="zh-CN" altLang="en-US" sz="2400" b="1"/>
                <a:t>代入</a:t>
              </a:r>
              <a:r>
                <a:rPr lang="zh-CN" altLang="en-US" sz="2400" b="1">
                  <a:solidFill>
                    <a:schemeClr val="accent2"/>
                  </a:solidFill>
                </a:rPr>
                <a:t>隐式</a:t>
              </a:r>
              <a:r>
                <a:rPr lang="zh-CN" altLang="en-US" sz="2400" b="1"/>
                <a:t>梯形公式的右边作</a:t>
              </a:r>
              <a:r>
                <a:rPr lang="zh-CN" altLang="en-US" sz="2400" b="1">
                  <a:solidFill>
                    <a:schemeClr val="accent2"/>
                  </a:solidFill>
                </a:rPr>
                <a:t>校正</a:t>
              </a:r>
              <a:r>
                <a:rPr lang="zh-CN" altLang="en-US" sz="2400" b="1"/>
                <a:t>，得到</a:t>
              </a:r>
              <a:endParaRPr lang="en-US" altLang="zh-CN" sz="2400" b="1"/>
            </a:p>
          </p:txBody>
        </p:sp>
        <p:grpSp>
          <p:nvGrpSpPr>
            <p:cNvPr id="31754" name="Group 37">
              <a:extLst>
                <a:ext uri="{FF2B5EF4-FFF2-40B4-BE49-F238E27FC236}">
                  <a16:creationId xmlns:a16="http://schemas.microsoft.com/office/drawing/2014/main" id="{743DCB58-2647-804A-9ADD-4BD239B2D423}"/>
                </a:ext>
              </a:extLst>
            </p:cNvPr>
            <p:cNvGrpSpPr>
              <a:grpSpLocks/>
            </p:cNvGrpSpPr>
            <p:nvPr/>
          </p:nvGrpSpPr>
          <p:grpSpPr bwMode="auto">
            <a:xfrm>
              <a:off x="1440" y="1536"/>
              <a:ext cx="219" cy="217"/>
              <a:chOff x="909" y="2692"/>
              <a:chExt cx="219" cy="217"/>
            </a:xfrm>
          </p:grpSpPr>
          <p:sp>
            <p:nvSpPr>
              <p:cNvPr id="31790" name="Rectangle 32">
                <a:extLst>
                  <a:ext uri="{FF2B5EF4-FFF2-40B4-BE49-F238E27FC236}">
                    <a16:creationId xmlns:a16="http://schemas.microsoft.com/office/drawing/2014/main" id="{32806B4D-EF9E-D24B-9A53-693CE610D535}"/>
                  </a:ext>
                </a:extLst>
              </p:cNvPr>
              <p:cNvSpPr>
                <a:spLocks noChangeArrowheads="1"/>
              </p:cNvSpPr>
              <p:nvPr/>
            </p:nvSpPr>
            <p:spPr bwMode="auto">
              <a:xfrm>
                <a:off x="1080" y="279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FF3300"/>
                    </a:solidFill>
                  </a:rPr>
                  <a:t>1</a:t>
                </a:r>
                <a:endParaRPr lang="en-US" altLang="zh-CN">
                  <a:solidFill>
                    <a:srgbClr val="FF3300"/>
                  </a:solidFill>
                </a:endParaRPr>
              </a:p>
            </p:txBody>
          </p:sp>
          <p:sp>
            <p:nvSpPr>
              <p:cNvPr id="31791" name="Rectangle 33">
                <a:extLst>
                  <a:ext uri="{FF2B5EF4-FFF2-40B4-BE49-F238E27FC236}">
                    <a16:creationId xmlns:a16="http://schemas.microsoft.com/office/drawing/2014/main" id="{84399550-63D9-7B4B-B6EF-C80DDB318AC9}"/>
                  </a:ext>
                </a:extLst>
              </p:cNvPr>
              <p:cNvSpPr>
                <a:spLocks noChangeArrowheads="1"/>
              </p:cNvSpPr>
              <p:nvPr/>
            </p:nvSpPr>
            <p:spPr bwMode="auto">
              <a:xfrm>
                <a:off x="1024" y="2784"/>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FF3300"/>
                    </a:solidFill>
                    <a:latin typeface="Symbol" pitchFamily="2" charset="2"/>
                  </a:rPr>
                  <a:t>+</a:t>
                </a:r>
                <a:endParaRPr lang="en-US" altLang="zh-CN">
                  <a:solidFill>
                    <a:srgbClr val="FF3300"/>
                  </a:solidFill>
                </a:endParaRPr>
              </a:p>
            </p:txBody>
          </p:sp>
          <p:sp>
            <p:nvSpPr>
              <p:cNvPr id="31792" name="Rectangle 34">
                <a:extLst>
                  <a:ext uri="{FF2B5EF4-FFF2-40B4-BE49-F238E27FC236}">
                    <a16:creationId xmlns:a16="http://schemas.microsoft.com/office/drawing/2014/main" id="{41CAB046-0FB9-7046-89EB-2C0B884945BD}"/>
                  </a:ext>
                </a:extLst>
              </p:cNvPr>
              <p:cNvSpPr>
                <a:spLocks noChangeArrowheads="1"/>
              </p:cNvSpPr>
              <p:nvPr/>
            </p:nvSpPr>
            <p:spPr bwMode="auto">
              <a:xfrm>
                <a:off x="987" y="2794"/>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i="1">
                    <a:solidFill>
                      <a:srgbClr val="FF3300"/>
                    </a:solidFill>
                  </a:rPr>
                  <a:t>i</a:t>
                </a:r>
                <a:endParaRPr lang="en-US" altLang="zh-CN">
                  <a:solidFill>
                    <a:srgbClr val="FF3300"/>
                  </a:solidFill>
                </a:endParaRPr>
              </a:p>
            </p:txBody>
          </p:sp>
          <p:sp>
            <p:nvSpPr>
              <p:cNvPr id="31793" name="Rectangle 35">
                <a:extLst>
                  <a:ext uri="{FF2B5EF4-FFF2-40B4-BE49-F238E27FC236}">
                    <a16:creationId xmlns:a16="http://schemas.microsoft.com/office/drawing/2014/main" id="{91456CF9-45EA-1749-B543-C8A105DF4A28}"/>
                  </a:ext>
                </a:extLst>
              </p:cNvPr>
              <p:cNvSpPr>
                <a:spLocks noChangeArrowheads="1"/>
              </p:cNvSpPr>
              <p:nvPr/>
            </p:nvSpPr>
            <p:spPr bwMode="auto">
              <a:xfrm>
                <a:off x="909" y="2692"/>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FF3300"/>
                    </a:solidFill>
                  </a:rPr>
                  <a:t>y</a:t>
                </a:r>
                <a:endParaRPr lang="en-US" altLang="zh-CN">
                  <a:solidFill>
                    <a:srgbClr val="FF3300"/>
                  </a:solidFill>
                </a:endParaRPr>
              </a:p>
            </p:txBody>
          </p:sp>
          <p:sp>
            <p:nvSpPr>
              <p:cNvPr id="55332" name="Line 36">
                <a:extLst>
                  <a:ext uri="{FF2B5EF4-FFF2-40B4-BE49-F238E27FC236}">
                    <a16:creationId xmlns:a16="http://schemas.microsoft.com/office/drawing/2014/main" id="{DCE99790-D07F-4D47-AF64-3612827EB0B6}"/>
                  </a:ext>
                </a:extLst>
              </p:cNvPr>
              <p:cNvSpPr>
                <a:spLocks noChangeShapeType="1"/>
              </p:cNvSpPr>
              <p:nvPr/>
            </p:nvSpPr>
            <p:spPr bwMode="auto">
              <a:xfrm>
                <a:off x="912" y="2736"/>
                <a:ext cx="96" cy="0"/>
              </a:xfrm>
              <a:prstGeom prst="line">
                <a:avLst/>
              </a:prstGeom>
              <a:noFill/>
              <a:ln w="15875">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31755" name="Group 72">
              <a:extLst>
                <a:ext uri="{FF2B5EF4-FFF2-40B4-BE49-F238E27FC236}">
                  <a16:creationId xmlns:a16="http://schemas.microsoft.com/office/drawing/2014/main" id="{5BE72A7E-2FDD-B241-9452-E24D35B65709}"/>
                </a:ext>
              </a:extLst>
            </p:cNvPr>
            <p:cNvGrpSpPr>
              <a:grpSpLocks/>
            </p:cNvGrpSpPr>
            <p:nvPr/>
          </p:nvGrpSpPr>
          <p:grpSpPr bwMode="auto">
            <a:xfrm>
              <a:off x="1296" y="1776"/>
              <a:ext cx="2677" cy="460"/>
              <a:chOff x="1104" y="2338"/>
              <a:chExt cx="2677" cy="460"/>
            </a:xfrm>
          </p:grpSpPr>
          <p:sp>
            <p:nvSpPr>
              <p:cNvPr id="31756" name="Line 38">
                <a:extLst>
                  <a:ext uri="{FF2B5EF4-FFF2-40B4-BE49-F238E27FC236}">
                    <a16:creationId xmlns:a16="http://schemas.microsoft.com/office/drawing/2014/main" id="{C8FACB6E-9B91-5E40-BD44-75CE8841D9BA}"/>
                  </a:ext>
                </a:extLst>
              </p:cNvPr>
              <p:cNvSpPr>
                <a:spLocks noChangeShapeType="1"/>
              </p:cNvSpPr>
              <p:nvPr/>
            </p:nvSpPr>
            <p:spPr bwMode="auto">
              <a:xfrm>
                <a:off x="1853" y="2563"/>
                <a:ext cx="115"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31757" name="Rectangle 39">
                <a:extLst>
                  <a:ext uri="{FF2B5EF4-FFF2-40B4-BE49-F238E27FC236}">
                    <a16:creationId xmlns:a16="http://schemas.microsoft.com/office/drawing/2014/main" id="{E994423B-8C82-8B41-9AD8-CAC68AA85298}"/>
                  </a:ext>
                </a:extLst>
              </p:cNvPr>
              <p:cNvSpPr>
                <a:spLocks noChangeArrowheads="1"/>
              </p:cNvSpPr>
              <p:nvPr/>
            </p:nvSpPr>
            <p:spPr bwMode="auto">
              <a:xfrm>
                <a:off x="3663" y="2449"/>
                <a:ext cx="11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31758" name="Rectangle 40">
                <a:extLst>
                  <a:ext uri="{FF2B5EF4-FFF2-40B4-BE49-F238E27FC236}">
                    <a16:creationId xmlns:a16="http://schemas.microsoft.com/office/drawing/2014/main" id="{37FE3322-6F24-1149-ABC1-68DCC144EE24}"/>
                  </a:ext>
                </a:extLst>
              </p:cNvPr>
              <p:cNvSpPr>
                <a:spLocks noChangeArrowheads="1"/>
              </p:cNvSpPr>
              <p:nvPr/>
            </p:nvSpPr>
            <p:spPr bwMode="auto">
              <a:xfrm>
                <a:off x="3323" y="2449"/>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31759" name="Rectangle 41">
                <a:extLst>
                  <a:ext uri="{FF2B5EF4-FFF2-40B4-BE49-F238E27FC236}">
                    <a16:creationId xmlns:a16="http://schemas.microsoft.com/office/drawing/2014/main" id="{2FBA319D-DB09-1E4E-AAFE-35B14BE68C03}"/>
                  </a:ext>
                </a:extLst>
              </p:cNvPr>
              <p:cNvSpPr>
                <a:spLocks noChangeArrowheads="1"/>
              </p:cNvSpPr>
              <p:nvPr/>
            </p:nvSpPr>
            <p:spPr bwMode="auto">
              <a:xfrm>
                <a:off x="2984" y="2449"/>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31760" name="Rectangle 42">
                <a:extLst>
                  <a:ext uri="{FF2B5EF4-FFF2-40B4-BE49-F238E27FC236}">
                    <a16:creationId xmlns:a16="http://schemas.microsoft.com/office/drawing/2014/main" id="{545C7893-7817-FE42-B62F-967A1753B32D}"/>
                  </a:ext>
                </a:extLst>
              </p:cNvPr>
              <p:cNvSpPr>
                <a:spLocks noChangeArrowheads="1"/>
              </p:cNvSpPr>
              <p:nvPr/>
            </p:nvSpPr>
            <p:spPr bwMode="auto">
              <a:xfrm>
                <a:off x="2635" y="2449"/>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31761" name="Rectangle 43">
                <a:extLst>
                  <a:ext uri="{FF2B5EF4-FFF2-40B4-BE49-F238E27FC236}">
                    <a16:creationId xmlns:a16="http://schemas.microsoft.com/office/drawing/2014/main" id="{B32F57FA-5D31-A543-AFDC-373E4389CA08}"/>
                  </a:ext>
                </a:extLst>
              </p:cNvPr>
              <p:cNvSpPr>
                <a:spLocks noChangeArrowheads="1"/>
              </p:cNvSpPr>
              <p:nvPr/>
            </p:nvSpPr>
            <p:spPr bwMode="auto">
              <a:xfrm>
                <a:off x="2407" y="2449"/>
                <a:ext cx="4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chemeClr val="accent2"/>
                    </a:solidFill>
                  </a:rPr>
                  <a:t>,</a:t>
                </a:r>
                <a:endParaRPr lang="en-US" altLang="zh-CN">
                  <a:solidFill>
                    <a:schemeClr val="accent2"/>
                  </a:solidFill>
                </a:endParaRPr>
              </a:p>
            </p:txBody>
          </p:sp>
          <p:sp>
            <p:nvSpPr>
              <p:cNvPr id="31762" name="Rectangle 44">
                <a:extLst>
                  <a:ext uri="{FF2B5EF4-FFF2-40B4-BE49-F238E27FC236}">
                    <a16:creationId xmlns:a16="http://schemas.microsoft.com/office/drawing/2014/main" id="{B13F2597-5DF2-1546-B8F7-1B380F11BCDD}"/>
                  </a:ext>
                </a:extLst>
              </p:cNvPr>
              <p:cNvSpPr>
                <a:spLocks noChangeArrowheads="1"/>
              </p:cNvSpPr>
              <p:nvPr/>
            </p:nvSpPr>
            <p:spPr bwMode="auto">
              <a:xfrm>
                <a:off x="2179" y="2449"/>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chemeClr val="accent2"/>
                    </a:solidFill>
                  </a:rPr>
                  <a:t>(</a:t>
                </a:r>
                <a:endParaRPr lang="en-US" altLang="zh-CN">
                  <a:solidFill>
                    <a:schemeClr val="accent2"/>
                  </a:solidFill>
                </a:endParaRPr>
              </a:p>
            </p:txBody>
          </p:sp>
          <p:sp>
            <p:nvSpPr>
              <p:cNvPr id="31763" name="Rectangle 45">
                <a:extLst>
                  <a:ext uri="{FF2B5EF4-FFF2-40B4-BE49-F238E27FC236}">
                    <a16:creationId xmlns:a16="http://schemas.microsoft.com/office/drawing/2014/main" id="{622D5A0B-3DAC-604D-BCC1-7F541ACD14C8}"/>
                  </a:ext>
                </a:extLst>
              </p:cNvPr>
              <p:cNvSpPr>
                <a:spLocks noChangeArrowheads="1"/>
              </p:cNvSpPr>
              <p:nvPr/>
            </p:nvSpPr>
            <p:spPr bwMode="auto">
              <a:xfrm>
                <a:off x="1984" y="2449"/>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rPr>
                  <a:t>[</a:t>
                </a:r>
                <a:endParaRPr lang="en-US" altLang="zh-CN"/>
              </a:p>
            </p:txBody>
          </p:sp>
          <p:sp>
            <p:nvSpPr>
              <p:cNvPr id="31764" name="Rectangle 46">
                <a:extLst>
                  <a:ext uri="{FF2B5EF4-FFF2-40B4-BE49-F238E27FC236}">
                    <a16:creationId xmlns:a16="http://schemas.microsoft.com/office/drawing/2014/main" id="{178C5F32-E0A9-A24A-A503-0C1AD2699C34}"/>
                  </a:ext>
                </a:extLst>
              </p:cNvPr>
              <p:cNvSpPr>
                <a:spLocks noChangeArrowheads="1"/>
              </p:cNvSpPr>
              <p:nvPr/>
            </p:nvSpPr>
            <p:spPr bwMode="auto">
              <a:xfrm>
                <a:off x="1869" y="2587"/>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chemeClr val="accent2"/>
                    </a:solidFill>
                  </a:rPr>
                  <a:t>2</a:t>
                </a:r>
                <a:endParaRPr lang="en-US" altLang="zh-CN">
                  <a:solidFill>
                    <a:schemeClr val="accent2"/>
                  </a:solidFill>
                </a:endParaRPr>
              </a:p>
            </p:txBody>
          </p:sp>
          <p:sp>
            <p:nvSpPr>
              <p:cNvPr id="31765" name="Rectangle 47">
                <a:extLst>
                  <a:ext uri="{FF2B5EF4-FFF2-40B4-BE49-F238E27FC236}">
                    <a16:creationId xmlns:a16="http://schemas.microsoft.com/office/drawing/2014/main" id="{5D4ED2F0-B0C9-6149-8E9E-DA02B3EF7172}"/>
                  </a:ext>
                </a:extLst>
              </p:cNvPr>
              <p:cNvSpPr>
                <a:spLocks noChangeArrowheads="1"/>
              </p:cNvSpPr>
              <p:nvPr/>
            </p:nvSpPr>
            <p:spPr bwMode="auto">
              <a:xfrm>
                <a:off x="3593" y="2557"/>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rPr>
                  <a:t>1</a:t>
                </a:r>
                <a:endParaRPr lang="en-US" altLang="zh-CN">
                  <a:solidFill>
                    <a:srgbClr val="FF3300"/>
                  </a:solidFill>
                </a:endParaRPr>
              </a:p>
            </p:txBody>
          </p:sp>
          <p:sp>
            <p:nvSpPr>
              <p:cNvPr id="31766" name="Rectangle 48">
                <a:extLst>
                  <a:ext uri="{FF2B5EF4-FFF2-40B4-BE49-F238E27FC236}">
                    <a16:creationId xmlns:a16="http://schemas.microsoft.com/office/drawing/2014/main" id="{F7549BDA-C768-874F-9590-21F4EAEE0513}"/>
                  </a:ext>
                </a:extLst>
              </p:cNvPr>
              <p:cNvSpPr>
                <a:spLocks noChangeArrowheads="1"/>
              </p:cNvSpPr>
              <p:nvPr/>
            </p:nvSpPr>
            <p:spPr bwMode="auto">
              <a:xfrm>
                <a:off x="3256" y="2557"/>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chemeClr val="accent2"/>
                    </a:solidFill>
                  </a:rPr>
                  <a:t>1</a:t>
                </a:r>
                <a:endParaRPr lang="en-US" altLang="zh-CN">
                  <a:solidFill>
                    <a:schemeClr val="accent2"/>
                  </a:solidFill>
                </a:endParaRPr>
              </a:p>
            </p:txBody>
          </p:sp>
          <p:sp>
            <p:nvSpPr>
              <p:cNvPr id="31767" name="Rectangle 49">
                <a:extLst>
                  <a:ext uri="{FF2B5EF4-FFF2-40B4-BE49-F238E27FC236}">
                    <a16:creationId xmlns:a16="http://schemas.microsoft.com/office/drawing/2014/main" id="{1B6DAB99-D0EB-314D-A403-6397BBC22807}"/>
                  </a:ext>
                </a:extLst>
              </p:cNvPr>
              <p:cNvSpPr>
                <a:spLocks noChangeArrowheads="1"/>
              </p:cNvSpPr>
              <p:nvPr/>
            </p:nvSpPr>
            <p:spPr bwMode="auto">
              <a:xfrm>
                <a:off x="1286" y="2557"/>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rPr>
                  <a:t>1</a:t>
                </a:r>
                <a:endParaRPr lang="en-US" altLang="zh-CN">
                  <a:solidFill>
                    <a:srgbClr val="FF3300"/>
                  </a:solidFill>
                </a:endParaRPr>
              </a:p>
            </p:txBody>
          </p:sp>
          <p:sp>
            <p:nvSpPr>
              <p:cNvPr id="31768" name="Rectangle 50">
                <a:extLst>
                  <a:ext uri="{FF2B5EF4-FFF2-40B4-BE49-F238E27FC236}">
                    <a16:creationId xmlns:a16="http://schemas.microsoft.com/office/drawing/2014/main" id="{F5740089-6561-EA41-A6DD-AA8CD2431E09}"/>
                  </a:ext>
                </a:extLst>
              </p:cNvPr>
              <p:cNvSpPr>
                <a:spLocks noChangeArrowheads="1"/>
              </p:cNvSpPr>
              <p:nvPr/>
            </p:nvSpPr>
            <p:spPr bwMode="auto">
              <a:xfrm>
                <a:off x="3534" y="2547"/>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latin typeface="Symbol" pitchFamily="2" charset="2"/>
                  </a:rPr>
                  <a:t>+</a:t>
                </a:r>
                <a:endParaRPr lang="en-US" altLang="zh-CN">
                  <a:solidFill>
                    <a:srgbClr val="FF3300"/>
                  </a:solidFill>
                </a:endParaRPr>
              </a:p>
            </p:txBody>
          </p:sp>
          <p:sp>
            <p:nvSpPr>
              <p:cNvPr id="31769" name="Rectangle 51">
                <a:extLst>
                  <a:ext uri="{FF2B5EF4-FFF2-40B4-BE49-F238E27FC236}">
                    <a16:creationId xmlns:a16="http://schemas.microsoft.com/office/drawing/2014/main" id="{DFEA098C-32AD-A94F-B326-164DCD2957B3}"/>
                  </a:ext>
                </a:extLst>
              </p:cNvPr>
              <p:cNvSpPr>
                <a:spLocks noChangeArrowheads="1"/>
              </p:cNvSpPr>
              <p:nvPr/>
            </p:nvSpPr>
            <p:spPr bwMode="auto">
              <a:xfrm>
                <a:off x="3197" y="2547"/>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chemeClr val="accent2"/>
                    </a:solidFill>
                    <a:latin typeface="Symbol" pitchFamily="2" charset="2"/>
                  </a:rPr>
                  <a:t>+</a:t>
                </a:r>
                <a:endParaRPr lang="en-US" altLang="zh-CN">
                  <a:solidFill>
                    <a:schemeClr val="accent2"/>
                  </a:solidFill>
                </a:endParaRPr>
              </a:p>
            </p:txBody>
          </p:sp>
          <p:sp>
            <p:nvSpPr>
              <p:cNvPr id="31770" name="Rectangle 52">
                <a:extLst>
                  <a:ext uri="{FF2B5EF4-FFF2-40B4-BE49-F238E27FC236}">
                    <a16:creationId xmlns:a16="http://schemas.microsoft.com/office/drawing/2014/main" id="{A0DFFA8F-6BEC-B04F-B19E-147BA9EE3C72}"/>
                  </a:ext>
                </a:extLst>
              </p:cNvPr>
              <p:cNvSpPr>
                <a:spLocks noChangeArrowheads="1"/>
              </p:cNvSpPr>
              <p:nvPr/>
            </p:nvSpPr>
            <p:spPr bwMode="auto">
              <a:xfrm>
                <a:off x="1227" y="2547"/>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FF3300"/>
                    </a:solidFill>
                    <a:latin typeface="Symbol" pitchFamily="2" charset="2"/>
                  </a:rPr>
                  <a:t>+</a:t>
                </a:r>
                <a:endParaRPr lang="en-US" altLang="zh-CN">
                  <a:solidFill>
                    <a:srgbClr val="FF3300"/>
                  </a:solidFill>
                </a:endParaRPr>
              </a:p>
            </p:txBody>
          </p:sp>
          <p:sp>
            <p:nvSpPr>
              <p:cNvPr id="31771" name="Rectangle 53">
                <a:extLst>
                  <a:ext uri="{FF2B5EF4-FFF2-40B4-BE49-F238E27FC236}">
                    <a16:creationId xmlns:a16="http://schemas.microsoft.com/office/drawing/2014/main" id="{CD5C3674-E8DB-F644-8E17-CFA79F2AF1D6}"/>
                  </a:ext>
                </a:extLst>
              </p:cNvPr>
              <p:cNvSpPr>
                <a:spLocks noChangeArrowheads="1"/>
              </p:cNvSpPr>
              <p:nvPr/>
            </p:nvSpPr>
            <p:spPr bwMode="auto">
              <a:xfrm>
                <a:off x="2720" y="2429"/>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latin typeface="Symbol" pitchFamily="2" charset="2"/>
                  </a:rPr>
                  <a:t>+</a:t>
                </a:r>
                <a:endParaRPr lang="en-US" altLang="zh-CN"/>
              </a:p>
            </p:txBody>
          </p:sp>
          <p:sp>
            <p:nvSpPr>
              <p:cNvPr id="31772" name="Rectangle 54">
                <a:extLst>
                  <a:ext uri="{FF2B5EF4-FFF2-40B4-BE49-F238E27FC236}">
                    <a16:creationId xmlns:a16="http://schemas.microsoft.com/office/drawing/2014/main" id="{B1A90FFD-2F48-5F40-90D4-408F64CB0852}"/>
                  </a:ext>
                </a:extLst>
              </p:cNvPr>
              <p:cNvSpPr>
                <a:spLocks noChangeArrowheads="1"/>
              </p:cNvSpPr>
              <p:nvPr/>
            </p:nvSpPr>
            <p:spPr bwMode="auto">
              <a:xfrm>
                <a:off x="1719" y="2429"/>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latin typeface="Symbol" pitchFamily="2" charset="2"/>
                  </a:rPr>
                  <a:t>+</a:t>
                </a:r>
                <a:endParaRPr lang="en-US" altLang="zh-CN"/>
              </a:p>
            </p:txBody>
          </p:sp>
          <p:sp>
            <p:nvSpPr>
              <p:cNvPr id="31773" name="Rectangle 55">
                <a:extLst>
                  <a:ext uri="{FF2B5EF4-FFF2-40B4-BE49-F238E27FC236}">
                    <a16:creationId xmlns:a16="http://schemas.microsoft.com/office/drawing/2014/main" id="{0686E380-F3E5-0C4C-AFF0-568C583BB691}"/>
                  </a:ext>
                </a:extLst>
              </p:cNvPr>
              <p:cNvSpPr>
                <a:spLocks noChangeArrowheads="1"/>
              </p:cNvSpPr>
              <p:nvPr/>
            </p:nvSpPr>
            <p:spPr bwMode="auto">
              <a:xfrm>
                <a:off x="1392" y="2429"/>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a:solidFill>
                      <a:srgbClr val="000000"/>
                    </a:solidFill>
                    <a:latin typeface="Symbol" pitchFamily="2" charset="2"/>
                  </a:rPr>
                  <a:t>=</a:t>
                </a:r>
                <a:endParaRPr lang="en-US" altLang="zh-CN"/>
              </a:p>
            </p:txBody>
          </p:sp>
          <p:sp>
            <p:nvSpPr>
              <p:cNvPr id="31774" name="Rectangle 56">
                <a:extLst>
                  <a:ext uri="{FF2B5EF4-FFF2-40B4-BE49-F238E27FC236}">
                    <a16:creationId xmlns:a16="http://schemas.microsoft.com/office/drawing/2014/main" id="{BA9A46C8-7C5F-6B43-8D7B-0C489DB440FF}"/>
                  </a:ext>
                </a:extLst>
              </p:cNvPr>
              <p:cNvSpPr>
                <a:spLocks noChangeArrowheads="1"/>
              </p:cNvSpPr>
              <p:nvPr/>
            </p:nvSpPr>
            <p:spPr bwMode="auto">
              <a:xfrm>
                <a:off x="3494" y="255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FF3300"/>
                    </a:solidFill>
                  </a:rPr>
                  <a:t>i</a:t>
                </a:r>
                <a:endParaRPr lang="en-US" altLang="zh-CN">
                  <a:solidFill>
                    <a:srgbClr val="FF3300"/>
                  </a:solidFill>
                </a:endParaRPr>
              </a:p>
            </p:txBody>
          </p:sp>
          <p:sp>
            <p:nvSpPr>
              <p:cNvPr id="31775" name="Rectangle 57">
                <a:extLst>
                  <a:ext uri="{FF2B5EF4-FFF2-40B4-BE49-F238E27FC236}">
                    <a16:creationId xmlns:a16="http://schemas.microsoft.com/office/drawing/2014/main" id="{E4066D61-98EB-5F4E-BCBA-9E5E947ABEBC}"/>
                  </a:ext>
                </a:extLst>
              </p:cNvPr>
              <p:cNvSpPr>
                <a:spLocks noChangeArrowheads="1"/>
              </p:cNvSpPr>
              <p:nvPr/>
            </p:nvSpPr>
            <p:spPr bwMode="auto">
              <a:xfrm>
                <a:off x="3157" y="255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chemeClr val="accent2"/>
                    </a:solidFill>
                  </a:rPr>
                  <a:t>i</a:t>
                </a:r>
                <a:endParaRPr lang="en-US" altLang="zh-CN">
                  <a:solidFill>
                    <a:schemeClr val="accent2"/>
                  </a:solidFill>
                </a:endParaRPr>
              </a:p>
            </p:txBody>
          </p:sp>
          <p:sp>
            <p:nvSpPr>
              <p:cNvPr id="31776" name="Rectangle 58">
                <a:extLst>
                  <a:ext uri="{FF2B5EF4-FFF2-40B4-BE49-F238E27FC236}">
                    <a16:creationId xmlns:a16="http://schemas.microsoft.com/office/drawing/2014/main" id="{344AC374-E3F9-DF4F-9AAB-DBF0C8894DE4}"/>
                  </a:ext>
                </a:extLst>
              </p:cNvPr>
              <p:cNvSpPr>
                <a:spLocks noChangeArrowheads="1"/>
              </p:cNvSpPr>
              <p:nvPr/>
            </p:nvSpPr>
            <p:spPr bwMode="auto">
              <a:xfrm>
                <a:off x="2578" y="255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chemeClr val="accent2"/>
                    </a:solidFill>
                  </a:rPr>
                  <a:t>i</a:t>
                </a:r>
                <a:endParaRPr lang="en-US" altLang="zh-CN">
                  <a:solidFill>
                    <a:schemeClr val="accent2"/>
                  </a:solidFill>
                </a:endParaRPr>
              </a:p>
            </p:txBody>
          </p:sp>
          <p:sp>
            <p:nvSpPr>
              <p:cNvPr id="31777" name="Rectangle 59">
                <a:extLst>
                  <a:ext uri="{FF2B5EF4-FFF2-40B4-BE49-F238E27FC236}">
                    <a16:creationId xmlns:a16="http://schemas.microsoft.com/office/drawing/2014/main" id="{0F95C717-0218-0A4B-919E-FFEB6094EC75}"/>
                  </a:ext>
                </a:extLst>
              </p:cNvPr>
              <p:cNvSpPr>
                <a:spLocks noChangeArrowheads="1"/>
              </p:cNvSpPr>
              <p:nvPr/>
            </p:nvSpPr>
            <p:spPr bwMode="auto">
              <a:xfrm>
                <a:off x="2352" y="255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chemeClr val="accent2"/>
                    </a:solidFill>
                  </a:rPr>
                  <a:t>i</a:t>
                </a:r>
                <a:endParaRPr lang="en-US" altLang="zh-CN">
                  <a:solidFill>
                    <a:schemeClr val="accent2"/>
                  </a:solidFill>
                </a:endParaRPr>
              </a:p>
            </p:txBody>
          </p:sp>
          <p:sp>
            <p:nvSpPr>
              <p:cNvPr id="31778" name="Rectangle 60">
                <a:extLst>
                  <a:ext uri="{FF2B5EF4-FFF2-40B4-BE49-F238E27FC236}">
                    <a16:creationId xmlns:a16="http://schemas.microsoft.com/office/drawing/2014/main" id="{6C81DB44-C27A-4641-BEA0-F779174BC8D3}"/>
                  </a:ext>
                </a:extLst>
              </p:cNvPr>
              <p:cNvSpPr>
                <a:spLocks noChangeArrowheads="1"/>
              </p:cNvSpPr>
              <p:nvPr/>
            </p:nvSpPr>
            <p:spPr bwMode="auto">
              <a:xfrm>
                <a:off x="1637" y="255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chemeClr val="accent2"/>
                    </a:solidFill>
                  </a:rPr>
                  <a:t>i</a:t>
                </a:r>
                <a:endParaRPr lang="en-US" altLang="zh-CN">
                  <a:solidFill>
                    <a:schemeClr val="accent2"/>
                  </a:solidFill>
                </a:endParaRPr>
              </a:p>
            </p:txBody>
          </p:sp>
          <p:sp>
            <p:nvSpPr>
              <p:cNvPr id="31779" name="Rectangle 61">
                <a:extLst>
                  <a:ext uri="{FF2B5EF4-FFF2-40B4-BE49-F238E27FC236}">
                    <a16:creationId xmlns:a16="http://schemas.microsoft.com/office/drawing/2014/main" id="{111FA10B-3C7C-CF4B-BCFA-AA138C7BCDD8}"/>
                  </a:ext>
                </a:extLst>
              </p:cNvPr>
              <p:cNvSpPr>
                <a:spLocks noChangeArrowheads="1"/>
              </p:cNvSpPr>
              <p:nvPr/>
            </p:nvSpPr>
            <p:spPr bwMode="auto">
              <a:xfrm>
                <a:off x="1187" y="255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FF3300"/>
                    </a:solidFill>
                  </a:rPr>
                  <a:t>i</a:t>
                </a:r>
                <a:endParaRPr lang="en-US" altLang="zh-CN">
                  <a:solidFill>
                    <a:srgbClr val="FF3300"/>
                  </a:solidFill>
                </a:endParaRPr>
              </a:p>
            </p:txBody>
          </p:sp>
          <p:sp>
            <p:nvSpPr>
              <p:cNvPr id="31780" name="Rectangle 62">
                <a:extLst>
                  <a:ext uri="{FF2B5EF4-FFF2-40B4-BE49-F238E27FC236}">
                    <a16:creationId xmlns:a16="http://schemas.microsoft.com/office/drawing/2014/main" id="{43644333-7110-C448-83CF-F0CB3DB1919D}"/>
                  </a:ext>
                </a:extLst>
              </p:cNvPr>
              <p:cNvSpPr>
                <a:spLocks noChangeArrowheads="1"/>
              </p:cNvSpPr>
              <p:nvPr/>
            </p:nvSpPr>
            <p:spPr bwMode="auto">
              <a:xfrm>
                <a:off x="3411" y="2449"/>
                <a:ext cx="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FF3300"/>
                    </a:solidFill>
                  </a:rPr>
                  <a:t>y</a:t>
                </a:r>
                <a:endParaRPr lang="en-US" altLang="zh-CN">
                  <a:solidFill>
                    <a:srgbClr val="FF3300"/>
                  </a:solidFill>
                </a:endParaRPr>
              </a:p>
            </p:txBody>
          </p:sp>
          <p:sp>
            <p:nvSpPr>
              <p:cNvPr id="31781" name="Rectangle 63">
                <a:extLst>
                  <a:ext uri="{FF2B5EF4-FFF2-40B4-BE49-F238E27FC236}">
                    <a16:creationId xmlns:a16="http://schemas.microsoft.com/office/drawing/2014/main" id="{633871D9-E107-FF4E-AF2E-F653D759C073}"/>
                  </a:ext>
                </a:extLst>
              </p:cNvPr>
              <p:cNvSpPr>
                <a:spLocks noChangeArrowheads="1"/>
              </p:cNvSpPr>
              <p:nvPr/>
            </p:nvSpPr>
            <p:spPr bwMode="auto">
              <a:xfrm>
                <a:off x="3063" y="2449"/>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chemeClr val="accent2"/>
                    </a:solidFill>
                  </a:rPr>
                  <a:t>x</a:t>
                </a:r>
                <a:endParaRPr lang="en-US" altLang="zh-CN">
                  <a:solidFill>
                    <a:schemeClr val="accent2"/>
                  </a:solidFill>
                </a:endParaRPr>
              </a:p>
            </p:txBody>
          </p:sp>
          <p:sp>
            <p:nvSpPr>
              <p:cNvPr id="31782" name="Rectangle 64">
                <a:extLst>
                  <a:ext uri="{FF2B5EF4-FFF2-40B4-BE49-F238E27FC236}">
                    <a16:creationId xmlns:a16="http://schemas.microsoft.com/office/drawing/2014/main" id="{517DF3C8-F0CB-BF4D-8766-CADD3C9ECC64}"/>
                  </a:ext>
                </a:extLst>
              </p:cNvPr>
              <p:cNvSpPr>
                <a:spLocks noChangeArrowheads="1"/>
              </p:cNvSpPr>
              <p:nvPr/>
            </p:nvSpPr>
            <p:spPr bwMode="auto">
              <a:xfrm>
                <a:off x="2888" y="2449"/>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chemeClr val="accent2"/>
                    </a:solidFill>
                  </a:rPr>
                  <a:t>f</a:t>
                </a:r>
                <a:endParaRPr lang="en-US" altLang="zh-CN">
                  <a:solidFill>
                    <a:schemeClr val="accent2"/>
                  </a:solidFill>
                </a:endParaRPr>
              </a:p>
            </p:txBody>
          </p:sp>
          <p:sp>
            <p:nvSpPr>
              <p:cNvPr id="31783" name="Rectangle 65">
                <a:extLst>
                  <a:ext uri="{FF2B5EF4-FFF2-40B4-BE49-F238E27FC236}">
                    <a16:creationId xmlns:a16="http://schemas.microsoft.com/office/drawing/2014/main" id="{B43269AF-21B6-7D48-BE05-A337BD0CF636}"/>
                  </a:ext>
                </a:extLst>
              </p:cNvPr>
              <p:cNvSpPr>
                <a:spLocks noChangeArrowheads="1"/>
              </p:cNvSpPr>
              <p:nvPr/>
            </p:nvSpPr>
            <p:spPr bwMode="auto">
              <a:xfrm>
                <a:off x="2495" y="2449"/>
                <a:ext cx="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chemeClr val="accent2"/>
                    </a:solidFill>
                  </a:rPr>
                  <a:t>y</a:t>
                </a:r>
                <a:endParaRPr lang="en-US" altLang="zh-CN">
                  <a:solidFill>
                    <a:schemeClr val="accent2"/>
                  </a:solidFill>
                </a:endParaRPr>
              </a:p>
            </p:txBody>
          </p:sp>
          <p:sp>
            <p:nvSpPr>
              <p:cNvPr id="31784" name="Rectangle 66">
                <a:extLst>
                  <a:ext uri="{FF2B5EF4-FFF2-40B4-BE49-F238E27FC236}">
                    <a16:creationId xmlns:a16="http://schemas.microsoft.com/office/drawing/2014/main" id="{7EA2D5A2-49EF-084F-908A-D69B3ECFA90A}"/>
                  </a:ext>
                </a:extLst>
              </p:cNvPr>
              <p:cNvSpPr>
                <a:spLocks noChangeArrowheads="1"/>
              </p:cNvSpPr>
              <p:nvPr/>
            </p:nvSpPr>
            <p:spPr bwMode="auto">
              <a:xfrm>
                <a:off x="2258" y="2449"/>
                <a:ext cx="8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chemeClr val="accent2"/>
                    </a:solidFill>
                  </a:rPr>
                  <a:t>x</a:t>
                </a:r>
                <a:endParaRPr lang="en-US" altLang="zh-CN">
                  <a:solidFill>
                    <a:schemeClr val="accent2"/>
                  </a:solidFill>
                </a:endParaRPr>
              </a:p>
            </p:txBody>
          </p:sp>
          <p:sp>
            <p:nvSpPr>
              <p:cNvPr id="31785" name="Rectangle 67">
                <a:extLst>
                  <a:ext uri="{FF2B5EF4-FFF2-40B4-BE49-F238E27FC236}">
                    <a16:creationId xmlns:a16="http://schemas.microsoft.com/office/drawing/2014/main" id="{A76DE904-A134-5449-8EEF-6A694EACB42E}"/>
                  </a:ext>
                </a:extLst>
              </p:cNvPr>
              <p:cNvSpPr>
                <a:spLocks noChangeArrowheads="1"/>
              </p:cNvSpPr>
              <p:nvPr/>
            </p:nvSpPr>
            <p:spPr bwMode="auto">
              <a:xfrm>
                <a:off x="2083" y="2449"/>
                <a:ext cx="5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chemeClr val="accent2"/>
                    </a:solidFill>
                  </a:rPr>
                  <a:t>f</a:t>
                </a:r>
                <a:endParaRPr lang="en-US" altLang="zh-CN">
                  <a:solidFill>
                    <a:schemeClr val="accent2"/>
                  </a:solidFill>
                </a:endParaRPr>
              </a:p>
            </p:txBody>
          </p:sp>
          <p:sp>
            <p:nvSpPr>
              <p:cNvPr id="31786" name="Rectangle 68">
                <a:extLst>
                  <a:ext uri="{FF2B5EF4-FFF2-40B4-BE49-F238E27FC236}">
                    <a16:creationId xmlns:a16="http://schemas.microsoft.com/office/drawing/2014/main" id="{AE197A2D-C1BE-C74C-84C8-18A8BCA0B993}"/>
                  </a:ext>
                </a:extLst>
              </p:cNvPr>
              <p:cNvSpPr>
                <a:spLocks noChangeArrowheads="1"/>
              </p:cNvSpPr>
              <p:nvPr/>
            </p:nvSpPr>
            <p:spPr bwMode="auto">
              <a:xfrm>
                <a:off x="1865" y="2338"/>
                <a:ext cx="9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chemeClr val="accent2"/>
                    </a:solidFill>
                  </a:rPr>
                  <a:t>h</a:t>
                </a:r>
                <a:endParaRPr lang="en-US" altLang="zh-CN">
                  <a:solidFill>
                    <a:schemeClr val="accent2"/>
                  </a:solidFill>
                </a:endParaRPr>
              </a:p>
            </p:txBody>
          </p:sp>
          <p:sp>
            <p:nvSpPr>
              <p:cNvPr id="31787" name="Rectangle 69">
                <a:extLst>
                  <a:ext uri="{FF2B5EF4-FFF2-40B4-BE49-F238E27FC236}">
                    <a16:creationId xmlns:a16="http://schemas.microsoft.com/office/drawing/2014/main" id="{7875291E-7EC8-6342-B163-6084C7685810}"/>
                  </a:ext>
                </a:extLst>
              </p:cNvPr>
              <p:cNvSpPr>
                <a:spLocks noChangeArrowheads="1"/>
              </p:cNvSpPr>
              <p:nvPr/>
            </p:nvSpPr>
            <p:spPr bwMode="auto">
              <a:xfrm>
                <a:off x="1554" y="2449"/>
                <a:ext cx="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chemeClr val="accent2"/>
                    </a:solidFill>
                  </a:rPr>
                  <a:t>y</a:t>
                </a:r>
                <a:endParaRPr lang="en-US" altLang="zh-CN">
                  <a:solidFill>
                    <a:schemeClr val="accent2"/>
                  </a:solidFill>
                </a:endParaRPr>
              </a:p>
            </p:txBody>
          </p:sp>
          <p:sp>
            <p:nvSpPr>
              <p:cNvPr id="31788" name="Rectangle 70">
                <a:extLst>
                  <a:ext uri="{FF2B5EF4-FFF2-40B4-BE49-F238E27FC236}">
                    <a16:creationId xmlns:a16="http://schemas.microsoft.com/office/drawing/2014/main" id="{DFF1DE7A-E052-0B48-80BC-9E9C8859D5A4}"/>
                  </a:ext>
                </a:extLst>
              </p:cNvPr>
              <p:cNvSpPr>
                <a:spLocks noChangeArrowheads="1"/>
              </p:cNvSpPr>
              <p:nvPr/>
            </p:nvSpPr>
            <p:spPr bwMode="auto">
              <a:xfrm>
                <a:off x="1104" y="2449"/>
                <a:ext cx="78"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200" b="1" i="1">
                    <a:solidFill>
                      <a:srgbClr val="FF3300"/>
                    </a:solidFill>
                  </a:rPr>
                  <a:t>y</a:t>
                </a:r>
                <a:endParaRPr lang="en-US" altLang="zh-CN">
                  <a:solidFill>
                    <a:srgbClr val="FF3300"/>
                  </a:solidFill>
                </a:endParaRPr>
              </a:p>
            </p:txBody>
          </p:sp>
          <p:sp>
            <p:nvSpPr>
              <p:cNvPr id="55367" name="Line 71">
                <a:extLst>
                  <a:ext uri="{FF2B5EF4-FFF2-40B4-BE49-F238E27FC236}">
                    <a16:creationId xmlns:a16="http://schemas.microsoft.com/office/drawing/2014/main" id="{49E25A5A-B742-4D4C-A52F-62BE69AD1CE7}"/>
                  </a:ext>
                </a:extLst>
              </p:cNvPr>
              <p:cNvSpPr>
                <a:spLocks noChangeShapeType="1"/>
              </p:cNvSpPr>
              <p:nvPr/>
            </p:nvSpPr>
            <p:spPr bwMode="auto">
              <a:xfrm>
                <a:off x="3408" y="2496"/>
                <a:ext cx="96" cy="0"/>
              </a:xfrm>
              <a:prstGeom prst="line">
                <a:avLst/>
              </a:prstGeom>
              <a:noFill/>
              <a:ln w="15875">
                <a:solidFill>
                  <a:srgbClr val="FF33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sp>
        <p:nvSpPr>
          <p:cNvPr id="55370" name="AutoShape 74" descr="再生纸">
            <a:extLst>
              <a:ext uri="{FF2B5EF4-FFF2-40B4-BE49-F238E27FC236}">
                <a16:creationId xmlns:a16="http://schemas.microsoft.com/office/drawing/2014/main" id="{27837176-CDEC-E348-8EE4-6F4471FAA3E7}"/>
              </a:ext>
            </a:extLst>
          </p:cNvPr>
          <p:cNvSpPr>
            <a:spLocks noChangeArrowheads="1"/>
          </p:cNvSpPr>
          <p:nvPr/>
        </p:nvSpPr>
        <p:spPr bwMode="auto">
          <a:xfrm>
            <a:off x="381000" y="4038600"/>
            <a:ext cx="8305800" cy="2209800"/>
          </a:xfrm>
          <a:prstGeom prst="roundRect">
            <a:avLst>
              <a:gd name="adj" fmla="val 8792"/>
            </a:avLst>
          </a:prstGeom>
          <a:blipFill dpi="0" rotWithShape="0">
            <a:blip r:embed="rId5"/>
            <a:srcRect/>
            <a:tile tx="0" ty="0" sx="100000" sy="100000" flip="none" algn="tl"/>
          </a:bli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marL="577850" indent="-577850">
              <a:defRPr/>
            </a:pPr>
            <a:r>
              <a:rPr lang="zh-CN" altLang="en-US" sz="2400" b="1" dirty="0">
                <a:solidFill>
                  <a:schemeClr val="accent2"/>
                </a:solidFill>
                <a:latin typeface="Times New Roman" charset="0"/>
                <a:ea typeface="ＭＳ Ｐゴシック" charset="0"/>
                <a:cs typeface="楷体_GB2312" charset="0"/>
              </a:rPr>
              <a:t>注：</a:t>
            </a:r>
            <a:r>
              <a:rPr lang="zh-CN" altLang="en-US" sz="2400" b="1" dirty="0">
                <a:latin typeface="Times New Roman" charset="0"/>
                <a:ea typeface="ＭＳ Ｐゴシック" charset="0"/>
                <a:cs typeface="楷体_GB2312" charset="0"/>
              </a:rPr>
              <a:t>此法亦称为</a:t>
            </a:r>
            <a:r>
              <a:rPr lang="zh-CN" altLang="en-US" sz="2400" b="1" dirty="0">
                <a:solidFill>
                  <a:schemeClr val="accent2"/>
                </a:solidFill>
                <a:latin typeface="Times New Roman" charset="0"/>
                <a:ea typeface="ＭＳ Ｐゴシック" charset="0"/>
                <a:cs typeface="楷体_GB2312" charset="0"/>
              </a:rPr>
              <a:t>预测</a:t>
            </a:r>
            <a:r>
              <a:rPr lang="en-US" altLang="zh-CN" sz="2400" b="1" dirty="0">
                <a:solidFill>
                  <a:schemeClr val="accent2"/>
                </a:solidFill>
                <a:latin typeface="Times New Roman" charset="0"/>
                <a:ea typeface="ＭＳ Ｐゴシック" charset="0"/>
                <a:cs typeface="楷体_GB2312" charset="0"/>
              </a:rPr>
              <a:t>-</a:t>
            </a:r>
            <a:r>
              <a:rPr lang="zh-CN" altLang="en-US" sz="2400" b="1" dirty="0">
                <a:solidFill>
                  <a:schemeClr val="accent2"/>
                </a:solidFill>
                <a:latin typeface="Times New Roman" charset="0"/>
                <a:ea typeface="ＭＳ Ｐゴシック" charset="0"/>
                <a:cs typeface="楷体_GB2312" charset="0"/>
              </a:rPr>
              <a:t>校正法</a:t>
            </a:r>
            <a:r>
              <a:rPr lang="en-US" altLang="zh-CN" sz="2400" b="1" dirty="0">
                <a:solidFill>
                  <a:schemeClr val="accent2"/>
                </a:solidFill>
                <a:latin typeface="Times New Roman" charset="0"/>
                <a:ea typeface="ＭＳ Ｐゴシック" charset="0"/>
                <a:cs typeface="楷体_GB2312" charset="0"/>
              </a:rPr>
              <a:t> </a:t>
            </a:r>
            <a:r>
              <a:rPr lang="en-US" altLang="zh-CN" sz="2000" b="1" dirty="0">
                <a:solidFill>
                  <a:srgbClr val="008000"/>
                </a:solidFill>
                <a:latin typeface="Arial" charset="0"/>
                <a:ea typeface="ＭＳ Ｐゴシック" charset="0"/>
                <a:cs typeface="楷体_GB2312" charset="0"/>
              </a:rPr>
              <a:t>/* predictor-corrector method */</a:t>
            </a:r>
            <a:r>
              <a:rPr lang="zh-CN" altLang="en-US" sz="2400" b="1" dirty="0">
                <a:latin typeface="Times New Roman" charset="0"/>
                <a:ea typeface="ＭＳ Ｐゴシック" charset="0"/>
                <a:cs typeface="楷体_GB2312" charset="0"/>
              </a:rPr>
              <a:t>。可以证明该算法具有</a:t>
            </a:r>
            <a:r>
              <a:rPr lang="en-US" altLang="zh-CN" sz="2400" b="1" dirty="0">
                <a:latin typeface="Times New Roman" charset="0"/>
                <a:ea typeface="ＭＳ Ｐゴシック" charset="0"/>
                <a:cs typeface="楷体_GB2312" charset="0"/>
              </a:rPr>
              <a:t> </a:t>
            </a:r>
            <a:r>
              <a:rPr lang="en-US" altLang="zh-CN" sz="2400" b="1" dirty="0">
                <a:solidFill>
                  <a:schemeClr val="accent2"/>
                </a:solidFill>
                <a:latin typeface="Times New Roman" charset="0"/>
                <a:ea typeface="ＭＳ Ｐゴシック" charset="0"/>
                <a:cs typeface="楷体_GB2312" charset="0"/>
              </a:rPr>
              <a:t>2 </a:t>
            </a:r>
            <a:r>
              <a:rPr lang="zh-CN" altLang="en-US" sz="2400" b="1" dirty="0">
                <a:latin typeface="Times New Roman" charset="0"/>
                <a:ea typeface="ＭＳ Ｐゴシック" charset="0"/>
                <a:cs typeface="楷体_GB2312" charset="0"/>
              </a:rPr>
              <a:t>阶精度，同时可以看到它是个</a:t>
            </a:r>
            <a:r>
              <a:rPr lang="zh-CN" altLang="en-US" sz="2400" b="1" dirty="0">
                <a:solidFill>
                  <a:schemeClr val="accent2"/>
                </a:solidFill>
                <a:latin typeface="Times New Roman" charset="0"/>
                <a:ea typeface="ＭＳ Ｐゴシック" charset="0"/>
                <a:cs typeface="楷体_GB2312" charset="0"/>
              </a:rPr>
              <a:t>单步</a:t>
            </a:r>
            <a:r>
              <a:rPr lang="zh-CN" altLang="en-US" sz="2400" b="1" dirty="0">
                <a:latin typeface="Times New Roman" charset="0"/>
                <a:ea typeface="ＭＳ Ｐゴシック" charset="0"/>
                <a:cs typeface="楷体_GB2312" charset="0"/>
              </a:rPr>
              <a:t>递推格式，比隐式公式的迭代求解过程</a:t>
            </a:r>
            <a:r>
              <a:rPr lang="zh-CN" altLang="en-US" sz="2400" b="1" dirty="0">
                <a:solidFill>
                  <a:schemeClr val="accent2"/>
                </a:solidFill>
                <a:latin typeface="Times New Roman" charset="0"/>
                <a:ea typeface="ＭＳ Ｐゴシック" charset="0"/>
                <a:cs typeface="楷体_GB2312" charset="0"/>
              </a:rPr>
              <a:t>简单</a:t>
            </a:r>
            <a:r>
              <a:rPr lang="zh-CN" altLang="en-US" sz="2400" b="1" dirty="0">
                <a:latin typeface="Times New Roman" charset="0"/>
                <a:ea typeface="ＭＳ Ｐゴシック" charset="0"/>
                <a:cs typeface="楷体_GB2312" charset="0"/>
              </a:rPr>
              <a:t>。后面将看到，它的</a:t>
            </a:r>
            <a:r>
              <a:rPr lang="zh-CN" altLang="en-US" sz="2400" b="1" dirty="0">
                <a:solidFill>
                  <a:schemeClr val="accent2"/>
                </a:solidFill>
                <a:latin typeface="Times New Roman" charset="0"/>
                <a:ea typeface="ＭＳ Ｐゴシック" charset="0"/>
                <a:cs typeface="楷体_GB2312" charset="0"/>
              </a:rPr>
              <a:t>稳定性高</a:t>
            </a:r>
            <a:r>
              <a:rPr lang="zh-CN" altLang="en-US" sz="2400" b="1" dirty="0">
                <a:latin typeface="Times New Roman" charset="0"/>
                <a:ea typeface="ＭＳ Ｐゴシック" charset="0"/>
                <a:cs typeface="楷体_GB2312" charset="0"/>
              </a:rPr>
              <a:t>于显式欧拉法。</a:t>
            </a:r>
            <a:endParaRPr lang="en-US" altLang="zh-CN" sz="2400" b="1" dirty="0">
              <a:latin typeface="Times New Roman" charset="0"/>
              <a:ea typeface="ＭＳ Ｐゴシック" charset="0"/>
              <a:cs typeface="楷体_GB2312" charset="0"/>
            </a:endParaRPr>
          </a:p>
        </p:txBody>
      </p:sp>
      <p:grpSp>
        <p:nvGrpSpPr>
          <p:cNvPr id="55373" name="Group 77">
            <a:extLst>
              <a:ext uri="{FF2B5EF4-FFF2-40B4-BE49-F238E27FC236}">
                <a16:creationId xmlns:a16="http://schemas.microsoft.com/office/drawing/2014/main" id="{3402A1C8-654D-FE4C-AEBD-C058AF858D6D}"/>
              </a:ext>
            </a:extLst>
          </p:cNvPr>
          <p:cNvGrpSpPr>
            <a:grpSpLocks/>
          </p:cNvGrpSpPr>
          <p:nvPr/>
        </p:nvGrpSpPr>
        <p:grpSpPr bwMode="auto">
          <a:xfrm>
            <a:off x="381000" y="2895600"/>
            <a:ext cx="8229600" cy="914400"/>
            <a:chOff x="240" y="1824"/>
            <a:chExt cx="5184" cy="576"/>
          </a:xfrm>
        </p:grpSpPr>
        <p:sp>
          <p:nvSpPr>
            <p:cNvPr id="55372" name="AutoShape 76" descr="再生纸">
              <a:extLst>
                <a:ext uri="{FF2B5EF4-FFF2-40B4-BE49-F238E27FC236}">
                  <a16:creationId xmlns:a16="http://schemas.microsoft.com/office/drawing/2014/main" id="{2186C919-5DCD-8140-9C5F-2164DD03879E}"/>
                </a:ext>
              </a:extLst>
            </p:cNvPr>
            <p:cNvSpPr>
              <a:spLocks noChangeArrowheads="1"/>
            </p:cNvSpPr>
            <p:nvPr/>
          </p:nvSpPr>
          <p:spPr bwMode="auto">
            <a:xfrm>
              <a:off x="240" y="1824"/>
              <a:ext cx="5184" cy="576"/>
            </a:xfrm>
            <a:prstGeom prst="bevel">
              <a:avLst>
                <a:gd name="adj" fmla="val 7639"/>
              </a:avLst>
            </a:prstGeom>
            <a:blipFill dpi="0" rotWithShape="0">
              <a:blip r:embed="rId5"/>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31752" name="Object 75">
              <a:extLst>
                <a:ext uri="{FF2B5EF4-FFF2-40B4-BE49-F238E27FC236}">
                  <a16:creationId xmlns:a16="http://schemas.microsoft.com/office/drawing/2014/main" id="{A955BEEB-C1E2-9147-A962-1794E0B027EB}"/>
                </a:ext>
              </a:extLst>
            </p:cNvPr>
            <p:cNvGraphicFramePr>
              <a:graphicFrameLocks noChangeAspect="1"/>
            </p:cNvGraphicFramePr>
            <p:nvPr/>
          </p:nvGraphicFramePr>
          <p:xfrm>
            <a:off x="336" y="1872"/>
            <a:ext cx="4992" cy="470"/>
          </p:xfrm>
          <a:graphic>
            <a:graphicData uri="http://schemas.openxmlformats.org/presentationml/2006/ole">
              <mc:AlternateContent xmlns:mc="http://schemas.openxmlformats.org/markup-compatibility/2006">
                <mc:Choice xmlns:v="urn:schemas-microsoft-com:vml" Requires="v">
                  <p:oleObj name="Equation" r:id="rId6" imgW="96253300" imgH="9067800" progId="Equation.3">
                    <p:embed/>
                  </p:oleObj>
                </mc:Choice>
                <mc:Fallback>
                  <p:oleObj name="Equation" r:id="rId6" imgW="96253300" imgH="9067800" progId="Equation.3">
                    <p:embed/>
                    <p:pic>
                      <p:nvPicPr>
                        <p:cNvPr id="31752" name="Object 75">
                          <a:extLst>
                            <a:ext uri="{FF2B5EF4-FFF2-40B4-BE49-F238E27FC236}">
                              <a16:creationId xmlns:a16="http://schemas.microsoft.com/office/drawing/2014/main" id="{A955BEEB-C1E2-9147-A962-1794E0B027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 y="1872"/>
                          <a:ext cx="4992"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55374" name="Rectangle 78">
            <a:extLst>
              <a:ext uri="{FF2B5EF4-FFF2-40B4-BE49-F238E27FC236}">
                <a16:creationId xmlns:a16="http://schemas.microsoft.com/office/drawing/2014/main" id="{1CAF0C62-A682-304E-AAF5-EF05D4DA4479}"/>
              </a:ext>
            </a:extLst>
          </p:cNvPr>
          <p:cNvSpPr>
            <a:spLocks noChangeArrowheads="1"/>
          </p:cNvSpPr>
          <p:nvPr/>
        </p:nvSpPr>
        <p:spPr bwMode="auto">
          <a:xfrm>
            <a:off x="6477000" y="0"/>
            <a:ext cx="26670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§1  Euler</a:t>
            </a:r>
            <a:r>
              <a:rPr lang="zh-CN" altLang="en-US" sz="1800" b="1">
                <a:ea typeface="宋体" panose="02010600030101010101" pitchFamily="2" charset="-122"/>
              </a:rPr>
              <a:t>’</a:t>
            </a:r>
            <a:r>
              <a:rPr lang="en-US" altLang="zh-CN" sz="1800" b="1">
                <a:ea typeface="宋体" panose="02010600030101010101" pitchFamily="2" charset="-122"/>
              </a:rPr>
              <a:t>s Method</a:t>
            </a:r>
          </a:p>
        </p:txBody>
      </p:sp>
    </p:spTree>
    <p:extLst>
      <p:ext uri="{BB962C8B-B14F-4D97-AF65-F5344CB8AC3E}">
        <p14:creationId xmlns:p14="http://schemas.microsoft.com/office/powerpoint/2010/main" val="30355037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5299"/>
                                        </p:tgtEl>
                                        <p:attrNameLst>
                                          <p:attrName>style.visibility</p:attrName>
                                        </p:attrNameLst>
                                      </p:cBhvr>
                                      <p:to>
                                        <p:strVal val="visible"/>
                                      </p:to>
                                    </p:set>
                                    <p:animEffect transition="in" filter="wipe(left)">
                                      <p:cBhvr>
                                        <p:cTn id="7" dur="500"/>
                                        <p:tgtEl>
                                          <p:spTgt spid="55299"/>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5323"/>
                                        </p:tgtEl>
                                        <p:attrNameLst>
                                          <p:attrName>style.visibility</p:attrName>
                                        </p:attrNameLst>
                                      </p:cBhvr>
                                      <p:to>
                                        <p:strVal val="visible"/>
                                      </p:to>
                                    </p:set>
                                    <p:animEffect transition="in" filter="wipe(left)">
                                      <p:cBhvr>
                                        <p:cTn id="12" dur="500"/>
                                        <p:tgtEl>
                                          <p:spTgt spid="55323"/>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5369"/>
                                        </p:tgtEl>
                                        <p:attrNameLst>
                                          <p:attrName>style.visibility</p:attrName>
                                        </p:attrNameLst>
                                      </p:cBhvr>
                                      <p:to>
                                        <p:strVal val="visible"/>
                                      </p:to>
                                    </p:set>
                                    <p:animEffect transition="in" filter="wipe(up)">
                                      <p:cBhvr>
                                        <p:cTn id="17" dur="500"/>
                                        <p:tgtEl>
                                          <p:spTgt spid="55369"/>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55373"/>
                                        </p:tgtEl>
                                        <p:attrNameLst>
                                          <p:attrName>style.visibility</p:attrName>
                                        </p:attrNameLst>
                                      </p:cBhvr>
                                      <p:to>
                                        <p:strVal val="visible"/>
                                      </p:to>
                                    </p:set>
                                    <p:animEffect transition="in" filter="box(out)">
                                      <p:cBhvr>
                                        <p:cTn id="22" dur="500"/>
                                        <p:tgtEl>
                                          <p:spTgt spid="55373"/>
                                        </p:tgtEl>
                                      </p:cBhvr>
                                    </p:animEffect>
                                  </p:childTnLst>
                                  <p:subTnLst>
                                    <p:audio>
                                      <p:cMediaNode>
                                        <p:cTn display="0" masterRel="sameClick">
                                          <p:stCondLst>
                                            <p:cond evt="begin" delay="0">
                                              <p:tn val="20"/>
                                            </p:cond>
                                          </p:stCondLst>
                                          <p:endCondLst>
                                            <p:cond evt="onStopAudio" delay="0">
                                              <p:tgtEl>
                                                <p:sldTgt/>
                                              </p:tgtEl>
                                            </p:cond>
                                          </p:endCondLst>
                                        </p:cTn>
                                        <p:tgtEl>
                                          <p:sndTgt r:embed="rId3" name="cashreg.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55370"/>
                                        </p:tgtEl>
                                        <p:attrNameLst>
                                          <p:attrName>style.visibility</p:attrName>
                                        </p:attrNameLst>
                                      </p:cBhvr>
                                      <p:to>
                                        <p:strVal val="visible"/>
                                      </p:to>
                                    </p:set>
                                    <p:animEffect transition="in" filter="box(in)">
                                      <p:cBhvr>
                                        <p:cTn id="27" dur="500"/>
                                        <p:tgtEl>
                                          <p:spTgt spid="55370"/>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utoUpdateAnimBg="0"/>
      <p:bldP spid="55370"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177272E5-F8BB-A947-8D6A-54EE8D8440C2}"/>
              </a:ext>
            </a:extLst>
          </p:cNvPr>
          <p:cNvSpPr txBox="1">
            <a:spLocks noChangeArrowheads="1"/>
          </p:cNvSpPr>
          <p:nvPr/>
        </p:nvSpPr>
        <p:spPr bwMode="auto">
          <a:xfrm>
            <a:off x="1085850" y="930275"/>
            <a:ext cx="7878763"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defRPr/>
            </a:pPr>
            <a:r>
              <a:rPr lang="zh-CN" altLang="en-US" sz="2400">
                <a:latin typeface="黑体" charset="0"/>
                <a:ea typeface="黑体" charset="0"/>
                <a:cs typeface="黑体" charset="0"/>
              </a:rPr>
              <a:t>改进</a:t>
            </a:r>
            <a:r>
              <a:rPr lang="en-US" altLang="zh-CN" sz="2400">
                <a:latin typeface="黑体" charset="0"/>
                <a:ea typeface="黑体" charset="0"/>
                <a:cs typeface="黑体" charset="0"/>
              </a:rPr>
              <a:t>Euler</a:t>
            </a:r>
            <a:r>
              <a:rPr lang="zh-CN" altLang="en-US" sz="2400">
                <a:latin typeface="黑体" charset="0"/>
                <a:ea typeface="黑体" charset="0"/>
                <a:cs typeface="黑体" charset="0"/>
              </a:rPr>
              <a:t>法求解下面初值问题的数值解，取</a:t>
            </a:r>
            <a:r>
              <a:rPr lang="en-US" altLang="zh-CN" sz="2400">
                <a:latin typeface="黑体" charset="0"/>
                <a:ea typeface="黑体" charset="0"/>
                <a:cs typeface="黑体" charset="0"/>
              </a:rPr>
              <a:t>h=0.1</a:t>
            </a:r>
            <a:r>
              <a:rPr lang="zh-CN" altLang="en-US" sz="2400">
                <a:latin typeface="黑体" charset="0"/>
                <a:ea typeface="黑体" charset="0"/>
                <a:cs typeface="黑体" charset="0"/>
              </a:rPr>
              <a:t>。</a:t>
            </a:r>
            <a:endParaRPr lang="en-US" altLang="zh-CN" sz="2400">
              <a:latin typeface="黑体" charset="0"/>
              <a:ea typeface="黑体" charset="0"/>
              <a:cs typeface="黑体" charset="0"/>
            </a:endParaRPr>
          </a:p>
        </p:txBody>
      </p:sp>
      <p:sp>
        <p:nvSpPr>
          <p:cNvPr id="22532" name="Rectangle 4">
            <a:extLst>
              <a:ext uri="{FF2B5EF4-FFF2-40B4-BE49-F238E27FC236}">
                <a16:creationId xmlns:a16="http://schemas.microsoft.com/office/drawing/2014/main" id="{7D0A8BBD-ABE5-D04C-82B3-4B198F20C29E}"/>
              </a:ext>
            </a:extLst>
          </p:cNvPr>
          <p:cNvSpPr>
            <a:spLocks noChangeArrowheads="1"/>
          </p:cNvSpPr>
          <p:nvPr/>
        </p:nvSpPr>
        <p:spPr bwMode="auto">
          <a:xfrm>
            <a:off x="3962400" y="36337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32771" name="Object 3">
            <a:extLst>
              <a:ext uri="{FF2B5EF4-FFF2-40B4-BE49-F238E27FC236}">
                <a16:creationId xmlns:a16="http://schemas.microsoft.com/office/drawing/2014/main" id="{270B8D00-4C95-7041-8CE0-96D71557476A}"/>
              </a:ext>
            </a:extLst>
          </p:cNvPr>
          <p:cNvGraphicFramePr>
            <a:graphicFrameLocks noChangeAspect="1"/>
          </p:cNvGraphicFramePr>
          <p:nvPr/>
        </p:nvGraphicFramePr>
        <p:xfrm>
          <a:off x="2251075" y="1473200"/>
          <a:ext cx="3778250" cy="1208088"/>
        </p:xfrm>
        <a:graphic>
          <a:graphicData uri="http://schemas.openxmlformats.org/presentationml/2006/ole">
            <mc:AlternateContent xmlns:mc="http://schemas.openxmlformats.org/markup-compatibility/2006">
              <mc:Choice xmlns:v="urn:schemas-microsoft-com:vml" Requires="v">
                <p:oleObj name="Equation" r:id="rId2" imgW="1600200" imgH="533400" progId="Equation.3">
                  <p:embed/>
                </p:oleObj>
              </mc:Choice>
              <mc:Fallback>
                <p:oleObj name="Equation" r:id="rId2" imgW="1600200" imgH="533400" progId="Equation.3">
                  <p:embed/>
                  <p:pic>
                    <p:nvPicPr>
                      <p:cNvPr id="32771" name="Object 3">
                        <a:extLst>
                          <a:ext uri="{FF2B5EF4-FFF2-40B4-BE49-F238E27FC236}">
                            <a16:creationId xmlns:a16="http://schemas.microsoft.com/office/drawing/2014/main" id="{270B8D00-4C95-7041-8CE0-96D715574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075" y="1473200"/>
                        <a:ext cx="377825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3" name="Text Box 5">
            <a:extLst>
              <a:ext uri="{FF2B5EF4-FFF2-40B4-BE49-F238E27FC236}">
                <a16:creationId xmlns:a16="http://schemas.microsoft.com/office/drawing/2014/main" id="{510AE5ED-15F6-0649-BA2E-B1F017256671}"/>
              </a:ext>
            </a:extLst>
          </p:cNvPr>
          <p:cNvSpPr txBox="1">
            <a:spLocks noChangeArrowheads="1"/>
          </p:cNvSpPr>
          <p:nvPr/>
        </p:nvSpPr>
        <p:spPr bwMode="auto">
          <a:xfrm>
            <a:off x="611188" y="2854325"/>
            <a:ext cx="61214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a:latin typeface="宋体" charset="0"/>
              </a:rPr>
              <a:t>解：第一步：用</a:t>
            </a:r>
            <a:r>
              <a:rPr lang="en-US" altLang="zh-CN" sz="2400">
                <a:latin typeface="宋体" charset="0"/>
              </a:rPr>
              <a:t>Euler</a:t>
            </a:r>
            <a:r>
              <a:rPr lang="zh-CN" altLang="en-US" sz="2400">
                <a:latin typeface="宋体" charset="0"/>
              </a:rPr>
              <a:t>公式预测</a:t>
            </a:r>
            <a:r>
              <a:rPr lang="en-US" altLang="zh-CN" sz="2400">
                <a:latin typeface="Tahoma" charset="0"/>
              </a:rPr>
              <a:t> </a:t>
            </a:r>
          </a:p>
        </p:txBody>
      </p:sp>
      <p:sp>
        <p:nvSpPr>
          <p:cNvPr id="22538" name="Text Box 10">
            <a:extLst>
              <a:ext uri="{FF2B5EF4-FFF2-40B4-BE49-F238E27FC236}">
                <a16:creationId xmlns:a16="http://schemas.microsoft.com/office/drawing/2014/main" id="{4B9DD9EC-441E-9841-A9E7-1368F08EFD52}"/>
              </a:ext>
            </a:extLst>
          </p:cNvPr>
          <p:cNvSpPr txBox="1">
            <a:spLocks noChangeArrowheads="1"/>
          </p:cNvSpPr>
          <p:nvPr/>
        </p:nvSpPr>
        <p:spPr bwMode="auto">
          <a:xfrm>
            <a:off x="323850" y="909638"/>
            <a:ext cx="113823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b="1">
                <a:solidFill>
                  <a:srgbClr val="0000FF"/>
                </a:solidFill>
              </a:rPr>
              <a:t>例、</a:t>
            </a:r>
            <a:endParaRPr lang="en-US" altLang="zh-CN" sz="2400" b="1">
              <a:solidFill>
                <a:srgbClr val="0000FF"/>
              </a:solidFill>
            </a:endParaRPr>
          </a:p>
        </p:txBody>
      </p:sp>
      <p:graphicFrame>
        <p:nvGraphicFramePr>
          <p:cNvPr id="22534" name="Object 75">
            <a:extLst>
              <a:ext uri="{FF2B5EF4-FFF2-40B4-BE49-F238E27FC236}">
                <a16:creationId xmlns:a16="http://schemas.microsoft.com/office/drawing/2014/main" id="{C05940D0-BC1B-4E4E-A914-19C4D81FD7B7}"/>
              </a:ext>
            </a:extLst>
          </p:cNvPr>
          <p:cNvGraphicFramePr>
            <a:graphicFrameLocks noChangeAspect="1"/>
          </p:cNvGraphicFramePr>
          <p:nvPr/>
        </p:nvGraphicFramePr>
        <p:xfrm>
          <a:off x="1914525" y="4581525"/>
          <a:ext cx="5270500" cy="1584325"/>
        </p:xfrm>
        <a:graphic>
          <a:graphicData uri="http://schemas.openxmlformats.org/presentationml/2006/ole">
            <mc:AlternateContent xmlns:mc="http://schemas.openxmlformats.org/markup-compatibility/2006">
              <mc:Choice xmlns:v="urn:schemas-microsoft-com:vml" Requires="v">
                <p:oleObj name="Equation" r:id="rId4" imgW="2235200" imgH="673100" progId="Equation.3">
                  <p:embed/>
                </p:oleObj>
              </mc:Choice>
              <mc:Fallback>
                <p:oleObj name="Equation" r:id="rId4" imgW="2235200" imgH="673100" progId="Equation.3">
                  <p:embed/>
                  <p:pic>
                    <p:nvPicPr>
                      <p:cNvPr id="22534" name="Object 75">
                        <a:extLst>
                          <a:ext uri="{FF2B5EF4-FFF2-40B4-BE49-F238E27FC236}">
                            <a16:creationId xmlns:a16="http://schemas.microsoft.com/office/drawing/2014/main" id="{C05940D0-BC1B-4E4E-A914-19C4D81FD7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4525" y="4581525"/>
                        <a:ext cx="52705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5" name="Object 75">
            <a:extLst>
              <a:ext uri="{FF2B5EF4-FFF2-40B4-BE49-F238E27FC236}">
                <a16:creationId xmlns:a16="http://schemas.microsoft.com/office/drawing/2014/main" id="{CC4C8FE0-8C2D-AD47-A134-19C238EBD172}"/>
              </a:ext>
            </a:extLst>
          </p:cNvPr>
          <p:cNvGraphicFramePr>
            <a:graphicFrameLocks noChangeAspect="1"/>
          </p:cNvGraphicFramePr>
          <p:nvPr/>
        </p:nvGraphicFramePr>
        <p:xfrm>
          <a:off x="920750" y="3357563"/>
          <a:ext cx="7280275" cy="614362"/>
        </p:xfrm>
        <a:graphic>
          <a:graphicData uri="http://schemas.openxmlformats.org/presentationml/2006/ole">
            <mc:AlternateContent xmlns:mc="http://schemas.openxmlformats.org/markup-compatibility/2006">
              <mc:Choice xmlns:v="urn:schemas-microsoft-com:vml" Requires="v">
                <p:oleObj name="Equation" r:id="rId6" imgW="3009900" imgH="254000" progId="Equation.3">
                  <p:embed/>
                </p:oleObj>
              </mc:Choice>
              <mc:Fallback>
                <p:oleObj name="Equation" r:id="rId6" imgW="3009900" imgH="254000" progId="Equation.3">
                  <p:embed/>
                  <p:pic>
                    <p:nvPicPr>
                      <p:cNvPr id="22535" name="Object 75">
                        <a:extLst>
                          <a:ext uri="{FF2B5EF4-FFF2-40B4-BE49-F238E27FC236}">
                            <a16:creationId xmlns:a16="http://schemas.microsoft.com/office/drawing/2014/main" id="{CC4C8FE0-8C2D-AD47-A134-19C238EBD1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0750" y="3357563"/>
                        <a:ext cx="7280275"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6" name="Rectangle 2">
            <a:extLst>
              <a:ext uri="{FF2B5EF4-FFF2-40B4-BE49-F238E27FC236}">
                <a16:creationId xmlns:a16="http://schemas.microsoft.com/office/drawing/2014/main" id="{933A664C-EAF4-944A-963E-8A4B89999225}"/>
              </a:ext>
            </a:extLst>
          </p:cNvPr>
          <p:cNvSpPr>
            <a:spLocks noChangeArrowheads="1"/>
          </p:cNvSpPr>
          <p:nvPr/>
        </p:nvSpPr>
        <p:spPr bwMode="auto">
          <a:xfrm>
            <a:off x="1258888" y="4078288"/>
            <a:ext cx="3570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2400">
                <a:latin typeface="宋体" panose="02010600030101010101" pitchFamily="2" charset="-122"/>
              </a:rPr>
              <a:t>第二步：用梯形公式校正</a:t>
            </a:r>
            <a:r>
              <a:rPr lang="en-US" altLang="zh-CN" sz="2400">
                <a:latin typeface="Tahoma" panose="020B0604030504040204" pitchFamily="34" charset="0"/>
              </a:rPr>
              <a:t> </a:t>
            </a:r>
            <a:endParaRPr lang="en-US" altLang="en-CN" sz="2400"/>
          </a:p>
        </p:txBody>
      </p:sp>
    </p:spTree>
    <p:extLst>
      <p:ext uri="{BB962C8B-B14F-4D97-AF65-F5344CB8AC3E}">
        <p14:creationId xmlns:p14="http://schemas.microsoft.com/office/powerpoint/2010/main" val="1967525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dissolve">
                                      <p:cBhvr>
                                        <p:cTn id="7" dur="500"/>
                                        <p:tgtEl>
                                          <p:spTgt spid="22533"/>
                                        </p:tgtEl>
                                      </p:cBhvr>
                                    </p:animEffect>
                                  </p:childTnLst>
                                </p:cTn>
                              </p:par>
                              <p:par>
                                <p:cTn id="8" presetID="9" presetClass="entr" presetSubtype="0" fill="hold" nodeType="withEffect">
                                  <p:stCondLst>
                                    <p:cond delay="0"/>
                                  </p:stCondLst>
                                  <p:childTnLst>
                                    <p:set>
                                      <p:cBhvr>
                                        <p:cTn id="9" dur="1" fill="hold">
                                          <p:stCondLst>
                                            <p:cond delay="0"/>
                                          </p:stCondLst>
                                        </p:cTn>
                                        <p:tgtEl>
                                          <p:spTgt spid="22535"/>
                                        </p:tgtEl>
                                        <p:attrNameLst>
                                          <p:attrName>style.visibility</p:attrName>
                                        </p:attrNameLst>
                                      </p:cBhvr>
                                      <p:to>
                                        <p:strVal val="visible"/>
                                      </p:to>
                                    </p:set>
                                    <p:animEffect transition="in" filter="dissolve">
                                      <p:cBhvr>
                                        <p:cTn id="10" dur="500"/>
                                        <p:tgtEl>
                                          <p:spTgt spid="2253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22534"/>
                                        </p:tgtEl>
                                        <p:attrNameLst>
                                          <p:attrName>style.visibility</p:attrName>
                                        </p:attrNameLst>
                                      </p:cBhvr>
                                      <p:to>
                                        <p:strVal val="visible"/>
                                      </p:to>
                                    </p:set>
                                    <p:animEffect transition="in" filter="dissolve">
                                      <p:cBhvr>
                                        <p:cTn id="15" dur="500"/>
                                        <p:tgtEl>
                                          <p:spTgt spid="2253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2536"/>
                                        </p:tgtEl>
                                        <p:attrNameLst>
                                          <p:attrName>style.visibility</p:attrName>
                                        </p:attrNameLst>
                                      </p:cBhvr>
                                      <p:to>
                                        <p:strVal val="visible"/>
                                      </p:to>
                                    </p:set>
                                    <p:animEffect transition="in" filter="dissolve">
                                      <p:cBhvr>
                                        <p:cTn id="18" dur="500"/>
                                        <p:tgtEl>
                                          <p:spTgt spid="22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p:bldP spid="2253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2">
            <a:extLst>
              <a:ext uri="{FF2B5EF4-FFF2-40B4-BE49-F238E27FC236}">
                <a16:creationId xmlns:a16="http://schemas.microsoft.com/office/drawing/2014/main" id="{B2051C40-CB7F-2840-A11C-67A6E86F7ACB}"/>
              </a:ext>
            </a:extLst>
          </p:cNvPr>
          <p:cNvGraphicFramePr>
            <a:graphicFrameLocks noChangeAspect="1"/>
          </p:cNvGraphicFramePr>
          <p:nvPr/>
        </p:nvGraphicFramePr>
        <p:xfrm>
          <a:off x="1671638" y="2222500"/>
          <a:ext cx="5421312" cy="3779838"/>
        </p:xfrm>
        <a:graphic>
          <a:graphicData uri="http://schemas.openxmlformats.org/presentationml/2006/ole">
            <mc:AlternateContent xmlns:mc="http://schemas.openxmlformats.org/markup-compatibility/2006">
              <mc:Choice xmlns:v="urn:schemas-microsoft-com:vml" Requires="v">
                <p:oleObj name="Equation" r:id="rId2" imgW="2616200" imgH="1828800" progId="Equation.3">
                  <p:embed/>
                </p:oleObj>
              </mc:Choice>
              <mc:Fallback>
                <p:oleObj name="Equation" r:id="rId2" imgW="2616200" imgH="1828800" progId="Equation.3">
                  <p:embed/>
                  <p:pic>
                    <p:nvPicPr>
                      <p:cNvPr id="23554" name="Object 2">
                        <a:extLst>
                          <a:ext uri="{FF2B5EF4-FFF2-40B4-BE49-F238E27FC236}">
                            <a16:creationId xmlns:a16="http://schemas.microsoft.com/office/drawing/2014/main" id="{B2051C40-CB7F-2840-A11C-67A6E86F7A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638" y="2222500"/>
                        <a:ext cx="5421312" cy="37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6" name="Text Box 4">
            <a:extLst>
              <a:ext uri="{FF2B5EF4-FFF2-40B4-BE49-F238E27FC236}">
                <a16:creationId xmlns:a16="http://schemas.microsoft.com/office/drawing/2014/main" id="{2E5907F9-A31A-DB45-B09F-520D303FAA13}"/>
              </a:ext>
            </a:extLst>
          </p:cNvPr>
          <p:cNvSpPr txBox="1">
            <a:spLocks noChangeArrowheads="1"/>
          </p:cNvSpPr>
          <p:nvPr/>
        </p:nvSpPr>
        <p:spPr bwMode="auto">
          <a:xfrm>
            <a:off x="0" y="6165850"/>
            <a:ext cx="8459788" cy="522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defRPr/>
            </a:pPr>
            <a:r>
              <a:rPr lang="en-US" altLang="zh-CN" b="1">
                <a:solidFill>
                  <a:schemeClr val="accent2"/>
                </a:solidFill>
              </a:rPr>
              <a:t>    </a:t>
            </a:r>
            <a:r>
              <a:rPr lang="en-US" altLang="zh-CN"/>
              <a:t>          </a:t>
            </a:r>
            <a:r>
              <a:rPr lang="zh-CN" altLang="en-US"/>
              <a:t>可以看出：</a:t>
            </a:r>
            <a:r>
              <a:rPr lang="zh-CN" altLang="en-US">
                <a:solidFill>
                  <a:schemeClr val="accent2"/>
                </a:solidFill>
              </a:rPr>
              <a:t>改进</a:t>
            </a:r>
            <a:r>
              <a:rPr lang="en-US" altLang="zh-CN">
                <a:solidFill>
                  <a:schemeClr val="accent2"/>
                </a:solidFill>
                <a:latin typeface="Tahoma" charset="0"/>
              </a:rPr>
              <a:t>Euler</a:t>
            </a:r>
            <a:r>
              <a:rPr lang="zh-CN" altLang="en-US">
                <a:solidFill>
                  <a:schemeClr val="accent2"/>
                </a:solidFill>
              </a:rPr>
              <a:t>法优于</a:t>
            </a:r>
            <a:r>
              <a:rPr lang="en-US" altLang="zh-CN">
                <a:solidFill>
                  <a:schemeClr val="accent2"/>
                </a:solidFill>
                <a:latin typeface="Tahoma" charset="0"/>
              </a:rPr>
              <a:t>Euler</a:t>
            </a:r>
            <a:r>
              <a:rPr lang="zh-CN" altLang="en-US">
                <a:solidFill>
                  <a:schemeClr val="accent2"/>
                </a:solidFill>
              </a:rPr>
              <a:t>法</a:t>
            </a:r>
            <a:endParaRPr lang="en-US" altLang="zh-CN">
              <a:solidFill>
                <a:schemeClr val="accent2"/>
              </a:solidFill>
              <a:latin typeface="Tahoma" charset="0"/>
            </a:endParaRPr>
          </a:p>
        </p:txBody>
      </p:sp>
      <p:sp>
        <p:nvSpPr>
          <p:cNvPr id="5" name="Text Box 8">
            <a:extLst>
              <a:ext uri="{FF2B5EF4-FFF2-40B4-BE49-F238E27FC236}">
                <a16:creationId xmlns:a16="http://schemas.microsoft.com/office/drawing/2014/main" id="{52C34A52-2670-D346-9732-B20F2140BCCA}"/>
              </a:ext>
            </a:extLst>
          </p:cNvPr>
          <p:cNvSpPr txBox="1">
            <a:spLocks noChangeArrowheads="1"/>
          </p:cNvSpPr>
          <p:nvPr/>
        </p:nvSpPr>
        <p:spPr bwMode="auto">
          <a:xfrm>
            <a:off x="468313" y="1754188"/>
            <a:ext cx="72929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spcBef>
                <a:spcPct val="50000"/>
              </a:spcBef>
              <a:defRPr/>
            </a:pPr>
            <a:r>
              <a:rPr lang="zh-CN" altLang="en-US" sz="2400"/>
              <a:t>可由初值</a:t>
            </a:r>
            <a:r>
              <a:rPr lang="en-US" altLang="zh-CN" sz="2400">
                <a:latin typeface="Tahoma" charset="0"/>
              </a:rPr>
              <a:t>y</a:t>
            </a:r>
            <a:r>
              <a:rPr lang="en-US" altLang="zh-CN" sz="2400" baseline="-30000">
                <a:latin typeface="Tahoma" charset="0"/>
              </a:rPr>
              <a:t>0</a:t>
            </a:r>
            <a:r>
              <a:rPr lang="en-US" altLang="zh-CN" sz="2400">
                <a:latin typeface="Tahoma" charset="0"/>
              </a:rPr>
              <a:t>=0</a:t>
            </a:r>
            <a:r>
              <a:rPr lang="zh-CN" altLang="en-US" sz="2400"/>
              <a:t>逐次算出。见下表</a:t>
            </a:r>
            <a:endParaRPr lang="en-US" altLang="zh-CN" sz="2400"/>
          </a:p>
        </p:txBody>
      </p:sp>
      <p:graphicFrame>
        <p:nvGraphicFramePr>
          <p:cNvPr id="33796" name="Object 75">
            <a:extLst>
              <a:ext uri="{FF2B5EF4-FFF2-40B4-BE49-F238E27FC236}">
                <a16:creationId xmlns:a16="http://schemas.microsoft.com/office/drawing/2014/main" id="{A21CC9D3-B166-E146-B1CF-0B7B4A4BEC91}"/>
              </a:ext>
            </a:extLst>
          </p:cNvPr>
          <p:cNvGraphicFramePr>
            <a:graphicFrameLocks noChangeAspect="1"/>
          </p:cNvGraphicFramePr>
          <p:nvPr/>
        </p:nvGraphicFramePr>
        <p:xfrm>
          <a:off x="1979613" y="962025"/>
          <a:ext cx="4700587" cy="508000"/>
        </p:xfrm>
        <a:graphic>
          <a:graphicData uri="http://schemas.openxmlformats.org/presentationml/2006/ole">
            <mc:AlternateContent xmlns:mc="http://schemas.openxmlformats.org/markup-compatibility/2006">
              <mc:Choice xmlns:v="urn:schemas-microsoft-com:vml" Requires="v">
                <p:oleObj name="Equation" r:id="rId4" imgW="1993900" imgH="215900" progId="Equation.3">
                  <p:embed/>
                </p:oleObj>
              </mc:Choice>
              <mc:Fallback>
                <p:oleObj name="Equation" r:id="rId4" imgW="1993900" imgH="215900" progId="Equation.3">
                  <p:embed/>
                  <p:pic>
                    <p:nvPicPr>
                      <p:cNvPr id="33796" name="Object 75">
                        <a:extLst>
                          <a:ext uri="{FF2B5EF4-FFF2-40B4-BE49-F238E27FC236}">
                            <a16:creationId xmlns:a16="http://schemas.microsoft.com/office/drawing/2014/main" id="{A21CC9D3-B166-E146-B1CF-0B7B4A4BEC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962025"/>
                        <a:ext cx="470058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Picture 1">
            <a:extLst>
              <a:ext uri="{FF2B5EF4-FFF2-40B4-BE49-F238E27FC236}">
                <a16:creationId xmlns:a16="http://schemas.microsoft.com/office/drawing/2014/main" id="{D90431DB-C722-1845-84CF-C467CF91FE1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948488" y="2470150"/>
            <a:ext cx="1727200"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AFBF818-D075-9B46-8C60-7A230652B1F0}"/>
              </a:ext>
            </a:extLst>
          </p:cNvPr>
          <p:cNvSpPr>
            <a:spLocks noChangeArrowheads="1"/>
          </p:cNvSpPr>
          <p:nvPr/>
        </p:nvSpPr>
        <p:spPr bwMode="auto">
          <a:xfrm>
            <a:off x="7164388" y="1844675"/>
            <a:ext cx="1346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r>
              <a:rPr lang="en-US" altLang="zh-CN">
                <a:solidFill>
                  <a:schemeClr val="accent2"/>
                </a:solidFill>
                <a:latin typeface="Tahoma" panose="020B0604030504040204" pitchFamily="34" charset="0"/>
              </a:rPr>
              <a:t>Euler</a:t>
            </a:r>
            <a:r>
              <a:rPr lang="zh-CN" altLang="en-US">
                <a:solidFill>
                  <a:schemeClr val="accent2"/>
                </a:solidFill>
              </a:rPr>
              <a:t>法</a:t>
            </a:r>
            <a:endParaRPr lang="en-US" altLang="zh-CN">
              <a:solidFill>
                <a:schemeClr val="accent2"/>
              </a:solidFill>
              <a:latin typeface="Tahoma" panose="020B0604030504040204" pitchFamily="34" charset="0"/>
            </a:endParaRPr>
          </a:p>
        </p:txBody>
      </p:sp>
      <p:sp>
        <p:nvSpPr>
          <p:cNvPr id="4" name="Rectangle 3">
            <a:extLst>
              <a:ext uri="{FF2B5EF4-FFF2-40B4-BE49-F238E27FC236}">
                <a16:creationId xmlns:a16="http://schemas.microsoft.com/office/drawing/2014/main" id="{E6CF54A3-4361-F049-AA11-0F20695E965F}"/>
              </a:ext>
            </a:extLst>
          </p:cNvPr>
          <p:cNvSpPr>
            <a:spLocks noChangeArrowheads="1"/>
          </p:cNvSpPr>
          <p:nvPr/>
        </p:nvSpPr>
        <p:spPr bwMode="auto">
          <a:xfrm>
            <a:off x="5027613" y="1825625"/>
            <a:ext cx="20653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a:solidFill>
                  <a:schemeClr val="accent2"/>
                </a:solidFill>
              </a:rPr>
              <a:t>改进</a:t>
            </a:r>
            <a:r>
              <a:rPr lang="en-US" altLang="zh-CN">
                <a:solidFill>
                  <a:schemeClr val="accent2"/>
                </a:solidFill>
                <a:latin typeface="Tahoma" panose="020B0604030504040204" pitchFamily="34" charset="0"/>
              </a:rPr>
              <a:t>Euler</a:t>
            </a:r>
            <a:r>
              <a:rPr lang="zh-CN" altLang="en-US">
                <a:solidFill>
                  <a:schemeClr val="accent2"/>
                </a:solidFill>
              </a:rPr>
              <a:t>法</a:t>
            </a:r>
            <a:endParaRPr lang="en-US" altLang="en-CN"/>
          </a:p>
        </p:txBody>
      </p:sp>
    </p:spTree>
    <p:extLst>
      <p:ext uri="{BB962C8B-B14F-4D97-AF65-F5344CB8AC3E}">
        <p14:creationId xmlns:p14="http://schemas.microsoft.com/office/powerpoint/2010/main" val="2617192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3554"/>
                                        </p:tgtEl>
                                        <p:attrNameLst>
                                          <p:attrName>style.visibility</p:attrName>
                                        </p:attrNameLst>
                                      </p:cBhvr>
                                      <p:to>
                                        <p:strVal val="visible"/>
                                      </p:to>
                                    </p:set>
                                    <p:animEffect transition="in" filter="dissolve">
                                      <p:cBhvr>
                                        <p:cTn id="12" dur="500"/>
                                        <p:tgtEl>
                                          <p:spTgt spid="235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linds(horizontal)">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5" grpId="0" build="p" autoUpdateAnimBg="0"/>
      <p:bldP spid="3"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a:extLst>
              <a:ext uri="{FF2B5EF4-FFF2-40B4-BE49-F238E27FC236}">
                <a16:creationId xmlns:a16="http://schemas.microsoft.com/office/drawing/2014/main" id="{7E9B847F-5ECA-3845-82FC-DECDF48601E8}"/>
              </a:ext>
            </a:extLst>
          </p:cNvPr>
          <p:cNvSpPr txBox="1">
            <a:spLocks noChangeArrowheads="1"/>
          </p:cNvSpPr>
          <p:nvPr/>
        </p:nvSpPr>
        <p:spPr bwMode="auto">
          <a:xfrm>
            <a:off x="381000" y="457200"/>
            <a:ext cx="67056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b="1">
                <a:ea typeface="宋体" panose="02010600030101010101" pitchFamily="2" charset="-122"/>
              </a:rPr>
              <a:t>§2  </a:t>
            </a:r>
            <a:r>
              <a:rPr lang="zh-CN" altLang="en-US" b="1"/>
              <a:t>龙格</a:t>
            </a:r>
            <a:r>
              <a:rPr lang="en-US" altLang="zh-CN" b="1"/>
              <a:t> </a:t>
            </a:r>
            <a:r>
              <a:rPr lang="en-US" altLang="zh-CN" b="1">
                <a:sym typeface="Symbol" pitchFamily="2" charset="2"/>
              </a:rPr>
              <a:t>- </a:t>
            </a:r>
            <a:r>
              <a:rPr lang="zh-CN" altLang="en-US" b="1">
                <a:sym typeface="Symbol" pitchFamily="2" charset="2"/>
              </a:rPr>
              <a:t>库塔法</a:t>
            </a:r>
            <a:r>
              <a:rPr lang="en-US" altLang="zh-CN" b="1">
                <a:sym typeface="Symbol" pitchFamily="2" charset="2"/>
              </a:rPr>
              <a:t> </a:t>
            </a:r>
            <a:r>
              <a:rPr lang="en-US" altLang="zh-CN" sz="2000" b="1">
                <a:solidFill>
                  <a:srgbClr val="008000"/>
                </a:solidFill>
                <a:latin typeface="Arial" panose="020B0604020202020204" pitchFamily="34" charset="0"/>
              </a:rPr>
              <a:t>/* </a:t>
            </a:r>
            <a:r>
              <a:rPr lang="en-US" altLang="zh-CN" sz="2000" b="1">
                <a:solidFill>
                  <a:srgbClr val="008000"/>
                </a:solidFill>
                <a:latin typeface="Arial" panose="020B0604020202020204" pitchFamily="34" charset="0"/>
                <a:sym typeface="Symbol" pitchFamily="2" charset="2"/>
              </a:rPr>
              <a:t>Runge-Kutta</a:t>
            </a:r>
            <a:r>
              <a:rPr lang="en-US" altLang="zh-CN" sz="2000" b="1">
                <a:solidFill>
                  <a:srgbClr val="008000"/>
                </a:solidFill>
                <a:latin typeface="Arial" panose="020B0604020202020204" pitchFamily="34" charset="0"/>
              </a:rPr>
              <a:t> Method */</a:t>
            </a:r>
          </a:p>
        </p:txBody>
      </p:sp>
      <p:grpSp>
        <p:nvGrpSpPr>
          <p:cNvPr id="56325" name="Group 5">
            <a:extLst>
              <a:ext uri="{FF2B5EF4-FFF2-40B4-BE49-F238E27FC236}">
                <a16:creationId xmlns:a16="http://schemas.microsoft.com/office/drawing/2014/main" id="{3DB92FF2-0858-EF40-BE58-407DACF77897}"/>
              </a:ext>
            </a:extLst>
          </p:cNvPr>
          <p:cNvGrpSpPr>
            <a:grpSpLocks/>
          </p:cNvGrpSpPr>
          <p:nvPr/>
        </p:nvGrpSpPr>
        <p:grpSpPr bwMode="auto">
          <a:xfrm>
            <a:off x="533400" y="1066800"/>
            <a:ext cx="6172200" cy="685800"/>
            <a:chOff x="336" y="672"/>
            <a:chExt cx="3888" cy="432"/>
          </a:xfrm>
        </p:grpSpPr>
        <p:pic>
          <p:nvPicPr>
            <p:cNvPr id="34831" name="Picture 3" descr="DARTS">
              <a:extLst>
                <a:ext uri="{FF2B5EF4-FFF2-40B4-BE49-F238E27FC236}">
                  <a16:creationId xmlns:a16="http://schemas.microsoft.com/office/drawing/2014/main" id="{7987CB22-1897-CF4E-9793-AB192D6E7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 y="672"/>
              <a:ext cx="43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4">
              <a:extLst>
                <a:ext uri="{FF2B5EF4-FFF2-40B4-BE49-F238E27FC236}">
                  <a16:creationId xmlns:a16="http://schemas.microsoft.com/office/drawing/2014/main" id="{0FD597FC-1511-0341-9442-96F277CB6E2A}"/>
                </a:ext>
              </a:extLst>
            </p:cNvPr>
            <p:cNvSpPr txBox="1">
              <a:spLocks noChangeArrowheads="1"/>
            </p:cNvSpPr>
            <p:nvPr/>
          </p:nvSpPr>
          <p:spPr bwMode="auto">
            <a:xfrm>
              <a:off x="816" y="720"/>
              <a:ext cx="3408"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b="1">
                  <a:latin typeface="楷体_GB2312" charset="0"/>
                </a:rPr>
                <a:t>建立高精度的单步递推格式。</a:t>
              </a:r>
              <a:endParaRPr lang="en-US" altLang="zh-CN" b="1">
                <a:latin typeface="楷体_GB2312" charset="0"/>
              </a:endParaRPr>
            </a:p>
          </p:txBody>
        </p:sp>
      </p:grpSp>
      <p:grpSp>
        <p:nvGrpSpPr>
          <p:cNvPr id="56331" name="Group 11">
            <a:extLst>
              <a:ext uri="{FF2B5EF4-FFF2-40B4-BE49-F238E27FC236}">
                <a16:creationId xmlns:a16="http://schemas.microsoft.com/office/drawing/2014/main" id="{E8EB0572-0E4A-5D4A-967C-FCF3CCAE2404}"/>
              </a:ext>
            </a:extLst>
          </p:cNvPr>
          <p:cNvGrpSpPr>
            <a:grpSpLocks/>
          </p:cNvGrpSpPr>
          <p:nvPr/>
        </p:nvGrpSpPr>
        <p:grpSpPr bwMode="auto">
          <a:xfrm>
            <a:off x="533400" y="1905000"/>
            <a:ext cx="8077200" cy="1187450"/>
            <a:chOff x="336" y="1200"/>
            <a:chExt cx="5088" cy="748"/>
          </a:xfrm>
        </p:grpSpPr>
        <p:sp>
          <p:nvSpPr>
            <p:cNvPr id="56327" name="Text Box 7">
              <a:extLst>
                <a:ext uri="{FF2B5EF4-FFF2-40B4-BE49-F238E27FC236}">
                  <a16:creationId xmlns:a16="http://schemas.microsoft.com/office/drawing/2014/main" id="{D7777DC6-FBA4-0C4D-8AFC-A5191EF464C8}"/>
                </a:ext>
              </a:extLst>
            </p:cNvPr>
            <p:cNvSpPr txBox="1">
              <a:spLocks noChangeArrowheads="1"/>
            </p:cNvSpPr>
            <p:nvPr/>
          </p:nvSpPr>
          <p:spPr bwMode="auto">
            <a:xfrm>
              <a:off x="720" y="1200"/>
              <a:ext cx="4704" cy="7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单步递推法的</a:t>
              </a:r>
              <a:r>
                <a:rPr lang="zh-CN" altLang="en-US" sz="2400" b="1">
                  <a:solidFill>
                    <a:schemeClr val="accent2"/>
                  </a:solidFill>
                </a:rPr>
                <a:t>基本思想</a:t>
              </a:r>
              <a:r>
                <a:rPr lang="zh-CN" altLang="en-US" sz="2400" b="1"/>
                <a:t>是从</a:t>
              </a:r>
              <a:r>
                <a:rPr lang="en-US" altLang="zh-CN" sz="2400" b="1"/>
                <a:t> ( </a:t>
              </a:r>
              <a:r>
                <a:rPr lang="en-US" altLang="zh-CN" sz="2400" b="1" i="1"/>
                <a:t>x</a:t>
              </a:r>
              <a:r>
                <a:rPr lang="en-US" altLang="zh-CN" sz="2400" b="1" i="1" baseline="-25000"/>
                <a:t>i </a:t>
              </a:r>
              <a:r>
                <a:rPr lang="en-US" altLang="zh-CN" sz="2400" b="1"/>
                <a:t>, </a:t>
              </a:r>
              <a:r>
                <a:rPr lang="en-US" altLang="zh-CN" sz="2400" b="1" i="1"/>
                <a:t>y</a:t>
              </a:r>
              <a:r>
                <a:rPr lang="en-US" altLang="zh-CN" sz="2400" b="1" i="1" baseline="-25000"/>
                <a:t>i </a:t>
              </a:r>
              <a:r>
                <a:rPr lang="en-US" altLang="zh-CN" sz="2400" b="1"/>
                <a:t>) </a:t>
              </a:r>
              <a:r>
                <a:rPr lang="zh-CN" altLang="en-US" sz="2400" b="1"/>
                <a:t>点出发，以</a:t>
              </a:r>
              <a:r>
                <a:rPr lang="zh-CN" altLang="en-US" sz="2400" b="1">
                  <a:solidFill>
                    <a:schemeClr val="accent2"/>
                  </a:solidFill>
                </a:rPr>
                <a:t>某一斜率</a:t>
              </a:r>
              <a:r>
                <a:rPr lang="zh-CN" altLang="en-US" sz="2400" b="1"/>
                <a:t>沿直线达到</a:t>
              </a:r>
              <a:r>
                <a:rPr lang="en-US" altLang="zh-CN" sz="2400" b="1"/>
                <a:t> ( </a:t>
              </a:r>
              <a:r>
                <a:rPr lang="en-US" altLang="zh-CN" sz="2400" b="1" i="1"/>
                <a:t>x</a:t>
              </a:r>
              <a:r>
                <a:rPr lang="en-US" altLang="zh-CN" sz="2400" b="1" i="1" baseline="-25000"/>
                <a:t>i</a:t>
              </a:r>
              <a:r>
                <a:rPr lang="en-US" altLang="zh-CN" sz="2400" b="1" baseline="-25000"/>
                <a:t>+1</a:t>
              </a:r>
              <a:r>
                <a:rPr lang="en-US" altLang="zh-CN" sz="2400" b="1" i="1" baseline="-25000"/>
                <a:t> </a:t>
              </a:r>
              <a:r>
                <a:rPr lang="en-US" altLang="zh-CN" sz="2400" b="1"/>
                <a:t>, </a:t>
              </a:r>
              <a:r>
                <a:rPr lang="en-US" altLang="zh-CN" sz="2400" b="1" i="1"/>
                <a:t>y</a:t>
              </a:r>
              <a:r>
                <a:rPr lang="en-US" altLang="zh-CN" sz="2400" b="1" i="1" baseline="-25000"/>
                <a:t>i</a:t>
              </a:r>
              <a:r>
                <a:rPr lang="en-US" altLang="zh-CN" sz="2400" b="1" baseline="-25000"/>
                <a:t>+1</a:t>
              </a:r>
              <a:r>
                <a:rPr lang="en-US" altLang="zh-CN" sz="2400" b="1" i="1" baseline="-25000"/>
                <a:t> </a:t>
              </a:r>
              <a:r>
                <a:rPr lang="en-US" altLang="zh-CN" sz="2400" b="1"/>
                <a:t>) </a:t>
              </a:r>
              <a:r>
                <a:rPr lang="zh-CN" altLang="en-US" sz="2400" b="1"/>
                <a:t>点。欧拉法及其各种变形所能达到的最高精度为</a:t>
              </a:r>
              <a:r>
                <a:rPr lang="en-US" altLang="zh-CN" sz="2400" b="1"/>
                <a:t>2</a:t>
              </a:r>
              <a:r>
                <a:rPr lang="zh-CN" altLang="en-US" sz="2400" b="1"/>
                <a:t>阶</a:t>
              </a:r>
              <a:r>
                <a:rPr lang="zh-CN" altLang="en-US" sz="2400" b="1">
                  <a:latin typeface="楷体_GB2312" charset="0"/>
                </a:rPr>
                <a:t>。</a:t>
              </a:r>
              <a:endParaRPr lang="en-US" altLang="zh-CN" sz="2400" b="1">
                <a:latin typeface="楷体_GB2312" charset="0"/>
              </a:endParaRPr>
            </a:p>
          </p:txBody>
        </p:sp>
        <p:pic>
          <p:nvPicPr>
            <p:cNvPr id="34830" name="Picture 10" descr="LIGHT">
              <a:extLst>
                <a:ext uri="{FF2B5EF4-FFF2-40B4-BE49-F238E27FC236}">
                  <a16:creationId xmlns:a16="http://schemas.microsoft.com/office/drawing/2014/main" id="{D6BA0CB1-9593-B748-A44B-7F3D19F022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 y="1200"/>
              <a:ext cx="354" cy="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6338" name="AutoShape 18">
            <a:extLst>
              <a:ext uri="{FF2B5EF4-FFF2-40B4-BE49-F238E27FC236}">
                <a16:creationId xmlns:a16="http://schemas.microsoft.com/office/drawing/2014/main" id="{78CC4632-D32F-7140-86C2-67026148E8E8}"/>
              </a:ext>
            </a:extLst>
          </p:cNvPr>
          <p:cNvSpPr>
            <a:spLocks noChangeArrowheads="1"/>
          </p:cNvSpPr>
          <p:nvPr/>
        </p:nvSpPr>
        <p:spPr bwMode="auto">
          <a:xfrm>
            <a:off x="6300788" y="4005263"/>
            <a:ext cx="2590800" cy="1600200"/>
          </a:xfrm>
          <a:prstGeom prst="wedgeEllipseCallout">
            <a:avLst>
              <a:gd name="adj1" fmla="val -76287"/>
              <a:gd name="adj2" fmla="val 8931"/>
            </a:avLst>
          </a:prstGeom>
          <a:gradFill rotWithShape="0">
            <a:gsLst>
              <a:gs pos="0">
                <a:srgbClr val="C0C0C0"/>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tIns="0" anchor="ctr"/>
          <a:lstStyle/>
          <a:p>
            <a:pPr algn="ctr">
              <a:defRPr/>
            </a:pPr>
            <a:r>
              <a:rPr lang="zh-CN" altLang="en-US" sz="2400" b="1">
                <a:solidFill>
                  <a:schemeClr val="accent2"/>
                </a:solidFill>
                <a:latin typeface="Times New Roman" charset="0"/>
                <a:ea typeface="ＭＳ Ｐゴシック" charset="0"/>
                <a:cs typeface="楷体_GB2312" charset="0"/>
              </a:rPr>
              <a:t>斜率</a:t>
            </a:r>
            <a:endParaRPr lang="en-US" altLang="zh-CN" sz="2400" b="1">
              <a:solidFill>
                <a:schemeClr val="accent2"/>
              </a:solidFill>
              <a:latin typeface="Times New Roman" charset="0"/>
              <a:ea typeface="ＭＳ Ｐゴシック" charset="0"/>
              <a:cs typeface="楷体_GB2312" charset="0"/>
            </a:endParaRPr>
          </a:p>
          <a:p>
            <a:pPr algn="ctr">
              <a:defRPr/>
            </a:pPr>
            <a:r>
              <a:rPr lang="zh-CN" altLang="en-US" sz="2400" b="1">
                <a:latin typeface="Times New Roman" charset="0"/>
                <a:ea typeface="ＭＳ Ｐゴシック" charset="0"/>
                <a:cs typeface="楷体_GB2312" charset="0"/>
              </a:rPr>
              <a:t>一定取</a:t>
            </a:r>
            <a:r>
              <a:rPr lang="en-US" altLang="zh-CN" sz="2400" b="1" i="1">
                <a:latin typeface="Times New Roman" charset="0"/>
                <a:ea typeface="ＭＳ Ｐゴシック" charset="0"/>
                <a:cs typeface="楷体_GB2312" charset="0"/>
              </a:rPr>
              <a:t>K</a:t>
            </a:r>
            <a:r>
              <a:rPr lang="en-US" altLang="zh-CN" sz="2400" b="1" baseline="-25000">
                <a:latin typeface="Times New Roman" charset="0"/>
                <a:ea typeface="ＭＳ Ｐゴシック" charset="0"/>
                <a:cs typeface="楷体_GB2312" charset="0"/>
              </a:rPr>
              <a:t>1</a:t>
            </a:r>
            <a:r>
              <a:rPr lang="en-US" altLang="zh-CN" sz="2400" b="1" i="1">
                <a:latin typeface="Times New Roman" charset="0"/>
                <a:ea typeface="ＭＳ Ｐゴシック" charset="0"/>
                <a:cs typeface="楷体_GB2312" charset="0"/>
              </a:rPr>
              <a:t> K</a:t>
            </a:r>
            <a:r>
              <a:rPr lang="en-US" altLang="zh-CN" sz="2400" b="1" baseline="-25000">
                <a:latin typeface="Times New Roman" charset="0"/>
                <a:ea typeface="ＭＳ Ｐゴシック" charset="0"/>
                <a:cs typeface="楷体_GB2312" charset="0"/>
              </a:rPr>
              <a:t>2 </a:t>
            </a:r>
          </a:p>
          <a:p>
            <a:pPr algn="ctr">
              <a:defRPr/>
            </a:pPr>
            <a:r>
              <a:rPr lang="zh-CN" altLang="en-US" sz="2400" b="1">
                <a:latin typeface="Times New Roman" charset="0"/>
                <a:ea typeface="ＭＳ Ｐゴシック" charset="0"/>
                <a:cs typeface="楷体_GB2312" charset="0"/>
              </a:rPr>
              <a:t>的</a:t>
            </a:r>
            <a:r>
              <a:rPr lang="zh-CN" altLang="en-US" sz="2400" b="1">
                <a:solidFill>
                  <a:schemeClr val="accent2"/>
                </a:solidFill>
                <a:latin typeface="Times New Roman" charset="0"/>
                <a:ea typeface="ＭＳ Ｐゴシック" charset="0"/>
                <a:cs typeface="楷体_GB2312" charset="0"/>
              </a:rPr>
              <a:t>平均值</a:t>
            </a:r>
            <a:r>
              <a:rPr lang="zh-CN" altLang="en-US" sz="2400" b="1">
                <a:latin typeface="Times New Roman" charset="0"/>
                <a:ea typeface="ＭＳ Ｐゴシック" charset="0"/>
                <a:cs typeface="楷体_GB2312" charset="0"/>
              </a:rPr>
              <a:t>吗？</a:t>
            </a:r>
            <a:endParaRPr lang="en-US" altLang="zh-CN" sz="2400" b="1">
              <a:latin typeface="Times New Roman" charset="0"/>
              <a:ea typeface="ＭＳ Ｐゴシック" charset="0"/>
              <a:cs typeface="楷体_GB2312" charset="0"/>
            </a:endParaRPr>
          </a:p>
        </p:txBody>
      </p:sp>
      <p:sp>
        <p:nvSpPr>
          <p:cNvPr id="56339" name="AutoShape 19">
            <a:extLst>
              <a:ext uri="{FF2B5EF4-FFF2-40B4-BE49-F238E27FC236}">
                <a16:creationId xmlns:a16="http://schemas.microsoft.com/office/drawing/2014/main" id="{9C635A9A-27F5-7C43-A2D8-531DD2B84619}"/>
              </a:ext>
            </a:extLst>
          </p:cNvPr>
          <p:cNvSpPr>
            <a:spLocks noChangeArrowheads="1"/>
          </p:cNvSpPr>
          <p:nvPr/>
        </p:nvSpPr>
        <p:spPr bwMode="auto">
          <a:xfrm>
            <a:off x="4419600" y="5872163"/>
            <a:ext cx="4343400" cy="838200"/>
          </a:xfrm>
          <a:prstGeom prst="wedgeEllipseCallout">
            <a:avLst>
              <a:gd name="adj1" fmla="val -60217"/>
              <a:gd name="adj2" fmla="val -26904"/>
            </a:avLst>
          </a:prstGeom>
          <a:gradFill rotWithShape="0">
            <a:gsLst>
              <a:gs pos="0">
                <a:srgbClr val="C0C0C0"/>
              </a:gs>
              <a:gs pos="100000">
                <a:schemeClr val="bg1"/>
              </a:gs>
            </a:gsLst>
            <a:lin ang="27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defRPr/>
            </a:pPr>
            <a:r>
              <a:rPr lang="zh-CN" altLang="en-US" sz="2400" b="1">
                <a:latin typeface="Times New Roman" charset="0"/>
                <a:ea typeface="ＭＳ Ｐゴシック" charset="0"/>
                <a:cs typeface="楷体_GB2312" charset="0"/>
              </a:rPr>
              <a:t>步长一定是一个</a:t>
            </a:r>
            <a:r>
              <a:rPr lang="en-US" altLang="zh-CN" sz="2400" b="1" i="1">
                <a:solidFill>
                  <a:schemeClr val="accent2"/>
                </a:solidFill>
                <a:latin typeface="Times New Roman" charset="0"/>
                <a:ea typeface="ＭＳ Ｐゴシック" charset="0"/>
                <a:cs typeface="楷体_GB2312" charset="0"/>
              </a:rPr>
              <a:t>h</a:t>
            </a:r>
            <a:r>
              <a:rPr lang="en-US" altLang="zh-CN" sz="2400" b="1">
                <a:latin typeface="Times New Roman" charset="0"/>
                <a:ea typeface="ＭＳ Ｐゴシック" charset="0"/>
                <a:cs typeface="楷体_GB2312" charset="0"/>
              </a:rPr>
              <a:t> </a:t>
            </a:r>
            <a:r>
              <a:rPr lang="zh-CN" altLang="en-US" sz="2400" b="1">
                <a:latin typeface="Times New Roman" charset="0"/>
                <a:ea typeface="ＭＳ Ｐゴシック" charset="0"/>
                <a:cs typeface="楷体_GB2312" charset="0"/>
              </a:rPr>
              <a:t>吗？</a:t>
            </a:r>
            <a:endParaRPr lang="en-US" altLang="zh-CN" sz="2400" b="1">
              <a:latin typeface="Times New Roman" charset="0"/>
              <a:ea typeface="ＭＳ Ｐゴシック" charset="0"/>
              <a:cs typeface="楷体_GB2312" charset="0"/>
            </a:endParaRPr>
          </a:p>
        </p:txBody>
      </p:sp>
      <p:grpSp>
        <p:nvGrpSpPr>
          <p:cNvPr id="2" name="Group 1">
            <a:extLst>
              <a:ext uri="{FF2B5EF4-FFF2-40B4-BE49-F238E27FC236}">
                <a16:creationId xmlns:a16="http://schemas.microsoft.com/office/drawing/2014/main" id="{B0BAF3EB-0178-3A4E-9C76-EFBC165195CF}"/>
              </a:ext>
            </a:extLst>
          </p:cNvPr>
          <p:cNvGrpSpPr>
            <a:grpSpLocks/>
          </p:cNvGrpSpPr>
          <p:nvPr/>
        </p:nvGrpSpPr>
        <p:grpSpPr bwMode="auto">
          <a:xfrm>
            <a:off x="533400" y="3213100"/>
            <a:ext cx="8304213" cy="3024188"/>
            <a:chOff x="533400" y="3212976"/>
            <a:chExt cx="8303716" cy="3023747"/>
          </a:xfrm>
        </p:grpSpPr>
        <p:grpSp>
          <p:nvGrpSpPr>
            <p:cNvPr id="34823" name="Group 17">
              <a:extLst>
                <a:ext uri="{FF2B5EF4-FFF2-40B4-BE49-F238E27FC236}">
                  <a16:creationId xmlns:a16="http://schemas.microsoft.com/office/drawing/2014/main" id="{D74A2574-8455-6D4D-9BC2-336F06FD1281}"/>
                </a:ext>
              </a:extLst>
            </p:cNvPr>
            <p:cNvGrpSpPr>
              <a:grpSpLocks/>
            </p:cNvGrpSpPr>
            <p:nvPr/>
          </p:nvGrpSpPr>
          <p:grpSpPr bwMode="auto">
            <a:xfrm>
              <a:off x="533400" y="3356996"/>
              <a:ext cx="6096000" cy="2879727"/>
              <a:chOff x="336" y="2112"/>
              <a:chExt cx="3840" cy="1814"/>
            </a:xfrm>
          </p:grpSpPr>
          <p:sp>
            <p:nvSpPr>
              <p:cNvPr id="56333" name="Text Box 13">
                <a:extLst>
                  <a:ext uri="{FF2B5EF4-FFF2-40B4-BE49-F238E27FC236}">
                    <a16:creationId xmlns:a16="http://schemas.microsoft.com/office/drawing/2014/main" id="{951B9207-99F2-2B49-B3FB-7D99A846ECA2}"/>
                  </a:ext>
                </a:extLst>
              </p:cNvPr>
              <p:cNvSpPr txBox="1">
                <a:spLocks noChangeArrowheads="1"/>
              </p:cNvSpPr>
              <p:nvPr/>
            </p:nvSpPr>
            <p:spPr bwMode="auto">
              <a:xfrm>
                <a:off x="336" y="2112"/>
                <a:ext cx="3840" cy="6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buFont typeface="Wingdings" charset="0"/>
                  <a:buChar char="$"/>
                  <a:defRPr/>
                </a:pPr>
                <a:r>
                  <a:rPr lang="zh-CN" altLang="en-US" sz="2400" b="1"/>
                  <a:t>考察</a:t>
                </a:r>
                <a:r>
                  <a:rPr lang="zh-CN" altLang="en-US" sz="2400" b="1">
                    <a:solidFill>
                      <a:schemeClr val="accent2"/>
                    </a:solidFill>
                  </a:rPr>
                  <a:t>改进的欧拉法</a:t>
                </a:r>
                <a:r>
                  <a:rPr lang="zh-CN" altLang="en-US" sz="2400" b="1"/>
                  <a:t>，</a:t>
                </a:r>
                <a:endParaRPr lang="en-US" altLang="zh-CN" sz="2400" b="1"/>
              </a:p>
              <a:p>
                <a:pPr eaLnBrk="1" hangingPunct="1">
                  <a:spcBef>
                    <a:spcPct val="50000"/>
                  </a:spcBef>
                  <a:defRPr/>
                </a:pPr>
                <a:r>
                  <a:rPr lang="zh-CN" altLang="en-US" sz="2400" b="1"/>
                  <a:t>可以将其改写为：</a:t>
                </a:r>
                <a:endParaRPr lang="en-US" altLang="zh-CN" sz="2400" b="1"/>
              </a:p>
            </p:txBody>
          </p:sp>
          <p:grpSp>
            <p:nvGrpSpPr>
              <p:cNvPr id="34826" name="Group 16">
                <a:extLst>
                  <a:ext uri="{FF2B5EF4-FFF2-40B4-BE49-F238E27FC236}">
                    <a16:creationId xmlns:a16="http://schemas.microsoft.com/office/drawing/2014/main" id="{AD24A05D-4768-DE47-808D-E75D2B268BA4}"/>
                  </a:ext>
                </a:extLst>
              </p:cNvPr>
              <p:cNvGrpSpPr>
                <a:grpSpLocks/>
              </p:cNvGrpSpPr>
              <p:nvPr/>
            </p:nvGrpSpPr>
            <p:grpSpPr bwMode="auto">
              <a:xfrm>
                <a:off x="528" y="2798"/>
                <a:ext cx="3105" cy="1128"/>
                <a:chOff x="528" y="2798"/>
                <a:chExt cx="3105" cy="1128"/>
              </a:xfrm>
            </p:grpSpPr>
            <p:graphicFrame>
              <p:nvGraphicFramePr>
                <p:cNvPr id="34827" name="Object 14">
                  <a:extLst>
                    <a:ext uri="{FF2B5EF4-FFF2-40B4-BE49-F238E27FC236}">
                      <a16:creationId xmlns:a16="http://schemas.microsoft.com/office/drawing/2014/main" id="{FFCB255B-C59D-A74E-A256-E8670C448467}"/>
                    </a:ext>
                  </a:extLst>
                </p:cNvPr>
                <p:cNvGraphicFramePr>
                  <a:graphicFrameLocks noChangeAspect="1"/>
                </p:cNvGraphicFramePr>
                <p:nvPr/>
              </p:nvGraphicFramePr>
              <p:xfrm>
                <a:off x="768" y="2798"/>
                <a:ext cx="2865" cy="1128"/>
              </p:xfrm>
              <a:graphic>
                <a:graphicData uri="http://schemas.openxmlformats.org/presentationml/2006/ole">
                  <mc:AlternateContent xmlns:mc="http://schemas.openxmlformats.org/markup-compatibility/2006">
                    <mc:Choice xmlns:v="urn:schemas-microsoft-com:vml" Requires="v">
                      <p:oleObj name="Equation" r:id="rId6" imgW="43599100" imgH="19900900" progId="Equation.3">
                        <p:embed/>
                      </p:oleObj>
                    </mc:Choice>
                    <mc:Fallback>
                      <p:oleObj name="Equation" r:id="rId6" imgW="43599100" imgH="19900900" progId="Equation.3">
                        <p:embed/>
                        <p:pic>
                          <p:nvPicPr>
                            <p:cNvPr id="34827" name="Object 14">
                              <a:extLst>
                                <a:ext uri="{FF2B5EF4-FFF2-40B4-BE49-F238E27FC236}">
                                  <a16:creationId xmlns:a16="http://schemas.microsoft.com/office/drawing/2014/main" id="{FFCB255B-C59D-A74E-A256-E8670C4484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 y="2798"/>
                              <a:ext cx="2865" cy="1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6335" name="AutoShape 15">
                  <a:extLst>
                    <a:ext uri="{FF2B5EF4-FFF2-40B4-BE49-F238E27FC236}">
                      <a16:creationId xmlns:a16="http://schemas.microsoft.com/office/drawing/2014/main" id="{7DE93E3A-D08D-304C-92B4-A7C16FEFDDAD}"/>
                    </a:ext>
                  </a:extLst>
                </p:cNvPr>
                <p:cNvSpPr>
                  <a:spLocks/>
                </p:cNvSpPr>
                <p:nvPr/>
              </p:nvSpPr>
              <p:spPr bwMode="auto">
                <a:xfrm>
                  <a:off x="528" y="3038"/>
                  <a:ext cx="144" cy="816"/>
                </a:xfrm>
                <a:prstGeom prst="leftBrace">
                  <a:avLst>
                    <a:gd name="adj1" fmla="val 47222"/>
                    <a:gd name="adj2" fmla="val 50000"/>
                  </a:avLst>
                </a:prstGeom>
                <a:noFill/>
                <a:ln w="1587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pSp>
        </p:grpSp>
        <p:graphicFrame>
          <p:nvGraphicFramePr>
            <p:cNvPr id="34824" name="Object 75">
              <a:extLst>
                <a:ext uri="{FF2B5EF4-FFF2-40B4-BE49-F238E27FC236}">
                  <a16:creationId xmlns:a16="http://schemas.microsoft.com/office/drawing/2014/main" id="{0F572896-A9E4-BA40-9930-3EB0D09D7826}"/>
                </a:ext>
              </a:extLst>
            </p:cNvPr>
            <p:cNvGraphicFramePr>
              <a:graphicFrameLocks noChangeAspect="1"/>
            </p:cNvGraphicFramePr>
            <p:nvPr/>
          </p:nvGraphicFramePr>
          <p:xfrm>
            <a:off x="3707904" y="3212976"/>
            <a:ext cx="5129212" cy="746125"/>
          </p:xfrm>
          <a:graphic>
            <a:graphicData uri="http://schemas.openxmlformats.org/presentationml/2006/ole">
              <mc:AlternateContent xmlns:mc="http://schemas.openxmlformats.org/markup-compatibility/2006">
                <mc:Choice xmlns:v="urn:schemas-microsoft-com:vml" Requires="v">
                  <p:oleObj name="Equation" r:id="rId8" imgW="2705100" imgH="393700" progId="Equation.3">
                    <p:embed/>
                  </p:oleObj>
                </mc:Choice>
                <mc:Fallback>
                  <p:oleObj name="Equation" r:id="rId8" imgW="2705100" imgH="393700" progId="Equation.3">
                    <p:embed/>
                    <p:pic>
                      <p:nvPicPr>
                        <p:cNvPr id="34824" name="Object 75">
                          <a:extLst>
                            <a:ext uri="{FF2B5EF4-FFF2-40B4-BE49-F238E27FC236}">
                              <a16:creationId xmlns:a16="http://schemas.microsoft.com/office/drawing/2014/main" id="{0F572896-A9E4-BA40-9930-3EB0D09D782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7904" y="3212976"/>
                          <a:ext cx="5129212" cy="74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1439760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wipe(left)">
                                      <p:cBhvr>
                                        <p:cTn id="7" dur="500"/>
                                        <p:tgtEl>
                                          <p:spTgt spid="56322"/>
                                        </p:tgtEl>
                                      </p:cBhvr>
                                    </p:animEffect>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56325"/>
                                        </p:tgtEl>
                                        <p:attrNameLst>
                                          <p:attrName>style.visibility</p:attrName>
                                        </p:attrNameLst>
                                      </p:cBhvr>
                                      <p:to>
                                        <p:strVal val="visible"/>
                                      </p:to>
                                    </p:set>
                                    <p:anim calcmode="lin" valueType="num">
                                      <p:cBhvr additive="base">
                                        <p:cTn id="12" dur="500" fill="hold"/>
                                        <p:tgtEl>
                                          <p:spTgt spid="56325"/>
                                        </p:tgtEl>
                                        <p:attrNameLst>
                                          <p:attrName>ppt_x</p:attrName>
                                        </p:attrNameLst>
                                      </p:cBhvr>
                                      <p:tavLst>
                                        <p:tav tm="0">
                                          <p:val>
                                            <p:strVal val="1+#ppt_w/2"/>
                                          </p:val>
                                        </p:tav>
                                        <p:tav tm="100000">
                                          <p:val>
                                            <p:strVal val="#ppt_x"/>
                                          </p:val>
                                        </p:tav>
                                      </p:tavLst>
                                    </p:anim>
                                    <p:anim calcmode="lin" valueType="num">
                                      <p:cBhvr additive="base">
                                        <p:cTn id="13" dur="500" fill="hold"/>
                                        <p:tgtEl>
                                          <p:spTgt spid="5632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56331"/>
                                        </p:tgtEl>
                                        <p:attrNameLst>
                                          <p:attrName>style.visibility</p:attrName>
                                        </p:attrNameLst>
                                      </p:cBhvr>
                                      <p:to>
                                        <p:strVal val="visible"/>
                                      </p:to>
                                    </p:set>
                                    <p:animEffect transition="in" filter="wipe(up)">
                                      <p:cBhvr>
                                        <p:cTn id="18" dur="500"/>
                                        <p:tgtEl>
                                          <p:spTgt spid="56331"/>
                                        </p:tgtEl>
                                      </p:cBhvr>
                                    </p:animEffect>
                                  </p:childTnLst>
                                  <p:subTnLst>
                                    <p:audio>
                                      <p:cMediaNode>
                                        <p:cTn display="0" masterRel="sameClick">
                                          <p:stCondLst>
                                            <p:cond evt="begin" delay="0">
                                              <p:tn val="16"/>
                                            </p:cond>
                                          </p:stCondLst>
                                          <p:endCondLst>
                                            <p:cond evt="onStopAudio" delay="0">
                                              <p:tgtEl>
                                                <p:sldTgt/>
                                              </p:tgtEl>
                                            </p:cond>
                                          </p:endCondLst>
                                        </p:cTn>
                                        <p:tgtEl>
                                          <p:sndTgt r:embed="rId2" name="projctor.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6338"/>
                                        </p:tgtEl>
                                        <p:attrNameLst>
                                          <p:attrName>style.visibility</p:attrName>
                                        </p:attrNameLst>
                                      </p:cBhvr>
                                      <p:to>
                                        <p:strVal val="visible"/>
                                      </p:to>
                                    </p:set>
                                    <p:animEffect transition="in" filter="wipe(down)">
                                      <p:cBhvr>
                                        <p:cTn id="28" dur="500"/>
                                        <p:tgtEl>
                                          <p:spTgt spid="5633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6339"/>
                                        </p:tgtEl>
                                        <p:attrNameLst>
                                          <p:attrName>style.visibility</p:attrName>
                                        </p:attrNameLst>
                                      </p:cBhvr>
                                      <p:to>
                                        <p:strVal val="visible"/>
                                      </p:to>
                                    </p:set>
                                    <p:animEffect transition="in" filter="wipe(down)">
                                      <p:cBhvr>
                                        <p:cTn id="33" dur="500"/>
                                        <p:tgtEl>
                                          <p:spTgt spid="56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utoUpdateAnimBg="0"/>
      <p:bldP spid="56338" grpId="0" animBg="1"/>
      <p:bldP spid="563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a:extLst>
              <a:ext uri="{FF2B5EF4-FFF2-40B4-BE49-F238E27FC236}">
                <a16:creationId xmlns:a16="http://schemas.microsoft.com/office/drawing/2014/main" id="{7B1618B8-C4DF-5240-AF0D-DDBF62A553D3}"/>
              </a:ext>
            </a:extLst>
          </p:cNvPr>
          <p:cNvSpPr>
            <a:spLocks noChangeArrowheads="1"/>
          </p:cNvSpPr>
          <p:nvPr/>
        </p:nvSpPr>
        <p:spPr bwMode="auto">
          <a:xfrm>
            <a:off x="5867400" y="0"/>
            <a:ext cx="32766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§2  </a:t>
            </a:r>
            <a:r>
              <a:rPr lang="en-US" altLang="zh-CN" sz="1800" b="1">
                <a:ea typeface="宋体" panose="02010600030101010101" pitchFamily="2" charset="-122"/>
                <a:sym typeface="Symbol" pitchFamily="2" charset="2"/>
              </a:rPr>
              <a:t>Runge-Kutta</a:t>
            </a:r>
            <a:r>
              <a:rPr lang="en-US" altLang="zh-CN" sz="1800" b="1">
                <a:ea typeface="宋体" panose="02010600030101010101" pitchFamily="2" charset="-122"/>
              </a:rPr>
              <a:t> Method</a:t>
            </a:r>
          </a:p>
        </p:txBody>
      </p:sp>
      <p:grpSp>
        <p:nvGrpSpPr>
          <p:cNvPr id="57405" name="Group 61">
            <a:extLst>
              <a:ext uri="{FF2B5EF4-FFF2-40B4-BE49-F238E27FC236}">
                <a16:creationId xmlns:a16="http://schemas.microsoft.com/office/drawing/2014/main" id="{F1C85FFE-9426-C54D-823A-2D0C3231A512}"/>
              </a:ext>
            </a:extLst>
          </p:cNvPr>
          <p:cNvGrpSpPr>
            <a:grpSpLocks/>
          </p:cNvGrpSpPr>
          <p:nvPr/>
        </p:nvGrpSpPr>
        <p:grpSpPr bwMode="auto">
          <a:xfrm>
            <a:off x="457200" y="1905000"/>
            <a:ext cx="8077200" cy="1335088"/>
            <a:chOff x="288" y="1536"/>
            <a:chExt cx="5088" cy="841"/>
          </a:xfrm>
        </p:grpSpPr>
        <p:sp>
          <p:nvSpPr>
            <p:cNvPr id="57401" name="Text Box 57">
              <a:extLst>
                <a:ext uri="{FF2B5EF4-FFF2-40B4-BE49-F238E27FC236}">
                  <a16:creationId xmlns:a16="http://schemas.microsoft.com/office/drawing/2014/main" id="{5E7F0873-D45C-5846-A549-14CC70962914}"/>
                </a:ext>
              </a:extLst>
            </p:cNvPr>
            <p:cNvSpPr txBox="1">
              <a:spLocks noChangeArrowheads="1"/>
            </p:cNvSpPr>
            <p:nvPr/>
          </p:nvSpPr>
          <p:spPr bwMode="auto">
            <a:xfrm>
              <a:off x="288" y="1536"/>
              <a:ext cx="5088" cy="5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首先希望能确定系数</a:t>
              </a:r>
              <a:r>
                <a:rPr lang="en-US" altLang="zh-CN" sz="2400" b="1"/>
                <a:t> </a:t>
              </a:r>
              <a:r>
                <a:rPr lang="en-US" altLang="zh-CN" sz="2400" b="1" i="1">
                  <a:solidFill>
                    <a:srgbClr val="FF3300"/>
                  </a:solidFill>
                  <a:sym typeface="Symbol" charset="0"/>
                </a:rPr>
                <a:t></a:t>
              </a:r>
              <a:r>
                <a:rPr lang="en-US" altLang="zh-CN" sz="2400" b="1" baseline="-25000">
                  <a:solidFill>
                    <a:srgbClr val="FF3300"/>
                  </a:solidFill>
                  <a:sym typeface="Symbol" charset="0"/>
                </a:rPr>
                <a:t>1</a:t>
              </a:r>
              <a:r>
                <a:rPr lang="zh-CN" altLang="en-US" sz="2400" b="1">
                  <a:sym typeface="Symbol" charset="0"/>
                </a:rPr>
                <a:t>、</a:t>
              </a:r>
              <a:r>
                <a:rPr lang="en-US" altLang="zh-CN" sz="2400" b="1" i="1">
                  <a:solidFill>
                    <a:srgbClr val="FF3300"/>
                  </a:solidFill>
                  <a:sym typeface="Symbol" charset="0"/>
                </a:rPr>
                <a:t></a:t>
              </a:r>
              <a:r>
                <a:rPr lang="en-US" altLang="zh-CN" sz="2400" b="1" baseline="-25000">
                  <a:solidFill>
                    <a:srgbClr val="FF3300"/>
                  </a:solidFill>
                  <a:sym typeface="Symbol" charset="0"/>
                </a:rPr>
                <a:t>2</a:t>
              </a:r>
              <a:r>
                <a:rPr lang="zh-CN" altLang="en-US" sz="2400" b="1">
                  <a:sym typeface="Symbol" charset="0"/>
                </a:rPr>
                <a:t>、</a:t>
              </a:r>
              <a:r>
                <a:rPr lang="en-US" altLang="zh-CN" sz="2400" b="1" i="1">
                  <a:solidFill>
                    <a:srgbClr val="FF3300"/>
                  </a:solidFill>
                  <a:sym typeface="Symbol" charset="0"/>
                </a:rPr>
                <a:t>p</a:t>
              </a:r>
              <a:r>
                <a:rPr lang="zh-CN" altLang="en-US" sz="2400" b="1"/>
                <a:t>，使得到的算法格式有</a:t>
              </a:r>
              <a:r>
                <a:rPr lang="en-US" altLang="zh-CN" sz="2400" b="1">
                  <a:solidFill>
                    <a:schemeClr val="accent2"/>
                  </a:solidFill>
                </a:rPr>
                <a:t>2</a:t>
              </a:r>
              <a:r>
                <a:rPr lang="zh-CN" altLang="en-US" sz="2400" b="1"/>
                <a:t>阶精度，即在</a:t>
              </a:r>
              <a:r>
                <a:rPr lang="en-US" altLang="zh-CN" sz="2400" b="1"/>
                <a:t>                   </a:t>
              </a:r>
              <a:r>
                <a:rPr lang="zh-CN" altLang="en-US" sz="2400" b="1"/>
                <a:t>的前提假设下，使得</a:t>
              </a:r>
              <a:r>
                <a:rPr lang="en-US" altLang="zh-CN"/>
                <a:t>              </a:t>
              </a:r>
            </a:p>
          </p:txBody>
        </p:sp>
        <p:graphicFrame>
          <p:nvGraphicFramePr>
            <p:cNvPr id="35907" name="Object 59">
              <a:extLst>
                <a:ext uri="{FF2B5EF4-FFF2-40B4-BE49-F238E27FC236}">
                  <a16:creationId xmlns:a16="http://schemas.microsoft.com/office/drawing/2014/main" id="{3CE08842-AC70-E841-A11B-FC099F7970B5}"/>
                </a:ext>
              </a:extLst>
            </p:cNvPr>
            <p:cNvGraphicFramePr>
              <a:graphicFrameLocks noChangeAspect="1"/>
            </p:cNvGraphicFramePr>
            <p:nvPr/>
          </p:nvGraphicFramePr>
          <p:xfrm>
            <a:off x="1392" y="1824"/>
            <a:ext cx="783" cy="261"/>
          </p:xfrm>
          <a:graphic>
            <a:graphicData uri="http://schemas.openxmlformats.org/presentationml/2006/ole">
              <mc:AlternateContent xmlns:mc="http://schemas.openxmlformats.org/markup-compatibility/2006">
                <mc:Choice xmlns:v="urn:schemas-microsoft-com:vml" Requires="v">
                  <p:oleObj name="Equation" r:id="rId5" imgW="15798800" imgH="5270500" progId="Equation.3">
                    <p:embed/>
                  </p:oleObj>
                </mc:Choice>
                <mc:Fallback>
                  <p:oleObj name="Equation" r:id="rId5" imgW="15798800" imgH="5270500" progId="Equation.3">
                    <p:embed/>
                    <p:pic>
                      <p:nvPicPr>
                        <p:cNvPr id="35907" name="Object 59">
                          <a:extLst>
                            <a:ext uri="{FF2B5EF4-FFF2-40B4-BE49-F238E27FC236}">
                              <a16:creationId xmlns:a16="http://schemas.microsoft.com/office/drawing/2014/main" id="{3CE08842-AC70-E841-A11B-FC099F7970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2" y="1824"/>
                          <a:ext cx="783"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908" name="Object 60">
              <a:extLst>
                <a:ext uri="{FF2B5EF4-FFF2-40B4-BE49-F238E27FC236}">
                  <a16:creationId xmlns:a16="http://schemas.microsoft.com/office/drawing/2014/main" id="{6C430740-F473-2B42-8629-395D837F9F31}"/>
                </a:ext>
              </a:extLst>
            </p:cNvPr>
            <p:cNvGraphicFramePr>
              <a:graphicFrameLocks noChangeAspect="1"/>
            </p:cNvGraphicFramePr>
            <p:nvPr/>
          </p:nvGraphicFramePr>
          <p:xfrm>
            <a:off x="1248" y="2064"/>
            <a:ext cx="2408" cy="313"/>
          </p:xfrm>
          <a:graphic>
            <a:graphicData uri="http://schemas.openxmlformats.org/presentationml/2006/ole">
              <mc:AlternateContent xmlns:mc="http://schemas.openxmlformats.org/markup-compatibility/2006">
                <mc:Choice xmlns:v="urn:schemas-microsoft-com:vml" Requires="v">
                  <p:oleObj name="Equation" r:id="rId7" imgW="38912800" imgH="5562600" progId="Equation.3">
                    <p:embed/>
                  </p:oleObj>
                </mc:Choice>
                <mc:Fallback>
                  <p:oleObj name="Equation" r:id="rId7" imgW="38912800" imgH="5562600" progId="Equation.3">
                    <p:embed/>
                    <p:pic>
                      <p:nvPicPr>
                        <p:cNvPr id="35908" name="Object 60">
                          <a:extLst>
                            <a:ext uri="{FF2B5EF4-FFF2-40B4-BE49-F238E27FC236}">
                              <a16:creationId xmlns:a16="http://schemas.microsoft.com/office/drawing/2014/main" id="{6C430740-F473-2B42-8629-395D837F9F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8" y="2064"/>
                          <a:ext cx="2408"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57408" name="Text Box 64">
            <a:extLst>
              <a:ext uri="{FF2B5EF4-FFF2-40B4-BE49-F238E27FC236}">
                <a16:creationId xmlns:a16="http://schemas.microsoft.com/office/drawing/2014/main" id="{864F7AF8-B045-0443-B96B-E7136F07C144}"/>
              </a:ext>
            </a:extLst>
          </p:cNvPr>
          <p:cNvSpPr txBox="1">
            <a:spLocks noChangeArrowheads="1"/>
          </p:cNvSpPr>
          <p:nvPr/>
        </p:nvSpPr>
        <p:spPr bwMode="auto">
          <a:xfrm>
            <a:off x="533400" y="3276600"/>
            <a:ext cx="6248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000" b="1" i="1">
                <a:solidFill>
                  <a:srgbClr val="008000"/>
                </a:solidFill>
              </a:rPr>
              <a:t>Step 1</a:t>
            </a:r>
            <a:r>
              <a:rPr lang="en-US" altLang="zh-CN" sz="2400" b="1">
                <a:solidFill>
                  <a:srgbClr val="008000"/>
                </a:solidFill>
              </a:rPr>
              <a:t>: </a:t>
            </a:r>
            <a:r>
              <a:rPr lang="zh-CN" altLang="en-US" sz="2400" b="1"/>
              <a:t>将</a:t>
            </a:r>
            <a:r>
              <a:rPr lang="en-US" altLang="zh-CN" sz="2400" b="1"/>
              <a:t> </a:t>
            </a:r>
            <a:r>
              <a:rPr lang="en-US" altLang="zh-CN" sz="2400" b="1" i="1">
                <a:solidFill>
                  <a:schemeClr val="accent2"/>
                </a:solidFill>
              </a:rPr>
              <a:t>K</a:t>
            </a:r>
            <a:r>
              <a:rPr lang="en-US" altLang="zh-CN" sz="2400" b="1" baseline="-25000">
                <a:solidFill>
                  <a:schemeClr val="accent2"/>
                </a:solidFill>
              </a:rPr>
              <a:t>2 </a:t>
            </a:r>
            <a:r>
              <a:rPr lang="zh-CN" altLang="en-US" sz="2400" b="1"/>
              <a:t>在</a:t>
            </a:r>
            <a:r>
              <a:rPr lang="en-US" altLang="zh-CN" sz="2400" b="1"/>
              <a:t> </a:t>
            </a:r>
            <a:r>
              <a:rPr lang="en-US" altLang="zh-CN" sz="2400" b="1">
                <a:solidFill>
                  <a:schemeClr val="accent2"/>
                </a:solidFill>
              </a:rPr>
              <a:t>( </a:t>
            </a:r>
            <a:r>
              <a:rPr lang="en-US" altLang="zh-CN" sz="2400" b="1" i="1">
                <a:solidFill>
                  <a:schemeClr val="accent2"/>
                </a:solidFill>
              </a:rPr>
              <a:t>x</a:t>
            </a:r>
            <a:r>
              <a:rPr lang="en-US" altLang="zh-CN" sz="2400" b="1" i="1" baseline="-25000">
                <a:solidFill>
                  <a:schemeClr val="accent2"/>
                </a:solidFill>
              </a:rPr>
              <a:t>i </a:t>
            </a:r>
            <a:r>
              <a:rPr lang="en-US" altLang="zh-CN" sz="2400" b="1">
                <a:solidFill>
                  <a:schemeClr val="accent2"/>
                </a:solidFill>
              </a:rPr>
              <a:t>, </a:t>
            </a:r>
            <a:r>
              <a:rPr lang="en-US" altLang="zh-CN" sz="2400" b="1" i="1">
                <a:solidFill>
                  <a:schemeClr val="accent2"/>
                </a:solidFill>
              </a:rPr>
              <a:t>y</a:t>
            </a:r>
            <a:r>
              <a:rPr lang="en-US" altLang="zh-CN" sz="2400" b="1" i="1" baseline="-25000">
                <a:solidFill>
                  <a:schemeClr val="accent2"/>
                </a:solidFill>
              </a:rPr>
              <a:t>i </a:t>
            </a:r>
            <a:r>
              <a:rPr lang="en-US" altLang="zh-CN" sz="2400" b="1">
                <a:solidFill>
                  <a:schemeClr val="accent2"/>
                </a:solidFill>
              </a:rPr>
              <a:t>)</a:t>
            </a:r>
            <a:r>
              <a:rPr lang="en-US" altLang="zh-CN" sz="2400" b="1"/>
              <a:t> </a:t>
            </a:r>
            <a:r>
              <a:rPr lang="zh-CN" altLang="en-US" sz="2400" b="1"/>
              <a:t>点作</a:t>
            </a:r>
            <a:r>
              <a:rPr lang="en-US" altLang="zh-CN" sz="2400" b="1"/>
              <a:t> Taylor </a:t>
            </a:r>
            <a:r>
              <a:rPr lang="zh-CN" altLang="en-US" sz="2400" b="1"/>
              <a:t>展开</a:t>
            </a:r>
            <a:endParaRPr lang="en-US" altLang="zh-CN" sz="2400" b="1"/>
          </a:p>
        </p:txBody>
      </p:sp>
      <p:graphicFrame>
        <p:nvGraphicFramePr>
          <p:cNvPr id="57412" name="Object 68">
            <a:extLst>
              <a:ext uri="{FF2B5EF4-FFF2-40B4-BE49-F238E27FC236}">
                <a16:creationId xmlns:a16="http://schemas.microsoft.com/office/drawing/2014/main" id="{627DBAF7-E866-A74B-8515-20907B16C55F}"/>
              </a:ext>
            </a:extLst>
          </p:cNvPr>
          <p:cNvGraphicFramePr>
            <a:graphicFrameLocks noChangeAspect="1"/>
          </p:cNvGraphicFramePr>
          <p:nvPr/>
        </p:nvGraphicFramePr>
        <p:xfrm>
          <a:off x="1371600" y="3810000"/>
          <a:ext cx="6553200" cy="919163"/>
        </p:xfrm>
        <a:graphic>
          <a:graphicData uri="http://schemas.openxmlformats.org/presentationml/2006/ole">
            <mc:AlternateContent xmlns:mc="http://schemas.openxmlformats.org/markup-compatibility/2006">
              <mc:Choice xmlns:v="urn:schemas-microsoft-com:vml" Requires="v">
                <p:oleObj name="Equation" r:id="rId9" imgW="80162400" imgH="11112500" progId="Equation.3">
                  <p:embed/>
                </p:oleObj>
              </mc:Choice>
              <mc:Fallback>
                <p:oleObj name="Equation" r:id="rId9" imgW="80162400" imgH="11112500" progId="Equation.3">
                  <p:embed/>
                  <p:pic>
                    <p:nvPicPr>
                      <p:cNvPr id="57412" name="Object 68">
                        <a:extLst>
                          <a:ext uri="{FF2B5EF4-FFF2-40B4-BE49-F238E27FC236}">
                            <a16:creationId xmlns:a16="http://schemas.microsoft.com/office/drawing/2014/main" id="{627DBAF7-E866-A74B-8515-20907B16C55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3810000"/>
                        <a:ext cx="6553200"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417" name="Object 73">
            <a:extLst>
              <a:ext uri="{FF2B5EF4-FFF2-40B4-BE49-F238E27FC236}">
                <a16:creationId xmlns:a16="http://schemas.microsoft.com/office/drawing/2014/main" id="{5F4861DA-B37B-7440-AE33-44A3DA3BB300}"/>
              </a:ext>
            </a:extLst>
          </p:cNvPr>
          <p:cNvGraphicFramePr>
            <a:graphicFrameLocks noChangeAspect="1"/>
          </p:cNvGraphicFramePr>
          <p:nvPr/>
        </p:nvGraphicFramePr>
        <p:xfrm>
          <a:off x="1752600" y="4724400"/>
          <a:ext cx="4103688" cy="477838"/>
        </p:xfrm>
        <a:graphic>
          <a:graphicData uri="http://schemas.openxmlformats.org/presentationml/2006/ole">
            <mc:AlternateContent xmlns:mc="http://schemas.openxmlformats.org/markup-compatibility/2006">
              <mc:Choice xmlns:v="urn:schemas-microsoft-com:vml" Requires="v">
                <p:oleObj name="Equation" r:id="rId11" imgW="40373300" imgH="5562600" progId="Equation.3">
                  <p:embed/>
                </p:oleObj>
              </mc:Choice>
              <mc:Fallback>
                <p:oleObj name="Equation" r:id="rId11" imgW="40373300" imgH="5562600" progId="Equation.3">
                  <p:embed/>
                  <p:pic>
                    <p:nvPicPr>
                      <p:cNvPr id="57417" name="Object 73">
                        <a:extLst>
                          <a:ext uri="{FF2B5EF4-FFF2-40B4-BE49-F238E27FC236}">
                            <a16:creationId xmlns:a16="http://schemas.microsoft.com/office/drawing/2014/main" id="{5F4861DA-B37B-7440-AE33-44A3DA3BB30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2600" y="4724400"/>
                        <a:ext cx="4103688"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57476" name="Group 132">
            <a:extLst>
              <a:ext uri="{FF2B5EF4-FFF2-40B4-BE49-F238E27FC236}">
                <a16:creationId xmlns:a16="http://schemas.microsoft.com/office/drawing/2014/main" id="{521DE446-4910-C041-BEFF-B42728E5D4D5}"/>
              </a:ext>
            </a:extLst>
          </p:cNvPr>
          <p:cNvGrpSpPr>
            <a:grpSpLocks/>
          </p:cNvGrpSpPr>
          <p:nvPr/>
        </p:nvGrpSpPr>
        <p:grpSpPr bwMode="auto">
          <a:xfrm>
            <a:off x="1981200" y="1066800"/>
            <a:ext cx="3962400" cy="4191000"/>
            <a:chOff x="1248" y="672"/>
            <a:chExt cx="2496" cy="2688"/>
          </a:xfrm>
        </p:grpSpPr>
        <p:sp>
          <p:nvSpPr>
            <p:cNvPr id="57421" name="Freeform 77">
              <a:extLst>
                <a:ext uri="{FF2B5EF4-FFF2-40B4-BE49-F238E27FC236}">
                  <a16:creationId xmlns:a16="http://schemas.microsoft.com/office/drawing/2014/main" id="{3904BB27-71EB-6944-A6C6-10C9320A88E3}"/>
                </a:ext>
              </a:extLst>
            </p:cNvPr>
            <p:cNvSpPr>
              <a:spLocks/>
            </p:cNvSpPr>
            <p:nvPr/>
          </p:nvSpPr>
          <p:spPr bwMode="auto">
            <a:xfrm>
              <a:off x="2832" y="672"/>
              <a:ext cx="376" cy="2310"/>
            </a:xfrm>
            <a:custGeom>
              <a:avLst/>
              <a:gdLst>
                <a:gd name="T0" fmla="*/ 0 w 376"/>
                <a:gd name="T1" fmla="*/ 2310 h 2592"/>
                <a:gd name="T2" fmla="*/ 288 w 376"/>
                <a:gd name="T3" fmla="*/ 1797 h 2592"/>
                <a:gd name="T4" fmla="*/ 336 w 376"/>
                <a:gd name="T5" fmla="*/ 642 h 2592"/>
                <a:gd name="T6" fmla="*/ 48 w 376"/>
                <a:gd name="T7" fmla="*/ 0 h 25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6" h="2592">
                  <a:moveTo>
                    <a:pt x="0" y="2592"/>
                  </a:moveTo>
                  <a:cubicBezTo>
                    <a:pt x="116" y="2460"/>
                    <a:pt x="232" y="2328"/>
                    <a:pt x="288" y="2016"/>
                  </a:cubicBezTo>
                  <a:cubicBezTo>
                    <a:pt x="344" y="1704"/>
                    <a:pt x="376" y="1056"/>
                    <a:pt x="336" y="720"/>
                  </a:cubicBezTo>
                  <a:cubicBezTo>
                    <a:pt x="296" y="384"/>
                    <a:pt x="172" y="192"/>
                    <a:pt x="48" y="0"/>
                  </a:cubicBezTo>
                </a:path>
              </a:pathLst>
            </a:custGeom>
            <a:noFill/>
            <a:ln w="19050">
              <a:solidFill>
                <a:srgbClr val="FF3300"/>
              </a:solidFill>
              <a:round/>
              <a:headEn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endParaRPr lang="en-CN"/>
            </a:p>
          </p:txBody>
        </p:sp>
        <p:sp>
          <p:nvSpPr>
            <p:cNvPr id="57422" name="Oval 78">
              <a:extLst>
                <a:ext uri="{FF2B5EF4-FFF2-40B4-BE49-F238E27FC236}">
                  <a16:creationId xmlns:a16="http://schemas.microsoft.com/office/drawing/2014/main" id="{AE3DA811-401C-EF45-B791-D42B500B0444}"/>
                </a:ext>
              </a:extLst>
            </p:cNvPr>
            <p:cNvSpPr>
              <a:spLocks noChangeArrowheads="1"/>
            </p:cNvSpPr>
            <p:nvPr/>
          </p:nvSpPr>
          <p:spPr bwMode="auto">
            <a:xfrm>
              <a:off x="1248" y="2982"/>
              <a:ext cx="2496" cy="378"/>
            </a:xfrm>
            <a:prstGeom prst="ellipse">
              <a:avLst/>
            </a:prstGeom>
            <a:noFill/>
            <a:ln w="22225">
              <a:solidFill>
                <a:srgbClr val="FF33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pSp>
      <p:grpSp>
        <p:nvGrpSpPr>
          <p:cNvPr id="57475" name="Group 131">
            <a:extLst>
              <a:ext uri="{FF2B5EF4-FFF2-40B4-BE49-F238E27FC236}">
                <a16:creationId xmlns:a16="http://schemas.microsoft.com/office/drawing/2014/main" id="{01DD124C-3F3C-934D-8662-F5994E461925}"/>
              </a:ext>
            </a:extLst>
          </p:cNvPr>
          <p:cNvGrpSpPr>
            <a:grpSpLocks/>
          </p:cNvGrpSpPr>
          <p:nvPr/>
        </p:nvGrpSpPr>
        <p:grpSpPr bwMode="auto">
          <a:xfrm>
            <a:off x="457200" y="228600"/>
            <a:ext cx="4581525" cy="1658938"/>
            <a:chOff x="288" y="144"/>
            <a:chExt cx="2886" cy="1045"/>
          </a:xfrm>
        </p:grpSpPr>
        <p:sp>
          <p:nvSpPr>
            <p:cNvPr id="57348" name="Text Box 4">
              <a:extLst>
                <a:ext uri="{FF2B5EF4-FFF2-40B4-BE49-F238E27FC236}">
                  <a16:creationId xmlns:a16="http://schemas.microsoft.com/office/drawing/2014/main" id="{2F660C4A-EEBA-D840-A09C-A319747E59F2}"/>
                </a:ext>
              </a:extLst>
            </p:cNvPr>
            <p:cNvSpPr txBox="1">
              <a:spLocks noChangeArrowheads="1"/>
            </p:cNvSpPr>
            <p:nvPr/>
          </p:nvSpPr>
          <p:spPr bwMode="auto">
            <a:xfrm>
              <a:off x="288" y="144"/>
              <a:ext cx="230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将改进欧拉法推广为：</a:t>
              </a:r>
              <a:endParaRPr lang="en-US" altLang="zh-CN" sz="2400" b="1"/>
            </a:p>
          </p:txBody>
        </p:sp>
        <p:grpSp>
          <p:nvGrpSpPr>
            <p:cNvPr id="35855" name="Group 130">
              <a:extLst>
                <a:ext uri="{FF2B5EF4-FFF2-40B4-BE49-F238E27FC236}">
                  <a16:creationId xmlns:a16="http://schemas.microsoft.com/office/drawing/2014/main" id="{75E1F290-88F9-8F40-BFCA-EFE3C3A2356F}"/>
                </a:ext>
              </a:extLst>
            </p:cNvPr>
            <p:cNvGrpSpPr>
              <a:grpSpLocks/>
            </p:cNvGrpSpPr>
            <p:nvPr/>
          </p:nvGrpSpPr>
          <p:grpSpPr bwMode="auto">
            <a:xfrm>
              <a:off x="768" y="431"/>
              <a:ext cx="2406" cy="758"/>
              <a:chOff x="768" y="431"/>
              <a:chExt cx="2406" cy="758"/>
            </a:xfrm>
          </p:grpSpPr>
          <p:sp>
            <p:nvSpPr>
              <p:cNvPr id="35856" name="Rectangle 82">
                <a:extLst>
                  <a:ext uri="{FF2B5EF4-FFF2-40B4-BE49-F238E27FC236}">
                    <a16:creationId xmlns:a16="http://schemas.microsoft.com/office/drawing/2014/main" id="{D1D516FA-2914-0B4A-AB57-13C0219563B6}"/>
                  </a:ext>
                </a:extLst>
              </p:cNvPr>
              <p:cNvSpPr>
                <a:spLocks noChangeArrowheads="1"/>
              </p:cNvSpPr>
              <p:nvPr/>
            </p:nvSpPr>
            <p:spPr bwMode="auto">
              <a:xfrm>
                <a:off x="3046" y="947"/>
                <a:ext cx="128"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rPr>
                  <a:t>)</a:t>
                </a:r>
                <a:endParaRPr lang="en-US" altLang="zh-CN"/>
              </a:p>
            </p:txBody>
          </p:sp>
          <p:sp>
            <p:nvSpPr>
              <p:cNvPr id="35857" name="Rectangle 83">
                <a:extLst>
                  <a:ext uri="{FF2B5EF4-FFF2-40B4-BE49-F238E27FC236}">
                    <a16:creationId xmlns:a16="http://schemas.microsoft.com/office/drawing/2014/main" id="{8A3B45AA-9B8A-2449-A9D1-F242FC7BCC1F}"/>
                  </a:ext>
                </a:extLst>
              </p:cNvPr>
              <p:cNvSpPr>
                <a:spLocks noChangeArrowheads="1"/>
              </p:cNvSpPr>
              <p:nvPr/>
            </p:nvSpPr>
            <p:spPr bwMode="auto">
              <a:xfrm>
                <a:off x="2277" y="947"/>
                <a:ext cx="11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rPr>
                  <a:t>,</a:t>
                </a:r>
                <a:endParaRPr lang="en-US" altLang="zh-CN"/>
              </a:p>
            </p:txBody>
          </p:sp>
          <p:sp>
            <p:nvSpPr>
              <p:cNvPr id="35858" name="Rectangle 84">
                <a:extLst>
                  <a:ext uri="{FF2B5EF4-FFF2-40B4-BE49-F238E27FC236}">
                    <a16:creationId xmlns:a16="http://schemas.microsoft.com/office/drawing/2014/main" id="{4FB99A96-AABC-1340-A8FE-71680A69C94E}"/>
                  </a:ext>
                </a:extLst>
              </p:cNvPr>
              <p:cNvSpPr>
                <a:spLocks noChangeArrowheads="1"/>
              </p:cNvSpPr>
              <p:nvPr/>
            </p:nvSpPr>
            <p:spPr bwMode="auto">
              <a:xfrm>
                <a:off x="1723" y="947"/>
                <a:ext cx="128"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rPr>
                  <a:t>(</a:t>
                </a:r>
                <a:endParaRPr lang="en-US" altLang="zh-CN"/>
              </a:p>
            </p:txBody>
          </p:sp>
          <p:sp>
            <p:nvSpPr>
              <p:cNvPr id="35859" name="Rectangle 85">
                <a:extLst>
                  <a:ext uri="{FF2B5EF4-FFF2-40B4-BE49-F238E27FC236}">
                    <a16:creationId xmlns:a16="http://schemas.microsoft.com/office/drawing/2014/main" id="{4CCEFA1E-C722-AE46-951F-4B3012E0B16B}"/>
                  </a:ext>
                </a:extLst>
              </p:cNvPr>
              <p:cNvSpPr>
                <a:spLocks noChangeArrowheads="1"/>
              </p:cNvSpPr>
              <p:nvPr/>
            </p:nvSpPr>
            <p:spPr bwMode="auto">
              <a:xfrm>
                <a:off x="2167" y="698"/>
                <a:ext cx="128"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rPr>
                  <a:t>)</a:t>
                </a:r>
                <a:endParaRPr lang="en-US" altLang="zh-CN"/>
              </a:p>
            </p:txBody>
          </p:sp>
          <p:sp>
            <p:nvSpPr>
              <p:cNvPr id="35860" name="Rectangle 86">
                <a:extLst>
                  <a:ext uri="{FF2B5EF4-FFF2-40B4-BE49-F238E27FC236}">
                    <a16:creationId xmlns:a16="http://schemas.microsoft.com/office/drawing/2014/main" id="{8D38442E-77AB-7A4F-A1B9-924EB68679B2}"/>
                  </a:ext>
                </a:extLst>
              </p:cNvPr>
              <p:cNvSpPr>
                <a:spLocks noChangeArrowheads="1"/>
              </p:cNvSpPr>
              <p:nvPr/>
            </p:nvSpPr>
            <p:spPr bwMode="auto">
              <a:xfrm>
                <a:off x="1931" y="698"/>
                <a:ext cx="11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rPr>
                  <a:t>,</a:t>
                </a:r>
                <a:endParaRPr lang="en-US" altLang="zh-CN"/>
              </a:p>
            </p:txBody>
          </p:sp>
          <p:sp>
            <p:nvSpPr>
              <p:cNvPr id="35861" name="Rectangle 87">
                <a:extLst>
                  <a:ext uri="{FF2B5EF4-FFF2-40B4-BE49-F238E27FC236}">
                    <a16:creationId xmlns:a16="http://schemas.microsoft.com/office/drawing/2014/main" id="{C1E69FC4-6EF5-8343-9294-A1157C3902CB}"/>
                  </a:ext>
                </a:extLst>
              </p:cNvPr>
              <p:cNvSpPr>
                <a:spLocks noChangeArrowheads="1"/>
              </p:cNvSpPr>
              <p:nvPr/>
            </p:nvSpPr>
            <p:spPr bwMode="auto">
              <a:xfrm>
                <a:off x="1723" y="698"/>
                <a:ext cx="128"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rPr>
                  <a:t>(</a:t>
                </a:r>
                <a:endParaRPr lang="en-US" altLang="zh-CN"/>
              </a:p>
            </p:txBody>
          </p:sp>
          <p:sp>
            <p:nvSpPr>
              <p:cNvPr id="35862" name="Rectangle 88">
                <a:extLst>
                  <a:ext uri="{FF2B5EF4-FFF2-40B4-BE49-F238E27FC236}">
                    <a16:creationId xmlns:a16="http://schemas.microsoft.com/office/drawing/2014/main" id="{75475446-6594-634D-8085-CD2848E352BD}"/>
                  </a:ext>
                </a:extLst>
              </p:cNvPr>
              <p:cNvSpPr>
                <a:spLocks noChangeArrowheads="1"/>
              </p:cNvSpPr>
              <p:nvPr/>
            </p:nvSpPr>
            <p:spPr bwMode="auto">
              <a:xfrm>
                <a:off x="2900" y="450"/>
                <a:ext cx="128"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rPr>
                  <a:t>]</a:t>
                </a:r>
                <a:endParaRPr lang="en-US" altLang="zh-CN"/>
              </a:p>
            </p:txBody>
          </p:sp>
          <p:sp>
            <p:nvSpPr>
              <p:cNvPr id="35863" name="Rectangle 89">
                <a:extLst>
                  <a:ext uri="{FF2B5EF4-FFF2-40B4-BE49-F238E27FC236}">
                    <a16:creationId xmlns:a16="http://schemas.microsoft.com/office/drawing/2014/main" id="{C963C75A-C2BD-9D4A-8A15-56E7F019E55E}"/>
                  </a:ext>
                </a:extLst>
              </p:cNvPr>
              <p:cNvSpPr>
                <a:spLocks noChangeArrowheads="1"/>
              </p:cNvSpPr>
              <p:nvPr/>
            </p:nvSpPr>
            <p:spPr bwMode="auto">
              <a:xfrm>
                <a:off x="2003" y="450"/>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t>[</a:t>
                </a:r>
                <a:endParaRPr lang="en-US" altLang="zh-CN"/>
              </a:p>
            </p:txBody>
          </p:sp>
          <p:sp>
            <p:nvSpPr>
              <p:cNvPr id="35864" name="Rectangle 90">
                <a:extLst>
                  <a:ext uri="{FF2B5EF4-FFF2-40B4-BE49-F238E27FC236}">
                    <a16:creationId xmlns:a16="http://schemas.microsoft.com/office/drawing/2014/main" id="{D8C24056-EA61-0244-BB0A-3CD0E6FF3FF8}"/>
                  </a:ext>
                </a:extLst>
              </p:cNvPr>
              <p:cNvSpPr>
                <a:spLocks noChangeArrowheads="1"/>
              </p:cNvSpPr>
              <p:nvPr/>
            </p:nvSpPr>
            <p:spPr bwMode="auto">
              <a:xfrm>
                <a:off x="2979" y="1049"/>
                <a:ext cx="97"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rPr>
                  <a:t>1</a:t>
                </a:r>
                <a:endParaRPr lang="en-US" altLang="zh-CN"/>
              </a:p>
            </p:txBody>
          </p:sp>
          <p:sp>
            <p:nvSpPr>
              <p:cNvPr id="35865" name="Rectangle 91">
                <a:extLst>
                  <a:ext uri="{FF2B5EF4-FFF2-40B4-BE49-F238E27FC236}">
                    <a16:creationId xmlns:a16="http://schemas.microsoft.com/office/drawing/2014/main" id="{900291CE-3A9E-4C45-9516-2A8BE40AC55F}"/>
                  </a:ext>
                </a:extLst>
              </p:cNvPr>
              <p:cNvSpPr>
                <a:spLocks noChangeArrowheads="1"/>
              </p:cNvSpPr>
              <p:nvPr/>
            </p:nvSpPr>
            <p:spPr bwMode="auto">
              <a:xfrm>
                <a:off x="1070" y="1049"/>
                <a:ext cx="97"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rPr>
                  <a:t>2</a:t>
                </a:r>
                <a:endParaRPr lang="en-US" altLang="zh-CN"/>
              </a:p>
            </p:txBody>
          </p:sp>
          <p:sp>
            <p:nvSpPr>
              <p:cNvPr id="35866" name="Rectangle 92">
                <a:extLst>
                  <a:ext uri="{FF2B5EF4-FFF2-40B4-BE49-F238E27FC236}">
                    <a16:creationId xmlns:a16="http://schemas.microsoft.com/office/drawing/2014/main" id="{3B5EFCF5-11F8-DC4E-A761-26357AA33672}"/>
                  </a:ext>
                </a:extLst>
              </p:cNvPr>
              <p:cNvSpPr>
                <a:spLocks noChangeArrowheads="1"/>
              </p:cNvSpPr>
              <p:nvPr/>
            </p:nvSpPr>
            <p:spPr bwMode="auto">
              <a:xfrm>
                <a:off x="1064" y="800"/>
                <a:ext cx="97"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rPr>
                  <a:t>1</a:t>
                </a:r>
                <a:endParaRPr lang="en-US" altLang="zh-CN"/>
              </a:p>
            </p:txBody>
          </p:sp>
          <p:sp>
            <p:nvSpPr>
              <p:cNvPr id="35867" name="Rectangle 93">
                <a:extLst>
                  <a:ext uri="{FF2B5EF4-FFF2-40B4-BE49-F238E27FC236}">
                    <a16:creationId xmlns:a16="http://schemas.microsoft.com/office/drawing/2014/main" id="{3B7D1EBB-A96F-E047-B17B-D0DA47BEFD87}"/>
                  </a:ext>
                </a:extLst>
              </p:cNvPr>
              <p:cNvSpPr>
                <a:spLocks noChangeArrowheads="1"/>
              </p:cNvSpPr>
              <p:nvPr/>
            </p:nvSpPr>
            <p:spPr bwMode="auto">
              <a:xfrm>
                <a:off x="2833" y="551"/>
                <a:ext cx="97"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rPr>
                  <a:t>2</a:t>
                </a:r>
                <a:endParaRPr lang="en-US" altLang="zh-CN"/>
              </a:p>
            </p:txBody>
          </p:sp>
          <p:sp>
            <p:nvSpPr>
              <p:cNvPr id="35868" name="Rectangle 94">
                <a:extLst>
                  <a:ext uri="{FF2B5EF4-FFF2-40B4-BE49-F238E27FC236}">
                    <a16:creationId xmlns:a16="http://schemas.microsoft.com/office/drawing/2014/main" id="{581B1614-9E6E-F346-8139-0FC219BD4645}"/>
                  </a:ext>
                </a:extLst>
              </p:cNvPr>
              <p:cNvSpPr>
                <a:spLocks noChangeArrowheads="1"/>
              </p:cNvSpPr>
              <p:nvPr/>
            </p:nvSpPr>
            <p:spPr bwMode="auto">
              <a:xfrm>
                <a:off x="2638" y="55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FF3300"/>
                    </a:solidFill>
                  </a:rPr>
                  <a:t>2</a:t>
                </a:r>
                <a:endParaRPr lang="en-US" altLang="zh-CN">
                  <a:solidFill>
                    <a:srgbClr val="FF3300"/>
                  </a:solidFill>
                </a:endParaRPr>
              </a:p>
            </p:txBody>
          </p:sp>
          <p:sp>
            <p:nvSpPr>
              <p:cNvPr id="35869" name="Rectangle 95">
                <a:extLst>
                  <a:ext uri="{FF2B5EF4-FFF2-40B4-BE49-F238E27FC236}">
                    <a16:creationId xmlns:a16="http://schemas.microsoft.com/office/drawing/2014/main" id="{9C0AAA7A-D6A4-F544-8727-6D2FC2604811}"/>
                  </a:ext>
                </a:extLst>
              </p:cNvPr>
              <p:cNvSpPr>
                <a:spLocks noChangeArrowheads="1"/>
              </p:cNvSpPr>
              <p:nvPr/>
            </p:nvSpPr>
            <p:spPr bwMode="auto">
              <a:xfrm>
                <a:off x="2333" y="551"/>
                <a:ext cx="97"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rPr>
                  <a:t>1</a:t>
                </a:r>
                <a:endParaRPr lang="en-US" altLang="zh-CN"/>
              </a:p>
            </p:txBody>
          </p:sp>
          <p:sp>
            <p:nvSpPr>
              <p:cNvPr id="35870" name="Rectangle 96">
                <a:extLst>
                  <a:ext uri="{FF2B5EF4-FFF2-40B4-BE49-F238E27FC236}">
                    <a16:creationId xmlns:a16="http://schemas.microsoft.com/office/drawing/2014/main" id="{F0B9E43D-A8D6-1642-8250-153BA7B87CD2}"/>
                  </a:ext>
                </a:extLst>
              </p:cNvPr>
              <p:cNvSpPr>
                <a:spLocks noChangeArrowheads="1"/>
              </p:cNvSpPr>
              <p:nvPr/>
            </p:nvSpPr>
            <p:spPr bwMode="auto">
              <a:xfrm>
                <a:off x="2148" y="551"/>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FF3300"/>
                    </a:solidFill>
                  </a:rPr>
                  <a:t>1</a:t>
                </a:r>
                <a:endParaRPr lang="en-US" altLang="zh-CN">
                  <a:solidFill>
                    <a:srgbClr val="FF3300"/>
                  </a:solidFill>
                </a:endParaRPr>
              </a:p>
            </p:txBody>
          </p:sp>
          <p:sp>
            <p:nvSpPr>
              <p:cNvPr id="35871" name="Rectangle 97">
                <a:extLst>
                  <a:ext uri="{FF2B5EF4-FFF2-40B4-BE49-F238E27FC236}">
                    <a16:creationId xmlns:a16="http://schemas.microsoft.com/office/drawing/2014/main" id="{27831431-3AD2-DD46-9E15-07EB270688EA}"/>
                  </a:ext>
                </a:extLst>
              </p:cNvPr>
              <p:cNvSpPr>
                <a:spLocks noChangeArrowheads="1"/>
              </p:cNvSpPr>
              <p:nvPr/>
            </p:nvSpPr>
            <p:spPr bwMode="auto">
              <a:xfrm>
                <a:off x="1129" y="551"/>
                <a:ext cx="97"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rPr>
                  <a:t>1</a:t>
                </a:r>
                <a:endParaRPr lang="en-US" altLang="zh-CN"/>
              </a:p>
            </p:txBody>
          </p:sp>
          <p:sp>
            <p:nvSpPr>
              <p:cNvPr id="35872" name="Rectangle 98">
                <a:extLst>
                  <a:ext uri="{FF2B5EF4-FFF2-40B4-BE49-F238E27FC236}">
                    <a16:creationId xmlns:a16="http://schemas.microsoft.com/office/drawing/2014/main" id="{5D34ED3E-B846-DA4F-85DB-03CD55B3DFB2}"/>
                  </a:ext>
                </a:extLst>
              </p:cNvPr>
              <p:cNvSpPr>
                <a:spLocks noChangeArrowheads="1"/>
              </p:cNvSpPr>
              <p:nvPr/>
            </p:nvSpPr>
            <p:spPr bwMode="auto">
              <a:xfrm>
                <a:off x="2684" y="947"/>
                <a:ext cx="28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FF3300"/>
                    </a:solidFill>
                  </a:rPr>
                  <a:t>p</a:t>
                </a:r>
                <a:r>
                  <a:rPr lang="en-US" altLang="zh-CN" sz="2100" b="1" i="1">
                    <a:solidFill>
                      <a:srgbClr val="000000"/>
                    </a:solidFill>
                  </a:rPr>
                  <a:t>hK</a:t>
                </a:r>
                <a:endParaRPr lang="en-US" altLang="zh-CN"/>
              </a:p>
            </p:txBody>
          </p:sp>
          <p:sp>
            <p:nvSpPr>
              <p:cNvPr id="35873" name="Rectangle 99">
                <a:extLst>
                  <a:ext uri="{FF2B5EF4-FFF2-40B4-BE49-F238E27FC236}">
                    <a16:creationId xmlns:a16="http://schemas.microsoft.com/office/drawing/2014/main" id="{D07F3F40-46B2-F74E-BEF9-2CC982356CA8}"/>
                  </a:ext>
                </a:extLst>
              </p:cNvPr>
              <p:cNvSpPr>
                <a:spLocks noChangeArrowheads="1"/>
              </p:cNvSpPr>
              <p:nvPr/>
            </p:nvSpPr>
            <p:spPr bwMode="auto">
              <a:xfrm>
                <a:off x="2381" y="947"/>
                <a:ext cx="1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y</a:t>
                </a:r>
                <a:endParaRPr lang="en-US" altLang="zh-CN"/>
              </a:p>
            </p:txBody>
          </p:sp>
          <p:sp>
            <p:nvSpPr>
              <p:cNvPr id="35874" name="Rectangle 100">
                <a:extLst>
                  <a:ext uri="{FF2B5EF4-FFF2-40B4-BE49-F238E27FC236}">
                    <a16:creationId xmlns:a16="http://schemas.microsoft.com/office/drawing/2014/main" id="{BE7267B5-5D25-C545-9CFD-79C6E34C1EA8}"/>
                  </a:ext>
                </a:extLst>
              </p:cNvPr>
              <p:cNvSpPr>
                <a:spLocks noChangeArrowheads="1"/>
              </p:cNvSpPr>
              <p:nvPr/>
            </p:nvSpPr>
            <p:spPr bwMode="auto">
              <a:xfrm>
                <a:off x="2112" y="947"/>
                <a:ext cx="17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FF3300"/>
                    </a:solidFill>
                  </a:rPr>
                  <a:t>p</a:t>
                </a:r>
                <a:r>
                  <a:rPr lang="en-US" altLang="zh-CN" sz="2100" b="1" i="1">
                    <a:solidFill>
                      <a:srgbClr val="000000"/>
                    </a:solidFill>
                  </a:rPr>
                  <a:t>h</a:t>
                </a:r>
                <a:endParaRPr lang="en-US" altLang="zh-CN"/>
              </a:p>
            </p:txBody>
          </p:sp>
          <p:sp>
            <p:nvSpPr>
              <p:cNvPr id="35875" name="Rectangle 101">
                <a:extLst>
                  <a:ext uri="{FF2B5EF4-FFF2-40B4-BE49-F238E27FC236}">
                    <a16:creationId xmlns:a16="http://schemas.microsoft.com/office/drawing/2014/main" id="{A191F711-8091-144F-B06C-4152BD680A7A}"/>
                  </a:ext>
                </a:extLst>
              </p:cNvPr>
              <p:cNvSpPr>
                <a:spLocks noChangeArrowheads="1"/>
              </p:cNvSpPr>
              <p:nvPr/>
            </p:nvSpPr>
            <p:spPr bwMode="auto">
              <a:xfrm>
                <a:off x="1798" y="947"/>
                <a:ext cx="15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x</a:t>
                </a:r>
                <a:endParaRPr lang="en-US" altLang="zh-CN"/>
              </a:p>
            </p:txBody>
          </p:sp>
          <p:sp>
            <p:nvSpPr>
              <p:cNvPr id="35876" name="Rectangle 102">
                <a:extLst>
                  <a:ext uri="{FF2B5EF4-FFF2-40B4-BE49-F238E27FC236}">
                    <a16:creationId xmlns:a16="http://schemas.microsoft.com/office/drawing/2014/main" id="{7111A8E2-0563-7D47-9FE2-D2BC9679DF27}"/>
                  </a:ext>
                </a:extLst>
              </p:cNvPr>
              <p:cNvSpPr>
                <a:spLocks noChangeArrowheads="1"/>
              </p:cNvSpPr>
              <p:nvPr/>
            </p:nvSpPr>
            <p:spPr bwMode="auto">
              <a:xfrm>
                <a:off x="1633" y="947"/>
                <a:ext cx="12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f</a:t>
                </a:r>
                <a:endParaRPr lang="en-US" altLang="zh-CN"/>
              </a:p>
            </p:txBody>
          </p:sp>
          <p:sp>
            <p:nvSpPr>
              <p:cNvPr id="35877" name="Rectangle 103">
                <a:extLst>
                  <a:ext uri="{FF2B5EF4-FFF2-40B4-BE49-F238E27FC236}">
                    <a16:creationId xmlns:a16="http://schemas.microsoft.com/office/drawing/2014/main" id="{7B82B249-1F6C-5E4B-AD0C-9BDD65A195C9}"/>
                  </a:ext>
                </a:extLst>
              </p:cNvPr>
              <p:cNvSpPr>
                <a:spLocks noChangeArrowheads="1"/>
              </p:cNvSpPr>
              <p:nvPr/>
            </p:nvSpPr>
            <p:spPr bwMode="auto">
              <a:xfrm>
                <a:off x="945" y="947"/>
                <a:ext cx="18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K</a:t>
                </a:r>
                <a:endParaRPr lang="en-US" altLang="zh-CN"/>
              </a:p>
            </p:txBody>
          </p:sp>
          <p:sp>
            <p:nvSpPr>
              <p:cNvPr id="35878" name="Rectangle 104">
                <a:extLst>
                  <a:ext uri="{FF2B5EF4-FFF2-40B4-BE49-F238E27FC236}">
                    <a16:creationId xmlns:a16="http://schemas.microsoft.com/office/drawing/2014/main" id="{9BBCBFD6-2A7D-C840-96C5-AFD9D213CA14}"/>
                  </a:ext>
                </a:extLst>
              </p:cNvPr>
              <p:cNvSpPr>
                <a:spLocks noChangeArrowheads="1"/>
              </p:cNvSpPr>
              <p:nvPr/>
            </p:nvSpPr>
            <p:spPr bwMode="auto">
              <a:xfrm>
                <a:off x="2034" y="698"/>
                <a:ext cx="1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y</a:t>
                </a:r>
                <a:endParaRPr lang="en-US" altLang="zh-CN"/>
              </a:p>
            </p:txBody>
          </p:sp>
          <p:sp>
            <p:nvSpPr>
              <p:cNvPr id="35879" name="Rectangle 105">
                <a:extLst>
                  <a:ext uri="{FF2B5EF4-FFF2-40B4-BE49-F238E27FC236}">
                    <a16:creationId xmlns:a16="http://schemas.microsoft.com/office/drawing/2014/main" id="{93CF8C17-6AE2-4F44-BBB4-F33FB981E2C3}"/>
                  </a:ext>
                </a:extLst>
              </p:cNvPr>
              <p:cNvSpPr>
                <a:spLocks noChangeArrowheads="1"/>
              </p:cNvSpPr>
              <p:nvPr/>
            </p:nvSpPr>
            <p:spPr bwMode="auto">
              <a:xfrm>
                <a:off x="1798" y="698"/>
                <a:ext cx="15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x</a:t>
                </a:r>
                <a:endParaRPr lang="en-US" altLang="zh-CN"/>
              </a:p>
            </p:txBody>
          </p:sp>
          <p:sp>
            <p:nvSpPr>
              <p:cNvPr id="35880" name="Rectangle 106">
                <a:extLst>
                  <a:ext uri="{FF2B5EF4-FFF2-40B4-BE49-F238E27FC236}">
                    <a16:creationId xmlns:a16="http://schemas.microsoft.com/office/drawing/2014/main" id="{2AF8CC24-C892-2142-82C6-6E9EA478B585}"/>
                  </a:ext>
                </a:extLst>
              </p:cNvPr>
              <p:cNvSpPr>
                <a:spLocks noChangeArrowheads="1"/>
              </p:cNvSpPr>
              <p:nvPr/>
            </p:nvSpPr>
            <p:spPr bwMode="auto">
              <a:xfrm>
                <a:off x="1633" y="698"/>
                <a:ext cx="12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f</a:t>
                </a:r>
                <a:endParaRPr lang="en-US" altLang="zh-CN"/>
              </a:p>
            </p:txBody>
          </p:sp>
          <p:sp>
            <p:nvSpPr>
              <p:cNvPr id="35881" name="Rectangle 107">
                <a:extLst>
                  <a:ext uri="{FF2B5EF4-FFF2-40B4-BE49-F238E27FC236}">
                    <a16:creationId xmlns:a16="http://schemas.microsoft.com/office/drawing/2014/main" id="{31D4DBF5-CD56-FE41-AEDC-2C4288C33465}"/>
                  </a:ext>
                </a:extLst>
              </p:cNvPr>
              <p:cNvSpPr>
                <a:spLocks noChangeArrowheads="1"/>
              </p:cNvSpPr>
              <p:nvPr/>
            </p:nvSpPr>
            <p:spPr bwMode="auto">
              <a:xfrm>
                <a:off x="945" y="698"/>
                <a:ext cx="18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K</a:t>
                </a:r>
                <a:endParaRPr lang="en-US" altLang="zh-CN"/>
              </a:p>
            </p:txBody>
          </p:sp>
          <p:sp>
            <p:nvSpPr>
              <p:cNvPr id="35882" name="Rectangle 108">
                <a:extLst>
                  <a:ext uri="{FF2B5EF4-FFF2-40B4-BE49-F238E27FC236}">
                    <a16:creationId xmlns:a16="http://schemas.microsoft.com/office/drawing/2014/main" id="{05B7E221-D870-FD42-9E11-A3C6ECD5F244}"/>
                  </a:ext>
                </a:extLst>
              </p:cNvPr>
              <p:cNvSpPr>
                <a:spLocks noChangeArrowheads="1"/>
              </p:cNvSpPr>
              <p:nvPr/>
            </p:nvSpPr>
            <p:spPr bwMode="auto">
              <a:xfrm>
                <a:off x="2708" y="450"/>
                <a:ext cx="18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K</a:t>
                </a:r>
                <a:endParaRPr lang="en-US" altLang="zh-CN"/>
              </a:p>
            </p:txBody>
          </p:sp>
          <p:sp>
            <p:nvSpPr>
              <p:cNvPr id="35883" name="Rectangle 109">
                <a:extLst>
                  <a:ext uri="{FF2B5EF4-FFF2-40B4-BE49-F238E27FC236}">
                    <a16:creationId xmlns:a16="http://schemas.microsoft.com/office/drawing/2014/main" id="{CE4C895C-E906-7147-B0E9-4C540CAB01FE}"/>
                  </a:ext>
                </a:extLst>
              </p:cNvPr>
              <p:cNvSpPr>
                <a:spLocks noChangeArrowheads="1"/>
              </p:cNvSpPr>
              <p:nvPr/>
            </p:nvSpPr>
            <p:spPr bwMode="auto">
              <a:xfrm>
                <a:off x="2214" y="450"/>
                <a:ext cx="18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K</a:t>
                </a:r>
                <a:endParaRPr lang="en-US" altLang="zh-CN"/>
              </a:p>
            </p:txBody>
          </p:sp>
          <p:sp>
            <p:nvSpPr>
              <p:cNvPr id="35884" name="Rectangle 110">
                <a:extLst>
                  <a:ext uri="{FF2B5EF4-FFF2-40B4-BE49-F238E27FC236}">
                    <a16:creationId xmlns:a16="http://schemas.microsoft.com/office/drawing/2014/main" id="{7B905F26-68C0-E543-B9F9-B1ABCFE0DCE1}"/>
                  </a:ext>
                </a:extLst>
              </p:cNvPr>
              <p:cNvSpPr>
                <a:spLocks noChangeArrowheads="1"/>
              </p:cNvSpPr>
              <p:nvPr/>
            </p:nvSpPr>
            <p:spPr bwMode="auto">
              <a:xfrm>
                <a:off x="1900" y="450"/>
                <a:ext cx="16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h</a:t>
                </a:r>
                <a:endParaRPr lang="en-US" altLang="zh-CN"/>
              </a:p>
            </p:txBody>
          </p:sp>
          <p:sp>
            <p:nvSpPr>
              <p:cNvPr id="35885" name="Rectangle 111">
                <a:extLst>
                  <a:ext uri="{FF2B5EF4-FFF2-40B4-BE49-F238E27FC236}">
                    <a16:creationId xmlns:a16="http://schemas.microsoft.com/office/drawing/2014/main" id="{09CE4FDD-4A99-864A-B245-FB761F4CE789}"/>
                  </a:ext>
                </a:extLst>
              </p:cNvPr>
              <p:cNvSpPr>
                <a:spLocks noChangeArrowheads="1"/>
              </p:cNvSpPr>
              <p:nvPr/>
            </p:nvSpPr>
            <p:spPr bwMode="auto">
              <a:xfrm>
                <a:off x="1620" y="450"/>
                <a:ext cx="1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y</a:t>
                </a:r>
                <a:endParaRPr lang="en-US" altLang="zh-CN"/>
              </a:p>
            </p:txBody>
          </p:sp>
          <p:sp>
            <p:nvSpPr>
              <p:cNvPr id="35886" name="Rectangle 112">
                <a:extLst>
                  <a:ext uri="{FF2B5EF4-FFF2-40B4-BE49-F238E27FC236}">
                    <a16:creationId xmlns:a16="http://schemas.microsoft.com/office/drawing/2014/main" id="{6E2AA7FC-193B-3D41-ABE9-96A5898B88F8}"/>
                  </a:ext>
                </a:extLst>
              </p:cNvPr>
              <p:cNvSpPr>
                <a:spLocks noChangeArrowheads="1"/>
              </p:cNvSpPr>
              <p:nvPr/>
            </p:nvSpPr>
            <p:spPr bwMode="auto">
              <a:xfrm>
                <a:off x="958" y="450"/>
                <a:ext cx="1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000000"/>
                    </a:solidFill>
                  </a:rPr>
                  <a:t>y</a:t>
                </a:r>
                <a:endParaRPr lang="en-US" altLang="zh-CN"/>
              </a:p>
            </p:txBody>
          </p:sp>
          <p:sp>
            <p:nvSpPr>
              <p:cNvPr id="35887" name="Rectangle 113">
                <a:extLst>
                  <a:ext uri="{FF2B5EF4-FFF2-40B4-BE49-F238E27FC236}">
                    <a16:creationId xmlns:a16="http://schemas.microsoft.com/office/drawing/2014/main" id="{B06DB252-AD67-474C-8FAF-B4C3F4E6482E}"/>
                  </a:ext>
                </a:extLst>
              </p:cNvPr>
              <p:cNvSpPr>
                <a:spLocks noChangeArrowheads="1"/>
              </p:cNvSpPr>
              <p:nvPr/>
            </p:nvSpPr>
            <p:spPr bwMode="auto">
              <a:xfrm>
                <a:off x="2459" y="1050"/>
                <a:ext cx="7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i="1">
                    <a:solidFill>
                      <a:srgbClr val="000000"/>
                    </a:solidFill>
                  </a:rPr>
                  <a:t>i</a:t>
                </a:r>
                <a:endParaRPr lang="en-US" altLang="zh-CN"/>
              </a:p>
            </p:txBody>
          </p:sp>
          <p:sp>
            <p:nvSpPr>
              <p:cNvPr id="35888" name="Rectangle 114">
                <a:extLst>
                  <a:ext uri="{FF2B5EF4-FFF2-40B4-BE49-F238E27FC236}">
                    <a16:creationId xmlns:a16="http://schemas.microsoft.com/office/drawing/2014/main" id="{B73957AD-00B6-D144-881F-4E00BA222C2D}"/>
                  </a:ext>
                </a:extLst>
              </p:cNvPr>
              <p:cNvSpPr>
                <a:spLocks noChangeArrowheads="1"/>
              </p:cNvSpPr>
              <p:nvPr/>
            </p:nvSpPr>
            <p:spPr bwMode="auto">
              <a:xfrm>
                <a:off x="1887" y="1050"/>
                <a:ext cx="7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i="1">
                    <a:solidFill>
                      <a:srgbClr val="000000"/>
                    </a:solidFill>
                  </a:rPr>
                  <a:t>i</a:t>
                </a:r>
                <a:endParaRPr lang="en-US" altLang="zh-CN"/>
              </a:p>
            </p:txBody>
          </p:sp>
          <p:sp>
            <p:nvSpPr>
              <p:cNvPr id="35889" name="Rectangle 115">
                <a:extLst>
                  <a:ext uri="{FF2B5EF4-FFF2-40B4-BE49-F238E27FC236}">
                    <a16:creationId xmlns:a16="http://schemas.microsoft.com/office/drawing/2014/main" id="{B69A2A06-BE36-3E44-B0F6-6B4D2AB7D258}"/>
                  </a:ext>
                </a:extLst>
              </p:cNvPr>
              <p:cNvSpPr>
                <a:spLocks noChangeArrowheads="1"/>
              </p:cNvSpPr>
              <p:nvPr/>
            </p:nvSpPr>
            <p:spPr bwMode="auto">
              <a:xfrm>
                <a:off x="2112" y="801"/>
                <a:ext cx="7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i="1">
                    <a:solidFill>
                      <a:srgbClr val="000000"/>
                    </a:solidFill>
                  </a:rPr>
                  <a:t>i</a:t>
                </a:r>
                <a:endParaRPr lang="en-US" altLang="zh-CN"/>
              </a:p>
            </p:txBody>
          </p:sp>
          <p:sp>
            <p:nvSpPr>
              <p:cNvPr id="35890" name="Rectangle 116">
                <a:extLst>
                  <a:ext uri="{FF2B5EF4-FFF2-40B4-BE49-F238E27FC236}">
                    <a16:creationId xmlns:a16="http://schemas.microsoft.com/office/drawing/2014/main" id="{C8D2DD5F-BA6E-7342-8D94-1F970B28AC15}"/>
                  </a:ext>
                </a:extLst>
              </p:cNvPr>
              <p:cNvSpPr>
                <a:spLocks noChangeArrowheads="1"/>
              </p:cNvSpPr>
              <p:nvPr/>
            </p:nvSpPr>
            <p:spPr bwMode="auto">
              <a:xfrm>
                <a:off x="1887" y="801"/>
                <a:ext cx="7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i="1">
                    <a:solidFill>
                      <a:srgbClr val="000000"/>
                    </a:solidFill>
                  </a:rPr>
                  <a:t>i</a:t>
                </a:r>
                <a:endParaRPr lang="en-US" altLang="zh-CN"/>
              </a:p>
            </p:txBody>
          </p:sp>
          <p:sp>
            <p:nvSpPr>
              <p:cNvPr id="35891" name="Rectangle 117">
                <a:extLst>
                  <a:ext uri="{FF2B5EF4-FFF2-40B4-BE49-F238E27FC236}">
                    <a16:creationId xmlns:a16="http://schemas.microsoft.com/office/drawing/2014/main" id="{3A5786E4-B1A5-964A-AF09-D03EF907B4C3}"/>
                  </a:ext>
                </a:extLst>
              </p:cNvPr>
              <p:cNvSpPr>
                <a:spLocks noChangeArrowheads="1"/>
              </p:cNvSpPr>
              <p:nvPr/>
            </p:nvSpPr>
            <p:spPr bwMode="auto">
              <a:xfrm>
                <a:off x="1698" y="552"/>
                <a:ext cx="7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i="1">
                    <a:solidFill>
                      <a:srgbClr val="000000"/>
                    </a:solidFill>
                  </a:rPr>
                  <a:t>i</a:t>
                </a:r>
                <a:endParaRPr lang="en-US" altLang="zh-CN"/>
              </a:p>
            </p:txBody>
          </p:sp>
          <p:sp>
            <p:nvSpPr>
              <p:cNvPr id="35892" name="Rectangle 118">
                <a:extLst>
                  <a:ext uri="{FF2B5EF4-FFF2-40B4-BE49-F238E27FC236}">
                    <a16:creationId xmlns:a16="http://schemas.microsoft.com/office/drawing/2014/main" id="{81E1D620-BB91-3840-8686-0EF8D6F996B6}"/>
                  </a:ext>
                </a:extLst>
              </p:cNvPr>
              <p:cNvSpPr>
                <a:spLocks noChangeArrowheads="1"/>
              </p:cNvSpPr>
              <p:nvPr/>
            </p:nvSpPr>
            <p:spPr bwMode="auto">
              <a:xfrm>
                <a:off x="1036" y="552"/>
                <a:ext cx="7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i="1">
                    <a:solidFill>
                      <a:srgbClr val="000000"/>
                    </a:solidFill>
                  </a:rPr>
                  <a:t>i</a:t>
                </a:r>
                <a:endParaRPr lang="en-US" altLang="zh-CN"/>
              </a:p>
            </p:txBody>
          </p:sp>
          <p:sp>
            <p:nvSpPr>
              <p:cNvPr id="35893" name="Rectangle 119">
                <a:extLst>
                  <a:ext uri="{FF2B5EF4-FFF2-40B4-BE49-F238E27FC236}">
                    <a16:creationId xmlns:a16="http://schemas.microsoft.com/office/drawing/2014/main" id="{F89778F5-4056-2149-8784-AEE917B09D00}"/>
                  </a:ext>
                </a:extLst>
              </p:cNvPr>
              <p:cNvSpPr>
                <a:spLocks noChangeArrowheads="1"/>
              </p:cNvSpPr>
              <p:nvPr/>
            </p:nvSpPr>
            <p:spPr bwMode="auto">
              <a:xfrm>
                <a:off x="2537" y="928"/>
                <a:ext cx="19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latin typeface="Symbol" pitchFamily="2" charset="2"/>
                  </a:rPr>
                  <a:t>+</a:t>
                </a:r>
                <a:endParaRPr lang="en-US" altLang="zh-CN"/>
              </a:p>
            </p:txBody>
          </p:sp>
          <p:sp>
            <p:nvSpPr>
              <p:cNvPr id="35894" name="Rectangle 120">
                <a:extLst>
                  <a:ext uri="{FF2B5EF4-FFF2-40B4-BE49-F238E27FC236}">
                    <a16:creationId xmlns:a16="http://schemas.microsoft.com/office/drawing/2014/main" id="{54762758-0884-B246-8A7F-818E6D1A695C}"/>
                  </a:ext>
                </a:extLst>
              </p:cNvPr>
              <p:cNvSpPr>
                <a:spLocks noChangeArrowheads="1"/>
              </p:cNvSpPr>
              <p:nvPr/>
            </p:nvSpPr>
            <p:spPr bwMode="auto">
              <a:xfrm>
                <a:off x="1964" y="928"/>
                <a:ext cx="19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latin typeface="Symbol" pitchFamily="2" charset="2"/>
                  </a:rPr>
                  <a:t>+</a:t>
                </a:r>
                <a:endParaRPr lang="en-US" altLang="zh-CN"/>
              </a:p>
            </p:txBody>
          </p:sp>
          <p:sp>
            <p:nvSpPr>
              <p:cNvPr id="35895" name="Rectangle 121">
                <a:extLst>
                  <a:ext uri="{FF2B5EF4-FFF2-40B4-BE49-F238E27FC236}">
                    <a16:creationId xmlns:a16="http://schemas.microsoft.com/office/drawing/2014/main" id="{63BB7F97-0FA1-0543-B9D2-323A544DAD65}"/>
                  </a:ext>
                </a:extLst>
              </p:cNvPr>
              <p:cNvSpPr>
                <a:spLocks noChangeArrowheads="1"/>
              </p:cNvSpPr>
              <p:nvPr/>
            </p:nvSpPr>
            <p:spPr bwMode="auto">
              <a:xfrm>
                <a:off x="1348" y="928"/>
                <a:ext cx="19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latin typeface="Symbol" pitchFamily="2" charset="2"/>
                  </a:rPr>
                  <a:t>=</a:t>
                </a:r>
                <a:endParaRPr lang="en-US" altLang="zh-CN"/>
              </a:p>
            </p:txBody>
          </p:sp>
          <p:sp>
            <p:nvSpPr>
              <p:cNvPr id="35896" name="Rectangle 122">
                <a:extLst>
                  <a:ext uri="{FF2B5EF4-FFF2-40B4-BE49-F238E27FC236}">
                    <a16:creationId xmlns:a16="http://schemas.microsoft.com/office/drawing/2014/main" id="{CEA95937-2DC6-7043-9B94-C1FA32C249B3}"/>
                  </a:ext>
                </a:extLst>
              </p:cNvPr>
              <p:cNvSpPr>
                <a:spLocks noChangeArrowheads="1"/>
              </p:cNvSpPr>
              <p:nvPr/>
            </p:nvSpPr>
            <p:spPr bwMode="auto">
              <a:xfrm>
                <a:off x="1348" y="679"/>
                <a:ext cx="19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latin typeface="Symbol" pitchFamily="2" charset="2"/>
                  </a:rPr>
                  <a:t>=</a:t>
                </a:r>
                <a:endParaRPr lang="en-US" altLang="zh-CN"/>
              </a:p>
            </p:txBody>
          </p:sp>
          <p:sp>
            <p:nvSpPr>
              <p:cNvPr id="35897" name="Rectangle 123">
                <a:extLst>
                  <a:ext uri="{FF2B5EF4-FFF2-40B4-BE49-F238E27FC236}">
                    <a16:creationId xmlns:a16="http://schemas.microsoft.com/office/drawing/2014/main" id="{AFC72B65-42CB-0C4D-9624-7C47009EB562}"/>
                  </a:ext>
                </a:extLst>
              </p:cNvPr>
              <p:cNvSpPr>
                <a:spLocks noChangeArrowheads="1"/>
              </p:cNvSpPr>
              <p:nvPr/>
            </p:nvSpPr>
            <p:spPr bwMode="auto">
              <a:xfrm>
                <a:off x="2423" y="431"/>
                <a:ext cx="19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latin typeface="Symbol" pitchFamily="2" charset="2"/>
                  </a:rPr>
                  <a:t>+</a:t>
                </a:r>
                <a:endParaRPr lang="en-US" altLang="zh-CN"/>
              </a:p>
            </p:txBody>
          </p:sp>
          <p:sp>
            <p:nvSpPr>
              <p:cNvPr id="35898" name="Rectangle 124">
                <a:extLst>
                  <a:ext uri="{FF2B5EF4-FFF2-40B4-BE49-F238E27FC236}">
                    <a16:creationId xmlns:a16="http://schemas.microsoft.com/office/drawing/2014/main" id="{CE712045-82FF-B44E-A037-488371993491}"/>
                  </a:ext>
                </a:extLst>
              </p:cNvPr>
              <p:cNvSpPr>
                <a:spLocks noChangeArrowheads="1"/>
              </p:cNvSpPr>
              <p:nvPr/>
            </p:nvSpPr>
            <p:spPr bwMode="auto">
              <a:xfrm>
                <a:off x="1775" y="431"/>
                <a:ext cx="19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latin typeface="Symbol" pitchFamily="2" charset="2"/>
                  </a:rPr>
                  <a:t>+</a:t>
                </a:r>
                <a:endParaRPr lang="en-US" altLang="zh-CN"/>
              </a:p>
            </p:txBody>
          </p:sp>
          <p:sp>
            <p:nvSpPr>
              <p:cNvPr id="35899" name="Rectangle 125">
                <a:extLst>
                  <a:ext uri="{FF2B5EF4-FFF2-40B4-BE49-F238E27FC236}">
                    <a16:creationId xmlns:a16="http://schemas.microsoft.com/office/drawing/2014/main" id="{C869BDB0-3F0E-1C45-A951-3A34E0BF952A}"/>
                  </a:ext>
                </a:extLst>
              </p:cNvPr>
              <p:cNvSpPr>
                <a:spLocks noChangeArrowheads="1"/>
              </p:cNvSpPr>
              <p:nvPr/>
            </p:nvSpPr>
            <p:spPr bwMode="auto">
              <a:xfrm>
                <a:off x="1348" y="431"/>
                <a:ext cx="19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a:solidFill>
                      <a:srgbClr val="000000"/>
                    </a:solidFill>
                    <a:latin typeface="Symbol" pitchFamily="2" charset="2"/>
                  </a:rPr>
                  <a:t>=</a:t>
                </a:r>
                <a:endParaRPr lang="en-US" altLang="zh-CN"/>
              </a:p>
            </p:txBody>
          </p:sp>
          <p:sp>
            <p:nvSpPr>
              <p:cNvPr id="35900" name="Rectangle 126">
                <a:extLst>
                  <a:ext uri="{FF2B5EF4-FFF2-40B4-BE49-F238E27FC236}">
                    <a16:creationId xmlns:a16="http://schemas.microsoft.com/office/drawing/2014/main" id="{D52415D5-EB5E-C643-84A3-C838A7DDD37F}"/>
                  </a:ext>
                </a:extLst>
              </p:cNvPr>
              <p:cNvSpPr>
                <a:spLocks noChangeArrowheads="1"/>
              </p:cNvSpPr>
              <p:nvPr/>
            </p:nvSpPr>
            <p:spPr bwMode="auto">
              <a:xfrm>
                <a:off x="1073" y="542"/>
                <a:ext cx="120"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Symbol" pitchFamily="2" charset="2"/>
                  </a:rPr>
                  <a:t>+</a:t>
                </a:r>
                <a:endParaRPr lang="en-US" altLang="zh-CN"/>
              </a:p>
            </p:txBody>
          </p:sp>
          <p:sp>
            <p:nvSpPr>
              <p:cNvPr id="35901" name="Rectangle 127">
                <a:extLst>
                  <a:ext uri="{FF2B5EF4-FFF2-40B4-BE49-F238E27FC236}">
                    <a16:creationId xmlns:a16="http://schemas.microsoft.com/office/drawing/2014/main" id="{3C3476E1-4538-C546-9C78-CF64F6352293}"/>
                  </a:ext>
                </a:extLst>
              </p:cNvPr>
              <p:cNvSpPr>
                <a:spLocks noChangeArrowheads="1"/>
              </p:cNvSpPr>
              <p:nvPr/>
            </p:nvSpPr>
            <p:spPr bwMode="auto">
              <a:xfrm>
                <a:off x="2545" y="431"/>
                <a:ext cx="9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FF3300"/>
                    </a:solidFill>
                    <a:latin typeface="Symbol" pitchFamily="2" charset="2"/>
                  </a:rPr>
                  <a:t>l</a:t>
                </a:r>
                <a:endParaRPr lang="en-US" altLang="zh-CN">
                  <a:solidFill>
                    <a:srgbClr val="FF3300"/>
                  </a:solidFill>
                </a:endParaRPr>
              </a:p>
            </p:txBody>
          </p:sp>
          <p:sp>
            <p:nvSpPr>
              <p:cNvPr id="35902" name="Rectangle 128">
                <a:extLst>
                  <a:ext uri="{FF2B5EF4-FFF2-40B4-BE49-F238E27FC236}">
                    <a16:creationId xmlns:a16="http://schemas.microsoft.com/office/drawing/2014/main" id="{18681060-7A36-5948-90D8-3784EC01DF1B}"/>
                  </a:ext>
                </a:extLst>
              </p:cNvPr>
              <p:cNvSpPr>
                <a:spLocks noChangeArrowheads="1"/>
              </p:cNvSpPr>
              <p:nvPr/>
            </p:nvSpPr>
            <p:spPr bwMode="auto">
              <a:xfrm>
                <a:off x="2060" y="431"/>
                <a:ext cx="9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100" b="1" i="1">
                    <a:solidFill>
                      <a:srgbClr val="FF3300"/>
                    </a:solidFill>
                    <a:latin typeface="Symbol" pitchFamily="2" charset="2"/>
                  </a:rPr>
                  <a:t>l</a:t>
                </a:r>
                <a:endParaRPr lang="en-US" altLang="zh-CN">
                  <a:solidFill>
                    <a:srgbClr val="FF3300"/>
                  </a:solidFill>
                </a:endParaRPr>
              </a:p>
            </p:txBody>
          </p:sp>
          <p:sp>
            <p:nvSpPr>
              <p:cNvPr id="57473" name="AutoShape 129">
                <a:extLst>
                  <a:ext uri="{FF2B5EF4-FFF2-40B4-BE49-F238E27FC236}">
                    <a16:creationId xmlns:a16="http://schemas.microsoft.com/office/drawing/2014/main" id="{580FB7A8-BA5A-9443-99CD-97A770079BF9}"/>
                  </a:ext>
                </a:extLst>
              </p:cNvPr>
              <p:cNvSpPr>
                <a:spLocks/>
              </p:cNvSpPr>
              <p:nvPr/>
            </p:nvSpPr>
            <p:spPr bwMode="auto">
              <a:xfrm>
                <a:off x="768" y="528"/>
                <a:ext cx="96" cy="576"/>
              </a:xfrm>
              <a:prstGeom prst="leftBrace">
                <a:avLst>
                  <a:gd name="adj1" fmla="val 50000"/>
                  <a:gd name="adj2" fmla="val 50000"/>
                </a:avLst>
              </a:prstGeom>
              <a:noFill/>
              <a:ln w="1905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pSp>
      </p:grpSp>
      <p:grpSp>
        <p:nvGrpSpPr>
          <p:cNvPr id="57416" name="Group 72">
            <a:extLst>
              <a:ext uri="{FF2B5EF4-FFF2-40B4-BE49-F238E27FC236}">
                <a16:creationId xmlns:a16="http://schemas.microsoft.com/office/drawing/2014/main" id="{E69E2C4C-BB71-6949-AB73-C60104B8F0DE}"/>
              </a:ext>
            </a:extLst>
          </p:cNvPr>
          <p:cNvGrpSpPr>
            <a:grpSpLocks/>
          </p:cNvGrpSpPr>
          <p:nvPr/>
        </p:nvGrpSpPr>
        <p:grpSpPr bwMode="auto">
          <a:xfrm>
            <a:off x="3962400" y="1266825"/>
            <a:ext cx="4724400" cy="2667000"/>
            <a:chOff x="2400" y="1104"/>
            <a:chExt cx="2976" cy="1680"/>
          </a:xfrm>
        </p:grpSpPr>
        <p:sp>
          <p:nvSpPr>
            <p:cNvPr id="57415" name="AutoShape 71">
              <a:extLst>
                <a:ext uri="{FF2B5EF4-FFF2-40B4-BE49-F238E27FC236}">
                  <a16:creationId xmlns:a16="http://schemas.microsoft.com/office/drawing/2014/main" id="{A15861E4-C967-9649-BAC8-96B6B4005855}"/>
                </a:ext>
              </a:extLst>
            </p:cNvPr>
            <p:cNvSpPr>
              <a:spLocks noChangeArrowheads="1"/>
            </p:cNvSpPr>
            <p:nvPr/>
          </p:nvSpPr>
          <p:spPr bwMode="auto">
            <a:xfrm>
              <a:off x="2400" y="1104"/>
              <a:ext cx="2976" cy="1680"/>
            </a:xfrm>
            <a:prstGeom prst="wedgeEllipseCallout">
              <a:avLst>
                <a:gd name="adj1" fmla="val -26815"/>
                <a:gd name="adj2" fmla="val 72856"/>
              </a:avLst>
            </a:prstGeom>
            <a:gradFill rotWithShape="0">
              <a:gsLst>
                <a:gs pos="0">
                  <a:srgbClr val="C0C0C0"/>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endParaRPr lang="en-US">
                <a:latin typeface="Times New Roman" charset="0"/>
                <a:ea typeface="楷体_GB2312" charset="0"/>
                <a:cs typeface="楷体_GB2312" charset="0"/>
              </a:endParaRPr>
            </a:p>
          </p:txBody>
        </p:sp>
        <p:graphicFrame>
          <p:nvGraphicFramePr>
            <p:cNvPr id="35853" name="Object 70">
              <a:extLst>
                <a:ext uri="{FF2B5EF4-FFF2-40B4-BE49-F238E27FC236}">
                  <a16:creationId xmlns:a16="http://schemas.microsoft.com/office/drawing/2014/main" id="{797CB1CC-9CF1-5C47-ACC9-1A97C074823E}"/>
                </a:ext>
              </a:extLst>
            </p:cNvPr>
            <p:cNvGraphicFramePr>
              <a:graphicFrameLocks noChangeAspect="1"/>
            </p:cNvGraphicFramePr>
            <p:nvPr/>
          </p:nvGraphicFramePr>
          <p:xfrm>
            <a:off x="2784" y="1248"/>
            <a:ext cx="2246" cy="1279"/>
          </p:xfrm>
          <a:graphic>
            <a:graphicData uri="http://schemas.openxmlformats.org/presentationml/2006/ole">
              <mc:AlternateContent xmlns:mc="http://schemas.openxmlformats.org/markup-compatibility/2006">
                <mc:Choice xmlns:v="urn:schemas-microsoft-com:vml" Requires="v">
                  <p:oleObj name="Equation" r:id="rId13" imgW="50609500" imgH="24574500" progId="Equation.3">
                    <p:embed/>
                  </p:oleObj>
                </mc:Choice>
                <mc:Fallback>
                  <p:oleObj name="Equation" r:id="rId13" imgW="50609500" imgH="24574500" progId="Equation.3">
                    <p:embed/>
                    <p:pic>
                      <p:nvPicPr>
                        <p:cNvPr id="35853" name="Object 70">
                          <a:extLst>
                            <a:ext uri="{FF2B5EF4-FFF2-40B4-BE49-F238E27FC236}">
                              <a16:creationId xmlns:a16="http://schemas.microsoft.com/office/drawing/2014/main" id="{797CB1CC-9CF1-5C47-ACC9-1A97C07482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84" y="1248"/>
                          <a:ext cx="2246" cy="1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57480" name="Group 136">
            <a:extLst>
              <a:ext uri="{FF2B5EF4-FFF2-40B4-BE49-F238E27FC236}">
                <a16:creationId xmlns:a16="http://schemas.microsoft.com/office/drawing/2014/main" id="{6F6D2754-1677-7E47-B621-E36BA7B8BE4D}"/>
              </a:ext>
            </a:extLst>
          </p:cNvPr>
          <p:cNvGrpSpPr>
            <a:grpSpLocks/>
          </p:cNvGrpSpPr>
          <p:nvPr/>
        </p:nvGrpSpPr>
        <p:grpSpPr bwMode="auto">
          <a:xfrm>
            <a:off x="533400" y="5257800"/>
            <a:ext cx="7862888" cy="1341438"/>
            <a:chOff x="336" y="3312"/>
            <a:chExt cx="4953" cy="845"/>
          </a:xfrm>
        </p:grpSpPr>
        <p:sp>
          <p:nvSpPr>
            <p:cNvPr id="57423" name="Text Box 79">
              <a:extLst>
                <a:ext uri="{FF2B5EF4-FFF2-40B4-BE49-F238E27FC236}">
                  <a16:creationId xmlns:a16="http://schemas.microsoft.com/office/drawing/2014/main" id="{AE6E83D0-ABE8-7A4D-B762-4021C787C124}"/>
                </a:ext>
              </a:extLst>
            </p:cNvPr>
            <p:cNvSpPr txBox="1">
              <a:spLocks noChangeArrowheads="1"/>
            </p:cNvSpPr>
            <p:nvPr/>
          </p:nvSpPr>
          <p:spPr bwMode="auto">
            <a:xfrm>
              <a:off x="336" y="3312"/>
              <a:ext cx="3120"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000" b="1" i="1">
                  <a:solidFill>
                    <a:srgbClr val="008000"/>
                  </a:solidFill>
                </a:rPr>
                <a:t>Step 2</a:t>
              </a:r>
              <a:r>
                <a:rPr lang="en-US" altLang="zh-CN" sz="2400" b="1">
                  <a:solidFill>
                    <a:srgbClr val="008000"/>
                  </a:solidFill>
                </a:rPr>
                <a:t>: </a:t>
              </a:r>
              <a:r>
                <a:rPr lang="zh-CN" altLang="en-US" sz="2400" b="1"/>
                <a:t>将</a:t>
              </a:r>
              <a:r>
                <a:rPr lang="en-US" altLang="zh-CN" sz="2400" b="1"/>
                <a:t> </a:t>
              </a:r>
              <a:r>
                <a:rPr lang="en-US" altLang="zh-CN" sz="2400" b="1" i="1">
                  <a:solidFill>
                    <a:schemeClr val="accent2"/>
                  </a:solidFill>
                </a:rPr>
                <a:t>K</a:t>
              </a:r>
              <a:r>
                <a:rPr lang="en-US" altLang="zh-CN" sz="2400" b="1" baseline="-25000">
                  <a:solidFill>
                    <a:schemeClr val="accent2"/>
                  </a:solidFill>
                </a:rPr>
                <a:t>2 </a:t>
              </a:r>
              <a:r>
                <a:rPr lang="zh-CN" altLang="en-US" sz="2400" b="1"/>
                <a:t>代入第</a:t>
              </a:r>
              <a:r>
                <a:rPr lang="en-US" altLang="zh-CN" sz="2400" b="1"/>
                <a:t>1</a:t>
              </a:r>
              <a:r>
                <a:rPr lang="zh-CN" altLang="en-US" sz="2400" b="1"/>
                <a:t>式，得到</a:t>
              </a:r>
              <a:endParaRPr lang="en-US" altLang="zh-CN" sz="2400" b="1"/>
            </a:p>
          </p:txBody>
        </p:sp>
        <p:graphicFrame>
          <p:nvGraphicFramePr>
            <p:cNvPr id="35851" name="Object 133">
              <a:extLst>
                <a:ext uri="{FF2B5EF4-FFF2-40B4-BE49-F238E27FC236}">
                  <a16:creationId xmlns:a16="http://schemas.microsoft.com/office/drawing/2014/main" id="{64AE2A3C-1A70-E24D-8DCF-B141AA8D49C9}"/>
                </a:ext>
              </a:extLst>
            </p:cNvPr>
            <p:cNvGraphicFramePr>
              <a:graphicFrameLocks noChangeAspect="1"/>
            </p:cNvGraphicFramePr>
            <p:nvPr/>
          </p:nvGraphicFramePr>
          <p:xfrm>
            <a:off x="904" y="3600"/>
            <a:ext cx="4385" cy="557"/>
          </p:xfrm>
          <a:graphic>
            <a:graphicData uri="http://schemas.openxmlformats.org/presentationml/2006/ole">
              <mc:AlternateContent xmlns:mc="http://schemas.openxmlformats.org/markup-compatibility/2006">
                <mc:Choice xmlns:v="urn:schemas-microsoft-com:vml" Requires="v">
                  <p:oleObj name="Equation" r:id="rId15" imgW="79286100" imgH="11112500" progId="Equation.3">
                    <p:embed/>
                  </p:oleObj>
                </mc:Choice>
                <mc:Fallback>
                  <p:oleObj name="Equation" r:id="rId15" imgW="79286100" imgH="11112500" progId="Equation.3">
                    <p:embed/>
                    <p:pic>
                      <p:nvPicPr>
                        <p:cNvPr id="35851" name="Object 133">
                          <a:extLst>
                            <a:ext uri="{FF2B5EF4-FFF2-40B4-BE49-F238E27FC236}">
                              <a16:creationId xmlns:a16="http://schemas.microsoft.com/office/drawing/2014/main" id="{64AE2A3C-1A70-E24D-8DCF-B141AA8D49C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04" y="3600"/>
                          <a:ext cx="4385" cy="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3188937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0"/>
                                  </p:stCondLst>
                                  <p:childTnLst>
                                    <p:set>
                                      <p:cBhvr>
                                        <p:cTn id="6" dur="1" fill="hold">
                                          <p:stCondLst>
                                            <p:cond delay="0"/>
                                          </p:stCondLst>
                                        </p:cTn>
                                        <p:tgtEl>
                                          <p:spTgt spid="57475"/>
                                        </p:tgtEl>
                                        <p:attrNameLst>
                                          <p:attrName>style.visibility</p:attrName>
                                        </p:attrNameLst>
                                      </p:cBhvr>
                                      <p:to>
                                        <p:strVal val="visible"/>
                                      </p:to>
                                    </p:set>
                                    <p:animEffect transition="in" filter="strips(downRight)">
                                      <p:cBhvr>
                                        <p:cTn id="7" dur="500"/>
                                        <p:tgtEl>
                                          <p:spTgt spid="57475"/>
                                        </p:tgtEl>
                                      </p:cBhvr>
                                    </p:animEffect>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7405"/>
                                        </p:tgtEl>
                                        <p:attrNameLst>
                                          <p:attrName>style.visibility</p:attrName>
                                        </p:attrNameLst>
                                      </p:cBhvr>
                                      <p:to>
                                        <p:strVal val="visible"/>
                                      </p:to>
                                    </p:set>
                                    <p:animEffect transition="in" filter="wipe(up)">
                                      <p:cBhvr>
                                        <p:cTn id="12" dur="500"/>
                                        <p:tgtEl>
                                          <p:spTgt spid="57405"/>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408"/>
                                        </p:tgtEl>
                                        <p:attrNameLst>
                                          <p:attrName>style.visibility</p:attrName>
                                        </p:attrNameLst>
                                      </p:cBhvr>
                                      <p:to>
                                        <p:strVal val="visible"/>
                                      </p:to>
                                    </p:set>
                                    <p:animEffect transition="in" filter="wipe(left)">
                                      <p:cBhvr>
                                        <p:cTn id="17" dur="500"/>
                                        <p:tgtEl>
                                          <p:spTgt spid="57408"/>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7412"/>
                                        </p:tgtEl>
                                        <p:attrNameLst>
                                          <p:attrName>style.visibility</p:attrName>
                                        </p:attrNameLst>
                                      </p:cBhvr>
                                      <p:to>
                                        <p:strVal val="visible"/>
                                      </p:to>
                                    </p:set>
                                    <p:animEffect transition="in" filter="wipe(up)">
                                      <p:cBhvr>
                                        <p:cTn id="22" dur="500"/>
                                        <p:tgtEl>
                                          <p:spTgt spid="57412"/>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3" fill="hold" nodeType="clickEffect">
                                  <p:stCondLst>
                                    <p:cond delay="0"/>
                                  </p:stCondLst>
                                  <p:childTnLst>
                                    <p:set>
                                      <p:cBhvr>
                                        <p:cTn id="26" dur="1" fill="hold">
                                          <p:stCondLst>
                                            <p:cond delay="0"/>
                                          </p:stCondLst>
                                        </p:cTn>
                                        <p:tgtEl>
                                          <p:spTgt spid="57416"/>
                                        </p:tgtEl>
                                        <p:attrNameLst>
                                          <p:attrName>style.visibility</p:attrName>
                                        </p:attrNameLst>
                                      </p:cBhvr>
                                      <p:to>
                                        <p:strVal val="visible"/>
                                      </p:to>
                                    </p:set>
                                    <p:animEffect transition="in" filter="strips(upRight)">
                                      <p:cBhvr>
                                        <p:cTn id="27" dur="500"/>
                                        <p:tgtEl>
                                          <p:spTgt spid="57416"/>
                                        </p:tgtEl>
                                      </p:cBhvr>
                                    </p:animEffect>
                                  </p:childTnLst>
                                  <p:subTnLst>
                                    <p:set>
                                      <p:cBhvr override="childStyle">
                                        <p:cTn dur="1" fill="hold" display="0" masterRel="nextClick" afterEffect="1"/>
                                        <p:tgtEl>
                                          <p:spTgt spid="57416"/>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4" name="whoosh.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7417"/>
                                        </p:tgtEl>
                                        <p:attrNameLst>
                                          <p:attrName>style.visibility</p:attrName>
                                        </p:attrNameLst>
                                      </p:cBhvr>
                                      <p:to>
                                        <p:strVal val="visible"/>
                                      </p:to>
                                    </p:set>
                                    <p:animEffect transition="in" filter="wipe(left)">
                                      <p:cBhvr>
                                        <p:cTn id="32" dur="500"/>
                                        <p:tgtEl>
                                          <p:spTgt spid="57417"/>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57476"/>
                                        </p:tgtEl>
                                        <p:attrNameLst>
                                          <p:attrName>style.visibility</p:attrName>
                                        </p:attrNameLst>
                                      </p:cBhvr>
                                      <p:to>
                                        <p:strVal val="visible"/>
                                      </p:to>
                                    </p:set>
                                    <p:animEffect transition="in" filter="wipe(down)">
                                      <p:cBhvr>
                                        <p:cTn id="37" dur="500"/>
                                        <p:tgtEl>
                                          <p:spTgt spid="57476"/>
                                        </p:tgtEl>
                                      </p:cBhvr>
                                    </p:animEffect>
                                  </p:childTnLst>
                                  <p:subTnLst>
                                    <p:set>
                                      <p:cBhvr override="childStyle">
                                        <p:cTn dur="1" fill="hold" display="0" masterRel="nextClick" afterEffect="1"/>
                                        <p:tgtEl>
                                          <p:spTgt spid="57476"/>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4" name="whoosh.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57480"/>
                                        </p:tgtEl>
                                        <p:attrNameLst>
                                          <p:attrName>style.visibility</p:attrName>
                                        </p:attrNameLst>
                                      </p:cBhvr>
                                      <p:to>
                                        <p:strVal val="visible"/>
                                      </p:to>
                                    </p:set>
                                    <p:animEffect transition="in" filter="strips(downRight)">
                                      <p:cBhvr>
                                        <p:cTn id="42" dur="500"/>
                                        <p:tgtEl>
                                          <p:spTgt spid="57480"/>
                                        </p:tgtEl>
                                      </p:cBhvr>
                                    </p:animEffect>
                                  </p:childTnLst>
                                  <p:subTnLst>
                                    <p:audio>
                                      <p:cMediaNode>
                                        <p:cTn display="0" masterRel="sameClick">
                                          <p:stCondLst>
                                            <p:cond evt="begin" delay="0">
                                              <p:tn val="4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0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5">
            <a:extLst>
              <a:ext uri="{FF2B5EF4-FFF2-40B4-BE49-F238E27FC236}">
                <a16:creationId xmlns:a16="http://schemas.microsoft.com/office/drawing/2014/main" id="{AFB0F2E5-DD7E-DB4C-8424-B90F73904527}"/>
              </a:ext>
            </a:extLst>
          </p:cNvPr>
          <p:cNvSpPr>
            <a:spLocks noChangeArrowheads="1"/>
          </p:cNvSpPr>
          <p:nvPr/>
        </p:nvSpPr>
        <p:spPr bwMode="auto">
          <a:xfrm>
            <a:off x="5867400" y="561975"/>
            <a:ext cx="32766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§2  </a:t>
            </a:r>
            <a:r>
              <a:rPr lang="en-US" altLang="zh-CN" sz="1800" b="1">
                <a:ea typeface="宋体" panose="02010600030101010101" pitchFamily="2" charset="-122"/>
                <a:sym typeface="Symbol" pitchFamily="2" charset="2"/>
              </a:rPr>
              <a:t>Runge-Kutta</a:t>
            </a:r>
            <a:r>
              <a:rPr lang="en-US" altLang="zh-CN" sz="1800" b="1">
                <a:ea typeface="宋体" panose="02010600030101010101" pitchFamily="2" charset="-122"/>
              </a:rPr>
              <a:t> Method</a:t>
            </a:r>
          </a:p>
        </p:txBody>
      </p:sp>
      <p:sp>
        <p:nvSpPr>
          <p:cNvPr id="58374" name="Text Box 6">
            <a:extLst>
              <a:ext uri="{FF2B5EF4-FFF2-40B4-BE49-F238E27FC236}">
                <a16:creationId xmlns:a16="http://schemas.microsoft.com/office/drawing/2014/main" id="{1D3C50FA-B892-0C4C-9369-F69373C978B3}"/>
              </a:ext>
            </a:extLst>
          </p:cNvPr>
          <p:cNvSpPr txBox="1">
            <a:spLocks noChangeArrowheads="1"/>
          </p:cNvSpPr>
          <p:nvPr/>
        </p:nvSpPr>
        <p:spPr bwMode="auto">
          <a:xfrm>
            <a:off x="457200" y="1247775"/>
            <a:ext cx="7620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000" b="1" i="1">
                <a:solidFill>
                  <a:srgbClr val="008000"/>
                </a:solidFill>
              </a:rPr>
              <a:t>Step 3</a:t>
            </a:r>
            <a:r>
              <a:rPr lang="en-US" altLang="zh-CN" sz="2400" b="1">
                <a:solidFill>
                  <a:srgbClr val="008000"/>
                </a:solidFill>
              </a:rPr>
              <a:t>: </a:t>
            </a:r>
            <a:r>
              <a:rPr lang="zh-CN" altLang="en-US" sz="2400" b="1"/>
              <a:t>将</a:t>
            </a:r>
            <a:r>
              <a:rPr lang="en-US" altLang="zh-CN" sz="2400" b="1"/>
              <a:t> </a:t>
            </a:r>
            <a:r>
              <a:rPr lang="en-US" altLang="zh-CN" sz="2400" b="1" i="1"/>
              <a:t>y</a:t>
            </a:r>
            <a:r>
              <a:rPr lang="en-US" altLang="zh-CN" sz="2400" b="1" i="1" baseline="-25000"/>
              <a:t>i</a:t>
            </a:r>
            <a:r>
              <a:rPr lang="en-US" altLang="zh-CN" sz="2400" b="1" baseline="-25000"/>
              <a:t>+1 </a:t>
            </a:r>
            <a:r>
              <a:rPr lang="zh-CN" altLang="en-US" sz="2400" b="1"/>
              <a:t>与</a:t>
            </a:r>
            <a:r>
              <a:rPr lang="en-US" altLang="zh-CN" sz="2400" b="1"/>
              <a:t> </a:t>
            </a:r>
            <a:r>
              <a:rPr lang="en-US" altLang="zh-CN" sz="2400" b="1" i="1"/>
              <a:t>y</a:t>
            </a:r>
            <a:r>
              <a:rPr lang="en-US" altLang="zh-CN" sz="2400" b="1"/>
              <a:t>( </a:t>
            </a:r>
            <a:r>
              <a:rPr lang="en-US" altLang="zh-CN" sz="2400" b="1" i="1"/>
              <a:t>x</a:t>
            </a:r>
            <a:r>
              <a:rPr lang="en-US" altLang="zh-CN" sz="2400" b="1" i="1" baseline="-25000"/>
              <a:t>i</a:t>
            </a:r>
            <a:r>
              <a:rPr lang="en-US" altLang="zh-CN" sz="2400" b="1" baseline="-25000"/>
              <a:t>+1 </a:t>
            </a:r>
            <a:r>
              <a:rPr lang="en-US" altLang="zh-CN" sz="2400" b="1"/>
              <a:t>) </a:t>
            </a:r>
            <a:r>
              <a:rPr lang="zh-CN" altLang="en-US" sz="2400" b="1"/>
              <a:t>在</a:t>
            </a:r>
            <a:r>
              <a:rPr lang="en-US" altLang="zh-CN" sz="2400" b="1"/>
              <a:t> </a:t>
            </a:r>
            <a:r>
              <a:rPr lang="en-US" altLang="zh-CN" sz="2400" b="1" i="1">
                <a:solidFill>
                  <a:schemeClr val="accent2"/>
                </a:solidFill>
              </a:rPr>
              <a:t>x</a:t>
            </a:r>
            <a:r>
              <a:rPr lang="en-US" altLang="zh-CN" sz="2400" b="1" i="1" baseline="-25000">
                <a:solidFill>
                  <a:schemeClr val="accent2"/>
                </a:solidFill>
              </a:rPr>
              <a:t>i </a:t>
            </a:r>
            <a:r>
              <a:rPr lang="zh-CN" altLang="en-US" sz="2400" b="1"/>
              <a:t>点的</a:t>
            </a:r>
            <a:r>
              <a:rPr lang="zh-CN" altLang="en-US" sz="2400" b="1">
                <a:latin typeface="楷体_GB2312" charset="0"/>
              </a:rPr>
              <a:t>泰勒</a:t>
            </a:r>
            <a:r>
              <a:rPr lang="zh-CN" altLang="en-US" sz="2400" b="1"/>
              <a:t>展开作比较</a:t>
            </a:r>
            <a:endParaRPr lang="en-US" altLang="zh-CN" sz="2400" b="1"/>
          </a:p>
        </p:txBody>
      </p:sp>
      <p:graphicFrame>
        <p:nvGraphicFramePr>
          <p:cNvPr id="58377" name="Object 9">
            <a:extLst>
              <a:ext uri="{FF2B5EF4-FFF2-40B4-BE49-F238E27FC236}">
                <a16:creationId xmlns:a16="http://schemas.microsoft.com/office/drawing/2014/main" id="{E719F9A7-B506-7040-9992-550E92997758}"/>
              </a:ext>
            </a:extLst>
          </p:cNvPr>
          <p:cNvGraphicFramePr>
            <a:graphicFrameLocks noChangeAspect="1"/>
          </p:cNvGraphicFramePr>
          <p:nvPr/>
        </p:nvGraphicFramePr>
        <p:xfrm>
          <a:off x="1295400" y="1857375"/>
          <a:ext cx="6242050" cy="442913"/>
        </p:xfrm>
        <a:graphic>
          <a:graphicData uri="http://schemas.openxmlformats.org/presentationml/2006/ole">
            <mc:AlternateContent xmlns:mc="http://schemas.openxmlformats.org/markup-compatibility/2006">
              <mc:Choice xmlns:v="urn:schemas-microsoft-com:vml" Requires="v">
                <p:oleObj name="Equation" r:id="rId6" imgW="71094600" imgH="5562600" progId="Equation.3">
                  <p:embed/>
                </p:oleObj>
              </mc:Choice>
              <mc:Fallback>
                <p:oleObj name="Equation" r:id="rId6" imgW="71094600" imgH="5562600" progId="Equation.3">
                  <p:embed/>
                  <p:pic>
                    <p:nvPicPr>
                      <p:cNvPr id="58377" name="Object 9">
                        <a:extLst>
                          <a:ext uri="{FF2B5EF4-FFF2-40B4-BE49-F238E27FC236}">
                            <a16:creationId xmlns:a16="http://schemas.microsoft.com/office/drawing/2014/main" id="{E719F9A7-B506-7040-9992-550E929977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1857375"/>
                        <a:ext cx="624205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8" name="Object 10">
            <a:extLst>
              <a:ext uri="{FF2B5EF4-FFF2-40B4-BE49-F238E27FC236}">
                <a16:creationId xmlns:a16="http://schemas.microsoft.com/office/drawing/2014/main" id="{F4AEB6D4-E47F-1E47-9FC7-0B473C8F26CC}"/>
              </a:ext>
            </a:extLst>
          </p:cNvPr>
          <p:cNvGraphicFramePr>
            <a:graphicFrameLocks noChangeAspect="1"/>
          </p:cNvGraphicFramePr>
          <p:nvPr/>
        </p:nvGraphicFramePr>
        <p:xfrm>
          <a:off x="1295400" y="2308225"/>
          <a:ext cx="5638800" cy="785813"/>
        </p:xfrm>
        <a:graphic>
          <a:graphicData uri="http://schemas.openxmlformats.org/presentationml/2006/ole">
            <mc:AlternateContent xmlns:mc="http://schemas.openxmlformats.org/markup-compatibility/2006">
              <mc:Choice xmlns:v="urn:schemas-microsoft-com:vml" Requires="v">
                <p:oleObj name="Equation" r:id="rId8" imgW="64655700" imgH="9652000" progId="Equation.3">
                  <p:embed/>
                </p:oleObj>
              </mc:Choice>
              <mc:Fallback>
                <p:oleObj name="Equation" r:id="rId8" imgW="64655700" imgH="9652000" progId="Equation.3">
                  <p:embed/>
                  <p:pic>
                    <p:nvPicPr>
                      <p:cNvPr id="58378" name="Object 10">
                        <a:extLst>
                          <a:ext uri="{FF2B5EF4-FFF2-40B4-BE49-F238E27FC236}">
                            <a16:creationId xmlns:a16="http://schemas.microsoft.com/office/drawing/2014/main" id="{F4AEB6D4-E47F-1E47-9FC7-0B473C8F26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5400" y="2308225"/>
                        <a:ext cx="5638800"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58383" name="Group 15">
            <a:extLst>
              <a:ext uri="{FF2B5EF4-FFF2-40B4-BE49-F238E27FC236}">
                <a16:creationId xmlns:a16="http://schemas.microsoft.com/office/drawing/2014/main" id="{FB68D5B1-C893-4848-BCC1-2D08739B3B32}"/>
              </a:ext>
            </a:extLst>
          </p:cNvPr>
          <p:cNvGrpSpPr>
            <a:grpSpLocks/>
          </p:cNvGrpSpPr>
          <p:nvPr/>
        </p:nvGrpSpPr>
        <p:grpSpPr bwMode="auto">
          <a:xfrm>
            <a:off x="457200" y="3228975"/>
            <a:ext cx="6324600" cy="473075"/>
            <a:chOff x="672" y="2112"/>
            <a:chExt cx="3984" cy="298"/>
          </a:xfrm>
        </p:grpSpPr>
        <p:sp>
          <p:nvSpPr>
            <p:cNvPr id="58380" name="Text Box 12">
              <a:extLst>
                <a:ext uri="{FF2B5EF4-FFF2-40B4-BE49-F238E27FC236}">
                  <a16:creationId xmlns:a16="http://schemas.microsoft.com/office/drawing/2014/main" id="{ADB15640-13D5-A44C-8CD1-31316E5F6B2A}"/>
                </a:ext>
              </a:extLst>
            </p:cNvPr>
            <p:cNvSpPr txBox="1">
              <a:spLocks noChangeArrowheads="1"/>
            </p:cNvSpPr>
            <p:nvPr/>
          </p:nvSpPr>
          <p:spPr bwMode="auto">
            <a:xfrm>
              <a:off x="672" y="2112"/>
              <a:ext cx="39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要求</a:t>
              </a:r>
              <a:r>
                <a:rPr lang="en-US" altLang="zh-CN" sz="2400" b="1"/>
                <a:t>                                            </a:t>
              </a:r>
              <a:r>
                <a:rPr lang="zh-CN" altLang="en-US" sz="2400" b="1"/>
                <a:t>，则必须有：</a:t>
              </a:r>
              <a:endParaRPr lang="en-US" altLang="zh-CN" sz="2400" b="1"/>
            </a:p>
          </p:txBody>
        </p:sp>
        <p:graphicFrame>
          <p:nvGraphicFramePr>
            <p:cNvPr id="36878" name="Object 13">
              <a:extLst>
                <a:ext uri="{FF2B5EF4-FFF2-40B4-BE49-F238E27FC236}">
                  <a16:creationId xmlns:a16="http://schemas.microsoft.com/office/drawing/2014/main" id="{44C2234B-FE6C-E54E-AABD-B8EF679D5BF9}"/>
                </a:ext>
              </a:extLst>
            </p:cNvPr>
            <p:cNvGraphicFramePr>
              <a:graphicFrameLocks noChangeAspect="1"/>
            </p:cNvGraphicFramePr>
            <p:nvPr/>
          </p:nvGraphicFramePr>
          <p:xfrm>
            <a:off x="1152" y="2112"/>
            <a:ext cx="2064" cy="298"/>
          </p:xfrm>
          <a:graphic>
            <a:graphicData uri="http://schemas.openxmlformats.org/presentationml/2006/ole">
              <mc:AlternateContent xmlns:mc="http://schemas.openxmlformats.org/markup-compatibility/2006">
                <mc:Choice xmlns:v="urn:schemas-microsoft-com:vml" Requires="v">
                  <p:oleObj name="Equation" r:id="rId10" imgW="38620700" imgH="5562600" progId="Equation.3">
                    <p:embed/>
                  </p:oleObj>
                </mc:Choice>
                <mc:Fallback>
                  <p:oleObj name="Equation" r:id="rId10" imgW="38620700" imgH="5562600" progId="Equation.3">
                    <p:embed/>
                    <p:pic>
                      <p:nvPicPr>
                        <p:cNvPr id="36878" name="Object 13">
                          <a:extLst>
                            <a:ext uri="{FF2B5EF4-FFF2-40B4-BE49-F238E27FC236}">
                              <a16:creationId xmlns:a16="http://schemas.microsoft.com/office/drawing/2014/main" id="{44C2234B-FE6C-E54E-AABD-B8EF679D5B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2" y="2112"/>
                          <a:ext cx="2064"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58385" name="Group 17">
            <a:extLst>
              <a:ext uri="{FF2B5EF4-FFF2-40B4-BE49-F238E27FC236}">
                <a16:creationId xmlns:a16="http://schemas.microsoft.com/office/drawing/2014/main" id="{485EB1C8-28EB-4E47-B1AC-5852F1870347}"/>
              </a:ext>
            </a:extLst>
          </p:cNvPr>
          <p:cNvGrpSpPr>
            <a:grpSpLocks/>
          </p:cNvGrpSpPr>
          <p:nvPr/>
        </p:nvGrpSpPr>
        <p:grpSpPr bwMode="auto">
          <a:xfrm>
            <a:off x="1219200" y="3838575"/>
            <a:ext cx="3429000" cy="990600"/>
            <a:chOff x="1488" y="1824"/>
            <a:chExt cx="2160" cy="624"/>
          </a:xfrm>
        </p:grpSpPr>
        <p:sp>
          <p:nvSpPr>
            <p:cNvPr id="58384" name="AutoShape 16" descr="新闻纸">
              <a:extLst>
                <a:ext uri="{FF2B5EF4-FFF2-40B4-BE49-F238E27FC236}">
                  <a16:creationId xmlns:a16="http://schemas.microsoft.com/office/drawing/2014/main" id="{61F871DC-FDFA-7846-8BBB-AE32C46B1B17}"/>
                </a:ext>
              </a:extLst>
            </p:cNvPr>
            <p:cNvSpPr>
              <a:spLocks noChangeArrowheads="1"/>
            </p:cNvSpPr>
            <p:nvPr/>
          </p:nvSpPr>
          <p:spPr bwMode="auto">
            <a:xfrm>
              <a:off x="1488" y="1824"/>
              <a:ext cx="2160" cy="624"/>
            </a:xfrm>
            <a:prstGeom prst="bevel">
              <a:avLst>
                <a:gd name="adj" fmla="val 8171"/>
              </a:avLst>
            </a:prstGeom>
            <a:blipFill dpi="0" rotWithShape="0">
              <a:blip r:embed="rId1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36876" name="Object 14">
              <a:extLst>
                <a:ext uri="{FF2B5EF4-FFF2-40B4-BE49-F238E27FC236}">
                  <a16:creationId xmlns:a16="http://schemas.microsoft.com/office/drawing/2014/main" id="{654ECE9B-E8DC-224D-9043-9230FEA438CE}"/>
                </a:ext>
              </a:extLst>
            </p:cNvPr>
            <p:cNvGraphicFramePr>
              <a:graphicFrameLocks noChangeAspect="1"/>
            </p:cNvGraphicFramePr>
            <p:nvPr/>
          </p:nvGraphicFramePr>
          <p:xfrm>
            <a:off x="1632" y="1872"/>
            <a:ext cx="1847" cy="484"/>
          </p:xfrm>
          <a:graphic>
            <a:graphicData uri="http://schemas.openxmlformats.org/presentationml/2006/ole">
              <mc:AlternateContent xmlns:mc="http://schemas.openxmlformats.org/markup-compatibility/2006">
                <mc:Choice xmlns:v="urn:schemas-microsoft-com:vml" Requires="v">
                  <p:oleObj name="Equation" r:id="rId13" imgW="31305500" imgH="9067800" progId="Equation.3">
                    <p:embed/>
                  </p:oleObj>
                </mc:Choice>
                <mc:Fallback>
                  <p:oleObj name="Equation" r:id="rId13" imgW="31305500" imgH="9067800" progId="Equation.3">
                    <p:embed/>
                    <p:pic>
                      <p:nvPicPr>
                        <p:cNvPr id="36876" name="Object 14">
                          <a:extLst>
                            <a:ext uri="{FF2B5EF4-FFF2-40B4-BE49-F238E27FC236}">
                              <a16:creationId xmlns:a16="http://schemas.microsoft.com/office/drawing/2014/main" id="{654ECE9B-E8DC-224D-9043-9230FEA438C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32" y="1872"/>
                          <a:ext cx="1847" cy="4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58386" name="AutoShape 18">
            <a:extLst>
              <a:ext uri="{FF2B5EF4-FFF2-40B4-BE49-F238E27FC236}">
                <a16:creationId xmlns:a16="http://schemas.microsoft.com/office/drawing/2014/main" id="{CB724BD8-79D3-D942-8CCF-35EBF79DA1BC}"/>
              </a:ext>
            </a:extLst>
          </p:cNvPr>
          <p:cNvSpPr>
            <a:spLocks noChangeArrowheads="1"/>
          </p:cNvSpPr>
          <p:nvPr/>
        </p:nvSpPr>
        <p:spPr bwMode="auto">
          <a:xfrm>
            <a:off x="5029200" y="3762375"/>
            <a:ext cx="3581400" cy="1143000"/>
          </a:xfrm>
          <a:prstGeom prst="wedgeEllipseCallout">
            <a:avLst>
              <a:gd name="adj1" fmla="val -61213"/>
              <a:gd name="adj2" fmla="val 139"/>
            </a:avLst>
          </a:prstGeom>
          <a:gradFill rotWithShape="0">
            <a:gsLst>
              <a:gs pos="0">
                <a:srgbClr val="C0C0C0"/>
              </a:gs>
              <a:gs pos="50000">
                <a:schemeClr val="bg1"/>
              </a:gs>
              <a:gs pos="100000">
                <a:srgbClr val="C0C0C0"/>
              </a:gs>
            </a:gsLst>
            <a:lin ang="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zh-CN" altLang="en-US" sz="2400" b="1">
                <a:latin typeface="Times New Roman" charset="0"/>
                <a:ea typeface="ＭＳ Ｐゴシック" charset="0"/>
                <a:cs typeface="楷体_GB2312" charset="0"/>
              </a:rPr>
              <a:t>这里有</a:t>
            </a:r>
            <a:r>
              <a:rPr lang="en-US" altLang="zh-CN" sz="2400" b="1">
                <a:latin typeface="Times New Roman" charset="0"/>
                <a:ea typeface="ＭＳ Ｐゴシック" charset="0"/>
                <a:cs typeface="楷体_GB2312" charset="0"/>
              </a:rPr>
              <a:t>     </a:t>
            </a:r>
            <a:r>
              <a:rPr lang="zh-CN" altLang="en-US" sz="2400" b="1">
                <a:latin typeface="Times New Roman" charset="0"/>
                <a:ea typeface="ＭＳ Ｐゴシック" charset="0"/>
                <a:cs typeface="楷体_GB2312" charset="0"/>
              </a:rPr>
              <a:t>个未知数，</a:t>
            </a:r>
            <a:r>
              <a:rPr lang="en-US" altLang="zh-CN" sz="2400" b="1">
                <a:latin typeface="Times New Roman" charset="0"/>
                <a:ea typeface="ＭＳ Ｐゴシック" charset="0"/>
                <a:cs typeface="楷体_GB2312" charset="0"/>
              </a:rPr>
              <a:t>     </a:t>
            </a:r>
            <a:r>
              <a:rPr lang="zh-CN" altLang="en-US" sz="2400" b="1">
                <a:latin typeface="Times New Roman" charset="0"/>
                <a:ea typeface="ＭＳ Ｐゴシック" charset="0"/>
                <a:cs typeface="楷体_GB2312" charset="0"/>
              </a:rPr>
              <a:t>个方程。</a:t>
            </a:r>
            <a:endParaRPr lang="en-US" altLang="zh-CN" sz="2400" b="1">
              <a:latin typeface="Times New Roman" charset="0"/>
              <a:ea typeface="ＭＳ Ｐゴシック" charset="0"/>
              <a:cs typeface="楷体_GB2312" charset="0"/>
            </a:endParaRPr>
          </a:p>
        </p:txBody>
      </p:sp>
      <p:sp>
        <p:nvSpPr>
          <p:cNvPr id="58387" name="Rectangle 19">
            <a:extLst>
              <a:ext uri="{FF2B5EF4-FFF2-40B4-BE49-F238E27FC236}">
                <a16:creationId xmlns:a16="http://schemas.microsoft.com/office/drawing/2014/main" id="{E1870A07-2969-CA48-9217-5B07C1421CC5}"/>
              </a:ext>
            </a:extLst>
          </p:cNvPr>
          <p:cNvSpPr>
            <a:spLocks noChangeArrowheads="1"/>
          </p:cNvSpPr>
          <p:nvPr/>
        </p:nvSpPr>
        <p:spPr bwMode="auto">
          <a:xfrm>
            <a:off x="6629400" y="3990975"/>
            <a:ext cx="3810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zh-CN" sz="2400" b="1">
                <a:solidFill>
                  <a:schemeClr val="accent2"/>
                </a:solidFill>
                <a:latin typeface="Times New Roman" charset="0"/>
                <a:ea typeface="楷体_GB2312" charset="0"/>
                <a:cs typeface="楷体_GB2312" charset="0"/>
              </a:rPr>
              <a:t>3</a:t>
            </a:r>
          </a:p>
        </p:txBody>
      </p:sp>
      <p:sp>
        <p:nvSpPr>
          <p:cNvPr id="58388" name="Rectangle 20">
            <a:extLst>
              <a:ext uri="{FF2B5EF4-FFF2-40B4-BE49-F238E27FC236}">
                <a16:creationId xmlns:a16="http://schemas.microsoft.com/office/drawing/2014/main" id="{E8D90098-77F9-9442-8951-51222CCC746C}"/>
              </a:ext>
            </a:extLst>
          </p:cNvPr>
          <p:cNvSpPr>
            <a:spLocks noChangeArrowheads="1"/>
          </p:cNvSpPr>
          <p:nvPr/>
        </p:nvSpPr>
        <p:spPr bwMode="auto">
          <a:xfrm>
            <a:off x="6248400" y="4371975"/>
            <a:ext cx="3810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tLang="zh-CN" sz="2400" b="1">
                <a:solidFill>
                  <a:schemeClr val="accent2"/>
                </a:solidFill>
                <a:latin typeface="Times New Roman" charset="0"/>
                <a:ea typeface="楷体_GB2312" charset="0"/>
                <a:cs typeface="楷体_GB2312" charset="0"/>
              </a:rPr>
              <a:t>2</a:t>
            </a:r>
          </a:p>
        </p:txBody>
      </p:sp>
      <p:sp>
        <p:nvSpPr>
          <p:cNvPr id="58390" name="Text Box 22">
            <a:extLst>
              <a:ext uri="{FF2B5EF4-FFF2-40B4-BE49-F238E27FC236}">
                <a16:creationId xmlns:a16="http://schemas.microsoft.com/office/drawing/2014/main" id="{082C2C24-3890-2F41-AD5D-62980AFD1720}"/>
              </a:ext>
            </a:extLst>
          </p:cNvPr>
          <p:cNvSpPr txBox="1">
            <a:spLocks noChangeArrowheads="1"/>
          </p:cNvSpPr>
          <p:nvPr/>
        </p:nvSpPr>
        <p:spPr bwMode="auto">
          <a:xfrm>
            <a:off x="533400" y="4981575"/>
            <a:ext cx="8001000" cy="968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20000"/>
              </a:lnSpc>
              <a:defRPr/>
            </a:pPr>
            <a:r>
              <a:rPr lang="zh-CN" altLang="en-US" sz="2400" b="1"/>
              <a:t>存在</a:t>
            </a:r>
            <a:r>
              <a:rPr lang="zh-CN" altLang="en-US" sz="2400" b="1">
                <a:solidFill>
                  <a:schemeClr val="accent2"/>
                </a:solidFill>
              </a:rPr>
              <a:t>无穷多个解</a:t>
            </a:r>
            <a:r>
              <a:rPr lang="zh-CN" altLang="en-US" sz="2400" b="1"/>
              <a:t>。所有满足上式的格式统称为</a:t>
            </a:r>
            <a:r>
              <a:rPr lang="en-US" altLang="zh-CN" sz="2400" b="1">
                <a:solidFill>
                  <a:schemeClr val="accent2"/>
                </a:solidFill>
              </a:rPr>
              <a:t>2</a:t>
            </a:r>
            <a:r>
              <a:rPr lang="zh-CN" altLang="en-US" sz="2400" b="1">
                <a:solidFill>
                  <a:schemeClr val="accent2"/>
                </a:solidFill>
              </a:rPr>
              <a:t>阶龙格</a:t>
            </a:r>
            <a:r>
              <a:rPr lang="en-US" altLang="zh-CN" sz="2400" b="1">
                <a:solidFill>
                  <a:schemeClr val="accent2"/>
                </a:solidFill>
              </a:rPr>
              <a:t> </a:t>
            </a:r>
            <a:r>
              <a:rPr lang="en-US" altLang="zh-CN" sz="2400" b="1">
                <a:solidFill>
                  <a:schemeClr val="accent2"/>
                </a:solidFill>
                <a:cs typeface="Times New Roman" charset="0"/>
              </a:rPr>
              <a:t>- </a:t>
            </a:r>
            <a:r>
              <a:rPr lang="zh-CN" altLang="en-US" sz="2400" b="1">
                <a:solidFill>
                  <a:schemeClr val="accent2"/>
                </a:solidFill>
                <a:latin typeface="楷体_GB2312" charset="0"/>
              </a:rPr>
              <a:t>库塔格式</a:t>
            </a:r>
            <a:r>
              <a:rPr lang="zh-CN" altLang="en-US" sz="2400" b="1">
                <a:latin typeface="楷体_GB2312" charset="0"/>
              </a:rPr>
              <a:t>。</a:t>
            </a:r>
            <a:endParaRPr lang="en-US" altLang="zh-CN" sz="2400" b="1">
              <a:latin typeface="楷体_GB2312" charset="0"/>
            </a:endParaRPr>
          </a:p>
        </p:txBody>
      </p:sp>
    </p:spTree>
    <p:extLst>
      <p:ext uri="{BB962C8B-B14F-4D97-AF65-F5344CB8AC3E}">
        <p14:creationId xmlns:p14="http://schemas.microsoft.com/office/powerpoint/2010/main" val="551184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8374"/>
                                        </p:tgtEl>
                                        <p:attrNameLst>
                                          <p:attrName>style.visibility</p:attrName>
                                        </p:attrNameLst>
                                      </p:cBhvr>
                                      <p:to>
                                        <p:strVal val="visible"/>
                                      </p:to>
                                    </p:set>
                                    <p:animEffect transition="in" filter="wipe(left)">
                                      <p:cBhvr>
                                        <p:cTn id="7" dur="500"/>
                                        <p:tgtEl>
                                          <p:spTgt spid="58374"/>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8377"/>
                                        </p:tgtEl>
                                        <p:attrNameLst>
                                          <p:attrName>style.visibility</p:attrName>
                                        </p:attrNameLst>
                                      </p:cBhvr>
                                      <p:to>
                                        <p:strVal val="visible"/>
                                      </p:to>
                                    </p:set>
                                    <p:animEffect transition="in" filter="wipe(left)">
                                      <p:cBhvr>
                                        <p:cTn id="12" dur="500"/>
                                        <p:tgtEl>
                                          <p:spTgt spid="58377"/>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8378"/>
                                        </p:tgtEl>
                                        <p:attrNameLst>
                                          <p:attrName>style.visibility</p:attrName>
                                        </p:attrNameLst>
                                      </p:cBhvr>
                                      <p:to>
                                        <p:strVal val="visible"/>
                                      </p:to>
                                    </p:set>
                                    <p:animEffect transition="in" filter="wipe(left)">
                                      <p:cBhvr>
                                        <p:cTn id="17" dur="500"/>
                                        <p:tgtEl>
                                          <p:spTgt spid="58378"/>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8383"/>
                                        </p:tgtEl>
                                        <p:attrNameLst>
                                          <p:attrName>style.visibility</p:attrName>
                                        </p:attrNameLst>
                                      </p:cBhvr>
                                      <p:to>
                                        <p:strVal val="visible"/>
                                      </p:to>
                                    </p:set>
                                    <p:animEffect transition="in" filter="wipe(left)">
                                      <p:cBhvr>
                                        <p:cTn id="22" dur="500"/>
                                        <p:tgtEl>
                                          <p:spTgt spid="58383"/>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58385"/>
                                        </p:tgtEl>
                                        <p:attrNameLst>
                                          <p:attrName>style.visibility</p:attrName>
                                        </p:attrNameLst>
                                      </p:cBhvr>
                                      <p:to>
                                        <p:strVal val="visible"/>
                                      </p:to>
                                    </p:set>
                                    <p:animEffect transition="in" filter="wipe(up)">
                                      <p:cBhvr>
                                        <p:cTn id="27" dur="500"/>
                                        <p:tgtEl>
                                          <p:spTgt spid="58385"/>
                                        </p:tgtEl>
                                      </p:cBhvr>
                                    </p:animEffect>
                                  </p:childTnLst>
                                  <p:subTnLst>
                                    <p:audio>
                                      <p:cMediaNode>
                                        <p:cTn display="0" masterRel="sameClick">
                                          <p:stCondLst>
                                            <p:cond evt="begin" delay="0">
                                              <p:tn val="25"/>
                                            </p:cond>
                                          </p:stCondLst>
                                          <p:endCondLst>
                                            <p:cond evt="onStopAudio" delay="0">
                                              <p:tgtEl>
                                                <p:sldTgt/>
                                              </p:tgtEl>
                                            </p:cond>
                                          </p:endCondLst>
                                        </p:cTn>
                                        <p:tgtEl>
                                          <p:sndTgt r:embed="rId3" name="cashreg.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8386"/>
                                        </p:tgtEl>
                                        <p:attrNameLst>
                                          <p:attrName>style.visibility</p:attrName>
                                        </p:attrNameLst>
                                      </p:cBhvr>
                                      <p:to>
                                        <p:strVal val="visible"/>
                                      </p:to>
                                    </p:set>
                                    <p:animEffect transition="in" filter="wipe(left)">
                                      <p:cBhvr>
                                        <p:cTn id="32" dur="500"/>
                                        <p:tgtEl>
                                          <p:spTgt spid="58386"/>
                                        </p:tgtEl>
                                      </p:cBhvr>
                                    </p:animEffect>
                                  </p:childTnLst>
                                  <p:subTnLst>
                                    <p:audio>
                                      <p:cMediaNode>
                                        <p:cTn display="0" masterRel="sameClick">
                                          <p:stCondLst>
                                            <p:cond evt="begin" delay="0">
                                              <p:tn val="30"/>
                                            </p:cond>
                                          </p:stCondLst>
                                          <p:endCondLst>
                                            <p:cond evt="onStopAudio" delay="0">
                                              <p:tgtEl>
                                                <p:sldTgt/>
                                              </p:tgtEl>
                                            </p:cond>
                                          </p:endCondLst>
                                        </p:cTn>
                                        <p:tgtEl>
                                          <p:sndTgt r:embed="rId4"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8387"/>
                                        </p:tgtEl>
                                        <p:attrNameLst>
                                          <p:attrName>style.visibility</p:attrName>
                                        </p:attrNameLst>
                                      </p:cBhvr>
                                      <p:to>
                                        <p:strVal val="visible"/>
                                      </p:to>
                                    </p:set>
                                    <p:animEffect transition="in" filter="wipe(up)">
                                      <p:cBhvr>
                                        <p:cTn id="37" dur="500"/>
                                        <p:tgtEl>
                                          <p:spTgt spid="58387"/>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58388"/>
                                        </p:tgtEl>
                                        <p:attrNameLst>
                                          <p:attrName>style.visibility</p:attrName>
                                        </p:attrNameLst>
                                      </p:cBhvr>
                                      <p:to>
                                        <p:strVal val="visible"/>
                                      </p:to>
                                    </p:set>
                                    <p:animEffect transition="in" filter="wipe(up)">
                                      <p:cBhvr>
                                        <p:cTn id="42" dur="500"/>
                                        <p:tgtEl>
                                          <p:spTgt spid="58388"/>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58390"/>
                                        </p:tgtEl>
                                        <p:attrNameLst>
                                          <p:attrName>style.visibility</p:attrName>
                                        </p:attrNameLst>
                                      </p:cBhvr>
                                      <p:to>
                                        <p:strVal val="visible"/>
                                      </p:to>
                                    </p:set>
                                    <p:animEffect transition="in" filter="wipe(up)">
                                      <p:cBhvr>
                                        <p:cTn id="47" dur="500"/>
                                        <p:tgtEl>
                                          <p:spTgt spid="58390"/>
                                        </p:tgtEl>
                                      </p:cBhvr>
                                    </p:animEffect>
                                  </p:childTnLst>
                                  <p:subTnLst>
                                    <p:audio>
                                      <p:cMediaNode>
                                        <p:cTn display="0" masterRel="sameClick">
                                          <p:stCondLst>
                                            <p:cond evt="begin" delay="0">
                                              <p:tn val="4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4" grpId="0" autoUpdateAnimBg="0"/>
      <p:bldP spid="58386" grpId="0" animBg="1" autoUpdateAnimBg="0"/>
      <p:bldP spid="58387" grpId="0" autoUpdateAnimBg="0"/>
      <p:bldP spid="58388" grpId="0" autoUpdateAnimBg="0"/>
      <p:bldP spid="5839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Text Box 4">
            <a:extLst>
              <a:ext uri="{FF2B5EF4-FFF2-40B4-BE49-F238E27FC236}">
                <a16:creationId xmlns:a16="http://schemas.microsoft.com/office/drawing/2014/main" id="{9CDD5CC4-1BE1-3F4D-9CAA-E0A6606C0A0E}"/>
              </a:ext>
            </a:extLst>
          </p:cNvPr>
          <p:cNvSpPr txBox="1">
            <a:spLocks noChangeArrowheads="1"/>
          </p:cNvSpPr>
          <p:nvPr/>
        </p:nvSpPr>
        <p:spPr bwMode="auto">
          <a:xfrm>
            <a:off x="1270000" y="2316163"/>
            <a:ext cx="40417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ctr" eaLnBrk="1" hangingPunct="1"/>
            <a:r>
              <a:rPr lang="en-US" altLang="zh-CN" sz="2400" b="1"/>
              <a:t> </a:t>
            </a:r>
            <a:endParaRPr lang="en-US" altLang="zh-CN" sz="2000">
              <a:latin typeface="Tahoma" panose="020B0604030504040204" pitchFamily="34" charset="0"/>
            </a:endParaRPr>
          </a:p>
        </p:txBody>
      </p:sp>
      <p:graphicFrame>
        <p:nvGraphicFramePr>
          <p:cNvPr id="73733" name="Object 5">
            <a:extLst>
              <a:ext uri="{FF2B5EF4-FFF2-40B4-BE49-F238E27FC236}">
                <a16:creationId xmlns:a16="http://schemas.microsoft.com/office/drawing/2014/main" id="{2A2416EB-011A-F545-8285-AEF63538281A}"/>
              </a:ext>
            </a:extLst>
          </p:cNvPr>
          <p:cNvGraphicFramePr>
            <a:graphicFrameLocks noChangeAspect="1"/>
          </p:cNvGraphicFramePr>
          <p:nvPr/>
        </p:nvGraphicFramePr>
        <p:xfrm>
          <a:off x="5076825" y="1557338"/>
          <a:ext cx="3529013" cy="2233612"/>
        </p:xfrm>
        <a:graphic>
          <a:graphicData uri="http://schemas.openxmlformats.org/presentationml/2006/ole">
            <mc:AlternateContent xmlns:mc="http://schemas.openxmlformats.org/markup-compatibility/2006">
              <mc:Choice xmlns:v="urn:schemas-microsoft-com:vml" Requires="v">
                <p:oleObj name="Equation" r:id="rId3" imgW="38912800" imgH="24574500" progId="Equation.3">
                  <p:embed/>
                </p:oleObj>
              </mc:Choice>
              <mc:Fallback>
                <p:oleObj name="Equation" r:id="rId3" imgW="38912800" imgH="24574500" progId="Equation.3">
                  <p:embed/>
                  <p:pic>
                    <p:nvPicPr>
                      <p:cNvPr id="73733" name="Object 5">
                        <a:extLst>
                          <a:ext uri="{FF2B5EF4-FFF2-40B4-BE49-F238E27FC236}">
                            <a16:creationId xmlns:a16="http://schemas.microsoft.com/office/drawing/2014/main" id="{2A2416EB-011A-F545-8285-AEF6353828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1557338"/>
                        <a:ext cx="3529013" cy="223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4">
            <a:extLst>
              <a:ext uri="{FF2B5EF4-FFF2-40B4-BE49-F238E27FC236}">
                <a16:creationId xmlns:a16="http://schemas.microsoft.com/office/drawing/2014/main" id="{071D12F6-83E4-7E41-96EF-216F4C552EAF}"/>
              </a:ext>
            </a:extLst>
          </p:cNvPr>
          <p:cNvGraphicFramePr>
            <a:graphicFrameLocks noChangeAspect="1"/>
          </p:cNvGraphicFramePr>
          <p:nvPr/>
        </p:nvGraphicFramePr>
        <p:xfrm>
          <a:off x="1116013" y="2492375"/>
          <a:ext cx="2522537" cy="768350"/>
        </p:xfrm>
        <a:graphic>
          <a:graphicData uri="http://schemas.openxmlformats.org/presentationml/2006/ole">
            <mc:AlternateContent xmlns:mc="http://schemas.openxmlformats.org/markup-compatibility/2006">
              <mc:Choice xmlns:v="urn:schemas-microsoft-com:vml" Requires="v">
                <p:oleObj name="Equation" r:id="rId5" imgW="1168400" imgH="393700" progId="Equation.3">
                  <p:embed/>
                </p:oleObj>
              </mc:Choice>
              <mc:Fallback>
                <p:oleObj name="Equation" r:id="rId5" imgW="1168400" imgH="393700" progId="Equation.3">
                  <p:embed/>
                  <p:pic>
                    <p:nvPicPr>
                      <p:cNvPr id="7" name="Object 14">
                        <a:extLst>
                          <a:ext uri="{FF2B5EF4-FFF2-40B4-BE49-F238E27FC236}">
                            <a16:creationId xmlns:a16="http://schemas.microsoft.com/office/drawing/2014/main" id="{071D12F6-83E4-7E41-96EF-216F4C552E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2492375"/>
                        <a:ext cx="2522537"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14">
            <a:extLst>
              <a:ext uri="{FF2B5EF4-FFF2-40B4-BE49-F238E27FC236}">
                <a16:creationId xmlns:a16="http://schemas.microsoft.com/office/drawing/2014/main" id="{5D1D9E34-940C-8F43-8196-92ACE61A37B7}"/>
              </a:ext>
            </a:extLst>
          </p:cNvPr>
          <p:cNvGraphicFramePr>
            <a:graphicFrameLocks noChangeAspect="1"/>
          </p:cNvGraphicFramePr>
          <p:nvPr/>
        </p:nvGraphicFramePr>
        <p:xfrm>
          <a:off x="933450" y="4868863"/>
          <a:ext cx="2741613" cy="768350"/>
        </p:xfrm>
        <a:graphic>
          <a:graphicData uri="http://schemas.openxmlformats.org/presentationml/2006/ole">
            <mc:AlternateContent xmlns:mc="http://schemas.openxmlformats.org/markup-compatibility/2006">
              <mc:Choice xmlns:v="urn:schemas-microsoft-com:vml" Requires="v">
                <p:oleObj name="Equation" r:id="rId7" imgW="1270000" imgH="393700" progId="Equation.3">
                  <p:embed/>
                </p:oleObj>
              </mc:Choice>
              <mc:Fallback>
                <p:oleObj name="Equation" r:id="rId7" imgW="1270000" imgH="393700" progId="Equation.3">
                  <p:embed/>
                  <p:pic>
                    <p:nvPicPr>
                      <p:cNvPr id="8" name="Object 14">
                        <a:extLst>
                          <a:ext uri="{FF2B5EF4-FFF2-40B4-BE49-F238E27FC236}">
                            <a16:creationId xmlns:a16="http://schemas.microsoft.com/office/drawing/2014/main" id="{5D1D9E34-940C-8F43-8196-92ACE61A37B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450" y="4868863"/>
                        <a:ext cx="2741613"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6">
            <a:extLst>
              <a:ext uri="{FF2B5EF4-FFF2-40B4-BE49-F238E27FC236}">
                <a16:creationId xmlns:a16="http://schemas.microsoft.com/office/drawing/2014/main" id="{3743CBAB-0913-C443-9E00-1FA18CA4AD4E}"/>
              </a:ext>
            </a:extLst>
          </p:cNvPr>
          <p:cNvGraphicFramePr>
            <a:graphicFrameLocks noChangeAspect="1"/>
          </p:cNvGraphicFramePr>
          <p:nvPr/>
        </p:nvGraphicFramePr>
        <p:xfrm>
          <a:off x="5076825" y="4365625"/>
          <a:ext cx="3279775" cy="2093913"/>
        </p:xfrm>
        <a:graphic>
          <a:graphicData uri="http://schemas.openxmlformats.org/presentationml/2006/ole">
            <mc:AlternateContent xmlns:mc="http://schemas.openxmlformats.org/markup-compatibility/2006">
              <mc:Choice xmlns:v="urn:schemas-microsoft-com:vml" Requires="v">
                <p:oleObj name="Equation" r:id="rId9" imgW="38620700" imgH="24574500" progId="Equation.3">
                  <p:embed/>
                </p:oleObj>
              </mc:Choice>
              <mc:Fallback>
                <p:oleObj name="Equation" r:id="rId9" imgW="38620700" imgH="24574500" progId="Equation.3">
                  <p:embed/>
                  <p:pic>
                    <p:nvPicPr>
                      <p:cNvPr id="9" name="Object 6">
                        <a:extLst>
                          <a:ext uri="{FF2B5EF4-FFF2-40B4-BE49-F238E27FC236}">
                            <a16:creationId xmlns:a16="http://schemas.microsoft.com/office/drawing/2014/main" id="{3743CBAB-0913-C443-9E00-1FA18CA4AD4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825" y="4365625"/>
                        <a:ext cx="3279775" cy="209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C8877978-3248-2D48-9230-3B325C049903}"/>
              </a:ext>
            </a:extLst>
          </p:cNvPr>
          <p:cNvSpPr>
            <a:spLocks noChangeArrowheads="1"/>
          </p:cNvSpPr>
          <p:nvPr/>
        </p:nvSpPr>
        <p:spPr bwMode="auto">
          <a:xfrm>
            <a:off x="0" y="2565400"/>
            <a:ext cx="1004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b="1"/>
              <a:t>取</a:t>
            </a:r>
            <a:endParaRPr lang="en-US" altLang="en-CN"/>
          </a:p>
        </p:txBody>
      </p:sp>
      <p:sp>
        <p:nvSpPr>
          <p:cNvPr id="11" name="Rectangle 10">
            <a:extLst>
              <a:ext uri="{FF2B5EF4-FFF2-40B4-BE49-F238E27FC236}">
                <a16:creationId xmlns:a16="http://schemas.microsoft.com/office/drawing/2014/main" id="{5B421907-C34C-C149-BBA9-153708104B12}"/>
              </a:ext>
            </a:extLst>
          </p:cNvPr>
          <p:cNvSpPr>
            <a:spLocks noChangeArrowheads="1"/>
          </p:cNvSpPr>
          <p:nvPr/>
        </p:nvSpPr>
        <p:spPr bwMode="auto">
          <a:xfrm>
            <a:off x="-107950" y="5013325"/>
            <a:ext cx="10048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buFont typeface="Wingdings" pitchFamily="2" charset="2"/>
              <a:buChar char="Ø"/>
            </a:pPr>
            <a:r>
              <a:rPr lang="zh-CN" altLang="en-US" b="1"/>
              <a:t>取</a:t>
            </a:r>
            <a:endParaRPr lang="en-US" altLang="en-CN"/>
          </a:p>
        </p:txBody>
      </p:sp>
      <p:sp>
        <p:nvSpPr>
          <p:cNvPr id="3" name="Rectangle 2">
            <a:extLst>
              <a:ext uri="{FF2B5EF4-FFF2-40B4-BE49-F238E27FC236}">
                <a16:creationId xmlns:a16="http://schemas.microsoft.com/office/drawing/2014/main" id="{0980234F-0FC9-9140-BED2-59EE225664C0}"/>
              </a:ext>
            </a:extLst>
          </p:cNvPr>
          <p:cNvSpPr>
            <a:spLocks noChangeArrowheads="1"/>
          </p:cNvSpPr>
          <p:nvPr/>
        </p:nvSpPr>
        <p:spPr bwMode="auto">
          <a:xfrm>
            <a:off x="4140200" y="2565400"/>
            <a:ext cx="5683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13" name="Rectangle 12">
            <a:extLst>
              <a:ext uri="{FF2B5EF4-FFF2-40B4-BE49-F238E27FC236}">
                <a16:creationId xmlns:a16="http://schemas.microsoft.com/office/drawing/2014/main" id="{1F8E620A-12F6-FC4D-B069-92ACF7BF34CB}"/>
              </a:ext>
            </a:extLst>
          </p:cNvPr>
          <p:cNvSpPr>
            <a:spLocks noChangeArrowheads="1"/>
          </p:cNvSpPr>
          <p:nvPr/>
        </p:nvSpPr>
        <p:spPr bwMode="auto">
          <a:xfrm>
            <a:off x="4140200" y="5157788"/>
            <a:ext cx="5683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grpSp>
        <p:nvGrpSpPr>
          <p:cNvPr id="14" name="Group 17">
            <a:extLst>
              <a:ext uri="{FF2B5EF4-FFF2-40B4-BE49-F238E27FC236}">
                <a16:creationId xmlns:a16="http://schemas.microsoft.com/office/drawing/2014/main" id="{C5C011F9-987A-1E40-B5EE-FFDDF263E4DD}"/>
              </a:ext>
            </a:extLst>
          </p:cNvPr>
          <p:cNvGrpSpPr>
            <a:grpSpLocks/>
          </p:cNvGrpSpPr>
          <p:nvPr/>
        </p:nvGrpSpPr>
        <p:grpSpPr bwMode="auto">
          <a:xfrm>
            <a:off x="2268538" y="333375"/>
            <a:ext cx="3429000" cy="990600"/>
            <a:chOff x="1488" y="1824"/>
            <a:chExt cx="2160" cy="624"/>
          </a:xfrm>
        </p:grpSpPr>
        <p:sp>
          <p:nvSpPr>
            <p:cNvPr id="15" name="AutoShape 16" descr="新闻纸">
              <a:extLst>
                <a:ext uri="{FF2B5EF4-FFF2-40B4-BE49-F238E27FC236}">
                  <a16:creationId xmlns:a16="http://schemas.microsoft.com/office/drawing/2014/main" id="{1448D1A4-E778-FB4D-9E34-B82ED3CAF29B}"/>
                </a:ext>
              </a:extLst>
            </p:cNvPr>
            <p:cNvSpPr>
              <a:spLocks noChangeArrowheads="1"/>
            </p:cNvSpPr>
            <p:nvPr/>
          </p:nvSpPr>
          <p:spPr bwMode="auto">
            <a:xfrm>
              <a:off x="1488" y="1824"/>
              <a:ext cx="2160" cy="624"/>
            </a:xfrm>
            <a:prstGeom prst="bevel">
              <a:avLst>
                <a:gd name="adj" fmla="val 8171"/>
              </a:avLst>
            </a:prstGeom>
            <a:blipFill dpi="0" rotWithShape="0">
              <a:blip r:embed="rId11"/>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37902" name="Object 14">
              <a:extLst>
                <a:ext uri="{FF2B5EF4-FFF2-40B4-BE49-F238E27FC236}">
                  <a16:creationId xmlns:a16="http://schemas.microsoft.com/office/drawing/2014/main" id="{074BA9DD-73D0-A04F-966F-CEBA2407631A}"/>
                </a:ext>
              </a:extLst>
            </p:cNvPr>
            <p:cNvGraphicFramePr>
              <a:graphicFrameLocks noChangeAspect="1"/>
            </p:cNvGraphicFramePr>
            <p:nvPr/>
          </p:nvGraphicFramePr>
          <p:xfrm>
            <a:off x="1632" y="1872"/>
            <a:ext cx="1847" cy="484"/>
          </p:xfrm>
          <a:graphic>
            <a:graphicData uri="http://schemas.openxmlformats.org/presentationml/2006/ole">
              <mc:AlternateContent xmlns:mc="http://schemas.openxmlformats.org/markup-compatibility/2006">
                <mc:Choice xmlns:v="urn:schemas-microsoft-com:vml" Requires="v">
                  <p:oleObj name="Equation" r:id="rId12" imgW="31305500" imgH="9067800" progId="Equation.3">
                    <p:embed/>
                  </p:oleObj>
                </mc:Choice>
                <mc:Fallback>
                  <p:oleObj name="Equation" r:id="rId12" imgW="31305500" imgH="9067800" progId="Equation.3">
                    <p:embed/>
                    <p:pic>
                      <p:nvPicPr>
                        <p:cNvPr id="37902" name="Object 14">
                          <a:extLst>
                            <a:ext uri="{FF2B5EF4-FFF2-40B4-BE49-F238E27FC236}">
                              <a16:creationId xmlns:a16="http://schemas.microsoft.com/office/drawing/2014/main" id="{074BA9DD-73D0-A04F-966F-CEBA2407631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32" y="1872"/>
                          <a:ext cx="1847" cy="4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17" name="Text Box 5">
            <a:extLst>
              <a:ext uri="{FF2B5EF4-FFF2-40B4-BE49-F238E27FC236}">
                <a16:creationId xmlns:a16="http://schemas.microsoft.com/office/drawing/2014/main" id="{3483CC66-0E6A-7649-93C9-DE3E4BBAC2DB}"/>
              </a:ext>
            </a:extLst>
          </p:cNvPr>
          <p:cNvSpPr txBox="1">
            <a:spLocks noChangeArrowheads="1"/>
          </p:cNvSpPr>
          <p:nvPr/>
        </p:nvSpPr>
        <p:spPr bwMode="auto">
          <a:xfrm>
            <a:off x="5076825" y="6356350"/>
            <a:ext cx="34258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ctr" eaLnBrk="1" hangingPunct="1">
              <a:spcBef>
                <a:spcPct val="50000"/>
              </a:spcBef>
              <a:defRPr/>
            </a:pPr>
            <a:r>
              <a:rPr lang="zh-CN" altLang="en-US" sz="2400" b="1">
                <a:solidFill>
                  <a:srgbClr val="0000FF"/>
                </a:solidFill>
                <a:latin typeface="宋体" charset="0"/>
              </a:rPr>
              <a:t>中点公式</a:t>
            </a:r>
            <a:r>
              <a:rPr lang="en-US" altLang="zh-CN" sz="2400">
                <a:solidFill>
                  <a:srgbClr val="0000FF"/>
                </a:solidFill>
                <a:latin typeface="Tahoma" charset="0"/>
              </a:rPr>
              <a:t> </a:t>
            </a:r>
          </a:p>
        </p:txBody>
      </p:sp>
      <p:sp>
        <p:nvSpPr>
          <p:cNvPr id="4" name="Rectangle 3">
            <a:extLst>
              <a:ext uri="{FF2B5EF4-FFF2-40B4-BE49-F238E27FC236}">
                <a16:creationId xmlns:a16="http://schemas.microsoft.com/office/drawing/2014/main" id="{371C1F01-7FC5-0E4F-8E32-31E35F8D619C}"/>
              </a:ext>
            </a:extLst>
          </p:cNvPr>
          <p:cNvSpPr>
            <a:spLocks noChangeArrowheads="1"/>
          </p:cNvSpPr>
          <p:nvPr/>
        </p:nvSpPr>
        <p:spPr bwMode="auto">
          <a:xfrm>
            <a:off x="5367338" y="3716338"/>
            <a:ext cx="2876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pPr>
            <a:r>
              <a:rPr lang="zh-CN" altLang="en-US" b="1">
                <a:solidFill>
                  <a:srgbClr val="0000FF"/>
                </a:solidFill>
                <a:latin typeface="宋体" panose="02010600030101010101" pitchFamily="2" charset="-122"/>
              </a:rPr>
              <a:t>改进的</a:t>
            </a:r>
            <a:r>
              <a:rPr lang="en-US" altLang="zh-CN" b="1">
                <a:solidFill>
                  <a:srgbClr val="0000FF"/>
                </a:solidFill>
                <a:latin typeface="宋体" panose="02010600030101010101" pitchFamily="2" charset="-122"/>
              </a:rPr>
              <a:t>Euler</a:t>
            </a:r>
            <a:r>
              <a:rPr lang="zh-CN" altLang="en-US" b="1">
                <a:solidFill>
                  <a:srgbClr val="0000FF"/>
                </a:solidFill>
                <a:latin typeface="宋体" panose="02010600030101010101" pitchFamily="2" charset="-122"/>
              </a:rPr>
              <a:t>公式</a:t>
            </a:r>
            <a:r>
              <a:rPr lang="en-US" altLang="zh-CN">
                <a:solidFill>
                  <a:srgbClr val="0000FF"/>
                </a:solidFill>
                <a:latin typeface="Tahoma" panose="020B0604030504040204" pitchFamily="34" charset="0"/>
              </a:rPr>
              <a:t> </a:t>
            </a:r>
          </a:p>
        </p:txBody>
      </p:sp>
    </p:spTree>
    <p:extLst>
      <p:ext uri="{BB962C8B-B14F-4D97-AF65-F5344CB8AC3E}">
        <p14:creationId xmlns:p14="http://schemas.microsoft.com/office/powerpoint/2010/main" val="18741502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1000" fill="hold"/>
                                        <p:tgtEl>
                                          <p:spTgt spid="3"/>
                                        </p:tgtEl>
                                        <p:attrNameLst>
                                          <p:attrName>ppt_w</p:attrName>
                                        </p:attrNameLst>
                                      </p:cBhvr>
                                      <p:tavLst>
                                        <p:tav tm="0">
                                          <p:val>
                                            <p:strVal val="#ppt_w*0.70"/>
                                          </p:val>
                                        </p:tav>
                                        <p:tav tm="100000">
                                          <p:val>
                                            <p:strVal val="#ppt_w"/>
                                          </p:val>
                                        </p:tav>
                                      </p:tavLst>
                                    </p:anim>
                                    <p:anim calcmode="lin" valueType="num">
                                      <p:cBhvr>
                                        <p:cTn id="21" dur="1000" fill="hold"/>
                                        <p:tgtEl>
                                          <p:spTgt spid="3"/>
                                        </p:tgtEl>
                                        <p:attrNameLst>
                                          <p:attrName>ppt_h</p:attrName>
                                        </p:attrNameLst>
                                      </p:cBhvr>
                                      <p:tavLst>
                                        <p:tav tm="0">
                                          <p:val>
                                            <p:strVal val="#ppt_h"/>
                                          </p:val>
                                        </p:tav>
                                        <p:tav tm="100000">
                                          <p:val>
                                            <p:strVal val="#ppt_h"/>
                                          </p:val>
                                        </p:tav>
                                      </p:tavLst>
                                    </p:anim>
                                    <p:animEffect transition="in" filter="fade">
                                      <p:cBhvr>
                                        <p:cTn id="22" dur="10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73733"/>
                                        </p:tgtEl>
                                        <p:attrNameLst>
                                          <p:attrName>style.visibility</p:attrName>
                                        </p:attrNameLst>
                                      </p:cBhvr>
                                      <p:to>
                                        <p:strVal val="visible"/>
                                      </p:to>
                                    </p:set>
                                    <p:animEffect transition="in" filter="wipe(down)">
                                      <p:cBhvr>
                                        <p:cTn id="27" dur="500"/>
                                        <p:tgtEl>
                                          <p:spTgt spid="737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down)">
                                      <p:cBhvr>
                                        <p:cTn id="45" dur="500"/>
                                        <p:tgtEl>
                                          <p:spTgt spid="1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down)">
                                      <p:cBhvr>
                                        <p:cTn id="50" dur="500"/>
                                        <p:tgtEl>
                                          <p:spTgt spid="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down)">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3" grpId="0"/>
      <p:bldP spid="13" grpId="0"/>
      <p:bldP spid="17"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0697A9-C049-6441-87B8-E47F7274D2A6}"/>
              </a:ext>
            </a:extLst>
          </p:cNvPr>
          <p:cNvSpPr>
            <a:spLocks noChangeArrowheads="1"/>
          </p:cNvSpPr>
          <p:nvPr/>
        </p:nvSpPr>
        <p:spPr bwMode="auto">
          <a:xfrm>
            <a:off x="468313" y="1916113"/>
            <a:ext cx="8351837"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lnSpc>
                <a:spcPct val="130000"/>
              </a:lnSpc>
              <a:buFont typeface="Wingdings" pitchFamily="2" charset="2"/>
              <a:buChar char="Ø"/>
            </a:pPr>
            <a:r>
              <a:rPr lang="zh-CN" altLang="en-US">
                <a:latin typeface="楷体_GB2312" charset="0"/>
              </a:rPr>
              <a:t>能否在计算函数值次数不变的情况下</a:t>
            </a:r>
            <a:r>
              <a:rPr lang="en-US" altLang="zh-CN">
                <a:latin typeface="楷体_GB2312" charset="0"/>
              </a:rPr>
              <a:t>,</a:t>
            </a:r>
            <a:r>
              <a:rPr lang="zh-CN" altLang="en-US">
                <a:latin typeface="楷体_GB2312" charset="0"/>
              </a:rPr>
              <a:t>通过选择不同的参数值</a:t>
            </a:r>
            <a:r>
              <a:rPr lang="en-US" altLang="zh-CN">
                <a:latin typeface="楷体_GB2312" charset="0"/>
              </a:rPr>
              <a:t>,</a:t>
            </a:r>
            <a:r>
              <a:rPr lang="zh-CN" altLang="en-US">
                <a:latin typeface="楷体_GB2312" charset="0"/>
              </a:rPr>
              <a:t>使得二阶</a:t>
            </a:r>
            <a:r>
              <a:rPr lang="en-US" altLang="zh-CN" i="1"/>
              <a:t>R-K</a:t>
            </a:r>
            <a:r>
              <a:rPr lang="zh-CN" altLang="en-US">
                <a:latin typeface="楷体_GB2312" charset="0"/>
              </a:rPr>
              <a:t>方法的精度再提高呢</a:t>
            </a:r>
            <a:r>
              <a:rPr lang="en-US" altLang="zh-CN">
                <a:latin typeface="楷体_GB2312" charset="0"/>
              </a:rPr>
              <a:t>?</a:t>
            </a:r>
          </a:p>
          <a:p>
            <a:pPr algn="just" eaLnBrk="1" hangingPunct="1">
              <a:lnSpc>
                <a:spcPct val="130000"/>
              </a:lnSpc>
            </a:pPr>
            <a:r>
              <a:rPr lang="en-US" altLang="zh-CN">
                <a:latin typeface="楷体_GB2312" charset="0"/>
              </a:rPr>
              <a:t>        </a:t>
            </a:r>
            <a:endParaRPr lang="en-US" altLang="zh-CN" b="1">
              <a:solidFill>
                <a:srgbClr val="0000FF"/>
              </a:solidFill>
              <a:latin typeface="楷体_GB2312" charset="0"/>
            </a:endParaRPr>
          </a:p>
        </p:txBody>
      </p:sp>
      <p:sp>
        <p:nvSpPr>
          <p:cNvPr id="3" name="Text Box 26">
            <a:extLst>
              <a:ext uri="{FF2B5EF4-FFF2-40B4-BE49-F238E27FC236}">
                <a16:creationId xmlns:a16="http://schemas.microsoft.com/office/drawing/2014/main" id="{D3962706-7B75-4542-A2B1-657B1FC3A392}"/>
              </a:ext>
            </a:extLst>
          </p:cNvPr>
          <p:cNvSpPr txBox="1">
            <a:spLocks noChangeArrowheads="1"/>
          </p:cNvSpPr>
          <p:nvPr/>
        </p:nvSpPr>
        <p:spPr bwMode="auto">
          <a:xfrm>
            <a:off x="539750" y="908050"/>
            <a:ext cx="7696200" cy="523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b="1">
                <a:solidFill>
                  <a:schemeClr val="accent2"/>
                </a:solidFill>
                <a:latin typeface="Arial" charset="0"/>
              </a:rPr>
              <a:t>Q:</a:t>
            </a:r>
            <a:r>
              <a:rPr lang="en-US" altLang="zh-CN" b="1"/>
              <a:t> </a:t>
            </a:r>
            <a:r>
              <a:rPr lang="zh-CN" altLang="en-US" b="1"/>
              <a:t>为获得更高的精度，应该如何进一步推广？</a:t>
            </a:r>
            <a:endParaRPr lang="en-US" altLang="zh-CN" b="1"/>
          </a:p>
        </p:txBody>
      </p:sp>
      <p:sp>
        <p:nvSpPr>
          <p:cNvPr id="4" name="Rectangle 3">
            <a:extLst>
              <a:ext uri="{FF2B5EF4-FFF2-40B4-BE49-F238E27FC236}">
                <a16:creationId xmlns:a16="http://schemas.microsoft.com/office/drawing/2014/main" id="{2FF2AAB6-9326-1046-BDEA-A5E719935018}"/>
              </a:ext>
            </a:extLst>
          </p:cNvPr>
          <p:cNvSpPr>
            <a:spLocks noChangeArrowheads="1"/>
          </p:cNvSpPr>
          <p:nvPr/>
        </p:nvSpPr>
        <p:spPr bwMode="auto">
          <a:xfrm>
            <a:off x="971550" y="3213100"/>
            <a:ext cx="78486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lnSpc>
                <a:spcPct val="130000"/>
              </a:lnSpc>
            </a:pPr>
            <a:r>
              <a:rPr lang="zh-CN" altLang="en-US" sz="2400">
                <a:latin typeface="楷体_GB2312" charset="0"/>
              </a:rPr>
              <a:t>答案是否定的！无论三个参数怎样选择</a:t>
            </a:r>
            <a:r>
              <a:rPr lang="en-US" altLang="zh-CN" sz="2400">
                <a:latin typeface="楷体_GB2312" charset="0"/>
              </a:rPr>
              <a:t>,</a:t>
            </a:r>
            <a:r>
              <a:rPr lang="zh-CN" altLang="en-US" sz="2400">
                <a:latin typeface="楷体_GB2312" charset="0"/>
              </a:rPr>
              <a:t>都不能使公式的局部截断误差提高到三阶。计算两个函数值的二阶</a:t>
            </a:r>
            <a:r>
              <a:rPr lang="en-US" altLang="zh-CN" sz="2400">
                <a:latin typeface="楷体_GB2312" charset="0"/>
              </a:rPr>
              <a:t>R-K</a:t>
            </a:r>
            <a:r>
              <a:rPr lang="zh-CN" altLang="en-US" sz="2400">
                <a:latin typeface="楷体_GB2312" charset="0"/>
              </a:rPr>
              <a:t>方法最高阶为二阶。</a:t>
            </a:r>
            <a:endParaRPr lang="en-US" altLang="zh-CN" sz="2400">
              <a:latin typeface="楷体_GB2312" charset="0"/>
            </a:endParaRPr>
          </a:p>
        </p:txBody>
      </p:sp>
      <p:sp>
        <p:nvSpPr>
          <p:cNvPr id="5" name="Rectangle 4">
            <a:extLst>
              <a:ext uri="{FF2B5EF4-FFF2-40B4-BE49-F238E27FC236}">
                <a16:creationId xmlns:a16="http://schemas.microsoft.com/office/drawing/2014/main" id="{46B33F35-A7E5-BA41-9898-312798A4E14A}"/>
              </a:ext>
            </a:extLst>
          </p:cNvPr>
          <p:cNvSpPr>
            <a:spLocks noChangeArrowheads="1"/>
          </p:cNvSpPr>
          <p:nvPr/>
        </p:nvSpPr>
        <p:spPr bwMode="auto">
          <a:xfrm>
            <a:off x="539750" y="5157788"/>
            <a:ext cx="813593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lnSpc>
                <a:spcPct val="130000"/>
              </a:lnSpc>
              <a:buFont typeface="Wingdings" pitchFamily="2" charset="2"/>
              <a:buChar char="Ø"/>
            </a:pPr>
            <a:r>
              <a:rPr lang="zh-CN" altLang="en-US" b="1" dirty="0">
                <a:solidFill>
                  <a:srgbClr val="0000FF"/>
                </a:solidFill>
                <a:latin typeface="楷体_GB2312" charset="0"/>
              </a:rPr>
              <a:t>若要获得</a:t>
            </a:r>
            <a:r>
              <a:rPr lang="zh-CN" altLang="en-US" b="1">
                <a:solidFill>
                  <a:srgbClr val="0000FF"/>
                </a:solidFill>
                <a:latin typeface="楷体_GB2312" charset="0"/>
              </a:rPr>
              <a:t>更高阶的数值</a:t>
            </a:r>
            <a:r>
              <a:rPr lang="zh-CN" altLang="en-US" b="1" dirty="0">
                <a:solidFill>
                  <a:srgbClr val="0000FF"/>
                </a:solidFill>
                <a:latin typeface="楷体_GB2312" charset="0"/>
              </a:rPr>
              <a:t>方法</a:t>
            </a:r>
            <a:r>
              <a:rPr lang="en-US" altLang="zh-CN" b="1" dirty="0">
                <a:solidFill>
                  <a:srgbClr val="0000FF"/>
                </a:solidFill>
                <a:latin typeface="楷体_GB2312" charset="0"/>
              </a:rPr>
              <a:t>,</a:t>
            </a:r>
            <a:r>
              <a:rPr lang="zh-CN" altLang="en-US" b="1" dirty="0">
                <a:solidFill>
                  <a:srgbClr val="0000FF"/>
                </a:solidFill>
                <a:latin typeface="楷体_GB2312" charset="0"/>
              </a:rPr>
              <a:t>就必须增加计算函数值的次数。</a:t>
            </a:r>
            <a:endParaRPr lang="en-US" altLang="zh-CN" b="1" dirty="0">
              <a:solidFill>
                <a:srgbClr val="0000FF"/>
              </a:solidFill>
              <a:latin typeface="楷体_GB2312" charset="0"/>
            </a:endParaRPr>
          </a:p>
        </p:txBody>
      </p:sp>
    </p:spTree>
    <p:extLst>
      <p:ext uri="{BB962C8B-B14F-4D97-AF65-F5344CB8AC3E}">
        <p14:creationId xmlns:p14="http://schemas.microsoft.com/office/powerpoint/2010/main" val="21808619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heckerboard(across)">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Text Box 5">
            <a:extLst>
              <a:ext uri="{FF2B5EF4-FFF2-40B4-BE49-F238E27FC236}">
                <a16:creationId xmlns:a16="http://schemas.microsoft.com/office/drawing/2014/main" id="{41FA5C1D-E70D-F749-9CE2-FDFC1C8848D9}"/>
              </a:ext>
            </a:extLst>
          </p:cNvPr>
          <p:cNvSpPr txBox="1">
            <a:spLocks noChangeArrowheads="1"/>
          </p:cNvSpPr>
          <p:nvPr/>
        </p:nvSpPr>
        <p:spPr bwMode="auto">
          <a:xfrm>
            <a:off x="5410200" y="457200"/>
            <a:ext cx="3429000" cy="1917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pPr>
            <a:r>
              <a:rPr lang="zh-CN" altLang="en-US" sz="2400" b="1"/>
              <a:t>其中</a:t>
            </a:r>
            <a:r>
              <a:rPr lang="en-US" altLang="zh-CN" sz="2000" b="1" i="1">
                <a:solidFill>
                  <a:srgbClr val="FF3300"/>
                </a:solidFill>
                <a:sym typeface="Symbol" pitchFamily="2" charset="2"/>
              </a:rPr>
              <a:t></a:t>
            </a:r>
            <a:r>
              <a:rPr lang="en-US" altLang="zh-CN" sz="2000" b="1" i="1" baseline="-25000">
                <a:solidFill>
                  <a:srgbClr val="FF3300"/>
                </a:solidFill>
                <a:sym typeface="Symbol" pitchFamily="2" charset="2"/>
              </a:rPr>
              <a:t>i</a:t>
            </a:r>
            <a:r>
              <a:rPr lang="en-US" altLang="zh-CN" sz="2000" b="1" i="1" baseline="-25000">
                <a:sym typeface="Symbol" pitchFamily="2" charset="2"/>
              </a:rPr>
              <a:t>  </a:t>
            </a:r>
            <a:r>
              <a:rPr lang="en-US" altLang="zh-CN" sz="2000" b="1">
                <a:sym typeface="Symbol" pitchFamily="2" charset="2"/>
              </a:rPr>
              <a:t>( </a:t>
            </a:r>
            <a:r>
              <a:rPr lang="en-US" altLang="zh-CN" sz="2000" b="1" i="1">
                <a:sym typeface="Symbol" pitchFamily="2" charset="2"/>
              </a:rPr>
              <a:t>i </a:t>
            </a:r>
            <a:r>
              <a:rPr lang="en-US" altLang="zh-CN" sz="2000" b="1">
                <a:sym typeface="Symbol" pitchFamily="2" charset="2"/>
              </a:rPr>
              <a:t>= 1, …, </a:t>
            </a:r>
            <a:r>
              <a:rPr lang="en-US" altLang="zh-CN" sz="2000" b="1" i="1">
                <a:sym typeface="Symbol" pitchFamily="2" charset="2"/>
              </a:rPr>
              <a:t>m </a:t>
            </a:r>
            <a:r>
              <a:rPr lang="en-US" altLang="zh-CN" sz="2000" b="1">
                <a:sym typeface="Symbol" pitchFamily="2" charset="2"/>
              </a:rPr>
              <a:t>)</a:t>
            </a:r>
            <a:r>
              <a:rPr lang="zh-CN" altLang="en-US" sz="2400" b="1">
                <a:sym typeface="Symbol" pitchFamily="2" charset="2"/>
              </a:rPr>
              <a:t>，</a:t>
            </a:r>
            <a:r>
              <a:rPr lang="en-US" altLang="zh-CN" sz="2000" b="1" i="1">
                <a:solidFill>
                  <a:srgbClr val="FF3300"/>
                </a:solidFill>
                <a:sym typeface="Symbol" pitchFamily="2" charset="2"/>
              </a:rPr>
              <a:t></a:t>
            </a:r>
            <a:r>
              <a:rPr lang="en-US" altLang="zh-CN" sz="2000" b="1" i="1" baseline="-25000">
                <a:solidFill>
                  <a:srgbClr val="FF3300"/>
                </a:solidFill>
                <a:sym typeface="Symbol" pitchFamily="2" charset="2"/>
              </a:rPr>
              <a:t>i</a:t>
            </a:r>
            <a:r>
              <a:rPr lang="en-US" altLang="zh-CN" sz="2400" b="1" i="1" baseline="-25000">
                <a:sym typeface="Symbol" pitchFamily="2" charset="2"/>
              </a:rPr>
              <a:t>  </a:t>
            </a:r>
            <a:r>
              <a:rPr lang="en-US" altLang="zh-CN" sz="2000" b="1">
                <a:sym typeface="Symbol" pitchFamily="2" charset="2"/>
              </a:rPr>
              <a:t>( </a:t>
            </a:r>
            <a:r>
              <a:rPr lang="en-US" altLang="zh-CN" sz="2000" b="1" i="1">
                <a:sym typeface="Symbol" pitchFamily="2" charset="2"/>
              </a:rPr>
              <a:t>i </a:t>
            </a:r>
            <a:r>
              <a:rPr lang="en-US" altLang="zh-CN" sz="2000" b="1">
                <a:sym typeface="Symbol" pitchFamily="2" charset="2"/>
              </a:rPr>
              <a:t>= 2, …, </a:t>
            </a:r>
            <a:r>
              <a:rPr lang="en-US" altLang="zh-CN" sz="2000" b="1" i="1">
                <a:sym typeface="Symbol" pitchFamily="2" charset="2"/>
              </a:rPr>
              <a:t>m </a:t>
            </a:r>
            <a:r>
              <a:rPr lang="en-US" altLang="zh-CN" sz="2000" b="1">
                <a:sym typeface="Symbol" pitchFamily="2" charset="2"/>
              </a:rPr>
              <a:t>)</a:t>
            </a:r>
            <a:r>
              <a:rPr lang="en-US" altLang="zh-CN" sz="2400" b="1" i="1">
                <a:sym typeface="Symbol" pitchFamily="2" charset="2"/>
              </a:rPr>
              <a:t> </a:t>
            </a:r>
            <a:r>
              <a:rPr lang="zh-CN" altLang="en-US" sz="2400" b="1"/>
              <a:t>和</a:t>
            </a:r>
            <a:r>
              <a:rPr lang="en-US" altLang="zh-CN" sz="2400" b="1"/>
              <a:t> </a:t>
            </a:r>
            <a:r>
              <a:rPr lang="en-US" altLang="zh-CN" sz="2000" b="1" i="1">
                <a:solidFill>
                  <a:srgbClr val="FF3300"/>
                </a:solidFill>
                <a:sym typeface="Symbol" pitchFamily="2" charset="2"/>
              </a:rPr>
              <a:t></a:t>
            </a:r>
            <a:r>
              <a:rPr lang="en-US" altLang="zh-CN" sz="2000" b="1" i="1" baseline="-25000">
                <a:solidFill>
                  <a:srgbClr val="FF3300"/>
                </a:solidFill>
                <a:sym typeface="Symbol" pitchFamily="2" charset="2"/>
              </a:rPr>
              <a:t>ij</a:t>
            </a:r>
            <a:r>
              <a:rPr lang="en-US" altLang="zh-CN" sz="2000" b="1" i="1">
                <a:sym typeface="Symbol" pitchFamily="2" charset="2"/>
              </a:rPr>
              <a:t> </a:t>
            </a:r>
            <a:r>
              <a:rPr lang="en-US" altLang="zh-CN" sz="2000" b="1">
                <a:sym typeface="Symbol" pitchFamily="2" charset="2"/>
              </a:rPr>
              <a:t>( </a:t>
            </a:r>
            <a:r>
              <a:rPr lang="en-US" altLang="zh-CN" sz="2000" b="1" i="1">
                <a:sym typeface="Symbol" pitchFamily="2" charset="2"/>
              </a:rPr>
              <a:t>i </a:t>
            </a:r>
            <a:r>
              <a:rPr lang="en-US" altLang="zh-CN" sz="2000" b="1">
                <a:sym typeface="Symbol" pitchFamily="2" charset="2"/>
              </a:rPr>
              <a:t>= 2, …, </a:t>
            </a:r>
            <a:r>
              <a:rPr lang="en-US" altLang="zh-CN" sz="2000" b="1" i="1">
                <a:sym typeface="Symbol" pitchFamily="2" charset="2"/>
              </a:rPr>
              <a:t>m</a:t>
            </a:r>
            <a:r>
              <a:rPr lang="en-US" altLang="zh-CN" sz="2000" b="1">
                <a:sym typeface="Symbol" pitchFamily="2" charset="2"/>
              </a:rPr>
              <a:t>; </a:t>
            </a:r>
            <a:r>
              <a:rPr lang="en-US" altLang="zh-CN" sz="2000" b="1" i="1">
                <a:sym typeface="Symbol" pitchFamily="2" charset="2"/>
              </a:rPr>
              <a:t>j </a:t>
            </a:r>
            <a:r>
              <a:rPr lang="en-US" altLang="zh-CN" sz="2000" b="1">
                <a:sym typeface="Symbol" pitchFamily="2" charset="2"/>
              </a:rPr>
              <a:t>= 1, …, </a:t>
            </a:r>
            <a:r>
              <a:rPr lang="en-US" altLang="zh-CN" sz="2000" b="1" i="1">
                <a:sym typeface="Symbol" pitchFamily="2" charset="2"/>
              </a:rPr>
              <a:t>i</a:t>
            </a:r>
            <a:r>
              <a:rPr lang="en-US" altLang="zh-CN" sz="2000" b="1">
                <a:sym typeface="Symbol" pitchFamily="2" charset="2"/>
              </a:rPr>
              <a:t>1</a:t>
            </a:r>
            <a:r>
              <a:rPr lang="en-US" altLang="zh-CN" sz="2000" b="1" i="1">
                <a:sym typeface="Symbol" pitchFamily="2" charset="2"/>
              </a:rPr>
              <a:t> </a:t>
            </a:r>
            <a:r>
              <a:rPr lang="en-US" altLang="zh-CN" sz="2000" b="1">
                <a:sym typeface="Symbol" pitchFamily="2" charset="2"/>
              </a:rPr>
              <a:t>)</a:t>
            </a:r>
            <a:r>
              <a:rPr lang="en-US" altLang="zh-CN" sz="2400" b="1" i="1">
                <a:sym typeface="Symbol" pitchFamily="2" charset="2"/>
              </a:rPr>
              <a:t> </a:t>
            </a:r>
            <a:r>
              <a:rPr lang="zh-CN" altLang="en-US" sz="2400" b="1"/>
              <a:t>均为待定系数，确定这些系数的步骤与前面相似。</a:t>
            </a:r>
            <a:r>
              <a:rPr lang="en-US" altLang="zh-CN" sz="2400" b="1"/>
              <a:t>    </a:t>
            </a:r>
          </a:p>
        </p:txBody>
      </p:sp>
      <p:sp>
        <p:nvSpPr>
          <p:cNvPr id="12301" name="Rectangle 13">
            <a:extLst>
              <a:ext uri="{FF2B5EF4-FFF2-40B4-BE49-F238E27FC236}">
                <a16:creationId xmlns:a16="http://schemas.microsoft.com/office/drawing/2014/main" id="{14D311ED-0A1D-9B4B-9EB1-15A5566129DA}"/>
              </a:ext>
            </a:extLst>
          </p:cNvPr>
          <p:cNvSpPr>
            <a:spLocks noChangeArrowheads="1"/>
          </p:cNvSpPr>
          <p:nvPr/>
        </p:nvSpPr>
        <p:spPr bwMode="auto">
          <a:xfrm>
            <a:off x="5867400" y="0"/>
            <a:ext cx="32766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§2  </a:t>
            </a:r>
            <a:r>
              <a:rPr lang="en-US" altLang="zh-CN" sz="1800" b="1">
                <a:ea typeface="宋体" panose="02010600030101010101" pitchFamily="2" charset="-122"/>
                <a:sym typeface="Symbol" pitchFamily="2" charset="2"/>
              </a:rPr>
              <a:t>Runge-Kutta</a:t>
            </a:r>
            <a:r>
              <a:rPr lang="en-US" altLang="zh-CN" sz="1800" b="1">
                <a:ea typeface="宋体" panose="02010600030101010101" pitchFamily="2" charset="-122"/>
              </a:rPr>
              <a:t> Method</a:t>
            </a:r>
          </a:p>
        </p:txBody>
      </p:sp>
      <p:grpSp>
        <p:nvGrpSpPr>
          <p:cNvPr id="12425" name="Group 137">
            <a:extLst>
              <a:ext uri="{FF2B5EF4-FFF2-40B4-BE49-F238E27FC236}">
                <a16:creationId xmlns:a16="http://schemas.microsoft.com/office/drawing/2014/main" id="{732F5FFC-DDD5-F645-B48B-D157197F2FD2}"/>
              </a:ext>
            </a:extLst>
          </p:cNvPr>
          <p:cNvGrpSpPr>
            <a:grpSpLocks/>
          </p:cNvGrpSpPr>
          <p:nvPr/>
        </p:nvGrpSpPr>
        <p:grpSpPr bwMode="auto">
          <a:xfrm>
            <a:off x="381000" y="381000"/>
            <a:ext cx="6519863" cy="2690813"/>
            <a:chOff x="288" y="242"/>
            <a:chExt cx="4107" cy="1695"/>
          </a:xfrm>
        </p:grpSpPr>
        <p:sp>
          <p:nvSpPr>
            <p:cNvPr id="39946" name="Rectangle 14">
              <a:extLst>
                <a:ext uri="{FF2B5EF4-FFF2-40B4-BE49-F238E27FC236}">
                  <a16:creationId xmlns:a16="http://schemas.microsoft.com/office/drawing/2014/main" id="{BEF44B99-8C58-5B48-9C8D-3ED9C7F327C3}"/>
                </a:ext>
              </a:extLst>
            </p:cNvPr>
            <p:cNvSpPr>
              <a:spLocks noChangeArrowheads="1"/>
            </p:cNvSpPr>
            <p:nvPr/>
          </p:nvSpPr>
          <p:spPr bwMode="auto">
            <a:xfrm>
              <a:off x="4334" y="1680"/>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47" name="Rectangle 15">
              <a:extLst>
                <a:ext uri="{FF2B5EF4-FFF2-40B4-BE49-F238E27FC236}">
                  <a16:creationId xmlns:a16="http://schemas.microsoft.com/office/drawing/2014/main" id="{A4B88B26-D8FC-7B4D-A900-BA3ECB98597E}"/>
                </a:ext>
              </a:extLst>
            </p:cNvPr>
            <p:cNvSpPr>
              <a:spLocks noChangeArrowheads="1"/>
            </p:cNvSpPr>
            <p:nvPr/>
          </p:nvSpPr>
          <p:spPr bwMode="auto">
            <a:xfrm>
              <a:off x="3303" y="1687"/>
              <a:ext cx="13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48" name="Rectangle 16">
              <a:extLst>
                <a:ext uri="{FF2B5EF4-FFF2-40B4-BE49-F238E27FC236}">
                  <a16:creationId xmlns:a16="http://schemas.microsoft.com/office/drawing/2014/main" id="{04B71A04-305C-304E-A6FE-A16E5CEFB240}"/>
                </a:ext>
              </a:extLst>
            </p:cNvPr>
            <p:cNvSpPr>
              <a:spLocks noChangeArrowheads="1"/>
            </p:cNvSpPr>
            <p:nvPr/>
          </p:nvSpPr>
          <p:spPr bwMode="auto">
            <a:xfrm>
              <a:off x="1658" y="1687"/>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49" name="Rectangle 17">
              <a:extLst>
                <a:ext uri="{FF2B5EF4-FFF2-40B4-BE49-F238E27FC236}">
                  <a16:creationId xmlns:a16="http://schemas.microsoft.com/office/drawing/2014/main" id="{12C9A861-112C-634D-9B0C-0343268DA423}"/>
                </a:ext>
              </a:extLst>
            </p:cNvPr>
            <p:cNvSpPr>
              <a:spLocks noChangeArrowheads="1"/>
            </p:cNvSpPr>
            <p:nvPr/>
          </p:nvSpPr>
          <p:spPr bwMode="auto">
            <a:xfrm>
              <a:off x="1018" y="1687"/>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0" name="Rectangle 18">
              <a:extLst>
                <a:ext uri="{FF2B5EF4-FFF2-40B4-BE49-F238E27FC236}">
                  <a16:creationId xmlns:a16="http://schemas.microsoft.com/office/drawing/2014/main" id="{CE1DA151-AF4B-1C45-A997-0009B2041317}"/>
                </a:ext>
              </a:extLst>
            </p:cNvPr>
            <p:cNvSpPr>
              <a:spLocks noChangeArrowheads="1"/>
            </p:cNvSpPr>
            <p:nvPr/>
          </p:nvSpPr>
          <p:spPr bwMode="auto">
            <a:xfrm>
              <a:off x="961" y="1408"/>
              <a:ext cx="13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1" name="Rectangle 19">
              <a:extLst>
                <a:ext uri="{FF2B5EF4-FFF2-40B4-BE49-F238E27FC236}">
                  <a16:creationId xmlns:a16="http://schemas.microsoft.com/office/drawing/2014/main" id="{B0B68F6C-D3A9-A441-99A2-9441A4FC273E}"/>
                </a:ext>
              </a:extLst>
            </p:cNvPr>
            <p:cNvSpPr>
              <a:spLocks noChangeArrowheads="1"/>
            </p:cNvSpPr>
            <p:nvPr/>
          </p:nvSpPr>
          <p:spPr bwMode="auto">
            <a:xfrm>
              <a:off x="815" y="1408"/>
              <a:ext cx="13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2" name="Rectangle 20">
              <a:extLst>
                <a:ext uri="{FF2B5EF4-FFF2-40B4-BE49-F238E27FC236}">
                  <a16:creationId xmlns:a16="http://schemas.microsoft.com/office/drawing/2014/main" id="{68DC0FAA-E1A1-7F45-9D26-16EA34A930B8}"/>
                </a:ext>
              </a:extLst>
            </p:cNvPr>
            <p:cNvSpPr>
              <a:spLocks noChangeArrowheads="1"/>
            </p:cNvSpPr>
            <p:nvPr/>
          </p:nvSpPr>
          <p:spPr bwMode="auto">
            <a:xfrm>
              <a:off x="3117" y="1122"/>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3" name="Rectangle 21">
              <a:extLst>
                <a:ext uri="{FF2B5EF4-FFF2-40B4-BE49-F238E27FC236}">
                  <a16:creationId xmlns:a16="http://schemas.microsoft.com/office/drawing/2014/main" id="{ECCF29C5-7296-8540-9E2C-4F7C79D95E18}"/>
                </a:ext>
              </a:extLst>
            </p:cNvPr>
            <p:cNvSpPr>
              <a:spLocks noChangeArrowheads="1"/>
            </p:cNvSpPr>
            <p:nvPr/>
          </p:nvSpPr>
          <p:spPr bwMode="auto">
            <a:xfrm>
              <a:off x="1628" y="1122"/>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4" name="Rectangle 22">
              <a:extLst>
                <a:ext uri="{FF2B5EF4-FFF2-40B4-BE49-F238E27FC236}">
                  <a16:creationId xmlns:a16="http://schemas.microsoft.com/office/drawing/2014/main" id="{AB2B141E-4A25-C84D-AF36-E4B58961D23F}"/>
                </a:ext>
              </a:extLst>
            </p:cNvPr>
            <p:cNvSpPr>
              <a:spLocks noChangeArrowheads="1"/>
            </p:cNvSpPr>
            <p:nvPr/>
          </p:nvSpPr>
          <p:spPr bwMode="auto">
            <a:xfrm>
              <a:off x="1018" y="1122"/>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5" name="Rectangle 23">
              <a:extLst>
                <a:ext uri="{FF2B5EF4-FFF2-40B4-BE49-F238E27FC236}">
                  <a16:creationId xmlns:a16="http://schemas.microsoft.com/office/drawing/2014/main" id="{5386331F-9D57-6740-9DE9-E350572C08C3}"/>
                </a:ext>
              </a:extLst>
            </p:cNvPr>
            <p:cNvSpPr>
              <a:spLocks noChangeArrowheads="1"/>
            </p:cNvSpPr>
            <p:nvPr/>
          </p:nvSpPr>
          <p:spPr bwMode="auto">
            <a:xfrm>
              <a:off x="2475" y="836"/>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6" name="Rectangle 24">
              <a:extLst>
                <a:ext uri="{FF2B5EF4-FFF2-40B4-BE49-F238E27FC236}">
                  <a16:creationId xmlns:a16="http://schemas.microsoft.com/office/drawing/2014/main" id="{60C1DE51-0B78-BE47-B3EE-361EB556130A}"/>
                </a:ext>
              </a:extLst>
            </p:cNvPr>
            <p:cNvSpPr>
              <a:spLocks noChangeArrowheads="1"/>
            </p:cNvSpPr>
            <p:nvPr/>
          </p:nvSpPr>
          <p:spPr bwMode="auto">
            <a:xfrm>
              <a:off x="1628" y="836"/>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7" name="Rectangle 25">
              <a:extLst>
                <a:ext uri="{FF2B5EF4-FFF2-40B4-BE49-F238E27FC236}">
                  <a16:creationId xmlns:a16="http://schemas.microsoft.com/office/drawing/2014/main" id="{BBE0B71E-7699-104A-8DCF-0B5ABBCB2F7F}"/>
                </a:ext>
              </a:extLst>
            </p:cNvPr>
            <p:cNvSpPr>
              <a:spLocks noChangeArrowheads="1"/>
            </p:cNvSpPr>
            <p:nvPr/>
          </p:nvSpPr>
          <p:spPr bwMode="auto">
            <a:xfrm>
              <a:off x="1018" y="836"/>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8" name="Rectangle 26">
              <a:extLst>
                <a:ext uri="{FF2B5EF4-FFF2-40B4-BE49-F238E27FC236}">
                  <a16:creationId xmlns:a16="http://schemas.microsoft.com/office/drawing/2014/main" id="{C408D881-8C12-D947-93A4-B8B88B91D33F}"/>
                </a:ext>
              </a:extLst>
            </p:cNvPr>
            <p:cNvSpPr>
              <a:spLocks noChangeArrowheads="1"/>
            </p:cNvSpPr>
            <p:nvPr/>
          </p:nvSpPr>
          <p:spPr bwMode="auto">
            <a:xfrm>
              <a:off x="1437" y="550"/>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59" name="Rectangle 27">
              <a:extLst>
                <a:ext uri="{FF2B5EF4-FFF2-40B4-BE49-F238E27FC236}">
                  <a16:creationId xmlns:a16="http://schemas.microsoft.com/office/drawing/2014/main" id="{1FD06E20-6A66-F24C-8A29-D17284BD709A}"/>
                </a:ext>
              </a:extLst>
            </p:cNvPr>
            <p:cNvSpPr>
              <a:spLocks noChangeArrowheads="1"/>
            </p:cNvSpPr>
            <p:nvPr/>
          </p:nvSpPr>
          <p:spPr bwMode="auto">
            <a:xfrm>
              <a:off x="1221" y="550"/>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60" name="Rectangle 28">
              <a:extLst>
                <a:ext uri="{FF2B5EF4-FFF2-40B4-BE49-F238E27FC236}">
                  <a16:creationId xmlns:a16="http://schemas.microsoft.com/office/drawing/2014/main" id="{F5961557-D764-F945-B5A2-A2A0D5D4AE67}"/>
                </a:ext>
              </a:extLst>
            </p:cNvPr>
            <p:cNvSpPr>
              <a:spLocks noChangeArrowheads="1"/>
            </p:cNvSpPr>
            <p:nvPr/>
          </p:nvSpPr>
          <p:spPr bwMode="auto">
            <a:xfrm>
              <a:off x="1018" y="550"/>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61" name="Rectangle 29">
              <a:extLst>
                <a:ext uri="{FF2B5EF4-FFF2-40B4-BE49-F238E27FC236}">
                  <a16:creationId xmlns:a16="http://schemas.microsoft.com/office/drawing/2014/main" id="{44DBC636-5EDD-1E43-AA51-5BC837B04967}"/>
                </a:ext>
              </a:extLst>
            </p:cNvPr>
            <p:cNvSpPr>
              <a:spLocks noChangeArrowheads="1"/>
            </p:cNvSpPr>
            <p:nvPr/>
          </p:nvSpPr>
          <p:spPr bwMode="auto">
            <a:xfrm>
              <a:off x="2994" y="263"/>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62" name="Rectangle 30">
              <a:extLst>
                <a:ext uri="{FF2B5EF4-FFF2-40B4-BE49-F238E27FC236}">
                  <a16:creationId xmlns:a16="http://schemas.microsoft.com/office/drawing/2014/main" id="{08B42A8C-BB8B-C54B-BCC0-AFF4A36ACE9B}"/>
                </a:ext>
              </a:extLst>
            </p:cNvPr>
            <p:cNvSpPr>
              <a:spLocks noChangeArrowheads="1"/>
            </p:cNvSpPr>
            <p:nvPr/>
          </p:nvSpPr>
          <p:spPr bwMode="auto">
            <a:xfrm>
              <a:off x="2323" y="263"/>
              <a:ext cx="13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63" name="Rectangle 31">
              <a:extLst>
                <a:ext uri="{FF2B5EF4-FFF2-40B4-BE49-F238E27FC236}">
                  <a16:creationId xmlns:a16="http://schemas.microsoft.com/office/drawing/2014/main" id="{CD072A6B-3C89-E842-8AD7-77A333D97AC5}"/>
                </a:ext>
              </a:extLst>
            </p:cNvPr>
            <p:cNvSpPr>
              <a:spLocks noChangeArrowheads="1"/>
            </p:cNvSpPr>
            <p:nvPr/>
          </p:nvSpPr>
          <p:spPr bwMode="auto">
            <a:xfrm>
              <a:off x="1276" y="263"/>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rPr>
                <a:t>[</a:t>
              </a:r>
              <a:endParaRPr lang="en-US" altLang="zh-CN"/>
            </a:p>
          </p:txBody>
        </p:sp>
        <p:sp>
          <p:nvSpPr>
            <p:cNvPr id="39964" name="Rectangle 32">
              <a:extLst>
                <a:ext uri="{FF2B5EF4-FFF2-40B4-BE49-F238E27FC236}">
                  <a16:creationId xmlns:a16="http://schemas.microsoft.com/office/drawing/2014/main" id="{50323E2F-4DE4-A647-8A7D-774BBDC05699}"/>
                </a:ext>
              </a:extLst>
            </p:cNvPr>
            <p:cNvSpPr>
              <a:spLocks noChangeArrowheads="1"/>
            </p:cNvSpPr>
            <p:nvPr/>
          </p:nvSpPr>
          <p:spPr bwMode="auto">
            <a:xfrm>
              <a:off x="4271" y="179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a:p>
          </p:txBody>
        </p:sp>
        <p:sp>
          <p:nvSpPr>
            <p:cNvPr id="39965" name="Rectangle 33">
              <a:extLst>
                <a:ext uri="{FF2B5EF4-FFF2-40B4-BE49-F238E27FC236}">
                  <a16:creationId xmlns:a16="http://schemas.microsoft.com/office/drawing/2014/main" id="{887C674D-0C24-BD43-B607-3DE1FB3059F9}"/>
                </a:ext>
              </a:extLst>
            </p:cNvPr>
            <p:cNvSpPr>
              <a:spLocks noChangeArrowheads="1"/>
            </p:cNvSpPr>
            <p:nvPr/>
          </p:nvSpPr>
          <p:spPr bwMode="auto">
            <a:xfrm>
              <a:off x="3868" y="180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1</a:t>
              </a:r>
              <a:endParaRPr lang="en-US" altLang="zh-CN">
                <a:solidFill>
                  <a:srgbClr val="FF3300"/>
                </a:solidFill>
              </a:endParaRPr>
            </a:p>
          </p:txBody>
        </p:sp>
        <p:sp>
          <p:nvSpPr>
            <p:cNvPr id="39966" name="Rectangle 34">
              <a:extLst>
                <a:ext uri="{FF2B5EF4-FFF2-40B4-BE49-F238E27FC236}">
                  <a16:creationId xmlns:a16="http://schemas.microsoft.com/office/drawing/2014/main" id="{82EA8FB8-F08E-264E-9381-F5ED40F2A671}"/>
                </a:ext>
              </a:extLst>
            </p:cNvPr>
            <p:cNvSpPr>
              <a:spLocks noChangeArrowheads="1"/>
            </p:cNvSpPr>
            <p:nvPr/>
          </p:nvSpPr>
          <p:spPr bwMode="auto">
            <a:xfrm>
              <a:off x="3102" y="180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2</a:t>
              </a:r>
              <a:endParaRPr lang="en-US" altLang="zh-CN"/>
            </a:p>
          </p:txBody>
        </p:sp>
        <p:sp>
          <p:nvSpPr>
            <p:cNvPr id="39967" name="Rectangle 35">
              <a:extLst>
                <a:ext uri="{FF2B5EF4-FFF2-40B4-BE49-F238E27FC236}">
                  <a16:creationId xmlns:a16="http://schemas.microsoft.com/office/drawing/2014/main" id="{43768388-268E-6F4D-BA3C-EFC9BC1F63F1}"/>
                </a:ext>
              </a:extLst>
            </p:cNvPr>
            <p:cNvSpPr>
              <a:spLocks noChangeArrowheads="1"/>
            </p:cNvSpPr>
            <p:nvPr/>
          </p:nvSpPr>
          <p:spPr bwMode="auto">
            <a:xfrm>
              <a:off x="2814" y="180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2</a:t>
              </a:r>
              <a:endParaRPr lang="en-US" altLang="zh-CN">
                <a:solidFill>
                  <a:srgbClr val="FF3300"/>
                </a:solidFill>
              </a:endParaRPr>
            </a:p>
          </p:txBody>
        </p:sp>
        <p:sp>
          <p:nvSpPr>
            <p:cNvPr id="39968" name="Rectangle 36">
              <a:extLst>
                <a:ext uri="{FF2B5EF4-FFF2-40B4-BE49-F238E27FC236}">
                  <a16:creationId xmlns:a16="http://schemas.microsoft.com/office/drawing/2014/main" id="{7E8A1CEF-4D4D-D542-A73D-147850D354C4}"/>
                </a:ext>
              </a:extLst>
            </p:cNvPr>
            <p:cNvSpPr>
              <a:spLocks noChangeArrowheads="1"/>
            </p:cNvSpPr>
            <p:nvPr/>
          </p:nvSpPr>
          <p:spPr bwMode="auto">
            <a:xfrm>
              <a:off x="2427" y="180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a:p>
          </p:txBody>
        </p:sp>
        <p:sp>
          <p:nvSpPr>
            <p:cNvPr id="39969" name="Rectangle 37">
              <a:extLst>
                <a:ext uri="{FF2B5EF4-FFF2-40B4-BE49-F238E27FC236}">
                  <a16:creationId xmlns:a16="http://schemas.microsoft.com/office/drawing/2014/main" id="{8EEE6C8C-A773-E945-B489-C6D5BA681022}"/>
                </a:ext>
              </a:extLst>
            </p:cNvPr>
            <p:cNvSpPr>
              <a:spLocks noChangeArrowheads="1"/>
            </p:cNvSpPr>
            <p:nvPr/>
          </p:nvSpPr>
          <p:spPr bwMode="auto">
            <a:xfrm>
              <a:off x="2148" y="1801"/>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1</a:t>
              </a:r>
              <a:endParaRPr lang="en-US" altLang="zh-CN">
                <a:solidFill>
                  <a:srgbClr val="FF3300"/>
                </a:solidFill>
              </a:endParaRPr>
            </a:p>
          </p:txBody>
        </p:sp>
        <p:sp>
          <p:nvSpPr>
            <p:cNvPr id="39970" name="Rectangle 38">
              <a:extLst>
                <a:ext uri="{FF2B5EF4-FFF2-40B4-BE49-F238E27FC236}">
                  <a16:creationId xmlns:a16="http://schemas.microsoft.com/office/drawing/2014/main" id="{4D8F6E7D-5D45-AC4F-85EC-32B407F59724}"/>
                </a:ext>
              </a:extLst>
            </p:cNvPr>
            <p:cNvSpPr>
              <a:spLocks noChangeArrowheads="1"/>
            </p:cNvSpPr>
            <p:nvPr/>
          </p:nvSpPr>
          <p:spPr bwMode="auto">
            <a:xfrm>
              <a:off x="3051" y="123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2</a:t>
              </a:r>
              <a:endParaRPr lang="en-US" altLang="zh-CN"/>
            </a:p>
          </p:txBody>
        </p:sp>
        <p:sp>
          <p:nvSpPr>
            <p:cNvPr id="39971" name="Rectangle 39">
              <a:extLst>
                <a:ext uri="{FF2B5EF4-FFF2-40B4-BE49-F238E27FC236}">
                  <a16:creationId xmlns:a16="http://schemas.microsoft.com/office/drawing/2014/main" id="{3126E694-205A-E640-A02E-BB860E2217F1}"/>
                </a:ext>
              </a:extLst>
            </p:cNvPr>
            <p:cNvSpPr>
              <a:spLocks noChangeArrowheads="1"/>
            </p:cNvSpPr>
            <p:nvPr/>
          </p:nvSpPr>
          <p:spPr bwMode="auto">
            <a:xfrm>
              <a:off x="2718" y="123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32</a:t>
              </a:r>
              <a:endParaRPr lang="en-US" altLang="zh-CN">
                <a:solidFill>
                  <a:srgbClr val="FF3300"/>
                </a:solidFill>
              </a:endParaRPr>
            </a:p>
          </p:txBody>
        </p:sp>
        <p:sp>
          <p:nvSpPr>
            <p:cNvPr id="39972" name="Rectangle 40">
              <a:extLst>
                <a:ext uri="{FF2B5EF4-FFF2-40B4-BE49-F238E27FC236}">
                  <a16:creationId xmlns:a16="http://schemas.microsoft.com/office/drawing/2014/main" id="{D9048F80-96BD-9046-AD7D-70C7B95852F3}"/>
                </a:ext>
              </a:extLst>
            </p:cNvPr>
            <p:cNvSpPr>
              <a:spLocks noChangeArrowheads="1"/>
            </p:cNvSpPr>
            <p:nvPr/>
          </p:nvSpPr>
          <p:spPr bwMode="auto">
            <a:xfrm>
              <a:off x="2412" y="123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a:p>
          </p:txBody>
        </p:sp>
        <p:sp>
          <p:nvSpPr>
            <p:cNvPr id="39973" name="Rectangle 41">
              <a:extLst>
                <a:ext uri="{FF2B5EF4-FFF2-40B4-BE49-F238E27FC236}">
                  <a16:creationId xmlns:a16="http://schemas.microsoft.com/office/drawing/2014/main" id="{50A2A052-D2D6-1646-8AF0-DC9E9C82CA17}"/>
                </a:ext>
              </a:extLst>
            </p:cNvPr>
            <p:cNvSpPr>
              <a:spLocks noChangeArrowheads="1"/>
            </p:cNvSpPr>
            <p:nvPr/>
          </p:nvSpPr>
          <p:spPr bwMode="auto">
            <a:xfrm>
              <a:off x="2088" y="1236"/>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31</a:t>
              </a:r>
              <a:endParaRPr lang="en-US" altLang="zh-CN">
                <a:solidFill>
                  <a:srgbClr val="FF3300"/>
                </a:solidFill>
              </a:endParaRPr>
            </a:p>
          </p:txBody>
        </p:sp>
        <p:sp>
          <p:nvSpPr>
            <p:cNvPr id="39974" name="Rectangle 42">
              <a:extLst>
                <a:ext uri="{FF2B5EF4-FFF2-40B4-BE49-F238E27FC236}">
                  <a16:creationId xmlns:a16="http://schemas.microsoft.com/office/drawing/2014/main" id="{0A3AA2EA-7372-E347-8FE3-C89354B7F54B}"/>
                </a:ext>
              </a:extLst>
            </p:cNvPr>
            <p:cNvSpPr>
              <a:spLocks noChangeArrowheads="1"/>
            </p:cNvSpPr>
            <p:nvPr/>
          </p:nvSpPr>
          <p:spPr bwMode="auto">
            <a:xfrm>
              <a:off x="1460" y="123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3</a:t>
              </a:r>
              <a:endParaRPr lang="en-US" altLang="zh-CN">
                <a:solidFill>
                  <a:srgbClr val="FF3300"/>
                </a:solidFill>
              </a:endParaRPr>
            </a:p>
          </p:txBody>
        </p:sp>
        <p:sp>
          <p:nvSpPr>
            <p:cNvPr id="39975" name="Rectangle 43">
              <a:extLst>
                <a:ext uri="{FF2B5EF4-FFF2-40B4-BE49-F238E27FC236}">
                  <a16:creationId xmlns:a16="http://schemas.microsoft.com/office/drawing/2014/main" id="{F10B98B0-C18D-A94D-B988-F90ED130575F}"/>
                </a:ext>
              </a:extLst>
            </p:cNvPr>
            <p:cNvSpPr>
              <a:spLocks noChangeArrowheads="1"/>
            </p:cNvSpPr>
            <p:nvPr/>
          </p:nvSpPr>
          <p:spPr bwMode="auto">
            <a:xfrm>
              <a:off x="681" y="1236"/>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3</a:t>
              </a:r>
              <a:endParaRPr lang="en-US" altLang="zh-CN"/>
            </a:p>
          </p:txBody>
        </p:sp>
        <p:sp>
          <p:nvSpPr>
            <p:cNvPr id="39976" name="Rectangle 44">
              <a:extLst>
                <a:ext uri="{FF2B5EF4-FFF2-40B4-BE49-F238E27FC236}">
                  <a16:creationId xmlns:a16="http://schemas.microsoft.com/office/drawing/2014/main" id="{337B0C96-8FE6-4041-B5DA-C761A1C87AD2}"/>
                </a:ext>
              </a:extLst>
            </p:cNvPr>
            <p:cNvSpPr>
              <a:spLocks noChangeArrowheads="1"/>
            </p:cNvSpPr>
            <p:nvPr/>
          </p:nvSpPr>
          <p:spPr bwMode="auto">
            <a:xfrm>
              <a:off x="2412" y="94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a:p>
          </p:txBody>
        </p:sp>
        <p:sp>
          <p:nvSpPr>
            <p:cNvPr id="39977" name="Rectangle 45">
              <a:extLst>
                <a:ext uri="{FF2B5EF4-FFF2-40B4-BE49-F238E27FC236}">
                  <a16:creationId xmlns:a16="http://schemas.microsoft.com/office/drawing/2014/main" id="{4A1FB496-487E-D445-AF8B-1F2D6E04ACBC}"/>
                </a:ext>
              </a:extLst>
            </p:cNvPr>
            <p:cNvSpPr>
              <a:spLocks noChangeArrowheads="1"/>
            </p:cNvSpPr>
            <p:nvPr/>
          </p:nvSpPr>
          <p:spPr bwMode="auto">
            <a:xfrm>
              <a:off x="2088" y="949"/>
              <a:ext cx="11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21</a:t>
              </a:r>
              <a:endParaRPr lang="en-US" altLang="zh-CN">
                <a:solidFill>
                  <a:srgbClr val="FF3300"/>
                </a:solidFill>
              </a:endParaRPr>
            </a:p>
          </p:txBody>
        </p:sp>
        <p:sp>
          <p:nvSpPr>
            <p:cNvPr id="39978" name="Rectangle 46">
              <a:extLst>
                <a:ext uri="{FF2B5EF4-FFF2-40B4-BE49-F238E27FC236}">
                  <a16:creationId xmlns:a16="http://schemas.microsoft.com/office/drawing/2014/main" id="{624352AB-6B8F-2242-8595-740DFC21215E}"/>
                </a:ext>
              </a:extLst>
            </p:cNvPr>
            <p:cNvSpPr>
              <a:spLocks noChangeArrowheads="1"/>
            </p:cNvSpPr>
            <p:nvPr/>
          </p:nvSpPr>
          <p:spPr bwMode="auto">
            <a:xfrm>
              <a:off x="1460" y="94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2</a:t>
              </a:r>
              <a:endParaRPr lang="en-US" altLang="zh-CN">
                <a:solidFill>
                  <a:srgbClr val="FF3300"/>
                </a:solidFill>
              </a:endParaRPr>
            </a:p>
          </p:txBody>
        </p:sp>
        <p:sp>
          <p:nvSpPr>
            <p:cNvPr id="39979" name="Rectangle 47">
              <a:extLst>
                <a:ext uri="{FF2B5EF4-FFF2-40B4-BE49-F238E27FC236}">
                  <a16:creationId xmlns:a16="http://schemas.microsoft.com/office/drawing/2014/main" id="{EC2737B2-F32E-DB47-A785-834CE05A61DE}"/>
                </a:ext>
              </a:extLst>
            </p:cNvPr>
            <p:cNvSpPr>
              <a:spLocks noChangeArrowheads="1"/>
            </p:cNvSpPr>
            <p:nvPr/>
          </p:nvSpPr>
          <p:spPr bwMode="auto">
            <a:xfrm>
              <a:off x="681" y="949"/>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2</a:t>
              </a:r>
              <a:endParaRPr lang="en-US" altLang="zh-CN"/>
            </a:p>
          </p:txBody>
        </p:sp>
        <p:sp>
          <p:nvSpPr>
            <p:cNvPr id="39980" name="Rectangle 48">
              <a:extLst>
                <a:ext uri="{FF2B5EF4-FFF2-40B4-BE49-F238E27FC236}">
                  <a16:creationId xmlns:a16="http://schemas.microsoft.com/office/drawing/2014/main" id="{D345FED6-D628-1849-9508-E046CC4E789F}"/>
                </a:ext>
              </a:extLst>
            </p:cNvPr>
            <p:cNvSpPr>
              <a:spLocks noChangeArrowheads="1"/>
            </p:cNvSpPr>
            <p:nvPr/>
          </p:nvSpPr>
          <p:spPr bwMode="auto">
            <a:xfrm>
              <a:off x="684" y="663"/>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a:p>
          </p:txBody>
        </p:sp>
        <p:sp>
          <p:nvSpPr>
            <p:cNvPr id="39981" name="Rectangle 49">
              <a:extLst>
                <a:ext uri="{FF2B5EF4-FFF2-40B4-BE49-F238E27FC236}">
                  <a16:creationId xmlns:a16="http://schemas.microsoft.com/office/drawing/2014/main" id="{EAE2BE1B-A271-2846-9B64-DF446D9A25A7}"/>
                </a:ext>
              </a:extLst>
            </p:cNvPr>
            <p:cNvSpPr>
              <a:spLocks noChangeArrowheads="1"/>
            </p:cNvSpPr>
            <p:nvPr/>
          </p:nvSpPr>
          <p:spPr bwMode="auto">
            <a:xfrm>
              <a:off x="2122" y="37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2</a:t>
              </a:r>
              <a:endParaRPr lang="en-US" altLang="zh-CN"/>
            </a:p>
          </p:txBody>
        </p:sp>
        <p:sp>
          <p:nvSpPr>
            <p:cNvPr id="39982" name="Rectangle 50">
              <a:extLst>
                <a:ext uri="{FF2B5EF4-FFF2-40B4-BE49-F238E27FC236}">
                  <a16:creationId xmlns:a16="http://schemas.microsoft.com/office/drawing/2014/main" id="{8991E392-8AB7-E747-98FB-288B80E0278F}"/>
                </a:ext>
              </a:extLst>
            </p:cNvPr>
            <p:cNvSpPr>
              <a:spLocks noChangeArrowheads="1"/>
            </p:cNvSpPr>
            <p:nvPr/>
          </p:nvSpPr>
          <p:spPr bwMode="auto">
            <a:xfrm>
              <a:off x="1915" y="37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2</a:t>
              </a:r>
              <a:endParaRPr lang="en-US" altLang="zh-CN">
                <a:solidFill>
                  <a:srgbClr val="FF3300"/>
                </a:solidFill>
              </a:endParaRPr>
            </a:p>
          </p:txBody>
        </p:sp>
        <p:sp>
          <p:nvSpPr>
            <p:cNvPr id="39983" name="Rectangle 51">
              <a:extLst>
                <a:ext uri="{FF2B5EF4-FFF2-40B4-BE49-F238E27FC236}">
                  <a16:creationId xmlns:a16="http://schemas.microsoft.com/office/drawing/2014/main" id="{FD224940-F3AB-5D48-9668-15FA6AD087E7}"/>
                </a:ext>
              </a:extLst>
            </p:cNvPr>
            <p:cNvSpPr>
              <a:spLocks noChangeArrowheads="1"/>
            </p:cNvSpPr>
            <p:nvPr/>
          </p:nvSpPr>
          <p:spPr bwMode="auto">
            <a:xfrm>
              <a:off x="1628" y="37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a:p>
          </p:txBody>
        </p:sp>
        <p:sp>
          <p:nvSpPr>
            <p:cNvPr id="39984" name="Rectangle 52">
              <a:extLst>
                <a:ext uri="{FF2B5EF4-FFF2-40B4-BE49-F238E27FC236}">
                  <a16:creationId xmlns:a16="http://schemas.microsoft.com/office/drawing/2014/main" id="{6581C545-BCBA-0547-A042-31E252B96C2B}"/>
                </a:ext>
              </a:extLst>
            </p:cNvPr>
            <p:cNvSpPr>
              <a:spLocks noChangeArrowheads="1"/>
            </p:cNvSpPr>
            <p:nvPr/>
          </p:nvSpPr>
          <p:spPr bwMode="auto">
            <a:xfrm>
              <a:off x="1429" y="37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rPr>
                <a:t>1</a:t>
              </a:r>
              <a:endParaRPr lang="en-US" altLang="zh-CN">
                <a:solidFill>
                  <a:srgbClr val="FF3300"/>
                </a:solidFill>
              </a:endParaRPr>
            </a:p>
          </p:txBody>
        </p:sp>
        <p:sp>
          <p:nvSpPr>
            <p:cNvPr id="39985" name="Rectangle 53">
              <a:extLst>
                <a:ext uri="{FF2B5EF4-FFF2-40B4-BE49-F238E27FC236}">
                  <a16:creationId xmlns:a16="http://schemas.microsoft.com/office/drawing/2014/main" id="{A571AE79-359B-C946-8B78-7089052CC300}"/>
                </a:ext>
              </a:extLst>
            </p:cNvPr>
            <p:cNvSpPr>
              <a:spLocks noChangeArrowheads="1"/>
            </p:cNvSpPr>
            <p:nvPr/>
          </p:nvSpPr>
          <p:spPr bwMode="auto">
            <a:xfrm>
              <a:off x="684" y="377"/>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a:p>
          </p:txBody>
        </p:sp>
        <p:sp>
          <p:nvSpPr>
            <p:cNvPr id="39986" name="Rectangle 54">
              <a:extLst>
                <a:ext uri="{FF2B5EF4-FFF2-40B4-BE49-F238E27FC236}">
                  <a16:creationId xmlns:a16="http://schemas.microsoft.com/office/drawing/2014/main" id="{9A09FBA4-9E04-EF4E-A775-5391825469D3}"/>
                </a:ext>
              </a:extLst>
            </p:cNvPr>
            <p:cNvSpPr>
              <a:spLocks noChangeArrowheads="1"/>
            </p:cNvSpPr>
            <p:nvPr/>
          </p:nvSpPr>
          <p:spPr bwMode="auto">
            <a:xfrm>
              <a:off x="4220" y="1784"/>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latin typeface="Symbol" pitchFamily="2" charset="2"/>
                </a:rPr>
                <a:t>-</a:t>
              </a:r>
              <a:endParaRPr lang="en-US" altLang="zh-CN"/>
            </a:p>
          </p:txBody>
        </p:sp>
        <p:sp>
          <p:nvSpPr>
            <p:cNvPr id="39987" name="Rectangle 55">
              <a:extLst>
                <a:ext uri="{FF2B5EF4-FFF2-40B4-BE49-F238E27FC236}">
                  <a16:creationId xmlns:a16="http://schemas.microsoft.com/office/drawing/2014/main" id="{E73EBD2B-53D8-9B43-BCC1-6972F6AA39C8}"/>
                </a:ext>
              </a:extLst>
            </p:cNvPr>
            <p:cNvSpPr>
              <a:spLocks noChangeArrowheads="1"/>
            </p:cNvSpPr>
            <p:nvPr/>
          </p:nvSpPr>
          <p:spPr bwMode="auto">
            <a:xfrm>
              <a:off x="3817" y="17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FF3300"/>
                  </a:solidFill>
                  <a:latin typeface="Symbol" pitchFamily="2" charset="2"/>
                </a:rPr>
                <a:t>-</a:t>
              </a:r>
              <a:endParaRPr lang="en-US" altLang="zh-CN">
                <a:solidFill>
                  <a:srgbClr val="FF3300"/>
                </a:solidFill>
              </a:endParaRPr>
            </a:p>
          </p:txBody>
        </p:sp>
        <p:sp>
          <p:nvSpPr>
            <p:cNvPr id="39988" name="Rectangle 56">
              <a:extLst>
                <a:ext uri="{FF2B5EF4-FFF2-40B4-BE49-F238E27FC236}">
                  <a16:creationId xmlns:a16="http://schemas.microsoft.com/office/drawing/2014/main" id="{F06A69F3-E164-6A49-A737-D61DAB856EC1}"/>
                </a:ext>
              </a:extLst>
            </p:cNvPr>
            <p:cNvSpPr>
              <a:spLocks noChangeArrowheads="1"/>
            </p:cNvSpPr>
            <p:nvPr/>
          </p:nvSpPr>
          <p:spPr bwMode="auto">
            <a:xfrm>
              <a:off x="632" y="367"/>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latin typeface="Symbol" pitchFamily="2" charset="2"/>
                </a:rPr>
                <a:t>+</a:t>
              </a:r>
              <a:endParaRPr lang="en-US" altLang="zh-CN"/>
            </a:p>
          </p:txBody>
        </p:sp>
        <p:sp>
          <p:nvSpPr>
            <p:cNvPr id="39989" name="Rectangle 57">
              <a:extLst>
                <a:ext uri="{FF2B5EF4-FFF2-40B4-BE49-F238E27FC236}">
                  <a16:creationId xmlns:a16="http://schemas.microsoft.com/office/drawing/2014/main" id="{B07BCA3A-AB15-354C-949C-796A879B2AB2}"/>
                </a:ext>
              </a:extLst>
            </p:cNvPr>
            <p:cNvSpPr>
              <a:spLocks noChangeArrowheads="1"/>
            </p:cNvSpPr>
            <p:nvPr/>
          </p:nvSpPr>
          <p:spPr bwMode="auto">
            <a:xfrm>
              <a:off x="3442"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0" name="Rectangle 58">
              <a:extLst>
                <a:ext uri="{FF2B5EF4-FFF2-40B4-BE49-F238E27FC236}">
                  <a16:creationId xmlns:a16="http://schemas.microsoft.com/office/drawing/2014/main" id="{147EB9AE-F853-534C-B78A-68847E07E57C}"/>
                </a:ext>
              </a:extLst>
            </p:cNvPr>
            <p:cNvSpPr>
              <a:spLocks noChangeArrowheads="1"/>
            </p:cNvSpPr>
            <p:nvPr/>
          </p:nvSpPr>
          <p:spPr bwMode="auto">
            <a:xfrm>
              <a:off x="3189"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1" name="Rectangle 59">
              <a:extLst>
                <a:ext uri="{FF2B5EF4-FFF2-40B4-BE49-F238E27FC236}">
                  <a16:creationId xmlns:a16="http://schemas.microsoft.com/office/drawing/2014/main" id="{F3D7EF81-BBA0-D04C-ACC9-51A637F2C5D9}"/>
                </a:ext>
              </a:extLst>
            </p:cNvPr>
            <p:cNvSpPr>
              <a:spLocks noChangeArrowheads="1"/>
            </p:cNvSpPr>
            <p:nvPr/>
          </p:nvSpPr>
          <p:spPr bwMode="auto">
            <a:xfrm>
              <a:off x="2511"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2" name="Rectangle 60">
              <a:extLst>
                <a:ext uri="{FF2B5EF4-FFF2-40B4-BE49-F238E27FC236}">
                  <a16:creationId xmlns:a16="http://schemas.microsoft.com/office/drawing/2014/main" id="{04176AEE-2F65-6748-BE29-94EB99F98F31}"/>
                </a:ext>
              </a:extLst>
            </p:cNvPr>
            <p:cNvSpPr>
              <a:spLocks noChangeArrowheads="1"/>
            </p:cNvSpPr>
            <p:nvPr/>
          </p:nvSpPr>
          <p:spPr bwMode="auto">
            <a:xfrm>
              <a:off x="1850"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3" name="Rectangle 61">
              <a:extLst>
                <a:ext uri="{FF2B5EF4-FFF2-40B4-BE49-F238E27FC236}">
                  <a16:creationId xmlns:a16="http://schemas.microsoft.com/office/drawing/2014/main" id="{13E3ED55-FCFD-0C48-92FD-F722887279AA}"/>
                </a:ext>
              </a:extLst>
            </p:cNvPr>
            <p:cNvSpPr>
              <a:spLocks noChangeArrowheads="1"/>
            </p:cNvSpPr>
            <p:nvPr/>
          </p:nvSpPr>
          <p:spPr bwMode="auto">
            <a:xfrm>
              <a:off x="1245"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4" name="Rectangle 62">
              <a:extLst>
                <a:ext uri="{FF2B5EF4-FFF2-40B4-BE49-F238E27FC236}">
                  <a16:creationId xmlns:a16="http://schemas.microsoft.com/office/drawing/2014/main" id="{15CF6B85-1BE2-B547-94CD-265488BC06BA}"/>
                </a:ext>
              </a:extLst>
            </p:cNvPr>
            <p:cNvSpPr>
              <a:spLocks noChangeArrowheads="1"/>
            </p:cNvSpPr>
            <p:nvPr/>
          </p:nvSpPr>
          <p:spPr bwMode="auto">
            <a:xfrm>
              <a:off x="778"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5" name="Rectangle 63">
              <a:extLst>
                <a:ext uri="{FF2B5EF4-FFF2-40B4-BE49-F238E27FC236}">
                  <a16:creationId xmlns:a16="http://schemas.microsoft.com/office/drawing/2014/main" id="{A8FF1A78-61FB-8F46-AAE4-CA5EE61F60C6}"/>
                </a:ext>
              </a:extLst>
            </p:cNvPr>
            <p:cNvSpPr>
              <a:spLocks noChangeArrowheads="1"/>
            </p:cNvSpPr>
            <p:nvPr/>
          </p:nvSpPr>
          <p:spPr bwMode="auto">
            <a:xfrm>
              <a:off x="2497" y="1101"/>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6" name="Rectangle 64">
              <a:extLst>
                <a:ext uri="{FF2B5EF4-FFF2-40B4-BE49-F238E27FC236}">
                  <a16:creationId xmlns:a16="http://schemas.microsoft.com/office/drawing/2014/main" id="{D9FF6BDD-D5BE-5246-BA63-A92811E424F6}"/>
                </a:ext>
              </a:extLst>
            </p:cNvPr>
            <p:cNvSpPr>
              <a:spLocks noChangeArrowheads="1"/>
            </p:cNvSpPr>
            <p:nvPr/>
          </p:nvSpPr>
          <p:spPr bwMode="auto">
            <a:xfrm>
              <a:off x="1866" y="1101"/>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7" name="Rectangle 65">
              <a:extLst>
                <a:ext uri="{FF2B5EF4-FFF2-40B4-BE49-F238E27FC236}">
                  <a16:creationId xmlns:a16="http://schemas.microsoft.com/office/drawing/2014/main" id="{C3CE3983-CA1A-2E40-A6F0-A052E4891AB4}"/>
                </a:ext>
              </a:extLst>
            </p:cNvPr>
            <p:cNvSpPr>
              <a:spLocks noChangeArrowheads="1"/>
            </p:cNvSpPr>
            <p:nvPr/>
          </p:nvSpPr>
          <p:spPr bwMode="auto">
            <a:xfrm>
              <a:off x="1245" y="1101"/>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8" name="Rectangle 66">
              <a:extLst>
                <a:ext uri="{FF2B5EF4-FFF2-40B4-BE49-F238E27FC236}">
                  <a16:creationId xmlns:a16="http://schemas.microsoft.com/office/drawing/2014/main" id="{790D690D-3A50-4F4E-A49E-B28D9BDEC763}"/>
                </a:ext>
              </a:extLst>
            </p:cNvPr>
            <p:cNvSpPr>
              <a:spLocks noChangeArrowheads="1"/>
            </p:cNvSpPr>
            <p:nvPr/>
          </p:nvSpPr>
          <p:spPr bwMode="auto">
            <a:xfrm>
              <a:off x="778" y="1101"/>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39999" name="Rectangle 67">
              <a:extLst>
                <a:ext uri="{FF2B5EF4-FFF2-40B4-BE49-F238E27FC236}">
                  <a16:creationId xmlns:a16="http://schemas.microsoft.com/office/drawing/2014/main" id="{5FF05F80-1001-7D4A-B067-CB9CC1FBE1C4}"/>
                </a:ext>
              </a:extLst>
            </p:cNvPr>
            <p:cNvSpPr>
              <a:spLocks noChangeArrowheads="1"/>
            </p:cNvSpPr>
            <p:nvPr/>
          </p:nvSpPr>
          <p:spPr bwMode="auto">
            <a:xfrm>
              <a:off x="1866" y="815"/>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0" name="Rectangle 68">
              <a:extLst>
                <a:ext uri="{FF2B5EF4-FFF2-40B4-BE49-F238E27FC236}">
                  <a16:creationId xmlns:a16="http://schemas.microsoft.com/office/drawing/2014/main" id="{0A3C9685-1D94-3040-9EEF-88B4ADAB1161}"/>
                </a:ext>
              </a:extLst>
            </p:cNvPr>
            <p:cNvSpPr>
              <a:spLocks noChangeArrowheads="1"/>
            </p:cNvSpPr>
            <p:nvPr/>
          </p:nvSpPr>
          <p:spPr bwMode="auto">
            <a:xfrm>
              <a:off x="1245" y="815"/>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1" name="Rectangle 69">
              <a:extLst>
                <a:ext uri="{FF2B5EF4-FFF2-40B4-BE49-F238E27FC236}">
                  <a16:creationId xmlns:a16="http://schemas.microsoft.com/office/drawing/2014/main" id="{DB3121AE-AE82-AC4C-A5B1-B651694A29D7}"/>
                </a:ext>
              </a:extLst>
            </p:cNvPr>
            <p:cNvSpPr>
              <a:spLocks noChangeArrowheads="1"/>
            </p:cNvSpPr>
            <p:nvPr/>
          </p:nvSpPr>
          <p:spPr bwMode="auto">
            <a:xfrm>
              <a:off x="778" y="815"/>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2" name="Rectangle 70">
              <a:extLst>
                <a:ext uri="{FF2B5EF4-FFF2-40B4-BE49-F238E27FC236}">
                  <a16:creationId xmlns:a16="http://schemas.microsoft.com/office/drawing/2014/main" id="{B30FE216-03B2-424E-9FC3-0F7DB5A68155}"/>
                </a:ext>
              </a:extLst>
            </p:cNvPr>
            <p:cNvSpPr>
              <a:spLocks noChangeArrowheads="1"/>
            </p:cNvSpPr>
            <p:nvPr/>
          </p:nvSpPr>
          <p:spPr bwMode="auto">
            <a:xfrm>
              <a:off x="778" y="529"/>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3" name="Rectangle 71">
              <a:extLst>
                <a:ext uri="{FF2B5EF4-FFF2-40B4-BE49-F238E27FC236}">
                  <a16:creationId xmlns:a16="http://schemas.microsoft.com/office/drawing/2014/main" id="{F5ADAE80-B66D-DC49-A46B-1FDAE368B7C3}"/>
                </a:ext>
              </a:extLst>
            </p:cNvPr>
            <p:cNvSpPr>
              <a:spLocks noChangeArrowheads="1"/>
            </p:cNvSpPr>
            <p:nvPr/>
          </p:nvSpPr>
          <p:spPr bwMode="auto">
            <a:xfrm>
              <a:off x="2462"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4" name="Rectangle 72">
              <a:extLst>
                <a:ext uri="{FF2B5EF4-FFF2-40B4-BE49-F238E27FC236}">
                  <a16:creationId xmlns:a16="http://schemas.microsoft.com/office/drawing/2014/main" id="{95B53D49-4AFB-9641-9EAF-23C6DE164145}"/>
                </a:ext>
              </a:extLst>
            </p:cNvPr>
            <p:cNvSpPr>
              <a:spLocks noChangeArrowheads="1"/>
            </p:cNvSpPr>
            <p:nvPr/>
          </p:nvSpPr>
          <p:spPr bwMode="auto">
            <a:xfrm>
              <a:off x="2209"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5" name="Rectangle 73">
              <a:extLst>
                <a:ext uri="{FF2B5EF4-FFF2-40B4-BE49-F238E27FC236}">
                  <a16:creationId xmlns:a16="http://schemas.microsoft.com/office/drawing/2014/main" id="{F0DB5BBD-4B34-304B-AECD-55499D345C57}"/>
                </a:ext>
              </a:extLst>
            </p:cNvPr>
            <p:cNvSpPr>
              <a:spLocks noChangeArrowheads="1"/>
            </p:cNvSpPr>
            <p:nvPr/>
          </p:nvSpPr>
          <p:spPr bwMode="auto">
            <a:xfrm>
              <a:off x="1712"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6" name="Rectangle 74">
              <a:extLst>
                <a:ext uri="{FF2B5EF4-FFF2-40B4-BE49-F238E27FC236}">
                  <a16:creationId xmlns:a16="http://schemas.microsoft.com/office/drawing/2014/main" id="{328CBC18-3D50-EB4A-B5B8-9B395BD8DF75}"/>
                </a:ext>
              </a:extLst>
            </p:cNvPr>
            <p:cNvSpPr>
              <a:spLocks noChangeArrowheads="1"/>
            </p:cNvSpPr>
            <p:nvPr/>
          </p:nvSpPr>
          <p:spPr bwMode="auto">
            <a:xfrm>
              <a:off x="1067"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7" name="Rectangle 75">
              <a:extLst>
                <a:ext uri="{FF2B5EF4-FFF2-40B4-BE49-F238E27FC236}">
                  <a16:creationId xmlns:a16="http://schemas.microsoft.com/office/drawing/2014/main" id="{B40B1FFB-F358-8A4A-A51E-EC528D114EF1}"/>
                </a:ext>
              </a:extLst>
            </p:cNvPr>
            <p:cNvSpPr>
              <a:spLocks noChangeArrowheads="1"/>
            </p:cNvSpPr>
            <p:nvPr/>
          </p:nvSpPr>
          <p:spPr bwMode="auto">
            <a:xfrm>
              <a:off x="778"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a:solidFill>
                    <a:srgbClr val="000000"/>
                  </a:solidFill>
                  <a:latin typeface="Symbol" pitchFamily="2" charset="2"/>
                </a:rPr>
                <a:t>=</a:t>
              </a:r>
              <a:endParaRPr lang="en-US" altLang="zh-CN"/>
            </a:p>
          </p:txBody>
        </p:sp>
        <p:sp>
          <p:nvSpPr>
            <p:cNvPr id="40008" name="Rectangle 76">
              <a:extLst>
                <a:ext uri="{FF2B5EF4-FFF2-40B4-BE49-F238E27FC236}">
                  <a16:creationId xmlns:a16="http://schemas.microsoft.com/office/drawing/2014/main" id="{669130AA-D538-0D4A-AAA3-61F4D32E7910}"/>
                </a:ext>
              </a:extLst>
            </p:cNvPr>
            <p:cNvSpPr>
              <a:spLocks noChangeArrowheads="1"/>
            </p:cNvSpPr>
            <p:nvPr/>
          </p:nvSpPr>
          <p:spPr bwMode="auto">
            <a:xfrm>
              <a:off x="4141" y="1796"/>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m</a:t>
              </a:r>
              <a:endParaRPr lang="en-US" altLang="zh-CN"/>
            </a:p>
          </p:txBody>
        </p:sp>
        <p:sp>
          <p:nvSpPr>
            <p:cNvPr id="40009" name="Rectangle 77">
              <a:extLst>
                <a:ext uri="{FF2B5EF4-FFF2-40B4-BE49-F238E27FC236}">
                  <a16:creationId xmlns:a16="http://schemas.microsoft.com/office/drawing/2014/main" id="{DD3936AA-9B95-E94F-8E33-E09E362330B0}"/>
                </a:ext>
              </a:extLst>
            </p:cNvPr>
            <p:cNvSpPr>
              <a:spLocks noChangeArrowheads="1"/>
            </p:cNvSpPr>
            <p:nvPr/>
          </p:nvSpPr>
          <p:spPr bwMode="auto">
            <a:xfrm>
              <a:off x="3640" y="1803"/>
              <a:ext cx="20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FF3300"/>
                  </a:solidFill>
                </a:rPr>
                <a:t>m m</a:t>
              </a:r>
              <a:endParaRPr lang="en-US" altLang="zh-CN">
                <a:solidFill>
                  <a:srgbClr val="FF3300"/>
                </a:solidFill>
              </a:endParaRPr>
            </a:p>
          </p:txBody>
        </p:sp>
        <p:sp>
          <p:nvSpPr>
            <p:cNvPr id="40010" name="Rectangle 78">
              <a:extLst>
                <a:ext uri="{FF2B5EF4-FFF2-40B4-BE49-F238E27FC236}">
                  <a16:creationId xmlns:a16="http://schemas.microsoft.com/office/drawing/2014/main" id="{D430B898-610A-B147-A754-B12D97266781}"/>
                </a:ext>
              </a:extLst>
            </p:cNvPr>
            <p:cNvSpPr>
              <a:spLocks noChangeArrowheads="1"/>
            </p:cNvSpPr>
            <p:nvPr/>
          </p:nvSpPr>
          <p:spPr bwMode="auto">
            <a:xfrm>
              <a:off x="2733" y="18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FF3300"/>
                  </a:solidFill>
                </a:rPr>
                <a:t>m</a:t>
              </a:r>
              <a:endParaRPr lang="en-US" altLang="zh-CN">
                <a:solidFill>
                  <a:srgbClr val="FF3300"/>
                </a:solidFill>
              </a:endParaRPr>
            </a:p>
          </p:txBody>
        </p:sp>
        <p:sp>
          <p:nvSpPr>
            <p:cNvPr id="40011" name="Rectangle 79">
              <a:extLst>
                <a:ext uri="{FF2B5EF4-FFF2-40B4-BE49-F238E27FC236}">
                  <a16:creationId xmlns:a16="http://schemas.microsoft.com/office/drawing/2014/main" id="{D1E612D8-9C16-D849-8DEC-5496201D06BE}"/>
                </a:ext>
              </a:extLst>
            </p:cNvPr>
            <p:cNvSpPr>
              <a:spLocks noChangeArrowheads="1"/>
            </p:cNvSpPr>
            <p:nvPr/>
          </p:nvSpPr>
          <p:spPr bwMode="auto">
            <a:xfrm>
              <a:off x="2071" y="18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FF3300"/>
                  </a:solidFill>
                </a:rPr>
                <a:t>m</a:t>
              </a:r>
              <a:endParaRPr lang="en-US" altLang="zh-CN">
                <a:solidFill>
                  <a:srgbClr val="FF3300"/>
                </a:solidFill>
              </a:endParaRPr>
            </a:p>
          </p:txBody>
        </p:sp>
        <p:sp>
          <p:nvSpPr>
            <p:cNvPr id="40012" name="Rectangle 80">
              <a:extLst>
                <a:ext uri="{FF2B5EF4-FFF2-40B4-BE49-F238E27FC236}">
                  <a16:creationId xmlns:a16="http://schemas.microsoft.com/office/drawing/2014/main" id="{88D7B89B-AFB7-194A-A7B8-842D44FCE069}"/>
                </a:ext>
              </a:extLst>
            </p:cNvPr>
            <p:cNvSpPr>
              <a:spLocks noChangeArrowheads="1"/>
            </p:cNvSpPr>
            <p:nvPr/>
          </p:nvSpPr>
          <p:spPr bwMode="auto">
            <a:xfrm>
              <a:off x="1460" y="18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FF3300"/>
                  </a:solidFill>
                </a:rPr>
                <a:t>m</a:t>
              </a:r>
              <a:endParaRPr lang="en-US" altLang="zh-CN">
                <a:solidFill>
                  <a:srgbClr val="FF3300"/>
                </a:solidFill>
              </a:endParaRPr>
            </a:p>
          </p:txBody>
        </p:sp>
        <p:sp>
          <p:nvSpPr>
            <p:cNvPr id="40013" name="Rectangle 81">
              <a:extLst>
                <a:ext uri="{FF2B5EF4-FFF2-40B4-BE49-F238E27FC236}">
                  <a16:creationId xmlns:a16="http://schemas.microsoft.com/office/drawing/2014/main" id="{ACEAA9E4-B601-6346-83F0-7E00B06D6C73}"/>
                </a:ext>
              </a:extLst>
            </p:cNvPr>
            <p:cNvSpPr>
              <a:spLocks noChangeArrowheads="1"/>
            </p:cNvSpPr>
            <p:nvPr/>
          </p:nvSpPr>
          <p:spPr bwMode="auto">
            <a:xfrm>
              <a:off x="1172" y="1803"/>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14" name="Rectangle 82">
              <a:extLst>
                <a:ext uri="{FF2B5EF4-FFF2-40B4-BE49-F238E27FC236}">
                  <a16:creationId xmlns:a16="http://schemas.microsoft.com/office/drawing/2014/main" id="{0DBC9F86-2DFC-3248-9B4F-4A1562DFB67E}"/>
                </a:ext>
              </a:extLst>
            </p:cNvPr>
            <p:cNvSpPr>
              <a:spLocks noChangeArrowheads="1"/>
            </p:cNvSpPr>
            <p:nvPr/>
          </p:nvSpPr>
          <p:spPr bwMode="auto">
            <a:xfrm>
              <a:off x="651" y="1803"/>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m</a:t>
              </a:r>
              <a:endParaRPr lang="en-US" altLang="zh-CN"/>
            </a:p>
          </p:txBody>
        </p:sp>
        <p:sp>
          <p:nvSpPr>
            <p:cNvPr id="40015" name="Rectangle 83">
              <a:extLst>
                <a:ext uri="{FF2B5EF4-FFF2-40B4-BE49-F238E27FC236}">
                  <a16:creationId xmlns:a16="http://schemas.microsoft.com/office/drawing/2014/main" id="{E26C181D-5F6E-3C4C-AF4D-86AFF89A69CF}"/>
                </a:ext>
              </a:extLst>
            </p:cNvPr>
            <p:cNvSpPr>
              <a:spLocks noChangeArrowheads="1"/>
            </p:cNvSpPr>
            <p:nvPr/>
          </p:nvSpPr>
          <p:spPr bwMode="auto">
            <a:xfrm>
              <a:off x="1793" y="1238"/>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16" name="Rectangle 84">
              <a:extLst>
                <a:ext uri="{FF2B5EF4-FFF2-40B4-BE49-F238E27FC236}">
                  <a16:creationId xmlns:a16="http://schemas.microsoft.com/office/drawing/2014/main" id="{C9A349B5-4882-5B4F-A51C-000CB56E113C}"/>
                </a:ext>
              </a:extLst>
            </p:cNvPr>
            <p:cNvSpPr>
              <a:spLocks noChangeArrowheads="1"/>
            </p:cNvSpPr>
            <p:nvPr/>
          </p:nvSpPr>
          <p:spPr bwMode="auto">
            <a:xfrm>
              <a:off x="1172" y="1238"/>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17" name="Rectangle 85">
              <a:extLst>
                <a:ext uri="{FF2B5EF4-FFF2-40B4-BE49-F238E27FC236}">
                  <a16:creationId xmlns:a16="http://schemas.microsoft.com/office/drawing/2014/main" id="{9B2096CD-6611-CD41-8304-F72EBAF78957}"/>
                </a:ext>
              </a:extLst>
            </p:cNvPr>
            <p:cNvSpPr>
              <a:spLocks noChangeArrowheads="1"/>
            </p:cNvSpPr>
            <p:nvPr/>
          </p:nvSpPr>
          <p:spPr bwMode="auto">
            <a:xfrm>
              <a:off x="1793" y="951"/>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18" name="Rectangle 86">
              <a:extLst>
                <a:ext uri="{FF2B5EF4-FFF2-40B4-BE49-F238E27FC236}">
                  <a16:creationId xmlns:a16="http://schemas.microsoft.com/office/drawing/2014/main" id="{D23440B0-8870-F449-9D3C-A74ACF36F952}"/>
                </a:ext>
              </a:extLst>
            </p:cNvPr>
            <p:cNvSpPr>
              <a:spLocks noChangeArrowheads="1"/>
            </p:cNvSpPr>
            <p:nvPr/>
          </p:nvSpPr>
          <p:spPr bwMode="auto">
            <a:xfrm>
              <a:off x="1172" y="951"/>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19" name="Rectangle 87">
              <a:extLst>
                <a:ext uri="{FF2B5EF4-FFF2-40B4-BE49-F238E27FC236}">
                  <a16:creationId xmlns:a16="http://schemas.microsoft.com/office/drawing/2014/main" id="{C08E83B0-8B5C-5341-BE47-414641E0D492}"/>
                </a:ext>
              </a:extLst>
            </p:cNvPr>
            <p:cNvSpPr>
              <a:spLocks noChangeArrowheads="1"/>
            </p:cNvSpPr>
            <p:nvPr/>
          </p:nvSpPr>
          <p:spPr bwMode="auto">
            <a:xfrm>
              <a:off x="1386" y="665"/>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20" name="Rectangle 88">
              <a:extLst>
                <a:ext uri="{FF2B5EF4-FFF2-40B4-BE49-F238E27FC236}">
                  <a16:creationId xmlns:a16="http://schemas.microsoft.com/office/drawing/2014/main" id="{D7DBBF78-96A3-DC47-B008-D688C2FAE515}"/>
                </a:ext>
              </a:extLst>
            </p:cNvPr>
            <p:cNvSpPr>
              <a:spLocks noChangeArrowheads="1"/>
            </p:cNvSpPr>
            <p:nvPr/>
          </p:nvSpPr>
          <p:spPr bwMode="auto">
            <a:xfrm>
              <a:off x="1172" y="665"/>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21" name="Rectangle 89">
              <a:extLst>
                <a:ext uri="{FF2B5EF4-FFF2-40B4-BE49-F238E27FC236}">
                  <a16:creationId xmlns:a16="http://schemas.microsoft.com/office/drawing/2014/main" id="{21CB9030-AACD-F641-8931-2868349B83EB}"/>
                </a:ext>
              </a:extLst>
            </p:cNvPr>
            <p:cNvSpPr>
              <a:spLocks noChangeArrowheads="1"/>
            </p:cNvSpPr>
            <p:nvPr/>
          </p:nvSpPr>
          <p:spPr bwMode="auto">
            <a:xfrm>
              <a:off x="2901" y="379"/>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m</a:t>
              </a:r>
              <a:endParaRPr lang="en-US" altLang="zh-CN"/>
            </a:p>
          </p:txBody>
        </p:sp>
        <p:sp>
          <p:nvSpPr>
            <p:cNvPr id="40022" name="Rectangle 90">
              <a:extLst>
                <a:ext uri="{FF2B5EF4-FFF2-40B4-BE49-F238E27FC236}">
                  <a16:creationId xmlns:a16="http://schemas.microsoft.com/office/drawing/2014/main" id="{0B296563-A320-154E-B381-D92C6CB4514F}"/>
                </a:ext>
              </a:extLst>
            </p:cNvPr>
            <p:cNvSpPr>
              <a:spLocks noChangeArrowheads="1"/>
            </p:cNvSpPr>
            <p:nvPr/>
          </p:nvSpPr>
          <p:spPr bwMode="auto">
            <a:xfrm>
              <a:off x="2664" y="379"/>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FF3300"/>
                  </a:solidFill>
                </a:rPr>
                <a:t>m</a:t>
              </a:r>
              <a:endParaRPr lang="en-US" altLang="zh-CN">
                <a:solidFill>
                  <a:srgbClr val="FF3300"/>
                </a:solidFill>
              </a:endParaRPr>
            </a:p>
          </p:txBody>
        </p:sp>
        <p:sp>
          <p:nvSpPr>
            <p:cNvPr id="40023" name="Rectangle 91">
              <a:extLst>
                <a:ext uri="{FF2B5EF4-FFF2-40B4-BE49-F238E27FC236}">
                  <a16:creationId xmlns:a16="http://schemas.microsoft.com/office/drawing/2014/main" id="{90A0F63F-25D0-304E-8385-FF175EA2217A}"/>
                </a:ext>
              </a:extLst>
            </p:cNvPr>
            <p:cNvSpPr>
              <a:spLocks noChangeArrowheads="1"/>
            </p:cNvSpPr>
            <p:nvPr/>
          </p:nvSpPr>
          <p:spPr bwMode="auto">
            <a:xfrm>
              <a:off x="995" y="379"/>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24" name="Rectangle 92">
              <a:extLst>
                <a:ext uri="{FF2B5EF4-FFF2-40B4-BE49-F238E27FC236}">
                  <a16:creationId xmlns:a16="http://schemas.microsoft.com/office/drawing/2014/main" id="{F86084A2-1386-6845-87E6-97555A863A72}"/>
                </a:ext>
              </a:extLst>
            </p:cNvPr>
            <p:cNvSpPr>
              <a:spLocks noChangeArrowheads="1"/>
            </p:cNvSpPr>
            <p:nvPr/>
          </p:nvSpPr>
          <p:spPr bwMode="auto">
            <a:xfrm>
              <a:off x="596" y="379"/>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a:t>
              </a:r>
              <a:endParaRPr lang="en-US" altLang="zh-CN"/>
            </a:p>
          </p:txBody>
        </p:sp>
        <p:sp>
          <p:nvSpPr>
            <p:cNvPr id="40025" name="Rectangle 93">
              <a:extLst>
                <a:ext uri="{FF2B5EF4-FFF2-40B4-BE49-F238E27FC236}">
                  <a16:creationId xmlns:a16="http://schemas.microsoft.com/office/drawing/2014/main" id="{FDF5A721-40EE-BE45-97C5-399B00171E9C}"/>
                </a:ext>
              </a:extLst>
            </p:cNvPr>
            <p:cNvSpPr>
              <a:spLocks noChangeArrowheads="1"/>
            </p:cNvSpPr>
            <p:nvPr/>
          </p:nvSpPr>
          <p:spPr bwMode="auto">
            <a:xfrm>
              <a:off x="3936" y="1680"/>
              <a:ext cx="2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hK</a:t>
              </a:r>
              <a:endParaRPr lang="en-US" altLang="zh-CN"/>
            </a:p>
          </p:txBody>
        </p:sp>
        <p:sp>
          <p:nvSpPr>
            <p:cNvPr id="40026" name="Rectangle 94">
              <a:extLst>
                <a:ext uri="{FF2B5EF4-FFF2-40B4-BE49-F238E27FC236}">
                  <a16:creationId xmlns:a16="http://schemas.microsoft.com/office/drawing/2014/main" id="{B8F6BD8A-FFEF-D544-BBA7-A1311F0D7525}"/>
                </a:ext>
              </a:extLst>
            </p:cNvPr>
            <p:cNvSpPr>
              <a:spLocks noChangeArrowheads="1"/>
            </p:cNvSpPr>
            <p:nvPr/>
          </p:nvSpPr>
          <p:spPr bwMode="auto">
            <a:xfrm>
              <a:off x="2897" y="1687"/>
              <a:ext cx="2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hK</a:t>
              </a:r>
              <a:endParaRPr lang="en-US" altLang="zh-CN"/>
            </a:p>
          </p:txBody>
        </p:sp>
        <p:sp>
          <p:nvSpPr>
            <p:cNvPr id="40027" name="Rectangle 95">
              <a:extLst>
                <a:ext uri="{FF2B5EF4-FFF2-40B4-BE49-F238E27FC236}">
                  <a16:creationId xmlns:a16="http://schemas.microsoft.com/office/drawing/2014/main" id="{A7BFCFF7-5642-3140-973D-121114B5774F}"/>
                </a:ext>
              </a:extLst>
            </p:cNvPr>
            <p:cNvSpPr>
              <a:spLocks noChangeArrowheads="1"/>
            </p:cNvSpPr>
            <p:nvPr/>
          </p:nvSpPr>
          <p:spPr bwMode="auto">
            <a:xfrm>
              <a:off x="2227" y="1687"/>
              <a:ext cx="2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hK</a:t>
              </a:r>
              <a:endParaRPr lang="en-US" altLang="zh-CN"/>
            </a:p>
          </p:txBody>
        </p:sp>
        <p:sp>
          <p:nvSpPr>
            <p:cNvPr id="40028" name="Rectangle 96">
              <a:extLst>
                <a:ext uri="{FF2B5EF4-FFF2-40B4-BE49-F238E27FC236}">
                  <a16:creationId xmlns:a16="http://schemas.microsoft.com/office/drawing/2014/main" id="{2A4D8B66-E849-A040-9241-7626032338F7}"/>
                </a:ext>
              </a:extLst>
            </p:cNvPr>
            <p:cNvSpPr>
              <a:spLocks noChangeArrowheads="1"/>
            </p:cNvSpPr>
            <p:nvPr/>
          </p:nvSpPr>
          <p:spPr bwMode="auto">
            <a:xfrm>
              <a:off x="1750" y="1687"/>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y</a:t>
              </a:r>
              <a:endParaRPr lang="en-US" altLang="zh-CN"/>
            </a:p>
          </p:txBody>
        </p:sp>
        <p:sp>
          <p:nvSpPr>
            <p:cNvPr id="40029" name="Rectangle 97">
              <a:extLst>
                <a:ext uri="{FF2B5EF4-FFF2-40B4-BE49-F238E27FC236}">
                  <a16:creationId xmlns:a16="http://schemas.microsoft.com/office/drawing/2014/main" id="{309C4E77-FC0B-D843-928F-581D300B9AB9}"/>
                </a:ext>
              </a:extLst>
            </p:cNvPr>
            <p:cNvSpPr>
              <a:spLocks noChangeArrowheads="1"/>
            </p:cNvSpPr>
            <p:nvPr/>
          </p:nvSpPr>
          <p:spPr bwMode="auto">
            <a:xfrm>
              <a:off x="1573" y="1687"/>
              <a:ext cx="1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a:t>
              </a:r>
              <a:endParaRPr lang="en-US" altLang="zh-CN"/>
            </a:p>
          </p:txBody>
        </p:sp>
        <p:sp>
          <p:nvSpPr>
            <p:cNvPr id="40030" name="Rectangle 98">
              <a:extLst>
                <a:ext uri="{FF2B5EF4-FFF2-40B4-BE49-F238E27FC236}">
                  <a16:creationId xmlns:a16="http://schemas.microsoft.com/office/drawing/2014/main" id="{9ED10CAE-AE63-EA4D-AB26-AD4F56610E4B}"/>
                </a:ext>
              </a:extLst>
            </p:cNvPr>
            <p:cNvSpPr>
              <a:spLocks noChangeArrowheads="1"/>
            </p:cNvSpPr>
            <p:nvPr/>
          </p:nvSpPr>
          <p:spPr bwMode="auto">
            <a:xfrm>
              <a:off x="1089" y="1687"/>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x</a:t>
              </a:r>
              <a:endParaRPr lang="en-US" altLang="zh-CN"/>
            </a:p>
          </p:txBody>
        </p:sp>
        <p:sp>
          <p:nvSpPr>
            <p:cNvPr id="40031" name="Rectangle 99">
              <a:extLst>
                <a:ext uri="{FF2B5EF4-FFF2-40B4-BE49-F238E27FC236}">
                  <a16:creationId xmlns:a16="http://schemas.microsoft.com/office/drawing/2014/main" id="{7A01B936-9478-C54C-B07A-25DCFE96C19C}"/>
                </a:ext>
              </a:extLst>
            </p:cNvPr>
            <p:cNvSpPr>
              <a:spLocks noChangeArrowheads="1"/>
            </p:cNvSpPr>
            <p:nvPr/>
          </p:nvSpPr>
          <p:spPr bwMode="auto">
            <a:xfrm>
              <a:off x="933" y="1687"/>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f</a:t>
              </a:r>
              <a:endParaRPr lang="en-US" altLang="zh-CN"/>
            </a:p>
          </p:txBody>
        </p:sp>
        <p:sp>
          <p:nvSpPr>
            <p:cNvPr id="40032" name="Rectangle 100">
              <a:extLst>
                <a:ext uri="{FF2B5EF4-FFF2-40B4-BE49-F238E27FC236}">
                  <a16:creationId xmlns:a16="http://schemas.microsoft.com/office/drawing/2014/main" id="{030E1210-0D13-FB46-9C95-CB3763C5B442}"/>
                </a:ext>
              </a:extLst>
            </p:cNvPr>
            <p:cNvSpPr>
              <a:spLocks noChangeArrowheads="1"/>
            </p:cNvSpPr>
            <p:nvPr/>
          </p:nvSpPr>
          <p:spPr bwMode="auto">
            <a:xfrm>
              <a:off x="533" y="1687"/>
              <a:ext cx="12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K</a:t>
              </a:r>
              <a:endParaRPr lang="en-US" altLang="zh-CN"/>
            </a:p>
          </p:txBody>
        </p:sp>
        <p:sp>
          <p:nvSpPr>
            <p:cNvPr id="40033" name="Rectangle 101">
              <a:extLst>
                <a:ext uri="{FF2B5EF4-FFF2-40B4-BE49-F238E27FC236}">
                  <a16:creationId xmlns:a16="http://schemas.microsoft.com/office/drawing/2014/main" id="{A57A0B2B-101F-C242-AC66-8B37D493C201}"/>
                </a:ext>
              </a:extLst>
            </p:cNvPr>
            <p:cNvSpPr>
              <a:spLocks noChangeArrowheads="1"/>
            </p:cNvSpPr>
            <p:nvPr/>
          </p:nvSpPr>
          <p:spPr bwMode="auto">
            <a:xfrm>
              <a:off x="2846" y="1122"/>
              <a:ext cx="2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hK</a:t>
              </a:r>
              <a:endParaRPr lang="en-US" altLang="zh-CN"/>
            </a:p>
          </p:txBody>
        </p:sp>
        <p:sp>
          <p:nvSpPr>
            <p:cNvPr id="40034" name="Rectangle 102">
              <a:extLst>
                <a:ext uri="{FF2B5EF4-FFF2-40B4-BE49-F238E27FC236}">
                  <a16:creationId xmlns:a16="http://schemas.microsoft.com/office/drawing/2014/main" id="{22320EA7-D024-5D43-B5A1-E9313B56EDB6}"/>
                </a:ext>
              </a:extLst>
            </p:cNvPr>
            <p:cNvSpPr>
              <a:spLocks noChangeArrowheads="1"/>
            </p:cNvSpPr>
            <p:nvPr/>
          </p:nvSpPr>
          <p:spPr bwMode="auto">
            <a:xfrm>
              <a:off x="2213" y="1122"/>
              <a:ext cx="2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hK</a:t>
              </a:r>
              <a:endParaRPr lang="en-US" altLang="zh-CN"/>
            </a:p>
          </p:txBody>
        </p:sp>
        <p:sp>
          <p:nvSpPr>
            <p:cNvPr id="40035" name="Rectangle 103">
              <a:extLst>
                <a:ext uri="{FF2B5EF4-FFF2-40B4-BE49-F238E27FC236}">
                  <a16:creationId xmlns:a16="http://schemas.microsoft.com/office/drawing/2014/main" id="{0BE3F403-BF43-374F-AE62-7DBABE1FA71C}"/>
                </a:ext>
              </a:extLst>
            </p:cNvPr>
            <p:cNvSpPr>
              <a:spLocks noChangeArrowheads="1"/>
            </p:cNvSpPr>
            <p:nvPr/>
          </p:nvSpPr>
          <p:spPr bwMode="auto">
            <a:xfrm>
              <a:off x="1720" y="1122"/>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y</a:t>
              </a:r>
              <a:endParaRPr lang="en-US" altLang="zh-CN"/>
            </a:p>
          </p:txBody>
        </p:sp>
        <p:sp>
          <p:nvSpPr>
            <p:cNvPr id="40036" name="Rectangle 104">
              <a:extLst>
                <a:ext uri="{FF2B5EF4-FFF2-40B4-BE49-F238E27FC236}">
                  <a16:creationId xmlns:a16="http://schemas.microsoft.com/office/drawing/2014/main" id="{9B70BFC1-CCB7-DA45-8297-CA2086D45364}"/>
                </a:ext>
              </a:extLst>
            </p:cNvPr>
            <p:cNvSpPr>
              <a:spLocks noChangeArrowheads="1"/>
            </p:cNvSpPr>
            <p:nvPr/>
          </p:nvSpPr>
          <p:spPr bwMode="auto">
            <a:xfrm>
              <a:off x="1543" y="1122"/>
              <a:ext cx="1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a:t>
              </a:r>
              <a:endParaRPr lang="en-US" altLang="zh-CN"/>
            </a:p>
          </p:txBody>
        </p:sp>
        <p:sp>
          <p:nvSpPr>
            <p:cNvPr id="40037" name="Rectangle 105">
              <a:extLst>
                <a:ext uri="{FF2B5EF4-FFF2-40B4-BE49-F238E27FC236}">
                  <a16:creationId xmlns:a16="http://schemas.microsoft.com/office/drawing/2014/main" id="{F66E1772-4096-254D-AA4F-33DEFA321A59}"/>
                </a:ext>
              </a:extLst>
            </p:cNvPr>
            <p:cNvSpPr>
              <a:spLocks noChangeArrowheads="1"/>
            </p:cNvSpPr>
            <p:nvPr/>
          </p:nvSpPr>
          <p:spPr bwMode="auto">
            <a:xfrm>
              <a:off x="1089" y="112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x</a:t>
              </a:r>
              <a:endParaRPr lang="en-US" altLang="zh-CN"/>
            </a:p>
          </p:txBody>
        </p:sp>
        <p:sp>
          <p:nvSpPr>
            <p:cNvPr id="40038" name="Rectangle 106">
              <a:extLst>
                <a:ext uri="{FF2B5EF4-FFF2-40B4-BE49-F238E27FC236}">
                  <a16:creationId xmlns:a16="http://schemas.microsoft.com/office/drawing/2014/main" id="{F8C6AE87-5632-E948-9CDC-8AE327DDF6EB}"/>
                </a:ext>
              </a:extLst>
            </p:cNvPr>
            <p:cNvSpPr>
              <a:spLocks noChangeArrowheads="1"/>
            </p:cNvSpPr>
            <p:nvPr/>
          </p:nvSpPr>
          <p:spPr bwMode="auto">
            <a:xfrm>
              <a:off x="933" y="1122"/>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f</a:t>
              </a:r>
              <a:endParaRPr lang="en-US" altLang="zh-CN"/>
            </a:p>
          </p:txBody>
        </p:sp>
        <p:sp>
          <p:nvSpPr>
            <p:cNvPr id="40039" name="Rectangle 107">
              <a:extLst>
                <a:ext uri="{FF2B5EF4-FFF2-40B4-BE49-F238E27FC236}">
                  <a16:creationId xmlns:a16="http://schemas.microsoft.com/office/drawing/2014/main" id="{D8035152-E0B1-CC45-BEF0-1D1153754A4E}"/>
                </a:ext>
              </a:extLst>
            </p:cNvPr>
            <p:cNvSpPr>
              <a:spLocks noChangeArrowheads="1"/>
            </p:cNvSpPr>
            <p:nvPr/>
          </p:nvSpPr>
          <p:spPr bwMode="auto">
            <a:xfrm>
              <a:off x="563" y="1122"/>
              <a:ext cx="12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K</a:t>
              </a:r>
              <a:endParaRPr lang="en-US" altLang="zh-CN"/>
            </a:p>
          </p:txBody>
        </p:sp>
        <p:sp>
          <p:nvSpPr>
            <p:cNvPr id="40040" name="Rectangle 108">
              <a:extLst>
                <a:ext uri="{FF2B5EF4-FFF2-40B4-BE49-F238E27FC236}">
                  <a16:creationId xmlns:a16="http://schemas.microsoft.com/office/drawing/2014/main" id="{99303598-6972-B040-AF7E-B75A050007A4}"/>
                </a:ext>
              </a:extLst>
            </p:cNvPr>
            <p:cNvSpPr>
              <a:spLocks noChangeArrowheads="1"/>
            </p:cNvSpPr>
            <p:nvPr/>
          </p:nvSpPr>
          <p:spPr bwMode="auto">
            <a:xfrm>
              <a:off x="2213" y="836"/>
              <a:ext cx="22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hK</a:t>
              </a:r>
              <a:endParaRPr lang="en-US" altLang="zh-CN"/>
            </a:p>
          </p:txBody>
        </p:sp>
        <p:sp>
          <p:nvSpPr>
            <p:cNvPr id="40041" name="Rectangle 109">
              <a:extLst>
                <a:ext uri="{FF2B5EF4-FFF2-40B4-BE49-F238E27FC236}">
                  <a16:creationId xmlns:a16="http://schemas.microsoft.com/office/drawing/2014/main" id="{CDF01F93-8707-1A4A-A47F-67C587578D19}"/>
                </a:ext>
              </a:extLst>
            </p:cNvPr>
            <p:cNvSpPr>
              <a:spLocks noChangeArrowheads="1"/>
            </p:cNvSpPr>
            <p:nvPr/>
          </p:nvSpPr>
          <p:spPr bwMode="auto">
            <a:xfrm>
              <a:off x="1720" y="836"/>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y</a:t>
              </a:r>
              <a:endParaRPr lang="en-US" altLang="zh-CN"/>
            </a:p>
          </p:txBody>
        </p:sp>
        <p:sp>
          <p:nvSpPr>
            <p:cNvPr id="40042" name="Rectangle 110">
              <a:extLst>
                <a:ext uri="{FF2B5EF4-FFF2-40B4-BE49-F238E27FC236}">
                  <a16:creationId xmlns:a16="http://schemas.microsoft.com/office/drawing/2014/main" id="{7A6B7F66-60CA-364C-ADC2-48FC57FF43DD}"/>
                </a:ext>
              </a:extLst>
            </p:cNvPr>
            <p:cNvSpPr>
              <a:spLocks noChangeArrowheads="1"/>
            </p:cNvSpPr>
            <p:nvPr/>
          </p:nvSpPr>
          <p:spPr bwMode="auto">
            <a:xfrm>
              <a:off x="1543" y="836"/>
              <a:ext cx="1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a:t>
              </a:r>
              <a:endParaRPr lang="en-US" altLang="zh-CN"/>
            </a:p>
          </p:txBody>
        </p:sp>
        <p:sp>
          <p:nvSpPr>
            <p:cNvPr id="40043" name="Rectangle 111">
              <a:extLst>
                <a:ext uri="{FF2B5EF4-FFF2-40B4-BE49-F238E27FC236}">
                  <a16:creationId xmlns:a16="http://schemas.microsoft.com/office/drawing/2014/main" id="{1A38AB9F-AA68-F042-86B4-49CC82E9D9AC}"/>
                </a:ext>
              </a:extLst>
            </p:cNvPr>
            <p:cNvSpPr>
              <a:spLocks noChangeArrowheads="1"/>
            </p:cNvSpPr>
            <p:nvPr/>
          </p:nvSpPr>
          <p:spPr bwMode="auto">
            <a:xfrm>
              <a:off x="1089" y="836"/>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x</a:t>
              </a:r>
              <a:endParaRPr lang="en-US" altLang="zh-CN"/>
            </a:p>
          </p:txBody>
        </p:sp>
        <p:sp>
          <p:nvSpPr>
            <p:cNvPr id="40044" name="Rectangle 112">
              <a:extLst>
                <a:ext uri="{FF2B5EF4-FFF2-40B4-BE49-F238E27FC236}">
                  <a16:creationId xmlns:a16="http://schemas.microsoft.com/office/drawing/2014/main" id="{1B4AE6E7-8357-CB4D-9618-4F2E9A78DD40}"/>
                </a:ext>
              </a:extLst>
            </p:cNvPr>
            <p:cNvSpPr>
              <a:spLocks noChangeArrowheads="1"/>
            </p:cNvSpPr>
            <p:nvPr/>
          </p:nvSpPr>
          <p:spPr bwMode="auto">
            <a:xfrm>
              <a:off x="933" y="836"/>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f</a:t>
              </a:r>
              <a:endParaRPr lang="en-US" altLang="zh-CN"/>
            </a:p>
          </p:txBody>
        </p:sp>
        <p:sp>
          <p:nvSpPr>
            <p:cNvPr id="40045" name="Rectangle 113">
              <a:extLst>
                <a:ext uri="{FF2B5EF4-FFF2-40B4-BE49-F238E27FC236}">
                  <a16:creationId xmlns:a16="http://schemas.microsoft.com/office/drawing/2014/main" id="{4E38F39A-FC62-CE40-AEBE-0FB581EE8C84}"/>
                </a:ext>
              </a:extLst>
            </p:cNvPr>
            <p:cNvSpPr>
              <a:spLocks noChangeArrowheads="1"/>
            </p:cNvSpPr>
            <p:nvPr/>
          </p:nvSpPr>
          <p:spPr bwMode="auto">
            <a:xfrm>
              <a:off x="563" y="836"/>
              <a:ext cx="12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K</a:t>
              </a:r>
              <a:endParaRPr lang="en-US" altLang="zh-CN"/>
            </a:p>
          </p:txBody>
        </p:sp>
        <p:sp>
          <p:nvSpPr>
            <p:cNvPr id="40046" name="Rectangle 114">
              <a:extLst>
                <a:ext uri="{FF2B5EF4-FFF2-40B4-BE49-F238E27FC236}">
                  <a16:creationId xmlns:a16="http://schemas.microsoft.com/office/drawing/2014/main" id="{B332D8A8-7AFD-B74A-A057-31D569E2B330}"/>
                </a:ext>
              </a:extLst>
            </p:cNvPr>
            <p:cNvSpPr>
              <a:spLocks noChangeArrowheads="1"/>
            </p:cNvSpPr>
            <p:nvPr/>
          </p:nvSpPr>
          <p:spPr bwMode="auto">
            <a:xfrm>
              <a:off x="1313" y="550"/>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y</a:t>
              </a:r>
              <a:endParaRPr lang="en-US" altLang="zh-CN"/>
            </a:p>
          </p:txBody>
        </p:sp>
        <p:sp>
          <p:nvSpPr>
            <p:cNvPr id="40047" name="Rectangle 115">
              <a:extLst>
                <a:ext uri="{FF2B5EF4-FFF2-40B4-BE49-F238E27FC236}">
                  <a16:creationId xmlns:a16="http://schemas.microsoft.com/office/drawing/2014/main" id="{72104C11-2281-1349-B89F-165DCC9C4CD2}"/>
                </a:ext>
              </a:extLst>
            </p:cNvPr>
            <p:cNvSpPr>
              <a:spLocks noChangeArrowheads="1"/>
            </p:cNvSpPr>
            <p:nvPr/>
          </p:nvSpPr>
          <p:spPr bwMode="auto">
            <a:xfrm>
              <a:off x="1089" y="550"/>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x</a:t>
              </a:r>
              <a:endParaRPr lang="en-US" altLang="zh-CN"/>
            </a:p>
          </p:txBody>
        </p:sp>
        <p:sp>
          <p:nvSpPr>
            <p:cNvPr id="40048" name="Rectangle 116">
              <a:extLst>
                <a:ext uri="{FF2B5EF4-FFF2-40B4-BE49-F238E27FC236}">
                  <a16:creationId xmlns:a16="http://schemas.microsoft.com/office/drawing/2014/main" id="{9DB7D5C3-D31D-464B-8E60-38035C704E71}"/>
                </a:ext>
              </a:extLst>
            </p:cNvPr>
            <p:cNvSpPr>
              <a:spLocks noChangeArrowheads="1"/>
            </p:cNvSpPr>
            <p:nvPr/>
          </p:nvSpPr>
          <p:spPr bwMode="auto">
            <a:xfrm>
              <a:off x="933" y="550"/>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f</a:t>
              </a:r>
              <a:endParaRPr lang="en-US" altLang="zh-CN"/>
            </a:p>
          </p:txBody>
        </p:sp>
        <p:sp>
          <p:nvSpPr>
            <p:cNvPr id="40049" name="Rectangle 117">
              <a:extLst>
                <a:ext uri="{FF2B5EF4-FFF2-40B4-BE49-F238E27FC236}">
                  <a16:creationId xmlns:a16="http://schemas.microsoft.com/office/drawing/2014/main" id="{9C284C40-E6C8-5A4F-8DBA-E98B6EF5DFCF}"/>
                </a:ext>
              </a:extLst>
            </p:cNvPr>
            <p:cNvSpPr>
              <a:spLocks noChangeArrowheads="1"/>
            </p:cNvSpPr>
            <p:nvPr/>
          </p:nvSpPr>
          <p:spPr bwMode="auto">
            <a:xfrm>
              <a:off x="572" y="550"/>
              <a:ext cx="12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K</a:t>
              </a:r>
              <a:endParaRPr lang="en-US" altLang="zh-CN"/>
            </a:p>
          </p:txBody>
        </p:sp>
        <p:sp>
          <p:nvSpPr>
            <p:cNvPr id="40050" name="Rectangle 118">
              <a:extLst>
                <a:ext uri="{FF2B5EF4-FFF2-40B4-BE49-F238E27FC236}">
                  <a16:creationId xmlns:a16="http://schemas.microsoft.com/office/drawing/2014/main" id="{62F79F19-5A87-C147-9D9C-49559EC6AA35}"/>
                </a:ext>
              </a:extLst>
            </p:cNvPr>
            <p:cNvSpPr>
              <a:spLocks noChangeArrowheads="1"/>
            </p:cNvSpPr>
            <p:nvPr/>
          </p:nvSpPr>
          <p:spPr bwMode="auto">
            <a:xfrm>
              <a:off x="2784" y="263"/>
              <a:ext cx="12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K</a:t>
              </a:r>
              <a:endParaRPr lang="en-US" altLang="zh-CN"/>
            </a:p>
          </p:txBody>
        </p:sp>
        <p:sp>
          <p:nvSpPr>
            <p:cNvPr id="40051" name="Rectangle 119">
              <a:extLst>
                <a:ext uri="{FF2B5EF4-FFF2-40B4-BE49-F238E27FC236}">
                  <a16:creationId xmlns:a16="http://schemas.microsoft.com/office/drawing/2014/main" id="{1AA467EA-DBC7-904D-B66C-5194B68A38FC}"/>
                </a:ext>
              </a:extLst>
            </p:cNvPr>
            <p:cNvSpPr>
              <a:spLocks noChangeArrowheads="1"/>
            </p:cNvSpPr>
            <p:nvPr/>
          </p:nvSpPr>
          <p:spPr bwMode="auto">
            <a:xfrm>
              <a:off x="2004" y="263"/>
              <a:ext cx="12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K</a:t>
              </a:r>
              <a:endParaRPr lang="en-US" altLang="zh-CN"/>
            </a:p>
          </p:txBody>
        </p:sp>
        <p:sp>
          <p:nvSpPr>
            <p:cNvPr id="40052" name="Rectangle 120">
              <a:extLst>
                <a:ext uri="{FF2B5EF4-FFF2-40B4-BE49-F238E27FC236}">
                  <a16:creationId xmlns:a16="http://schemas.microsoft.com/office/drawing/2014/main" id="{5FCE3F68-AF3F-2347-B609-C6772E4E0864}"/>
                </a:ext>
              </a:extLst>
            </p:cNvPr>
            <p:cNvSpPr>
              <a:spLocks noChangeArrowheads="1"/>
            </p:cNvSpPr>
            <p:nvPr/>
          </p:nvSpPr>
          <p:spPr bwMode="auto">
            <a:xfrm>
              <a:off x="1516" y="263"/>
              <a:ext cx="12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K</a:t>
              </a:r>
              <a:endParaRPr lang="en-US" altLang="zh-CN"/>
            </a:p>
          </p:txBody>
        </p:sp>
        <p:sp>
          <p:nvSpPr>
            <p:cNvPr id="40053" name="Rectangle 121">
              <a:extLst>
                <a:ext uri="{FF2B5EF4-FFF2-40B4-BE49-F238E27FC236}">
                  <a16:creationId xmlns:a16="http://schemas.microsoft.com/office/drawing/2014/main" id="{851FD70D-A2DB-E44C-85BE-0BBD1778B744}"/>
                </a:ext>
              </a:extLst>
            </p:cNvPr>
            <p:cNvSpPr>
              <a:spLocks noChangeArrowheads="1"/>
            </p:cNvSpPr>
            <p:nvPr/>
          </p:nvSpPr>
          <p:spPr bwMode="auto">
            <a:xfrm>
              <a:off x="1184" y="263"/>
              <a:ext cx="1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h</a:t>
              </a:r>
              <a:endParaRPr lang="en-US" altLang="zh-CN"/>
            </a:p>
          </p:txBody>
        </p:sp>
        <p:sp>
          <p:nvSpPr>
            <p:cNvPr id="40054" name="Rectangle 122">
              <a:extLst>
                <a:ext uri="{FF2B5EF4-FFF2-40B4-BE49-F238E27FC236}">
                  <a16:creationId xmlns:a16="http://schemas.microsoft.com/office/drawing/2014/main" id="{A9340C92-94C7-514E-B581-6415C83F3027}"/>
                </a:ext>
              </a:extLst>
            </p:cNvPr>
            <p:cNvSpPr>
              <a:spLocks noChangeArrowheads="1"/>
            </p:cNvSpPr>
            <p:nvPr/>
          </p:nvSpPr>
          <p:spPr bwMode="auto">
            <a:xfrm>
              <a:off x="921" y="263"/>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y</a:t>
              </a:r>
              <a:endParaRPr lang="en-US" altLang="zh-CN"/>
            </a:p>
          </p:txBody>
        </p:sp>
        <p:sp>
          <p:nvSpPr>
            <p:cNvPr id="40055" name="Rectangle 123">
              <a:extLst>
                <a:ext uri="{FF2B5EF4-FFF2-40B4-BE49-F238E27FC236}">
                  <a16:creationId xmlns:a16="http://schemas.microsoft.com/office/drawing/2014/main" id="{0A442DE3-2176-9047-8C0C-24DF84D13C44}"/>
                </a:ext>
              </a:extLst>
            </p:cNvPr>
            <p:cNvSpPr>
              <a:spLocks noChangeArrowheads="1"/>
            </p:cNvSpPr>
            <p:nvPr/>
          </p:nvSpPr>
          <p:spPr bwMode="auto">
            <a:xfrm>
              <a:off x="523" y="263"/>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000000"/>
                  </a:solidFill>
                </a:rPr>
                <a:t>y</a:t>
              </a:r>
              <a:endParaRPr lang="en-US" altLang="zh-CN"/>
            </a:p>
          </p:txBody>
        </p:sp>
        <p:sp>
          <p:nvSpPr>
            <p:cNvPr id="40056" name="Rectangle 124">
              <a:extLst>
                <a:ext uri="{FF2B5EF4-FFF2-40B4-BE49-F238E27FC236}">
                  <a16:creationId xmlns:a16="http://schemas.microsoft.com/office/drawing/2014/main" id="{17CA08F0-DF7D-4849-A5B1-22BB83D5B1E5}"/>
                </a:ext>
              </a:extLst>
            </p:cNvPr>
            <p:cNvSpPr>
              <a:spLocks noChangeArrowheads="1"/>
            </p:cNvSpPr>
            <p:nvPr/>
          </p:nvSpPr>
          <p:spPr bwMode="auto">
            <a:xfrm>
              <a:off x="3563"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b</a:t>
              </a:r>
              <a:endParaRPr lang="en-US" altLang="zh-CN">
                <a:solidFill>
                  <a:srgbClr val="FF3300"/>
                </a:solidFill>
              </a:endParaRPr>
            </a:p>
          </p:txBody>
        </p:sp>
        <p:sp>
          <p:nvSpPr>
            <p:cNvPr id="40057" name="Rectangle 125">
              <a:extLst>
                <a:ext uri="{FF2B5EF4-FFF2-40B4-BE49-F238E27FC236}">
                  <a16:creationId xmlns:a16="http://schemas.microsoft.com/office/drawing/2014/main" id="{40822DC5-998F-8341-BFB3-133C4F5A4D20}"/>
                </a:ext>
              </a:extLst>
            </p:cNvPr>
            <p:cNvSpPr>
              <a:spLocks noChangeArrowheads="1"/>
            </p:cNvSpPr>
            <p:nvPr/>
          </p:nvSpPr>
          <p:spPr bwMode="auto">
            <a:xfrm>
              <a:off x="2632"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b</a:t>
              </a:r>
              <a:endParaRPr lang="en-US" altLang="zh-CN">
                <a:solidFill>
                  <a:srgbClr val="FF3300"/>
                </a:solidFill>
              </a:endParaRPr>
            </a:p>
          </p:txBody>
        </p:sp>
        <p:sp>
          <p:nvSpPr>
            <p:cNvPr id="40058" name="Rectangle 126">
              <a:extLst>
                <a:ext uri="{FF2B5EF4-FFF2-40B4-BE49-F238E27FC236}">
                  <a16:creationId xmlns:a16="http://schemas.microsoft.com/office/drawing/2014/main" id="{85334C47-A435-EE41-AED4-FBDC5ED08817}"/>
                </a:ext>
              </a:extLst>
            </p:cNvPr>
            <p:cNvSpPr>
              <a:spLocks noChangeArrowheads="1"/>
            </p:cNvSpPr>
            <p:nvPr/>
          </p:nvSpPr>
          <p:spPr bwMode="auto">
            <a:xfrm>
              <a:off x="1971" y="1666"/>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b</a:t>
              </a:r>
              <a:endParaRPr lang="en-US" altLang="zh-CN">
                <a:solidFill>
                  <a:srgbClr val="FF3300"/>
                </a:solidFill>
              </a:endParaRPr>
            </a:p>
          </p:txBody>
        </p:sp>
        <p:sp>
          <p:nvSpPr>
            <p:cNvPr id="40059" name="Rectangle 127">
              <a:extLst>
                <a:ext uri="{FF2B5EF4-FFF2-40B4-BE49-F238E27FC236}">
                  <a16:creationId xmlns:a16="http://schemas.microsoft.com/office/drawing/2014/main" id="{747B9D5E-63E4-8941-9CA4-7F954A25B2A1}"/>
                </a:ext>
              </a:extLst>
            </p:cNvPr>
            <p:cNvSpPr>
              <a:spLocks noChangeArrowheads="1"/>
            </p:cNvSpPr>
            <p:nvPr/>
          </p:nvSpPr>
          <p:spPr bwMode="auto">
            <a:xfrm>
              <a:off x="1347" y="1666"/>
              <a:ext cx="11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a</a:t>
              </a:r>
              <a:endParaRPr lang="en-US" altLang="zh-CN">
                <a:solidFill>
                  <a:srgbClr val="FF3300"/>
                </a:solidFill>
              </a:endParaRPr>
            </a:p>
          </p:txBody>
        </p:sp>
        <p:sp>
          <p:nvSpPr>
            <p:cNvPr id="40060" name="Rectangle 128">
              <a:extLst>
                <a:ext uri="{FF2B5EF4-FFF2-40B4-BE49-F238E27FC236}">
                  <a16:creationId xmlns:a16="http://schemas.microsoft.com/office/drawing/2014/main" id="{25B7F5F5-6695-784C-B710-E1E39F7AA648}"/>
                </a:ext>
              </a:extLst>
            </p:cNvPr>
            <p:cNvSpPr>
              <a:spLocks noChangeArrowheads="1"/>
            </p:cNvSpPr>
            <p:nvPr/>
          </p:nvSpPr>
          <p:spPr bwMode="auto">
            <a:xfrm>
              <a:off x="2618" y="1101"/>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b</a:t>
              </a:r>
              <a:endParaRPr lang="en-US" altLang="zh-CN">
                <a:solidFill>
                  <a:srgbClr val="FF3300"/>
                </a:solidFill>
              </a:endParaRPr>
            </a:p>
          </p:txBody>
        </p:sp>
        <p:sp>
          <p:nvSpPr>
            <p:cNvPr id="40061" name="Rectangle 129">
              <a:extLst>
                <a:ext uri="{FF2B5EF4-FFF2-40B4-BE49-F238E27FC236}">
                  <a16:creationId xmlns:a16="http://schemas.microsoft.com/office/drawing/2014/main" id="{0298E117-8152-A74F-BCB6-90FC3BCB936A}"/>
                </a:ext>
              </a:extLst>
            </p:cNvPr>
            <p:cNvSpPr>
              <a:spLocks noChangeArrowheads="1"/>
            </p:cNvSpPr>
            <p:nvPr/>
          </p:nvSpPr>
          <p:spPr bwMode="auto">
            <a:xfrm>
              <a:off x="1988" y="1101"/>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b</a:t>
              </a:r>
              <a:endParaRPr lang="en-US" altLang="zh-CN">
                <a:solidFill>
                  <a:srgbClr val="FF3300"/>
                </a:solidFill>
              </a:endParaRPr>
            </a:p>
          </p:txBody>
        </p:sp>
        <p:sp>
          <p:nvSpPr>
            <p:cNvPr id="40062" name="Rectangle 130">
              <a:extLst>
                <a:ext uri="{FF2B5EF4-FFF2-40B4-BE49-F238E27FC236}">
                  <a16:creationId xmlns:a16="http://schemas.microsoft.com/office/drawing/2014/main" id="{F6E0A647-45C7-B346-8CBB-D27624500FDF}"/>
                </a:ext>
              </a:extLst>
            </p:cNvPr>
            <p:cNvSpPr>
              <a:spLocks noChangeArrowheads="1"/>
            </p:cNvSpPr>
            <p:nvPr/>
          </p:nvSpPr>
          <p:spPr bwMode="auto">
            <a:xfrm>
              <a:off x="1347" y="1101"/>
              <a:ext cx="11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a</a:t>
              </a:r>
              <a:endParaRPr lang="en-US" altLang="zh-CN">
                <a:solidFill>
                  <a:srgbClr val="FF3300"/>
                </a:solidFill>
              </a:endParaRPr>
            </a:p>
          </p:txBody>
        </p:sp>
        <p:sp>
          <p:nvSpPr>
            <p:cNvPr id="40063" name="Rectangle 131">
              <a:extLst>
                <a:ext uri="{FF2B5EF4-FFF2-40B4-BE49-F238E27FC236}">
                  <a16:creationId xmlns:a16="http://schemas.microsoft.com/office/drawing/2014/main" id="{9B5AB949-56A0-0743-BF22-C15404773742}"/>
                </a:ext>
              </a:extLst>
            </p:cNvPr>
            <p:cNvSpPr>
              <a:spLocks noChangeArrowheads="1"/>
            </p:cNvSpPr>
            <p:nvPr/>
          </p:nvSpPr>
          <p:spPr bwMode="auto">
            <a:xfrm>
              <a:off x="1988" y="815"/>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b</a:t>
              </a:r>
              <a:endParaRPr lang="en-US" altLang="zh-CN">
                <a:solidFill>
                  <a:srgbClr val="FF3300"/>
                </a:solidFill>
              </a:endParaRPr>
            </a:p>
          </p:txBody>
        </p:sp>
        <p:sp>
          <p:nvSpPr>
            <p:cNvPr id="40064" name="Rectangle 132">
              <a:extLst>
                <a:ext uri="{FF2B5EF4-FFF2-40B4-BE49-F238E27FC236}">
                  <a16:creationId xmlns:a16="http://schemas.microsoft.com/office/drawing/2014/main" id="{4FD76C98-28E3-824B-8686-04813572066D}"/>
                </a:ext>
              </a:extLst>
            </p:cNvPr>
            <p:cNvSpPr>
              <a:spLocks noChangeArrowheads="1"/>
            </p:cNvSpPr>
            <p:nvPr/>
          </p:nvSpPr>
          <p:spPr bwMode="auto">
            <a:xfrm>
              <a:off x="1347" y="815"/>
              <a:ext cx="11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a</a:t>
              </a:r>
              <a:endParaRPr lang="en-US" altLang="zh-CN">
                <a:solidFill>
                  <a:srgbClr val="FF3300"/>
                </a:solidFill>
              </a:endParaRPr>
            </a:p>
          </p:txBody>
        </p:sp>
        <p:sp>
          <p:nvSpPr>
            <p:cNvPr id="40065" name="Rectangle 133">
              <a:extLst>
                <a:ext uri="{FF2B5EF4-FFF2-40B4-BE49-F238E27FC236}">
                  <a16:creationId xmlns:a16="http://schemas.microsoft.com/office/drawing/2014/main" id="{062FBD35-A78F-2C48-B9DF-4C72CAA20EE7}"/>
                </a:ext>
              </a:extLst>
            </p:cNvPr>
            <p:cNvSpPr>
              <a:spLocks noChangeArrowheads="1"/>
            </p:cNvSpPr>
            <p:nvPr/>
          </p:nvSpPr>
          <p:spPr bwMode="auto">
            <a:xfrm>
              <a:off x="2576"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l</a:t>
              </a:r>
              <a:endParaRPr lang="en-US" altLang="zh-CN">
                <a:solidFill>
                  <a:srgbClr val="FF3300"/>
                </a:solidFill>
              </a:endParaRPr>
            </a:p>
          </p:txBody>
        </p:sp>
        <p:sp>
          <p:nvSpPr>
            <p:cNvPr id="40066" name="Rectangle 134">
              <a:extLst>
                <a:ext uri="{FF2B5EF4-FFF2-40B4-BE49-F238E27FC236}">
                  <a16:creationId xmlns:a16="http://schemas.microsoft.com/office/drawing/2014/main" id="{A32913AB-7350-D445-AF8F-46A8010421DF}"/>
                </a:ext>
              </a:extLst>
            </p:cNvPr>
            <p:cNvSpPr>
              <a:spLocks noChangeArrowheads="1"/>
            </p:cNvSpPr>
            <p:nvPr/>
          </p:nvSpPr>
          <p:spPr bwMode="auto">
            <a:xfrm>
              <a:off x="1827"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l</a:t>
              </a:r>
              <a:endParaRPr lang="en-US" altLang="zh-CN">
                <a:solidFill>
                  <a:srgbClr val="FF3300"/>
                </a:solidFill>
              </a:endParaRPr>
            </a:p>
          </p:txBody>
        </p:sp>
        <p:sp>
          <p:nvSpPr>
            <p:cNvPr id="40067" name="Rectangle 135">
              <a:extLst>
                <a:ext uri="{FF2B5EF4-FFF2-40B4-BE49-F238E27FC236}">
                  <a16:creationId xmlns:a16="http://schemas.microsoft.com/office/drawing/2014/main" id="{77AFABE4-190B-5A41-9F75-03DBD06A8E05}"/>
                </a:ext>
              </a:extLst>
            </p:cNvPr>
            <p:cNvSpPr>
              <a:spLocks noChangeArrowheads="1"/>
            </p:cNvSpPr>
            <p:nvPr/>
          </p:nvSpPr>
          <p:spPr bwMode="auto">
            <a:xfrm>
              <a:off x="1347" y="242"/>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300" b="1" i="1">
                  <a:solidFill>
                    <a:srgbClr val="FF3300"/>
                  </a:solidFill>
                  <a:latin typeface="Symbol" pitchFamily="2" charset="2"/>
                </a:rPr>
                <a:t>l</a:t>
              </a:r>
              <a:endParaRPr lang="en-US" altLang="zh-CN">
                <a:solidFill>
                  <a:srgbClr val="FF3300"/>
                </a:solidFill>
              </a:endParaRPr>
            </a:p>
          </p:txBody>
        </p:sp>
        <p:sp>
          <p:nvSpPr>
            <p:cNvPr id="12424" name="AutoShape 136">
              <a:extLst>
                <a:ext uri="{FF2B5EF4-FFF2-40B4-BE49-F238E27FC236}">
                  <a16:creationId xmlns:a16="http://schemas.microsoft.com/office/drawing/2014/main" id="{392B7CA2-F372-AC47-B1B6-87DA2F32AD65}"/>
                </a:ext>
              </a:extLst>
            </p:cNvPr>
            <p:cNvSpPr>
              <a:spLocks/>
            </p:cNvSpPr>
            <p:nvPr/>
          </p:nvSpPr>
          <p:spPr bwMode="auto">
            <a:xfrm>
              <a:off x="288" y="336"/>
              <a:ext cx="144" cy="1536"/>
            </a:xfrm>
            <a:prstGeom prst="leftBrace">
              <a:avLst>
                <a:gd name="adj1" fmla="val 88889"/>
                <a:gd name="adj2" fmla="val 50000"/>
              </a:avLst>
            </a:prstGeom>
            <a:noFill/>
            <a:ln w="1905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pSp>
      <p:sp>
        <p:nvSpPr>
          <p:cNvPr id="12427" name="Text Box 139">
            <a:extLst>
              <a:ext uri="{FF2B5EF4-FFF2-40B4-BE49-F238E27FC236}">
                <a16:creationId xmlns:a16="http://schemas.microsoft.com/office/drawing/2014/main" id="{ADC95E12-A2A0-B945-BB51-D7E66083AF13}"/>
              </a:ext>
            </a:extLst>
          </p:cNvPr>
          <p:cNvSpPr txBox="1">
            <a:spLocks noChangeArrowheads="1"/>
          </p:cNvSpPr>
          <p:nvPr/>
        </p:nvSpPr>
        <p:spPr bwMode="auto">
          <a:xfrm>
            <a:off x="381000" y="3276600"/>
            <a:ext cx="815340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288925" indent="-288925"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400" b="1">
                <a:solidFill>
                  <a:schemeClr val="accent2"/>
                </a:solidFill>
                <a:sym typeface="Wingdings" charset="0"/>
              </a:rPr>
              <a:t></a:t>
            </a:r>
            <a:r>
              <a:rPr lang="en-US" altLang="zh-CN" sz="2400" b="1">
                <a:sym typeface="Wingdings" charset="0"/>
              </a:rPr>
              <a:t> </a:t>
            </a:r>
            <a:r>
              <a:rPr lang="zh-CN" altLang="en-US" sz="2400" b="1"/>
              <a:t>最常用为四级</a:t>
            </a:r>
            <a:r>
              <a:rPr lang="en-US" altLang="zh-CN" sz="2400" b="1"/>
              <a:t>4</a:t>
            </a:r>
            <a:r>
              <a:rPr lang="zh-CN" altLang="en-US" sz="2400" b="1"/>
              <a:t>阶</a:t>
            </a:r>
            <a:r>
              <a:rPr lang="zh-CN" altLang="en-US" sz="2400" b="1">
                <a:solidFill>
                  <a:schemeClr val="accent2"/>
                </a:solidFill>
              </a:rPr>
              <a:t>经典龙格</a:t>
            </a:r>
            <a:r>
              <a:rPr lang="en-US" altLang="zh-CN" sz="2400" b="1">
                <a:solidFill>
                  <a:schemeClr val="accent2"/>
                </a:solidFill>
              </a:rPr>
              <a:t>-</a:t>
            </a:r>
            <a:r>
              <a:rPr lang="zh-CN" altLang="en-US" sz="2400" b="1">
                <a:solidFill>
                  <a:schemeClr val="accent2"/>
                </a:solidFill>
                <a:latin typeface="楷体_GB2312" charset="0"/>
              </a:rPr>
              <a:t>库塔法</a:t>
            </a:r>
            <a:r>
              <a:rPr lang="en-US" altLang="zh-CN" sz="2400" b="1"/>
              <a:t> </a:t>
            </a:r>
            <a:r>
              <a:rPr lang="en-US" altLang="zh-CN" sz="1800" b="1">
                <a:solidFill>
                  <a:srgbClr val="008000"/>
                </a:solidFill>
                <a:latin typeface="Arial" charset="0"/>
              </a:rPr>
              <a:t>/* </a:t>
            </a:r>
            <a:r>
              <a:rPr lang="en-US" altLang="zh-CN" sz="1800" b="1">
                <a:solidFill>
                  <a:srgbClr val="008000"/>
                </a:solidFill>
                <a:latin typeface="Arial" charset="0"/>
                <a:ea typeface="宋体" charset="0"/>
                <a:cs typeface="宋体" charset="0"/>
              </a:rPr>
              <a:t>Classical Runge-Kutta Method</a:t>
            </a:r>
            <a:r>
              <a:rPr lang="en-US" altLang="zh-CN" sz="1800" b="1">
                <a:solidFill>
                  <a:srgbClr val="008000"/>
                </a:solidFill>
                <a:latin typeface="Arial" charset="0"/>
              </a:rPr>
              <a:t> */</a:t>
            </a:r>
            <a:r>
              <a:rPr lang="en-US" altLang="zh-CN" sz="2400" b="1"/>
              <a:t> </a:t>
            </a:r>
            <a:r>
              <a:rPr lang="zh-CN" altLang="en-US" sz="2400" b="1"/>
              <a:t>：</a:t>
            </a:r>
            <a:endParaRPr lang="en-US" altLang="zh-CN" sz="2400" b="1"/>
          </a:p>
        </p:txBody>
      </p:sp>
      <p:grpSp>
        <p:nvGrpSpPr>
          <p:cNvPr id="12434" name="Group 146">
            <a:extLst>
              <a:ext uri="{FF2B5EF4-FFF2-40B4-BE49-F238E27FC236}">
                <a16:creationId xmlns:a16="http://schemas.microsoft.com/office/drawing/2014/main" id="{67279C8E-0E02-5A4C-8E8F-A22B6E9E1538}"/>
              </a:ext>
            </a:extLst>
          </p:cNvPr>
          <p:cNvGrpSpPr>
            <a:grpSpLocks/>
          </p:cNvGrpSpPr>
          <p:nvPr/>
        </p:nvGrpSpPr>
        <p:grpSpPr bwMode="auto">
          <a:xfrm>
            <a:off x="1600200" y="4114800"/>
            <a:ext cx="5562600" cy="2514600"/>
            <a:chOff x="432" y="2496"/>
            <a:chExt cx="3504" cy="1584"/>
          </a:xfrm>
        </p:grpSpPr>
        <p:sp>
          <p:nvSpPr>
            <p:cNvPr id="12433" name="AutoShape 145" descr="再生纸">
              <a:extLst>
                <a:ext uri="{FF2B5EF4-FFF2-40B4-BE49-F238E27FC236}">
                  <a16:creationId xmlns:a16="http://schemas.microsoft.com/office/drawing/2014/main" id="{8AA4210E-6F7B-DE47-8D34-0DC03471642A}"/>
                </a:ext>
              </a:extLst>
            </p:cNvPr>
            <p:cNvSpPr>
              <a:spLocks noChangeArrowheads="1"/>
            </p:cNvSpPr>
            <p:nvPr/>
          </p:nvSpPr>
          <p:spPr bwMode="auto">
            <a:xfrm>
              <a:off x="432" y="2496"/>
              <a:ext cx="3504" cy="1584"/>
            </a:xfrm>
            <a:prstGeom prst="bevel">
              <a:avLst>
                <a:gd name="adj" fmla="val 3852"/>
              </a:avLst>
            </a:prstGeom>
            <a:blipFill dpi="0" rotWithShape="0">
              <a:blip r:embed="rId4"/>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pSp>
          <p:nvGrpSpPr>
            <p:cNvPr id="39943" name="Group 144">
              <a:extLst>
                <a:ext uri="{FF2B5EF4-FFF2-40B4-BE49-F238E27FC236}">
                  <a16:creationId xmlns:a16="http://schemas.microsoft.com/office/drawing/2014/main" id="{2CFB157E-978D-A544-8595-5EC26D83CE25}"/>
                </a:ext>
              </a:extLst>
            </p:cNvPr>
            <p:cNvGrpSpPr>
              <a:grpSpLocks/>
            </p:cNvGrpSpPr>
            <p:nvPr/>
          </p:nvGrpSpPr>
          <p:grpSpPr bwMode="auto">
            <a:xfrm>
              <a:off x="576" y="2592"/>
              <a:ext cx="3130" cy="1355"/>
              <a:chOff x="576" y="2592"/>
              <a:chExt cx="3130" cy="1355"/>
            </a:xfrm>
          </p:grpSpPr>
          <p:graphicFrame>
            <p:nvGraphicFramePr>
              <p:cNvPr id="39944" name="Object 141">
                <a:extLst>
                  <a:ext uri="{FF2B5EF4-FFF2-40B4-BE49-F238E27FC236}">
                    <a16:creationId xmlns:a16="http://schemas.microsoft.com/office/drawing/2014/main" id="{007DF557-95AD-0C46-8DE9-19596C814BB8}"/>
                  </a:ext>
                </a:extLst>
              </p:cNvPr>
              <p:cNvGraphicFramePr>
                <a:graphicFrameLocks noChangeAspect="1"/>
              </p:cNvGraphicFramePr>
              <p:nvPr/>
            </p:nvGraphicFramePr>
            <p:xfrm>
              <a:off x="816" y="2592"/>
              <a:ext cx="2890" cy="1355"/>
            </p:xfrm>
            <a:graphic>
              <a:graphicData uri="http://schemas.openxmlformats.org/presentationml/2006/ole">
                <mc:AlternateContent xmlns:mc="http://schemas.openxmlformats.org/markup-compatibility/2006">
                  <mc:Choice xmlns:v="urn:schemas-microsoft-com:vml" Requires="v">
                    <p:oleObj name="Equation" r:id="rId5" imgW="56172100" imgH="26327100" progId="Equation.3">
                      <p:embed/>
                    </p:oleObj>
                  </mc:Choice>
                  <mc:Fallback>
                    <p:oleObj name="Equation" r:id="rId5" imgW="56172100" imgH="26327100" progId="Equation.3">
                      <p:embed/>
                      <p:pic>
                        <p:nvPicPr>
                          <p:cNvPr id="39944" name="Object 141">
                            <a:extLst>
                              <a:ext uri="{FF2B5EF4-FFF2-40B4-BE49-F238E27FC236}">
                                <a16:creationId xmlns:a16="http://schemas.microsoft.com/office/drawing/2014/main" id="{007DF557-95AD-0C46-8DE9-19596C814B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6" y="2592"/>
                            <a:ext cx="2890" cy="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431" name="AutoShape 143">
                <a:extLst>
                  <a:ext uri="{FF2B5EF4-FFF2-40B4-BE49-F238E27FC236}">
                    <a16:creationId xmlns:a16="http://schemas.microsoft.com/office/drawing/2014/main" id="{DE84DC66-784A-814A-8269-4E6245E288F0}"/>
                  </a:ext>
                </a:extLst>
              </p:cNvPr>
              <p:cNvSpPr>
                <a:spLocks/>
              </p:cNvSpPr>
              <p:nvPr/>
            </p:nvSpPr>
            <p:spPr bwMode="auto">
              <a:xfrm>
                <a:off x="576" y="2688"/>
                <a:ext cx="192" cy="1200"/>
              </a:xfrm>
              <a:prstGeom prst="leftBrace">
                <a:avLst>
                  <a:gd name="adj1" fmla="val 52083"/>
                  <a:gd name="adj2" fmla="val 50000"/>
                </a:avLst>
              </a:prstGeom>
              <a:noFill/>
              <a:ln w="1905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pSp>
      </p:grpSp>
    </p:spTree>
    <p:extLst>
      <p:ext uri="{BB962C8B-B14F-4D97-AF65-F5344CB8AC3E}">
        <p14:creationId xmlns:p14="http://schemas.microsoft.com/office/powerpoint/2010/main" val="2656115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2425"/>
                                        </p:tgtEl>
                                        <p:attrNameLst>
                                          <p:attrName>style.visibility</p:attrName>
                                        </p:attrNameLst>
                                      </p:cBhvr>
                                      <p:to>
                                        <p:strVal val="visible"/>
                                      </p:to>
                                    </p:set>
                                    <p:animEffect transition="in" filter="wipe(up)">
                                      <p:cBhvr>
                                        <p:cTn id="7" dur="500"/>
                                        <p:tgtEl>
                                          <p:spTgt spid="1242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strips(downRight)">
                                      <p:cBhvr>
                                        <p:cTn id="12" dur="500"/>
                                        <p:tgtEl>
                                          <p:spTgt spid="12293"/>
                                        </p:tgtEl>
                                      </p:cBhvr>
                                    </p:animEffect>
                                  </p:childTnLst>
                                  <p:subTnLst>
                                    <p:audio>
                                      <p:cMediaNode>
                                        <p:cTn display="0" masterRel="sameClick">
                                          <p:stCondLst>
                                            <p:cond evt="begin" delay="0">
                                              <p:tn val="10"/>
                                            </p:cond>
                                          </p:stCondLst>
                                          <p:endCondLst>
                                            <p:cond evt="onStopAudio" delay="0">
                                              <p:tgtEl>
                                                <p:sldTgt/>
                                              </p:tgtEl>
                                            </p:cond>
                                          </p:endCondLst>
                                        </p:cTn>
                                        <p:tgtEl>
                                          <p:sndTgt r:embed="rId3" name="projctor.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427"/>
                                        </p:tgtEl>
                                        <p:attrNameLst>
                                          <p:attrName>style.visibility</p:attrName>
                                        </p:attrNameLst>
                                      </p:cBhvr>
                                      <p:to>
                                        <p:strVal val="visible"/>
                                      </p:to>
                                    </p:set>
                                    <p:animEffect transition="in" filter="wipe(up)">
                                      <p:cBhvr>
                                        <p:cTn id="17" dur="500"/>
                                        <p:tgtEl>
                                          <p:spTgt spid="12427"/>
                                        </p:tgtEl>
                                      </p:cBhvr>
                                    </p:animEffect>
                                  </p:childTnLst>
                                </p:cTn>
                              </p:par>
                            </p:childTnLst>
                          </p:cTn>
                        </p:par>
                        <p:par>
                          <p:cTn id="18" fill="hold" nodeType="afterGroup">
                            <p:stCondLst>
                              <p:cond delay="500"/>
                            </p:stCondLst>
                            <p:childTnLst>
                              <p:par>
                                <p:cTn id="19" presetID="4" presetClass="entr" presetSubtype="16" fill="hold" nodeType="afterEffect">
                                  <p:stCondLst>
                                    <p:cond delay="0"/>
                                  </p:stCondLst>
                                  <p:childTnLst>
                                    <p:set>
                                      <p:cBhvr>
                                        <p:cTn id="20" dur="1" fill="hold">
                                          <p:stCondLst>
                                            <p:cond delay="0"/>
                                          </p:stCondLst>
                                        </p:cTn>
                                        <p:tgtEl>
                                          <p:spTgt spid="12434"/>
                                        </p:tgtEl>
                                        <p:attrNameLst>
                                          <p:attrName>style.visibility</p:attrName>
                                        </p:attrNameLst>
                                      </p:cBhvr>
                                      <p:to>
                                        <p:strVal val="visible"/>
                                      </p:to>
                                    </p:set>
                                    <p:animEffect transition="in" filter="box(in)">
                                      <p:cBhvr>
                                        <p:cTn id="21" dur="500"/>
                                        <p:tgtEl>
                                          <p:spTgt spid="12434"/>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utoUpdateAnimBg="0"/>
      <p:bldP spid="1242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id="{F8BAEF2C-4216-A042-BFF8-E7D8B5B8AE79}"/>
              </a:ext>
            </a:extLst>
          </p:cNvPr>
          <p:cNvSpPr txBox="1">
            <a:spLocks noChangeArrowheads="1"/>
          </p:cNvSpPr>
          <p:nvPr/>
        </p:nvSpPr>
        <p:spPr bwMode="auto">
          <a:xfrm>
            <a:off x="1752600" y="914400"/>
            <a:ext cx="6492875"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defRPr/>
            </a:pPr>
            <a:r>
              <a:rPr lang="zh-CN" altLang="en-US" sz="2400"/>
              <a:t>用四阶经典</a:t>
            </a:r>
            <a:r>
              <a:rPr lang="en-US" altLang="zh-CN" sz="2400">
                <a:latin typeface="Tahoma" charset="0"/>
              </a:rPr>
              <a:t>(Runge--Kutta)</a:t>
            </a:r>
            <a:r>
              <a:rPr lang="zh-CN" altLang="en-US" sz="2400"/>
              <a:t>法求解下面初值问题的数值解。（取</a:t>
            </a:r>
            <a:r>
              <a:rPr lang="en-US" altLang="zh-CN" sz="2400">
                <a:latin typeface="Tahoma" charset="0"/>
              </a:rPr>
              <a:t>h=0.2,N=5</a:t>
            </a:r>
            <a:r>
              <a:rPr lang="zh-CN" altLang="en-US" sz="2400"/>
              <a:t>）</a:t>
            </a:r>
            <a:endParaRPr lang="en-US" altLang="zh-CN" sz="2400"/>
          </a:p>
        </p:txBody>
      </p:sp>
      <p:sp>
        <p:nvSpPr>
          <p:cNvPr id="29700" name="Rectangle 4">
            <a:extLst>
              <a:ext uri="{FF2B5EF4-FFF2-40B4-BE49-F238E27FC236}">
                <a16:creationId xmlns:a16="http://schemas.microsoft.com/office/drawing/2014/main" id="{F5C22816-1C24-E84C-84CD-833600A0D9BA}"/>
              </a:ext>
            </a:extLst>
          </p:cNvPr>
          <p:cNvSpPr>
            <a:spLocks noChangeArrowheads="1"/>
          </p:cNvSpPr>
          <p:nvPr/>
        </p:nvSpPr>
        <p:spPr bwMode="auto">
          <a:xfrm>
            <a:off x="3962400" y="320040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29699" name="Object 3">
            <a:extLst>
              <a:ext uri="{FF2B5EF4-FFF2-40B4-BE49-F238E27FC236}">
                <a16:creationId xmlns:a16="http://schemas.microsoft.com/office/drawing/2014/main" id="{3FB656D9-BDD4-564A-A01B-35F88EA6904A}"/>
              </a:ext>
            </a:extLst>
          </p:cNvPr>
          <p:cNvGraphicFramePr>
            <a:graphicFrameLocks noChangeAspect="1"/>
          </p:cNvGraphicFramePr>
          <p:nvPr/>
        </p:nvGraphicFramePr>
        <p:xfrm>
          <a:off x="2667000" y="1828800"/>
          <a:ext cx="2514600" cy="942975"/>
        </p:xfrm>
        <a:graphic>
          <a:graphicData uri="http://schemas.openxmlformats.org/presentationml/2006/ole">
            <mc:AlternateContent xmlns:mc="http://schemas.openxmlformats.org/markup-compatibility/2006">
              <mc:Choice xmlns:v="urn:schemas-microsoft-com:vml" Requires="v">
                <p:oleObj r:id="rId2" imgW="28092400" imgH="10528300" progId="Equation.DSMT4">
                  <p:embed/>
                </p:oleObj>
              </mc:Choice>
              <mc:Fallback>
                <p:oleObj r:id="rId2" imgW="28092400" imgH="10528300" progId="Equation.DSMT4">
                  <p:embed/>
                  <p:pic>
                    <p:nvPicPr>
                      <p:cNvPr id="29699" name="Object 3">
                        <a:extLst>
                          <a:ext uri="{FF2B5EF4-FFF2-40B4-BE49-F238E27FC236}">
                            <a16:creationId xmlns:a16="http://schemas.microsoft.com/office/drawing/2014/main" id="{3FB656D9-BDD4-564A-A01B-35F88EA690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828800"/>
                        <a:ext cx="25146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1" name="Text Box 5">
            <a:extLst>
              <a:ext uri="{FF2B5EF4-FFF2-40B4-BE49-F238E27FC236}">
                <a16:creationId xmlns:a16="http://schemas.microsoft.com/office/drawing/2014/main" id="{F4EE31F0-E575-2F4C-A234-22A568AE056F}"/>
              </a:ext>
            </a:extLst>
          </p:cNvPr>
          <p:cNvSpPr txBox="1">
            <a:spLocks noChangeArrowheads="1"/>
          </p:cNvSpPr>
          <p:nvPr/>
        </p:nvSpPr>
        <p:spPr bwMode="auto">
          <a:xfrm>
            <a:off x="1295400" y="2743200"/>
            <a:ext cx="66071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spcBef>
                <a:spcPct val="50000"/>
              </a:spcBef>
              <a:defRPr/>
            </a:pPr>
            <a:r>
              <a:rPr lang="en-US" altLang="zh-CN" sz="2400" b="1"/>
              <a:t>     </a:t>
            </a:r>
            <a:r>
              <a:rPr lang="zh-CN" altLang="en-US" sz="2400"/>
              <a:t>依题意四阶经典</a:t>
            </a:r>
            <a:r>
              <a:rPr lang="en-US" altLang="zh-CN" sz="2400">
                <a:latin typeface="Tahoma" charset="0"/>
              </a:rPr>
              <a:t>(Runge--Kutta)</a:t>
            </a:r>
            <a:r>
              <a:rPr lang="zh-CN" altLang="en-US" sz="2400"/>
              <a:t>公式应为</a:t>
            </a:r>
            <a:endParaRPr lang="en-US" altLang="zh-CN" sz="2400"/>
          </a:p>
        </p:txBody>
      </p:sp>
      <p:graphicFrame>
        <p:nvGraphicFramePr>
          <p:cNvPr id="29702" name="Object 6">
            <a:extLst>
              <a:ext uri="{FF2B5EF4-FFF2-40B4-BE49-F238E27FC236}">
                <a16:creationId xmlns:a16="http://schemas.microsoft.com/office/drawing/2014/main" id="{BCEB3E09-FDAE-7241-8B16-E71A494728F9}"/>
              </a:ext>
            </a:extLst>
          </p:cNvPr>
          <p:cNvGraphicFramePr>
            <a:graphicFrameLocks noChangeAspect="1"/>
          </p:cNvGraphicFramePr>
          <p:nvPr/>
        </p:nvGraphicFramePr>
        <p:xfrm>
          <a:off x="1820863" y="3179763"/>
          <a:ext cx="5576887" cy="3260725"/>
        </p:xfrm>
        <a:graphic>
          <a:graphicData uri="http://schemas.openxmlformats.org/presentationml/2006/ole">
            <mc:AlternateContent xmlns:mc="http://schemas.openxmlformats.org/markup-compatibility/2006">
              <mc:Choice xmlns:v="urn:schemas-microsoft-com:vml" Requires="v">
                <p:oleObj name="Equation" r:id="rId4" imgW="3060700" imgH="1790700" progId="Equation.3">
                  <p:embed/>
                </p:oleObj>
              </mc:Choice>
              <mc:Fallback>
                <p:oleObj name="Equation" r:id="rId4" imgW="3060700" imgH="1790700" progId="Equation.3">
                  <p:embed/>
                  <p:pic>
                    <p:nvPicPr>
                      <p:cNvPr id="29702" name="Object 6">
                        <a:extLst>
                          <a:ext uri="{FF2B5EF4-FFF2-40B4-BE49-F238E27FC236}">
                            <a16:creationId xmlns:a16="http://schemas.microsoft.com/office/drawing/2014/main" id="{BCEB3E09-FDAE-7241-8B16-E71A494728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0863" y="3179763"/>
                        <a:ext cx="5576887"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4" name="Text Box 8">
            <a:extLst>
              <a:ext uri="{FF2B5EF4-FFF2-40B4-BE49-F238E27FC236}">
                <a16:creationId xmlns:a16="http://schemas.microsoft.com/office/drawing/2014/main" id="{EFD0AE67-9F07-8E42-B926-264C2A49CD74}"/>
              </a:ext>
            </a:extLst>
          </p:cNvPr>
          <p:cNvSpPr txBox="1">
            <a:spLocks noChangeArrowheads="1"/>
          </p:cNvSpPr>
          <p:nvPr/>
        </p:nvSpPr>
        <p:spPr bwMode="auto">
          <a:xfrm>
            <a:off x="1066800" y="2743200"/>
            <a:ext cx="5111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solidFill>
                  <a:srgbClr val="0000FF"/>
                </a:solidFill>
              </a:rPr>
              <a:t>解：</a:t>
            </a:r>
            <a:endParaRPr lang="en-US" altLang="zh-CN" sz="2400" b="1">
              <a:solidFill>
                <a:srgbClr val="0000FF"/>
              </a:solidFill>
            </a:endParaRPr>
          </a:p>
        </p:txBody>
      </p:sp>
      <p:sp>
        <p:nvSpPr>
          <p:cNvPr id="29705" name="Text Box 9">
            <a:extLst>
              <a:ext uri="{FF2B5EF4-FFF2-40B4-BE49-F238E27FC236}">
                <a16:creationId xmlns:a16="http://schemas.microsoft.com/office/drawing/2014/main" id="{820B1FAF-F3D2-2749-9E7C-263B403EB93B}"/>
              </a:ext>
            </a:extLst>
          </p:cNvPr>
          <p:cNvSpPr txBox="1">
            <a:spLocks noChangeArrowheads="1"/>
          </p:cNvSpPr>
          <p:nvPr/>
        </p:nvSpPr>
        <p:spPr bwMode="auto">
          <a:xfrm>
            <a:off x="974725" y="947738"/>
            <a:ext cx="80010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b="1">
                <a:solidFill>
                  <a:srgbClr val="0000FF"/>
                </a:solidFill>
              </a:rPr>
              <a:t>例、</a:t>
            </a:r>
            <a:endParaRPr lang="en-US" altLang="zh-CN" sz="2400" b="1">
              <a:solidFill>
                <a:srgbClr val="0000FF"/>
              </a:solidFill>
            </a:endParaRPr>
          </a:p>
        </p:txBody>
      </p:sp>
    </p:spTree>
    <p:extLst>
      <p:ext uri="{BB962C8B-B14F-4D97-AF65-F5344CB8AC3E}">
        <p14:creationId xmlns:p14="http://schemas.microsoft.com/office/powerpoint/2010/main" val="2565913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dissolve">
                                      <p:cBhvr>
                                        <p:cTn id="7" dur="500"/>
                                        <p:tgtEl>
                                          <p:spTgt spid="296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9704">
                                            <p:txEl>
                                              <p:pRg st="0" end="0"/>
                                            </p:txEl>
                                          </p:spTgt>
                                        </p:tgtEl>
                                        <p:attrNameLst>
                                          <p:attrName>style.visibility</p:attrName>
                                        </p:attrNameLst>
                                      </p:cBhvr>
                                      <p:to>
                                        <p:strVal val="visible"/>
                                      </p:to>
                                    </p:set>
                                    <p:anim calcmode="lin" valueType="num">
                                      <p:cBhvr additive="base">
                                        <p:cTn id="12" dur="500" fill="hold"/>
                                        <p:tgtEl>
                                          <p:spTgt spid="29704">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970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9701">
                                            <p:txEl>
                                              <p:pRg st="0" end="0"/>
                                            </p:txEl>
                                          </p:spTgt>
                                        </p:tgtEl>
                                        <p:attrNameLst>
                                          <p:attrName>style.visibility</p:attrName>
                                        </p:attrNameLst>
                                      </p:cBhvr>
                                      <p:to>
                                        <p:strVal val="visible"/>
                                      </p:to>
                                    </p:set>
                                    <p:anim calcmode="lin" valueType="num">
                                      <p:cBhvr additive="base">
                                        <p:cTn id="18" dur="500" fill="hold"/>
                                        <p:tgtEl>
                                          <p:spTgt spid="29701">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2970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29702"/>
                                        </p:tgtEl>
                                        <p:attrNameLst>
                                          <p:attrName>style.visibility</p:attrName>
                                        </p:attrNameLst>
                                      </p:cBhvr>
                                      <p:to>
                                        <p:strVal val="visible"/>
                                      </p:to>
                                    </p:set>
                                    <p:animEffect transition="in" filter="dissolve">
                                      <p:cBhvr>
                                        <p:cTn id="24"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build="p" autoUpdateAnimBg="0"/>
      <p:bldP spid="29704"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79E3A80B-9786-5F41-87EE-AC7B530F7910}"/>
              </a:ext>
            </a:extLst>
          </p:cNvPr>
          <p:cNvSpPr txBox="1">
            <a:spLocks noChangeArrowheads="1"/>
          </p:cNvSpPr>
          <p:nvPr/>
        </p:nvSpPr>
        <p:spPr bwMode="auto">
          <a:xfrm>
            <a:off x="2057400" y="762000"/>
            <a:ext cx="3886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defRPr/>
            </a:pPr>
            <a:r>
              <a:rPr lang="zh-CN" altLang="en-US" sz="2400"/>
              <a:t>由初值</a:t>
            </a:r>
            <a:r>
              <a:rPr lang="en-US" altLang="zh-CN" sz="2400">
                <a:latin typeface="Tahoma" charset="0"/>
              </a:rPr>
              <a:t>y</a:t>
            </a:r>
            <a:r>
              <a:rPr lang="en-US" altLang="zh-CN" sz="2400" baseline="-30000">
                <a:latin typeface="Tahoma" charset="0"/>
              </a:rPr>
              <a:t>0</a:t>
            </a:r>
            <a:r>
              <a:rPr lang="en-US" altLang="zh-CN" sz="2400">
                <a:latin typeface="Tahoma" charset="0"/>
              </a:rPr>
              <a:t>=0</a:t>
            </a:r>
            <a:r>
              <a:rPr lang="zh-CN" altLang="en-US" sz="2400"/>
              <a:t>逐次算出下表</a:t>
            </a:r>
            <a:endParaRPr lang="en-US" altLang="zh-CN" sz="2400"/>
          </a:p>
        </p:txBody>
      </p:sp>
      <p:sp>
        <p:nvSpPr>
          <p:cNvPr id="30724" name="Rectangle 4">
            <a:extLst>
              <a:ext uri="{FF2B5EF4-FFF2-40B4-BE49-F238E27FC236}">
                <a16:creationId xmlns:a16="http://schemas.microsoft.com/office/drawing/2014/main" id="{031756F9-B38F-B34D-8B84-62C554077B92}"/>
              </a:ext>
            </a:extLst>
          </p:cNvPr>
          <p:cNvSpPr>
            <a:spLocks noChangeArrowheads="1"/>
          </p:cNvSpPr>
          <p:nvPr/>
        </p:nvSpPr>
        <p:spPr bwMode="auto">
          <a:xfrm>
            <a:off x="3338513" y="26431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30723" name="Object 3">
            <a:extLst>
              <a:ext uri="{FF2B5EF4-FFF2-40B4-BE49-F238E27FC236}">
                <a16:creationId xmlns:a16="http://schemas.microsoft.com/office/drawing/2014/main" id="{7141AE84-BBA7-1445-AF97-DD0D81D20707}"/>
              </a:ext>
            </a:extLst>
          </p:cNvPr>
          <p:cNvGraphicFramePr>
            <a:graphicFrameLocks noChangeAspect="1"/>
          </p:cNvGraphicFramePr>
          <p:nvPr/>
        </p:nvGraphicFramePr>
        <p:xfrm>
          <a:off x="1325563" y="1490663"/>
          <a:ext cx="5421312" cy="3359150"/>
        </p:xfrm>
        <a:graphic>
          <a:graphicData uri="http://schemas.openxmlformats.org/presentationml/2006/ole">
            <mc:AlternateContent xmlns:mc="http://schemas.openxmlformats.org/markup-compatibility/2006">
              <mc:Choice xmlns:v="urn:schemas-microsoft-com:vml" Requires="v">
                <p:oleObj name="Equation" r:id="rId2" imgW="2616200" imgH="1625600" progId="Equation.3">
                  <p:embed/>
                </p:oleObj>
              </mc:Choice>
              <mc:Fallback>
                <p:oleObj name="Equation" r:id="rId2" imgW="2616200" imgH="1625600" progId="Equation.3">
                  <p:embed/>
                  <p:pic>
                    <p:nvPicPr>
                      <p:cNvPr id="30723" name="Object 3">
                        <a:extLst>
                          <a:ext uri="{FF2B5EF4-FFF2-40B4-BE49-F238E27FC236}">
                            <a16:creationId xmlns:a16="http://schemas.microsoft.com/office/drawing/2014/main" id="{7141AE84-BBA7-1445-AF97-DD0D81D207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5563" y="1490663"/>
                        <a:ext cx="5421312"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5" name="Text Box 5">
            <a:extLst>
              <a:ext uri="{FF2B5EF4-FFF2-40B4-BE49-F238E27FC236}">
                <a16:creationId xmlns:a16="http://schemas.microsoft.com/office/drawing/2014/main" id="{7C483C09-C94C-774D-B657-34475F683810}"/>
              </a:ext>
            </a:extLst>
          </p:cNvPr>
          <p:cNvSpPr txBox="1">
            <a:spLocks noChangeArrowheads="1"/>
          </p:cNvSpPr>
          <p:nvPr/>
        </p:nvSpPr>
        <p:spPr bwMode="auto">
          <a:xfrm>
            <a:off x="1676400" y="4953000"/>
            <a:ext cx="6064250" cy="8302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spcBef>
                <a:spcPct val="50000"/>
              </a:spcBef>
              <a:defRPr/>
            </a:pPr>
            <a:r>
              <a:rPr lang="zh-CN" altLang="en-US" sz="2400">
                <a:latin typeface="黑体" charset="0"/>
                <a:ea typeface="黑体" charset="0"/>
                <a:cs typeface="黑体" charset="0"/>
              </a:rPr>
              <a:t>用四阶经典</a:t>
            </a:r>
            <a:r>
              <a:rPr lang="en-US" altLang="zh-CN" sz="2400">
                <a:latin typeface="黑体" charset="0"/>
                <a:ea typeface="黑体" charset="0"/>
                <a:cs typeface="黑体" charset="0"/>
              </a:rPr>
              <a:t>(Runge--Kutta)</a:t>
            </a:r>
            <a:r>
              <a:rPr lang="zh-CN" altLang="en-US" sz="2400">
                <a:latin typeface="黑体" charset="0"/>
                <a:ea typeface="黑体" charset="0"/>
                <a:cs typeface="黑体" charset="0"/>
              </a:rPr>
              <a:t>法计算的结果，其精度高于改进</a:t>
            </a:r>
            <a:r>
              <a:rPr lang="en-US" altLang="zh-CN" sz="2400">
                <a:latin typeface="黑体" charset="0"/>
                <a:ea typeface="黑体" charset="0"/>
                <a:cs typeface="黑体" charset="0"/>
              </a:rPr>
              <a:t>Euler</a:t>
            </a:r>
            <a:r>
              <a:rPr lang="zh-CN" altLang="en-US" sz="2400">
                <a:latin typeface="黑体" charset="0"/>
                <a:ea typeface="黑体" charset="0"/>
                <a:cs typeface="黑体" charset="0"/>
              </a:rPr>
              <a:t>法</a:t>
            </a:r>
            <a:r>
              <a:rPr lang="en-US" altLang="zh-CN" sz="2400">
                <a:latin typeface="黑体" charset="0"/>
                <a:ea typeface="黑体" charset="0"/>
                <a:cs typeface="黑体" charset="0"/>
              </a:rPr>
              <a:t>.</a:t>
            </a:r>
          </a:p>
        </p:txBody>
      </p:sp>
      <p:pic>
        <p:nvPicPr>
          <p:cNvPr id="2" name="Picture 1">
            <a:extLst>
              <a:ext uri="{FF2B5EF4-FFF2-40B4-BE49-F238E27FC236}">
                <a16:creationId xmlns:a16="http://schemas.microsoft.com/office/drawing/2014/main" id="{68F2AA68-7C57-2B4D-A1EF-1E0A67C9A2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59563" y="1484313"/>
            <a:ext cx="1465262"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4C6F7501-B175-8742-9EC6-80A61068A70B}"/>
              </a:ext>
            </a:extLst>
          </p:cNvPr>
          <p:cNvSpPr>
            <a:spLocks noChangeArrowheads="1"/>
          </p:cNvSpPr>
          <p:nvPr/>
        </p:nvSpPr>
        <p:spPr bwMode="auto">
          <a:xfrm>
            <a:off x="6372225" y="1052513"/>
            <a:ext cx="2063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a:solidFill>
                  <a:schemeClr val="accent2"/>
                </a:solidFill>
              </a:rPr>
              <a:t>改进</a:t>
            </a:r>
            <a:r>
              <a:rPr lang="en-US" altLang="zh-CN">
                <a:solidFill>
                  <a:schemeClr val="accent2"/>
                </a:solidFill>
                <a:latin typeface="Tahoma" panose="020B0604030504040204" pitchFamily="34" charset="0"/>
              </a:rPr>
              <a:t>Euler</a:t>
            </a:r>
            <a:r>
              <a:rPr lang="zh-CN" altLang="en-US">
                <a:solidFill>
                  <a:schemeClr val="accent2"/>
                </a:solidFill>
              </a:rPr>
              <a:t>法</a:t>
            </a:r>
            <a:endParaRPr lang="en-US" altLang="en-CN"/>
          </a:p>
        </p:txBody>
      </p:sp>
    </p:spTree>
    <p:extLst>
      <p:ext uri="{BB962C8B-B14F-4D97-AF65-F5344CB8AC3E}">
        <p14:creationId xmlns:p14="http://schemas.microsoft.com/office/powerpoint/2010/main" val="29828046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dissolve">
                                      <p:cBhvr>
                                        <p:cTn id="7" dur="500"/>
                                        <p:tgtEl>
                                          <p:spTgt spid="30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0725"/>
                                        </p:tgtEl>
                                        <p:attrNameLst>
                                          <p:attrName>style.visibility</p:attrName>
                                        </p:attrNameLst>
                                      </p:cBhvr>
                                      <p:to>
                                        <p:strVal val="visible"/>
                                      </p:to>
                                    </p:set>
                                    <p:animEffect transition="in" filter="blinds(horizontal)">
                                      <p:cBhvr>
                                        <p:cTn id="20" dur="500"/>
                                        <p:tgtEl>
                                          <p:spTgt spid="3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2EEB4F9-C2B7-1E4A-B408-703B11868C52}"/>
              </a:ext>
            </a:extLst>
          </p:cNvPr>
          <p:cNvSpPr>
            <a:spLocks noChangeArrowheads="1"/>
          </p:cNvSpPr>
          <p:nvPr/>
        </p:nvSpPr>
        <p:spPr bwMode="auto">
          <a:xfrm>
            <a:off x="5867400" y="0"/>
            <a:ext cx="32766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§2  </a:t>
            </a:r>
            <a:r>
              <a:rPr lang="en-US" altLang="zh-CN" sz="1800" b="1">
                <a:ea typeface="宋体" panose="02010600030101010101" pitchFamily="2" charset="-122"/>
                <a:sym typeface="Symbol" pitchFamily="2" charset="2"/>
              </a:rPr>
              <a:t>Runge-Kutta</a:t>
            </a:r>
            <a:r>
              <a:rPr lang="en-US" altLang="zh-CN" sz="1800" b="1">
                <a:ea typeface="宋体" panose="02010600030101010101" pitchFamily="2" charset="-122"/>
              </a:rPr>
              <a:t> Method</a:t>
            </a:r>
          </a:p>
        </p:txBody>
      </p:sp>
      <p:grpSp>
        <p:nvGrpSpPr>
          <p:cNvPr id="59437" name="Group 45">
            <a:extLst>
              <a:ext uri="{FF2B5EF4-FFF2-40B4-BE49-F238E27FC236}">
                <a16:creationId xmlns:a16="http://schemas.microsoft.com/office/drawing/2014/main" id="{4560FBDC-A061-1C44-ABA7-AB17B484B81B}"/>
              </a:ext>
            </a:extLst>
          </p:cNvPr>
          <p:cNvGrpSpPr>
            <a:grpSpLocks/>
          </p:cNvGrpSpPr>
          <p:nvPr/>
        </p:nvGrpSpPr>
        <p:grpSpPr bwMode="auto">
          <a:xfrm>
            <a:off x="457200" y="457200"/>
            <a:ext cx="8153400" cy="4876800"/>
            <a:chOff x="240" y="384"/>
            <a:chExt cx="5136" cy="3072"/>
          </a:xfrm>
        </p:grpSpPr>
        <p:sp>
          <p:nvSpPr>
            <p:cNvPr id="59395" name="AutoShape 3" descr="再生纸">
              <a:extLst>
                <a:ext uri="{FF2B5EF4-FFF2-40B4-BE49-F238E27FC236}">
                  <a16:creationId xmlns:a16="http://schemas.microsoft.com/office/drawing/2014/main" id="{BF4FACE7-6BB8-2B4C-B1D1-7D51A184A67A}"/>
                </a:ext>
              </a:extLst>
            </p:cNvPr>
            <p:cNvSpPr>
              <a:spLocks noChangeArrowheads="1"/>
            </p:cNvSpPr>
            <p:nvPr/>
          </p:nvSpPr>
          <p:spPr bwMode="auto">
            <a:xfrm>
              <a:off x="240" y="384"/>
              <a:ext cx="5136" cy="3072"/>
            </a:xfrm>
            <a:prstGeom prst="roundRect">
              <a:avLst>
                <a:gd name="adj" fmla="val 6889"/>
              </a:avLst>
            </a:prstGeom>
            <a:blipFill dpi="0" rotWithShape="0">
              <a:blip r:embed="rId4"/>
              <a:srcRect/>
              <a:tile tx="0" ty="0" sx="100000" sy="100000" flip="none" algn="tl"/>
            </a:bli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76250" indent="-476250">
                <a:defRPr/>
              </a:pPr>
              <a:r>
                <a:rPr lang="zh-CN" altLang="en-US" sz="2400" b="1">
                  <a:solidFill>
                    <a:schemeClr val="accent2"/>
                  </a:solidFill>
                  <a:latin typeface="Times New Roman" charset="0"/>
                  <a:ea typeface="ＭＳ Ｐゴシック" charset="0"/>
                  <a:cs typeface="楷体_GB2312" charset="0"/>
                </a:rPr>
                <a:t>注：</a:t>
              </a:r>
              <a:endParaRPr lang="en-US" altLang="zh-CN" sz="2400" b="1">
                <a:solidFill>
                  <a:schemeClr val="accent2"/>
                </a:solidFill>
                <a:latin typeface="Times New Roman" charset="0"/>
                <a:ea typeface="ＭＳ Ｐゴシック" charset="0"/>
                <a:cs typeface="楷体_GB2312" charset="0"/>
              </a:endParaRPr>
            </a:p>
            <a:p>
              <a:pPr marL="476250" indent="-476250">
                <a:defRPr/>
              </a:pPr>
              <a:r>
                <a:rPr lang="en-US" altLang="zh-CN" sz="3200" b="1">
                  <a:solidFill>
                    <a:schemeClr val="accent2"/>
                  </a:solidFill>
                  <a:latin typeface="Times New Roman" charset="0"/>
                  <a:ea typeface="ＭＳ Ｐゴシック" charset="0"/>
                  <a:cs typeface="楷体_GB2312" charset="0"/>
                  <a:sym typeface="Wingdings" charset="0"/>
                </a:rPr>
                <a:t></a:t>
              </a:r>
              <a:r>
                <a:rPr lang="en-US" altLang="zh-CN" sz="2400" b="1">
                  <a:latin typeface="Times New Roman" charset="0"/>
                  <a:ea typeface="ＭＳ Ｐゴシック" charset="0"/>
                  <a:cs typeface="楷体_GB2312" charset="0"/>
                  <a:sym typeface="Wingdings" charset="0"/>
                </a:rPr>
                <a:t> </a:t>
              </a:r>
              <a:r>
                <a:rPr lang="zh-CN" altLang="en-US" sz="2400" b="1">
                  <a:latin typeface="Times New Roman" charset="0"/>
                  <a:ea typeface="ＭＳ Ｐゴシック" charset="0"/>
                  <a:cs typeface="楷体_GB2312" charset="0"/>
                </a:rPr>
                <a:t>龙格</a:t>
              </a:r>
              <a:r>
                <a:rPr lang="en-US" altLang="zh-CN" sz="2400" b="1">
                  <a:latin typeface="Times New Roman" charset="0"/>
                  <a:ea typeface="ＭＳ Ｐゴシック" charset="0"/>
                  <a:cs typeface="楷体_GB2312" charset="0"/>
                </a:rPr>
                <a:t>-</a:t>
              </a:r>
              <a:r>
                <a:rPr lang="zh-CN" altLang="en-US" sz="2400" b="1">
                  <a:latin typeface="楷体_GB2312" charset="0"/>
                  <a:ea typeface="ＭＳ Ｐゴシック" charset="0"/>
                  <a:cs typeface="楷体_GB2312" charset="0"/>
                </a:rPr>
                <a:t>库塔法</a:t>
              </a:r>
              <a:r>
                <a:rPr lang="zh-CN" altLang="en-US" sz="2400" b="1">
                  <a:latin typeface="Times New Roman" charset="0"/>
                  <a:ea typeface="ＭＳ Ｐゴシック" charset="0"/>
                  <a:cs typeface="楷体_GB2312" charset="0"/>
                </a:rPr>
                <a:t>的主要运算在于计算</a:t>
              </a:r>
              <a:r>
                <a:rPr lang="en-US" altLang="zh-CN" sz="2400" b="1">
                  <a:latin typeface="Times New Roman" charset="0"/>
                  <a:ea typeface="ＭＳ Ｐゴシック" charset="0"/>
                  <a:cs typeface="楷体_GB2312" charset="0"/>
                </a:rPr>
                <a:t> </a:t>
              </a:r>
              <a:r>
                <a:rPr lang="en-US" altLang="zh-CN" sz="2400" b="1" i="1">
                  <a:solidFill>
                    <a:schemeClr val="accent2"/>
                  </a:solidFill>
                  <a:latin typeface="Times New Roman" charset="0"/>
                  <a:ea typeface="ＭＳ Ｐゴシック" charset="0"/>
                  <a:cs typeface="楷体_GB2312" charset="0"/>
                </a:rPr>
                <a:t>K</a:t>
              </a:r>
              <a:r>
                <a:rPr lang="en-US" altLang="zh-CN" sz="2400" b="1" i="1" baseline="-25000">
                  <a:solidFill>
                    <a:schemeClr val="accent2"/>
                  </a:solidFill>
                  <a:latin typeface="Times New Roman" charset="0"/>
                  <a:ea typeface="ＭＳ Ｐゴシック" charset="0"/>
                  <a:cs typeface="楷体_GB2312" charset="0"/>
                </a:rPr>
                <a:t>i</a:t>
              </a:r>
              <a:r>
                <a:rPr lang="en-US" altLang="zh-CN" sz="2400" b="1">
                  <a:solidFill>
                    <a:schemeClr val="accent2"/>
                  </a:solidFill>
                  <a:latin typeface="Times New Roman" charset="0"/>
                  <a:ea typeface="ＭＳ Ｐゴシック" charset="0"/>
                  <a:cs typeface="楷体_GB2312" charset="0"/>
                </a:rPr>
                <a:t> </a:t>
              </a:r>
              <a:r>
                <a:rPr lang="zh-CN" altLang="en-US" sz="2400" b="1">
                  <a:latin typeface="Times New Roman" charset="0"/>
                  <a:ea typeface="ＭＳ Ｐゴシック" charset="0"/>
                  <a:cs typeface="楷体_GB2312" charset="0"/>
                </a:rPr>
                <a:t>的值，即计算</a:t>
              </a:r>
              <a:r>
                <a:rPr lang="en-US" altLang="zh-CN" sz="2400" b="1">
                  <a:latin typeface="Times New Roman" charset="0"/>
                  <a:ea typeface="ＭＳ Ｐゴシック" charset="0"/>
                  <a:cs typeface="楷体_GB2312" charset="0"/>
                </a:rPr>
                <a:t> </a:t>
              </a:r>
              <a:r>
                <a:rPr lang="en-US" altLang="zh-CN" sz="2400" b="1" i="1">
                  <a:solidFill>
                    <a:schemeClr val="accent2"/>
                  </a:solidFill>
                  <a:latin typeface="Times New Roman" charset="0"/>
                  <a:ea typeface="ＭＳ Ｐゴシック" charset="0"/>
                  <a:cs typeface="楷体_GB2312" charset="0"/>
                </a:rPr>
                <a:t>f</a:t>
              </a:r>
              <a:r>
                <a:rPr lang="en-US" altLang="zh-CN" sz="2400" b="1">
                  <a:solidFill>
                    <a:schemeClr val="accent2"/>
                  </a:solidFill>
                  <a:latin typeface="Times New Roman" charset="0"/>
                  <a:ea typeface="ＭＳ Ｐゴシック" charset="0"/>
                  <a:cs typeface="楷体_GB2312" charset="0"/>
                </a:rPr>
                <a:t> </a:t>
              </a:r>
              <a:r>
                <a:rPr lang="zh-CN" altLang="en-US" sz="2400" b="1">
                  <a:latin typeface="Times New Roman" charset="0"/>
                  <a:ea typeface="ＭＳ Ｐゴシック" charset="0"/>
                  <a:cs typeface="楷体_GB2312" charset="0"/>
                </a:rPr>
                <a:t>的值。</a:t>
              </a:r>
              <a:r>
                <a:rPr lang="en-US" altLang="zh-CN" sz="2400" b="1">
                  <a:latin typeface="Times New Roman" charset="0"/>
                  <a:ea typeface="ＭＳ Ｐゴシック" charset="0"/>
                  <a:cs typeface="楷体_GB2312" charset="0"/>
                </a:rPr>
                <a:t>Butcher </a:t>
              </a:r>
              <a:r>
                <a:rPr lang="zh-CN" altLang="en-US" sz="2400" b="1">
                  <a:latin typeface="Times New Roman" charset="0"/>
                  <a:ea typeface="ＭＳ Ｐゴシック" charset="0"/>
                  <a:cs typeface="楷体_GB2312" charset="0"/>
                </a:rPr>
                <a:t>于</a:t>
              </a:r>
              <a:r>
                <a:rPr lang="en-US" altLang="zh-CN" sz="2400" b="1">
                  <a:latin typeface="Times New Roman" charset="0"/>
                  <a:ea typeface="ＭＳ Ｐゴシック" charset="0"/>
                  <a:cs typeface="楷体_GB2312" charset="0"/>
                </a:rPr>
                <a:t>1965</a:t>
              </a:r>
              <a:r>
                <a:rPr lang="zh-CN" altLang="en-US" sz="2400" b="1">
                  <a:latin typeface="Times New Roman" charset="0"/>
                  <a:ea typeface="ＭＳ Ｐゴシック" charset="0"/>
                  <a:cs typeface="楷体_GB2312" charset="0"/>
                </a:rPr>
                <a:t>年给出了计算量与可达到的最高精度阶数的关系：</a:t>
              </a:r>
              <a:endParaRPr lang="en-US" altLang="zh-CN" sz="2400" b="1">
                <a:solidFill>
                  <a:schemeClr val="accent2"/>
                </a:solidFill>
                <a:latin typeface="Times New Roman" charset="0"/>
                <a:ea typeface="ＭＳ Ｐゴシック" charset="0"/>
                <a:cs typeface="楷体_GB2312" charset="0"/>
              </a:endParaRPr>
            </a:p>
          </p:txBody>
        </p:sp>
        <p:grpSp>
          <p:nvGrpSpPr>
            <p:cNvPr id="43013" name="Group 43">
              <a:extLst>
                <a:ext uri="{FF2B5EF4-FFF2-40B4-BE49-F238E27FC236}">
                  <a16:creationId xmlns:a16="http://schemas.microsoft.com/office/drawing/2014/main" id="{1B52DFD9-E5E4-D042-B336-672CD87B112C}"/>
                </a:ext>
              </a:extLst>
            </p:cNvPr>
            <p:cNvGrpSpPr>
              <a:grpSpLocks/>
            </p:cNvGrpSpPr>
            <p:nvPr/>
          </p:nvGrpSpPr>
          <p:grpSpPr bwMode="auto">
            <a:xfrm>
              <a:off x="480" y="1584"/>
              <a:ext cx="4800" cy="652"/>
              <a:chOff x="480" y="1152"/>
              <a:chExt cx="4800" cy="652"/>
            </a:xfrm>
          </p:grpSpPr>
          <p:sp>
            <p:nvSpPr>
              <p:cNvPr id="59397" name="Rectangle 5">
                <a:extLst>
                  <a:ext uri="{FF2B5EF4-FFF2-40B4-BE49-F238E27FC236}">
                    <a16:creationId xmlns:a16="http://schemas.microsoft.com/office/drawing/2014/main" id="{025999FB-17C4-4C42-9630-2721E04DEAE7}"/>
                  </a:ext>
                </a:extLst>
              </p:cNvPr>
              <p:cNvSpPr>
                <a:spLocks noChangeArrowheads="1"/>
              </p:cNvSpPr>
              <p:nvPr/>
            </p:nvSpPr>
            <p:spPr bwMode="auto">
              <a:xfrm>
                <a:off x="4704" y="1478"/>
                <a:ext cx="576"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398" name="Rectangle 6">
                <a:extLst>
                  <a:ext uri="{FF2B5EF4-FFF2-40B4-BE49-F238E27FC236}">
                    <a16:creationId xmlns:a16="http://schemas.microsoft.com/office/drawing/2014/main" id="{219E5C09-3277-0E4E-9913-EC50D97615F3}"/>
                  </a:ext>
                </a:extLst>
              </p:cNvPr>
              <p:cNvSpPr>
                <a:spLocks noChangeArrowheads="1"/>
              </p:cNvSpPr>
              <p:nvPr/>
            </p:nvSpPr>
            <p:spPr bwMode="auto">
              <a:xfrm>
                <a:off x="4704" y="1152"/>
                <a:ext cx="576"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399" name="Rectangle 7">
                <a:extLst>
                  <a:ext uri="{FF2B5EF4-FFF2-40B4-BE49-F238E27FC236}">
                    <a16:creationId xmlns:a16="http://schemas.microsoft.com/office/drawing/2014/main" id="{3789EC13-B2B3-D44B-B85E-5A4CCAE12D65}"/>
                  </a:ext>
                </a:extLst>
              </p:cNvPr>
              <p:cNvSpPr>
                <a:spLocks noChangeArrowheads="1"/>
              </p:cNvSpPr>
              <p:nvPr/>
            </p:nvSpPr>
            <p:spPr bwMode="auto">
              <a:xfrm>
                <a:off x="4176" y="1478"/>
                <a:ext cx="528"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400" name="Rectangle 8">
                <a:extLst>
                  <a:ext uri="{FF2B5EF4-FFF2-40B4-BE49-F238E27FC236}">
                    <a16:creationId xmlns:a16="http://schemas.microsoft.com/office/drawing/2014/main" id="{B5B5BC6F-C635-8A42-B058-83FA4705E786}"/>
                  </a:ext>
                </a:extLst>
              </p:cNvPr>
              <p:cNvSpPr>
                <a:spLocks noChangeArrowheads="1"/>
              </p:cNvSpPr>
              <p:nvPr/>
            </p:nvSpPr>
            <p:spPr bwMode="auto">
              <a:xfrm>
                <a:off x="4176" y="1152"/>
                <a:ext cx="528"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400">
                    <a:latin typeface="Times New Roman" charset="0"/>
                    <a:ea typeface="宋体" charset="0"/>
                  </a:rPr>
                  <a:t>7</a:t>
                </a:r>
              </a:p>
            </p:txBody>
          </p:sp>
          <p:sp>
            <p:nvSpPr>
              <p:cNvPr id="59401" name="Rectangle 9">
                <a:extLst>
                  <a:ext uri="{FF2B5EF4-FFF2-40B4-BE49-F238E27FC236}">
                    <a16:creationId xmlns:a16="http://schemas.microsoft.com/office/drawing/2014/main" id="{7E56630B-982C-464E-8C3E-57D89E18A0BC}"/>
                  </a:ext>
                </a:extLst>
              </p:cNvPr>
              <p:cNvSpPr>
                <a:spLocks noChangeArrowheads="1"/>
              </p:cNvSpPr>
              <p:nvPr/>
            </p:nvSpPr>
            <p:spPr bwMode="auto">
              <a:xfrm>
                <a:off x="3168" y="1478"/>
                <a:ext cx="480"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402" name="Rectangle 10">
                <a:extLst>
                  <a:ext uri="{FF2B5EF4-FFF2-40B4-BE49-F238E27FC236}">
                    <a16:creationId xmlns:a16="http://schemas.microsoft.com/office/drawing/2014/main" id="{53DCD488-673B-764F-B67E-12E89B163658}"/>
                  </a:ext>
                </a:extLst>
              </p:cNvPr>
              <p:cNvSpPr>
                <a:spLocks noChangeArrowheads="1"/>
              </p:cNvSpPr>
              <p:nvPr/>
            </p:nvSpPr>
            <p:spPr bwMode="auto">
              <a:xfrm>
                <a:off x="3168" y="1152"/>
                <a:ext cx="480"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400">
                    <a:latin typeface="Times New Roman" charset="0"/>
                    <a:ea typeface="宋体" charset="0"/>
                  </a:rPr>
                  <a:t>5</a:t>
                </a:r>
              </a:p>
            </p:txBody>
          </p:sp>
          <p:sp>
            <p:nvSpPr>
              <p:cNvPr id="59403" name="Rectangle 11">
                <a:extLst>
                  <a:ext uri="{FF2B5EF4-FFF2-40B4-BE49-F238E27FC236}">
                    <a16:creationId xmlns:a16="http://schemas.microsoft.com/office/drawing/2014/main" id="{41F3E96C-2468-F943-B75A-90EF0C965456}"/>
                  </a:ext>
                </a:extLst>
              </p:cNvPr>
              <p:cNvSpPr>
                <a:spLocks noChangeArrowheads="1"/>
              </p:cNvSpPr>
              <p:nvPr/>
            </p:nvSpPr>
            <p:spPr bwMode="auto">
              <a:xfrm>
                <a:off x="2208" y="1478"/>
                <a:ext cx="480"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404" name="Rectangle 12">
                <a:extLst>
                  <a:ext uri="{FF2B5EF4-FFF2-40B4-BE49-F238E27FC236}">
                    <a16:creationId xmlns:a16="http://schemas.microsoft.com/office/drawing/2014/main" id="{9DC78535-6E64-C746-ABDA-D4C2ACDA9400}"/>
                  </a:ext>
                </a:extLst>
              </p:cNvPr>
              <p:cNvSpPr>
                <a:spLocks noChangeArrowheads="1"/>
              </p:cNvSpPr>
              <p:nvPr/>
            </p:nvSpPr>
            <p:spPr bwMode="auto">
              <a:xfrm>
                <a:off x="2208" y="1152"/>
                <a:ext cx="480"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400">
                    <a:latin typeface="Times New Roman" charset="0"/>
                    <a:ea typeface="宋体" charset="0"/>
                  </a:rPr>
                  <a:t>3</a:t>
                </a:r>
              </a:p>
            </p:txBody>
          </p:sp>
          <p:sp>
            <p:nvSpPr>
              <p:cNvPr id="59405" name="Rectangle 13">
                <a:extLst>
                  <a:ext uri="{FF2B5EF4-FFF2-40B4-BE49-F238E27FC236}">
                    <a16:creationId xmlns:a16="http://schemas.microsoft.com/office/drawing/2014/main" id="{FE542CF3-DB50-DB48-A7DD-79A82C5A7F99}"/>
                  </a:ext>
                </a:extLst>
              </p:cNvPr>
              <p:cNvSpPr>
                <a:spLocks noChangeArrowheads="1"/>
              </p:cNvSpPr>
              <p:nvPr/>
            </p:nvSpPr>
            <p:spPr bwMode="auto">
              <a:xfrm>
                <a:off x="3648" y="1478"/>
                <a:ext cx="528"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406" name="Rectangle 14">
                <a:extLst>
                  <a:ext uri="{FF2B5EF4-FFF2-40B4-BE49-F238E27FC236}">
                    <a16:creationId xmlns:a16="http://schemas.microsoft.com/office/drawing/2014/main" id="{12595F25-7444-234C-BC59-3985331F19E6}"/>
                  </a:ext>
                </a:extLst>
              </p:cNvPr>
              <p:cNvSpPr>
                <a:spLocks noChangeArrowheads="1"/>
              </p:cNvSpPr>
              <p:nvPr/>
            </p:nvSpPr>
            <p:spPr bwMode="auto">
              <a:xfrm>
                <a:off x="2688" y="1478"/>
                <a:ext cx="480"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407" name="Rectangle 15">
                <a:extLst>
                  <a:ext uri="{FF2B5EF4-FFF2-40B4-BE49-F238E27FC236}">
                    <a16:creationId xmlns:a16="http://schemas.microsoft.com/office/drawing/2014/main" id="{970687A8-936B-4F4C-9E5E-557D99258936}"/>
                  </a:ext>
                </a:extLst>
              </p:cNvPr>
              <p:cNvSpPr>
                <a:spLocks noChangeArrowheads="1"/>
              </p:cNvSpPr>
              <p:nvPr/>
            </p:nvSpPr>
            <p:spPr bwMode="auto">
              <a:xfrm>
                <a:off x="1776" y="1478"/>
                <a:ext cx="432"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endParaRPr lang="en-US">
                  <a:latin typeface="Times New Roman" charset="0"/>
                  <a:ea typeface="宋体" charset="0"/>
                </a:endParaRPr>
              </a:p>
            </p:txBody>
          </p:sp>
          <p:sp>
            <p:nvSpPr>
              <p:cNvPr id="59408" name="Rectangle 16">
                <a:extLst>
                  <a:ext uri="{FF2B5EF4-FFF2-40B4-BE49-F238E27FC236}">
                    <a16:creationId xmlns:a16="http://schemas.microsoft.com/office/drawing/2014/main" id="{9EDA201C-5395-8546-B5AA-2F1718C7D08C}"/>
                  </a:ext>
                </a:extLst>
              </p:cNvPr>
              <p:cNvSpPr>
                <a:spLocks noChangeArrowheads="1"/>
              </p:cNvSpPr>
              <p:nvPr/>
            </p:nvSpPr>
            <p:spPr bwMode="auto">
              <a:xfrm>
                <a:off x="480" y="1478"/>
                <a:ext cx="1296"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0" rIns="0" anchor="ctr"/>
              <a:lstStyle/>
              <a:p>
                <a:pPr algn="ctr">
                  <a:spcBef>
                    <a:spcPct val="20000"/>
                  </a:spcBef>
                  <a:defRPr/>
                </a:pPr>
                <a:r>
                  <a:rPr lang="zh-CN" altLang="en-US" sz="1800" b="1">
                    <a:latin typeface="Times New Roman" charset="0"/>
                    <a:ea typeface="ＭＳ Ｐゴシック" charset="0"/>
                    <a:cs typeface="楷体_GB2312" charset="0"/>
                  </a:rPr>
                  <a:t>可达到的最高精度</a:t>
                </a:r>
                <a:endParaRPr lang="en-US" altLang="zh-CN" sz="1800" b="1">
                  <a:latin typeface="Times New Roman" charset="0"/>
                  <a:ea typeface="ＭＳ Ｐゴシック" charset="0"/>
                  <a:cs typeface="楷体_GB2312" charset="0"/>
                </a:endParaRPr>
              </a:p>
            </p:txBody>
          </p:sp>
          <p:sp>
            <p:nvSpPr>
              <p:cNvPr id="59409" name="Rectangle 17">
                <a:extLst>
                  <a:ext uri="{FF2B5EF4-FFF2-40B4-BE49-F238E27FC236}">
                    <a16:creationId xmlns:a16="http://schemas.microsoft.com/office/drawing/2014/main" id="{F3C9CEBE-C1DD-9649-A769-BE20402C932F}"/>
                  </a:ext>
                </a:extLst>
              </p:cNvPr>
              <p:cNvSpPr>
                <a:spLocks noChangeArrowheads="1"/>
              </p:cNvSpPr>
              <p:nvPr/>
            </p:nvSpPr>
            <p:spPr bwMode="auto">
              <a:xfrm>
                <a:off x="3648" y="1152"/>
                <a:ext cx="528"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400">
                    <a:latin typeface="Times New Roman" charset="0"/>
                    <a:ea typeface="宋体" charset="0"/>
                  </a:rPr>
                  <a:t>6</a:t>
                </a:r>
              </a:p>
            </p:txBody>
          </p:sp>
          <p:sp>
            <p:nvSpPr>
              <p:cNvPr id="59410" name="Rectangle 18">
                <a:extLst>
                  <a:ext uri="{FF2B5EF4-FFF2-40B4-BE49-F238E27FC236}">
                    <a16:creationId xmlns:a16="http://schemas.microsoft.com/office/drawing/2014/main" id="{8B1FC934-5378-8544-BECB-400D67B0DB1A}"/>
                  </a:ext>
                </a:extLst>
              </p:cNvPr>
              <p:cNvSpPr>
                <a:spLocks noChangeArrowheads="1"/>
              </p:cNvSpPr>
              <p:nvPr/>
            </p:nvSpPr>
            <p:spPr bwMode="auto">
              <a:xfrm>
                <a:off x="2688" y="1152"/>
                <a:ext cx="480"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400">
                    <a:latin typeface="Times New Roman" charset="0"/>
                    <a:ea typeface="宋体" charset="0"/>
                  </a:rPr>
                  <a:t>4</a:t>
                </a:r>
              </a:p>
            </p:txBody>
          </p:sp>
          <p:sp>
            <p:nvSpPr>
              <p:cNvPr id="59411" name="Rectangle 19">
                <a:extLst>
                  <a:ext uri="{FF2B5EF4-FFF2-40B4-BE49-F238E27FC236}">
                    <a16:creationId xmlns:a16="http://schemas.microsoft.com/office/drawing/2014/main" id="{467FD831-B015-484C-B4FD-011BA3CF35EB}"/>
                  </a:ext>
                </a:extLst>
              </p:cNvPr>
              <p:cNvSpPr>
                <a:spLocks noChangeArrowheads="1"/>
              </p:cNvSpPr>
              <p:nvPr/>
            </p:nvSpPr>
            <p:spPr bwMode="auto">
              <a:xfrm>
                <a:off x="1776" y="1152"/>
                <a:ext cx="432"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400">
                    <a:latin typeface="Times New Roman" charset="0"/>
                    <a:ea typeface="宋体" charset="0"/>
                  </a:rPr>
                  <a:t>2</a:t>
                </a:r>
              </a:p>
            </p:txBody>
          </p:sp>
          <p:sp>
            <p:nvSpPr>
              <p:cNvPr id="59412" name="Rectangle 20">
                <a:extLst>
                  <a:ext uri="{FF2B5EF4-FFF2-40B4-BE49-F238E27FC236}">
                    <a16:creationId xmlns:a16="http://schemas.microsoft.com/office/drawing/2014/main" id="{86653507-7F4D-164A-8616-9AC3FCD27ADA}"/>
                  </a:ext>
                </a:extLst>
              </p:cNvPr>
              <p:cNvSpPr>
                <a:spLocks noChangeArrowheads="1"/>
              </p:cNvSpPr>
              <p:nvPr/>
            </p:nvSpPr>
            <p:spPr bwMode="auto">
              <a:xfrm>
                <a:off x="480" y="1152"/>
                <a:ext cx="1296" cy="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0" rIns="0" anchor="ctr"/>
              <a:lstStyle/>
              <a:p>
                <a:pPr algn="ctr">
                  <a:spcBef>
                    <a:spcPct val="20000"/>
                  </a:spcBef>
                  <a:defRPr/>
                </a:pPr>
                <a:r>
                  <a:rPr lang="zh-CN" altLang="en-US" sz="1800" b="1">
                    <a:latin typeface="Times New Roman" charset="0"/>
                    <a:ea typeface="ＭＳ Ｐゴシック" charset="0"/>
                    <a:cs typeface="楷体_GB2312" charset="0"/>
                  </a:rPr>
                  <a:t>每步须算</a:t>
                </a:r>
                <a:r>
                  <a:rPr lang="en-US" altLang="zh-CN" sz="1800" b="1" i="1">
                    <a:solidFill>
                      <a:schemeClr val="accent2"/>
                    </a:solidFill>
                    <a:latin typeface="Times New Roman" charset="0"/>
                    <a:ea typeface="ＭＳ Ｐゴシック" charset="0"/>
                    <a:cs typeface="楷体_GB2312" charset="0"/>
                  </a:rPr>
                  <a:t>K</a:t>
                </a:r>
                <a:r>
                  <a:rPr lang="en-US" altLang="zh-CN" sz="1800" b="1" i="1" baseline="-25000">
                    <a:solidFill>
                      <a:schemeClr val="accent2"/>
                    </a:solidFill>
                    <a:latin typeface="Times New Roman" charset="0"/>
                    <a:ea typeface="ＭＳ Ｐゴシック" charset="0"/>
                    <a:cs typeface="楷体_GB2312" charset="0"/>
                  </a:rPr>
                  <a:t>i </a:t>
                </a:r>
                <a:r>
                  <a:rPr lang="zh-CN" altLang="en-US" sz="1800" b="1">
                    <a:latin typeface="Times New Roman" charset="0"/>
                    <a:ea typeface="ＭＳ Ｐゴシック" charset="0"/>
                    <a:cs typeface="楷体_GB2312" charset="0"/>
                  </a:rPr>
                  <a:t>的个数</a:t>
                </a:r>
                <a:endParaRPr lang="en-US" altLang="zh-CN" sz="1800" b="1">
                  <a:latin typeface="Times New Roman" charset="0"/>
                  <a:ea typeface="ＭＳ Ｐゴシック" charset="0"/>
                  <a:cs typeface="楷体_GB2312" charset="0"/>
                </a:endParaRPr>
              </a:p>
            </p:txBody>
          </p:sp>
          <p:sp>
            <p:nvSpPr>
              <p:cNvPr id="59413" name="Line 21">
                <a:extLst>
                  <a:ext uri="{FF2B5EF4-FFF2-40B4-BE49-F238E27FC236}">
                    <a16:creationId xmlns:a16="http://schemas.microsoft.com/office/drawing/2014/main" id="{03B8C9A9-D9F7-754B-A9A4-AB245554D415}"/>
                  </a:ext>
                </a:extLst>
              </p:cNvPr>
              <p:cNvSpPr>
                <a:spLocks noChangeShapeType="1"/>
              </p:cNvSpPr>
              <p:nvPr/>
            </p:nvSpPr>
            <p:spPr bwMode="auto">
              <a:xfrm>
                <a:off x="480" y="1478"/>
                <a:ext cx="48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14" name="Line 22">
                <a:extLst>
                  <a:ext uri="{FF2B5EF4-FFF2-40B4-BE49-F238E27FC236}">
                    <a16:creationId xmlns:a16="http://schemas.microsoft.com/office/drawing/2014/main" id="{084BA21B-5CF7-0D4E-9B28-8D49B1A39035}"/>
                  </a:ext>
                </a:extLst>
              </p:cNvPr>
              <p:cNvSpPr>
                <a:spLocks noChangeShapeType="1"/>
              </p:cNvSpPr>
              <p:nvPr/>
            </p:nvSpPr>
            <p:spPr bwMode="auto">
              <a:xfrm>
                <a:off x="480" y="1804"/>
                <a:ext cx="4800" cy="0"/>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15" name="Line 23">
                <a:extLst>
                  <a:ext uri="{FF2B5EF4-FFF2-40B4-BE49-F238E27FC236}">
                    <a16:creationId xmlns:a16="http://schemas.microsoft.com/office/drawing/2014/main" id="{C3771895-F982-154F-B75D-E30399499757}"/>
                  </a:ext>
                </a:extLst>
              </p:cNvPr>
              <p:cNvSpPr>
                <a:spLocks noChangeShapeType="1"/>
              </p:cNvSpPr>
              <p:nvPr/>
            </p:nvSpPr>
            <p:spPr bwMode="auto">
              <a:xfrm>
                <a:off x="480" y="1152"/>
                <a:ext cx="0" cy="652"/>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16" name="Line 24">
                <a:extLst>
                  <a:ext uri="{FF2B5EF4-FFF2-40B4-BE49-F238E27FC236}">
                    <a16:creationId xmlns:a16="http://schemas.microsoft.com/office/drawing/2014/main" id="{7C1A595B-3545-EC40-9EAA-383C4BC338E5}"/>
                  </a:ext>
                </a:extLst>
              </p:cNvPr>
              <p:cNvSpPr>
                <a:spLocks noChangeShapeType="1"/>
              </p:cNvSpPr>
              <p:nvPr/>
            </p:nvSpPr>
            <p:spPr bwMode="auto">
              <a:xfrm>
                <a:off x="1776" y="1152"/>
                <a:ext cx="0" cy="65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17" name="Line 25">
                <a:extLst>
                  <a:ext uri="{FF2B5EF4-FFF2-40B4-BE49-F238E27FC236}">
                    <a16:creationId xmlns:a16="http://schemas.microsoft.com/office/drawing/2014/main" id="{E42ADB37-561A-9D4A-9D2B-69EE951AE477}"/>
                  </a:ext>
                </a:extLst>
              </p:cNvPr>
              <p:cNvSpPr>
                <a:spLocks noChangeShapeType="1"/>
              </p:cNvSpPr>
              <p:nvPr/>
            </p:nvSpPr>
            <p:spPr bwMode="auto">
              <a:xfrm>
                <a:off x="2688" y="1152"/>
                <a:ext cx="0" cy="65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18" name="Line 26">
                <a:extLst>
                  <a:ext uri="{FF2B5EF4-FFF2-40B4-BE49-F238E27FC236}">
                    <a16:creationId xmlns:a16="http://schemas.microsoft.com/office/drawing/2014/main" id="{CE4DA2E7-E81D-644D-A8D7-3D8E044D80D6}"/>
                  </a:ext>
                </a:extLst>
              </p:cNvPr>
              <p:cNvSpPr>
                <a:spLocks noChangeShapeType="1"/>
              </p:cNvSpPr>
              <p:nvPr/>
            </p:nvSpPr>
            <p:spPr bwMode="auto">
              <a:xfrm>
                <a:off x="3648" y="1152"/>
                <a:ext cx="0" cy="65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19" name="Line 27">
                <a:extLst>
                  <a:ext uri="{FF2B5EF4-FFF2-40B4-BE49-F238E27FC236}">
                    <a16:creationId xmlns:a16="http://schemas.microsoft.com/office/drawing/2014/main" id="{D8A7BEA7-4087-9E4C-9804-1CF2B7AEBA96}"/>
                  </a:ext>
                </a:extLst>
              </p:cNvPr>
              <p:cNvSpPr>
                <a:spLocks noChangeShapeType="1"/>
              </p:cNvSpPr>
              <p:nvPr/>
            </p:nvSpPr>
            <p:spPr bwMode="auto">
              <a:xfrm>
                <a:off x="5280" y="1152"/>
                <a:ext cx="0" cy="652"/>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20" name="Line 28">
                <a:extLst>
                  <a:ext uri="{FF2B5EF4-FFF2-40B4-BE49-F238E27FC236}">
                    <a16:creationId xmlns:a16="http://schemas.microsoft.com/office/drawing/2014/main" id="{2495299A-BB4A-B44B-91D3-D7B10D9D9BB8}"/>
                  </a:ext>
                </a:extLst>
              </p:cNvPr>
              <p:cNvSpPr>
                <a:spLocks noChangeShapeType="1"/>
              </p:cNvSpPr>
              <p:nvPr/>
            </p:nvSpPr>
            <p:spPr bwMode="auto">
              <a:xfrm>
                <a:off x="2208" y="1152"/>
                <a:ext cx="0" cy="65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21" name="Line 29">
                <a:extLst>
                  <a:ext uri="{FF2B5EF4-FFF2-40B4-BE49-F238E27FC236}">
                    <a16:creationId xmlns:a16="http://schemas.microsoft.com/office/drawing/2014/main" id="{785BF647-2FAF-E24C-ABF1-E05ACA5AA61E}"/>
                  </a:ext>
                </a:extLst>
              </p:cNvPr>
              <p:cNvSpPr>
                <a:spLocks noChangeShapeType="1"/>
              </p:cNvSpPr>
              <p:nvPr/>
            </p:nvSpPr>
            <p:spPr bwMode="auto">
              <a:xfrm>
                <a:off x="3168" y="1152"/>
                <a:ext cx="0" cy="65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22" name="Line 30">
                <a:extLst>
                  <a:ext uri="{FF2B5EF4-FFF2-40B4-BE49-F238E27FC236}">
                    <a16:creationId xmlns:a16="http://schemas.microsoft.com/office/drawing/2014/main" id="{7FD76C0C-1A95-0E4E-8AEA-499D7F6D2D6A}"/>
                  </a:ext>
                </a:extLst>
              </p:cNvPr>
              <p:cNvSpPr>
                <a:spLocks noChangeShapeType="1"/>
              </p:cNvSpPr>
              <p:nvPr/>
            </p:nvSpPr>
            <p:spPr bwMode="auto">
              <a:xfrm>
                <a:off x="4176" y="1152"/>
                <a:ext cx="0" cy="65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23" name="Line 31">
                <a:extLst>
                  <a:ext uri="{FF2B5EF4-FFF2-40B4-BE49-F238E27FC236}">
                    <a16:creationId xmlns:a16="http://schemas.microsoft.com/office/drawing/2014/main" id="{82E65E6C-BEFC-F848-99CD-8DCA35A3E275}"/>
                  </a:ext>
                </a:extLst>
              </p:cNvPr>
              <p:cNvSpPr>
                <a:spLocks noChangeShapeType="1"/>
              </p:cNvSpPr>
              <p:nvPr/>
            </p:nvSpPr>
            <p:spPr bwMode="auto">
              <a:xfrm flipV="1">
                <a:off x="3648" y="1152"/>
                <a:ext cx="1632" cy="0"/>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24" name="Line 32">
                <a:extLst>
                  <a:ext uri="{FF2B5EF4-FFF2-40B4-BE49-F238E27FC236}">
                    <a16:creationId xmlns:a16="http://schemas.microsoft.com/office/drawing/2014/main" id="{399DC296-4AE4-FE45-93E9-EB45775F00E8}"/>
                  </a:ext>
                </a:extLst>
              </p:cNvPr>
              <p:cNvSpPr>
                <a:spLocks noChangeShapeType="1"/>
              </p:cNvSpPr>
              <p:nvPr/>
            </p:nvSpPr>
            <p:spPr bwMode="auto">
              <a:xfrm>
                <a:off x="480" y="1152"/>
                <a:ext cx="3168" cy="0"/>
              </a:xfrm>
              <a:prstGeom prst="line">
                <a:avLst/>
              </a:prstGeom>
              <a:noFill/>
              <a:ln w="28575"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59425" name="Line 33">
                <a:extLst>
                  <a:ext uri="{FF2B5EF4-FFF2-40B4-BE49-F238E27FC236}">
                    <a16:creationId xmlns:a16="http://schemas.microsoft.com/office/drawing/2014/main" id="{06CDB401-CA26-BE41-9613-BA0DE03201AE}"/>
                  </a:ext>
                </a:extLst>
              </p:cNvPr>
              <p:cNvSpPr>
                <a:spLocks noChangeShapeType="1"/>
              </p:cNvSpPr>
              <p:nvPr/>
            </p:nvSpPr>
            <p:spPr bwMode="auto">
              <a:xfrm>
                <a:off x="4704" y="1152"/>
                <a:ext cx="0" cy="652"/>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aphicFrame>
            <p:nvGraphicFramePr>
              <p:cNvPr id="43043" name="Object 35">
                <a:extLst>
                  <a:ext uri="{FF2B5EF4-FFF2-40B4-BE49-F238E27FC236}">
                    <a16:creationId xmlns:a16="http://schemas.microsoft.com/office/drawing/2014/main" id="{B3D5E44B-065D-8944-BAD6-F604651D8730}"/>
                  </a:ext>
                </a:extLst>
              </p:cNvPr>
              <p:cNvGraphicFramePr>
                <a:graphicFrameLocks noChangeAspect="1"/>
              </p:cNvGraphicFramePr>
              <p:nvPr/>
            </p:nvGraphicFramePr>
            <p:xfrm>
              <a:off x="1834" y="1545"/>
              <a:ext cx="362" cy="209"/>
            </p:xfrm>
            <a:graphic>
              <a:graphicData uri="http://schemas.openxmlformats.org/presentationml/2006/ole">
                <mc:AlternateContent xmlns:mc="http://schemas.openxmlformats.org/markup-compatibility/2006">
                  <mc:Choice xmlns:v="urn:schemas-microsoft-com:vml" Requires="v">
                    <p:oleObj name="Equation" r:id="rId5" imgW="393700" imgH="228600" progId="Equation.3">
                      <p:embed/>
                    </p:oleObj>
                  </mc:Choice>
                  <mc:Fallback>
                    <p:oleObj name="Equation" r:id="rId5" imgW="393700" imgH="228600" progId="Equation.3">
                      <p:embed/>
                      <p:pic>
                        <p:nvPicPr>
                          <p:cNvPr id="43043" name="Object 35">
                            <a:extLst>
                              <a:ext uri="{FF2B5EF4-FFF2-40B4-BE49-F238E27FC236}">
                                <a16:creationId xmlns:a16="http://schemas.microsoft.com/office/drawing/2014/main" id="{B3D5E44B-065D-8944-BAD6-F604651D87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4" y="1545"/>
                            <a:ext cx="36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44" name="Object 36">
                <a:extLst>
                  <a:ext uri="{FF2B5EF4-FFF2-40B4-BE49-F238E27FC236}">
                    <a16:creationId xmlns:a16="http://schemas.microsoft.com/office/drawing/2014/main" id="{B1F200B6-761F-AC4A-BBB9-22B98CECC475}"/>
                  </a:ext>
                </a:extLst>
              </p:cNvPr>
              <p:cNvGraphicFramePr>
                <a:graphicFrameLocks noChangeAspect="1"/>
              </p:cNvGraphicFramePr>
              <p:nvPr/>
            </p:nvGraphicFramePr>
            <p:xfrm>
              <a:off x="2262" y="1536"/>
              <a:ext cx="372" cy="209"/>
            </p:xfrm>
            <a:graphic>
              <a:graphicData uri="http://schemas.openxmlformats.org/presentationml/2006/ole">
                <mc:AlternateContent xmlns:mc="http://schemas.openxmlformats.org/markup-compatibility/2006">
                  <mc:Choice xmlns:v="urn:schemas-microsoft-com:vml" Requires="v">
                    <p:oleObj name="Equation" r:id="rId7" imgW="406400" imgH="228600" progId="Equation.3">
                      <p:embed/>
                    </p:oleObj>
                  </mc:Choice>
                  <mc:Fallback>
                    <p:oleObj name="Equation" r:id="rId7" imgW="406400" imgH="228600" progId="Equation.3">
                      <p:embed/>
                      <p:pic>
                        <p:nvPicPr>
                          <p:cNvPr id="43044" name="Object 36">
                            <a:extLst>
                              <a:ext uri="{FF2B5EF4-FFF2-40B4-BE49-F238E27FC236}">
                                <a16:creationId xmlns:a16="http://schemas.microsoft.com/office/drawing/2014/main" id="{B1F200B6-761F-AC4A-BBB9-22B98CECC4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2" y="1536"/>
                            <a:ext cx="37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45" name="Object 37">
                <a:extLst>
                  <a:ext uri="{FF2B5EF4-FFF2-40B4-BE49-F238E27FC236}">
                    <a16:creationId xmlns:a16="http://schemas.microsoft.com/office/drawing/2014/main" id="{B71D9DB6-4131-4941-B7F9-A600982E59C3}"/>
                  </a:ext>
                </a:extLst>
              </p:cNvPr>
              <p:cNvGraphicFramePr>
                <a:graphicFrameLocks noChangeAspect="1"/>
              </p:cNvGraphicFramePr>
              <p:nvPr/>
            </p:nvGraphicFramePr>
            <p:xfrm>
              <a:off x="2748" y="1536"/>
              <a:ext cx="360" cy="209"/>
            </p:xfrm>
            <a:graphic>
              <a:graphicData uri="http://schemas.openxmlformats.org/presentationml/2006/ole">
                <mc:AlternateContent xmlns:mc="http://schemas.openxmlformats.org/markup-compatibility/2006">
                  <mc:Choice xmlns:v="urn:schemas-microsoft-com:vml" Requires="v">
                    <p:oleObj name="Equation" r:id="rId9" imgW="393700" imgH="228600" progId="Equation.3">
                      <p:embed/>
                    </p:oleObj>
                  </mc:Choice>
                  <mc:Fallback>
                    <p:oleObj name="Equation" r:id="rId9" imgW="393700" imgH="228600" progId="Equation.3">
                      <p:embed/>
                      <p:pic>
                        <p:nvPicPr>
                          <p:cNvPr id="43045" name="Object 37">
                            <a:extLst>
                              <a:ext uri="{FF2B5EF4-FFF2-40B4-BE49-F238E27FC236}">
                                <a16:creationId xmlns:a16="http://schemas.microsoft.com/office/drawing/2014/main" id="{B71D9DB6-4131-4941-B7F9-A600982E59C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8" y="1536"/>
                            <a:ext cx="360"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46" name="Object 38">
                <a:extLst>
                  <a:ext uri="{FF2B5EF4-FFF2-40B4-BE49-F238E27FC236}">
                    <a16:creationId xmlns:a16="http://schemas.microsoft.com/office/drawing/2014/main" id="{565E6B79-DE59-8542-A430-A3261CF3109D}"/>
                  </a:ext>
                </a:extLst>
              </p:cNvPr>
              <p:cNvGraphicFramePr>
                <a:graphicFrameLocks noChangeAspect="1"/>
              </p:cNvGraphicFramePr>
              <p:nvPr/>
            </p:nvGraphicFramePr>
            <p:xfrm>
              <a:off x="3701" y="1536"/>
              <a:ext cx="373" cy="209"/>
            </p:xfrm>
            <a:graphic>
              <a:graphicData uri="http://schemas.openxmlformats.org/presentationml/2006/ole">
                <mc:AlternateContent xmlns:mc="http://schemas.openxmlformats.org/markup-compatibility/2006">
                  <mc:Choice xmlns:v="urn:schemas-microsoft-com:vml" Requires="v">
                    <p:oleObj name="Equation" r:id="rId11" imgW="406400" imgH="228600" progId="Equation.3">
                      <p:embed/>
                    </p:oleObj>
                  </mc:Choice>
                  <mc:Fallback>
                    <p:oleObj name="Equation" r:id="rId11" imgW="406400" imgH="228600" progId="Equation.3">
                      <p:embed/>
                      <p:pic>
                        <p:nvPicPr>
                          <p:cNvPr id="43046" name="Object 38">
                            <a:extLst>
                              <a:ext uri="{FF2B5EF4-FFF2-40B4-BE49-F238E27FC236}">
                                <a16:creationId xmlns:a16="http://schemas.microsoft.com/office/drawing/2014/main" id="{565E6B79-DE59-8542-A430-A3261CF3109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01" y="1536"/>
                            <a:ext cx="373"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47" name="Object 39">
                <a:extLst>
                  <a:ext uri="{FF2B5EF4-FFF2-40B4-BE49-F238E27FC236}">
                    <a16:creationId xmlns:a16="http://schemas.microsoft.com/office/drawing/2014/main" id="{A724172F-6B00-C346-B975-1AB4DA98E648}"/>
                  </a:ext>
                </a:extLst>
              </p:cNvPr>
              <p:cNvGraphicFramePr>
                <a:graphicFrameLocks noChangeAspect="1"/>
              </p:cNvGraphicFramePr>
              <p:nvPr/>
            </p:nvGraphicFramePr>
            <p:xfrm>
              <a:off x="4230" y="1536"/>
              <a:ext cx="372" cy="209"/>
            </p:xfrm>
            <a:graphic>
              <a:graphicData uri="http://schemas.openxmlformats.org/presentationml/2006/ole">
                <mc:AlternateContent xmlns:mc="http://schemas.openxmlformats.org/markup-compatibility/2006">
                  <mc:Choice xmlns:v="urn:schemas-microsoft-com:vml" Requires="v">
                    <p:oleObj name="Equation" r:id="rId13" imgW="406400" imgH="228600" progId="Equation.3">
                      <p:embed/>
                    </p:oleObj>
                  </mc:Choice>
                  <mc:Fallback>
                    <p:oleObj name="Equation" r:id="rId13" imgW="406400" imgH="228600" progId="Equation.3">
                      <p:embed/>
                      <p:pic>
                        <p:nvPicPr>
                          <p:cNvPr id="43047" name="Object 39">
                            <a:extLst>
                              <a:ext uri="{FF2B5EF4-FFF2-40B4-BE49-F238E27FC236}">
                                <a16:creationId xmlns:a16="http://schemas.microsoft.com/office/drawing/2014/main" id="{A724172F-6B00-C346-B975-1AB4DA98E64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30" y="1536"/>
                            <a:ext cx="37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48" name="Object 40">
                <a:extLst>
                  <a:ext uri="{FF2B5EF4-FFF2-40B4-BE49-F238E27FC236}">
                    <a16:creationId xmlns:a16="http://schemas.microsoft.com/office/drawing/2014/main" id="{3AE2BA07-EEDE-4848-B748-B7A76D6E1363}"/>
                  </a:ext>
                </a:extLst>
              </p:cNvPr>
              <p:cNvGraphicFramePr>
                <a:graphicFrameLocks noChangeAspect="1"/>
              </p:cNvGraphicFramePr>
              <p:nvPr/>
            </p:nvGraphicFramePr>
            <p:xfrm>
              <a:off x="3228" y="1536"/>
              <a:ext cx="360" cy="192"/>
            </p:xfrm>
            <a:graphic>
              <a:graphicData uri="http://schemas.openxmlformats.org/presentationml/2006/ole">
                <mc:AlternateContent xmlns:mc="http://schemas.openxmlformats.org/markup-compatibility/2006">
                  <mc:Choice xmlns:v="urn:schemas-microsoft-com:vml" Requires="v">
                    <p:oleObj name="Equation" r:id="rId15" imgW="393700" imgH="228600" progId="Equation.3">
                      <p:embed/>
                    </p:oleObj>
                  </mc:Choice>
                  <mc:Fallback>
                    <p:oleObj name="Equation" r:id="rId15" imgW="393700" imgH="228600" progId="Equation.3">
                      <p:embed/>
                      <p:pic>
                        <p:nvPicPr>
                          <p:cNvPr id="43048" name="Object 40">
                            <a:extLst>
                              <a:ext uri="{FF2B5EF4-FFF2-40B4-BE49-F238E27FC236}">
                                <a16:creationId xmlns:a16="http://schemas.microsoft.com/office/drawing/2014/main" id="{3AE2BA07-EEDE-4848-B748-B7A76D6E136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28" y="1536"/>
                            <a:ext cx="36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49" name="Object 41">
                <a:extLst>
                  <a:ext uri="{FF2B5EF4-FFF2-40B4-BE49-F238E27FC236}">
                    <a16:creationId xmlns:a16="http://schemas.microsoft.com/office/drawing/2014/main" id="{DEC212A4-58AA-AC4B-809D-64AEF1048CEB}"/>
                  </a:ext>
                </a:extLst>
              </p:cNvPr>
              <p:cNvGraphicFramePr>
                <a:graphicFrameLocks noChangeAspect="1"/>
              </p:cNvGraphicFramePr>
              <p:nvPr/>
            </p:nvGraphicFramePr>
            <p:xfrm>
              <a:off x="4772" y="1536"/>
              <a:ext cx="441" cy="209"/>
            </p:xfrm>
            <a:graphic>
              <a:graphicData uri="http://schemas.openxmlformats.org/presentationml/2006/ole">
                <mc:AlternateContent xmlns:mc="http://schemas.openxmlformats.org/markup-compatibility/2006">
                  <mc:Choice xmlns:v="urn:schemas-microsoft-com:vml" Requires="v">
                    <p:oleObj name="Equation" r:id="rId17" imgW="482600" imgH="228600" progId="Equation.3">
                      <p:embed/>
                    </p:oleObj>
                  </mc:Choice>
                  <mc:Fallback>
                    <p:oleObj name="Equation" r:id="rId17" imgW="482600" imgH="228600" progId="Equation.3">
                      <p:embed/>
                      <p:pic>
                        <p:nvPicPr>
                          <p:cNvPr id="43049" name="Object 41">
                            <a:extLst>
                              <a:ext uri="{FF2B5EF4-FFF2-40B4-BE49-F238E27FC236}">
                                <a16:creationId xmlns:a16="http://schemas.microsoft.com/office/drawing/2014/main" id="{DEC212A4-58AA-AC4B-809D-64AEF1048CE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72" y="1536"/>
                            <a:ext cx="441"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50" name="Object 42">
                <a:extLst>
                  <a:ext uri="{FF2B5EF4-FFF2-40B4-BE49-F238E27FC236}">
                    <a16:creationId xmlns:a16="http://schemas.microsoft.com/office/drawing/2014/main" id="{18655028-AEAD-0B4A-9F43-E763381BC2F4}"/>
                  </a:ext>
                </a:extLst>
              </p:cNvPr>
              <p:cNvGraphicFramePr>
                <a:graphicFrameLocks noChangeAspect="1"/>
              </p:cNvGraphicFramePr>
              <p:nvPr/>
            </p:nvGraphicFramePr>
            <p:xfrm>
              <a:off x="4800" y="1216"/>
              <a:ext cx="384" cy="192"/>
            </p:xfrm>
            <a:graphic>
              <a:graphicData uri="http://schemas.openxmlformats.org/presentationml/2006/ole">
                <mc:AlternateContent xmlns:mc="http://schemas.openxmlformats.org/markup-compatibility/2006">
                  <mc:Choice xmlns:v="urn:schemas-microsoft-com:vml" Requires="v">
                    <p:oleObj name="Equation" r:id="rId19" imgW="8191500" imgH="4102100" progId="Equation.3">
                      <p:embed/>
                    </p:oleObj>
                  </mc:Choice>
                  <mc:Fallback>
                    <p:oleObj name="Equation" r:id="rId19" imgW="8191500" imgH="4102100" progId="Equation.3">
                      <p:embed/>
                      <p:pic>
                        <p:nvPicPr>
                          <p:cNvPr id="43050" name="Object 42">
                            <a:extLst>
                              <a:ext uri="{FF2B5EF4-FFF2-40B4-BE49-F238E27FC236}">
                                <a16:creationId xmlns:a16="http://schemas.microsoft.com/office/drawing/2014/main" id="{18655028-AEAD-0B4A-9F43-E763381BC2F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00" y="1216"/>
                            <a:ext cx="38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sp>
        <p:nvSpPr>
          <p:cNvPr id="59436" name="Text Box 44">
            <a:extLst>
              <a:ext uri="{FF2B5EF4-FFF2-40B4-BE49-F238E27FC236}">
                <a16:creationId xmlns:a16="http://schemas.microsoft.com/office/drawing/2014/main" id="{D925AB24-EDDD-5F49-86E2-5C5C2991344B}"/>
              </a:ext>
            </a:extLst>
          </p:cNvPr>
          <p:cNvSpPr txBox="1">
            <a:spLocks noChangeArrowheads="1"/>
          </p:cNvSpPr>
          <p:nvPr/>
        </p:nvSpPr>
        <p:spPr bwMode="auto">
          <a:xfrm>
            <a:off x="609600" y="3657600"/>
            <a:ext cx="7848600" cy="13096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476250" indent="-47625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3200" b="1">
                <a:solidFill>
                  <a:schemeClr val="accent2"/>
                </a:solidFill>
                <a:sym typeface="Wingdings" charset="0"/>
              </a:rPr>
              <a:t> </a:t>
            </a:r>
            <a:r>
              <a:rPr lang="zh-CN" altLang="en-US" sz="2400" b="1"/>
              <a:t>由于龙格</a:t>
            </a:r>
            <a:r>
              <a:rPr lang="en-US" altLang="zh-CN" sz="2400" b="1"/>
              <a:t>-</a:t>
            </a:r>
            <a:r>
              <a:rPr lang="zh-CN" altLang="en-US" sz="2400" b="1">
                <a:latin typeface="楷体_GB2312" charset="0"/>
              </a:rPr>
              <a:t>库塔法的导出基于泰勒展开，故精度主要受解函数的光滑性影响。对于光滑性不太好的解，最好采用</a:t>
            </a:r>
            <a:r>
              <a:rPr lang="zh-CN" altLang="en-US" sz="2400" b="1">
                <a:solidFill>
                  <a:schemeClr val="accent2"/>
                </a:solidFill>
                <a:latin typeface="楷体_GB2312" charset="0"/>
              </a:rPr>
              <a:t>低阶算法</a:t>
            </a:r>
            <a:r>
              <a:rPr lang="zh-CN" altLang="en-US" sz="2400" b="1">
                <a:latin typeface="楷体_GB2312" charset="0"/>
              </a:rPr>
              <a:t>而将步长</a:t>
            </a:r>
            <a:r>
              <a:rPr lang="en-US" altLang="zh-CN" sz="2400" b="1" i="1">
                <a:solidFill>
                  <a:schemeClr val="accent2"/>
                </a:solidFill>
              </a:rPr>
              <a:t>h</a:t>
            </a:r>
            <a:r>
              <a:rPr lang="en-US" altLang="zh-CN" sz="2400" b="1">
                <a:solidFill>
                  <a:schemeClr val="accent2"/>
                </a:solidFill>
              </a:rPr>
              <a:t> </a:t>
            </a:r>
            <a:r>
              <a:rPr lang="zh-CN" altLang="en-US" sz="2400" b="1">
                <a:solidFill>
                  <a:schemeClr val="accent2"/>
                </a:solidFill>
                <a:latin typeface="楷体_GB2312" charset="0"/>
              </a:rPr>
              <a:t>取小</a:t>
            </a:r>
            <a:r>
              <a:rPr lang="zh-CN" altLang="en-US" sz="2400" b="1">
                <a:latin typeface="楷体_GB2312" charset="0"/>
              </a:rPr>
              <a:t>。</a:t>
            </a:r>
            <a:endParaRPr lang="en-US" altLang="zh-CN" sz="2400" b="1">
              <a:latin typeface="楷体_GB2312" charset="0"/>
            </a:endParaRPr>
          </a:p>
        </p:txBody>
      </p:sp>
    </p:spTree>
    <p:extLst>
      <p:ext uri="{BB962C8B-B14F-4D97-AF65-F5344CB8AC3E}">
        <p14:creationId xmlns:p14="http://schemas.microsoft.com/office/powerpoint/2010/main" val="21067265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59437"/>
                                        </p:tgtEl>
                                        <p:attrNameLst>
                                          <p:attrName>style.visibility</p:attrName>
                                        </p:attrNameLst>
                                      </p:cBhvr>
                                      <p:to>
                                        <p:strVal val="visible"/>
                                      </p:to>
                                    </p:set>
                                    <p:animEffect transition="in" filter="box(in)">
                                      <p:cBhvr>
                                        <p:cTn id="7" dur="500"/>
                                        <p:tgtEl>
                                          <p:spTgt spid="59437"/>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9436"/>
                                        </p:tgtEl>
                                        <p:attrNameLst>
                                          <p:attrName>style.visibility</p:attrName>
                                        </p:attrNameLst>
                                      </p:cBhvr>
                                      <p:to>
                                        <p:strVal val="visible"/>
                                      </p:to>
                                    </p:set>
                                    <p:animEffect transition="in" filter="strips(downRight)">
                                      <p:cBhvr>
                                        <p:cTn id="12" dur="500"/>
                                        <p:tgtEl>
                                          <p:spTgt spid="59436"/>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3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a:extLst>
              <a:ext uri="{FF2B5EF4-FFF2-40B4-BE49-F238E27FC236}">
                <a16:creationId xmlns:a16="http://schemas.microsoft.com/office/drawing/2014/main" id="{E2AEDE99-DE55-1949-A482-C9823ADFC117}"/>
              </a:ext>
            </a:extLst>
          </p:cNvPr>
          <p:cNvSpPr txBox="1">
            <a:spLocks noChangeArrowheads="1"/>
          </p:cNvSpPr>
          <p:nvPr/>
        </p:nvSpPr>
        <p:spPr bwMode="auto">
          <a:xfrm>
            <a:off x="381000" y="457200"/>
            <a:ext cx="81534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b="1">
                <a:ea typeface="宋体" panose="02010600030101010101" pitchFamily="2" charset="-122"/>
              </a:rPr>
              <a:t>§3  </a:t>
            </a:r>
            <a:r>
              <a:rPr lang="zh-CN" altLang="en-US" b="1">
                <a:latin typeface="楷体_GB2312" charset="0"/>
              </a:rPr>
              <a:t>收敛性与稳定性</a:t>
            </a:r>
            <a:r>
              <a:rPr lang="en-US" altLang="zh-CN" b="1">
                <a:latin typeface="楷体_GB2312" charset="0"/>
              </a:rPr>
              <a:t> </a:t>
            </a:r>
            <a:r>
              <a:rPr lang="en-US" altLang="zh-CN" sz="2000" b="1">
                <a:solidFill>
                  <a:srgbClr val="008000"/>
                </a:solidFill>
                <a:latin typeface="Arial" panose="020B0604020202020204" pitchFamily="34" charset="0"/>
              </a:rPr>
              <a:t>/* </a:t>
            </a:r>
            <a:r>
              <a:rPr lang="en-US" altLang="zh-CN" sz="2000" b="1">
                <a:solidFill>
                  <a:srgbClr val="008000"/>
                </a:solidFill>
                <a:latin typeface="Arial" panose="020B0604020202020204" pitchFamily="34" charset="0"/>
                <a:sym typeface="Symbol" pitchFamily="2" charset="2"/>
              </a:rPr>
              <a:t>Convergency and Stability</a:t>
            </a:r>
            <a:r>
              <a:rPr lang="en-US" altLang="zh-CN" sz="2000" b="1">
                <a:solidFill>
                  <a:srgbClr val="008000"/>
                </a:solidFill>
                <a:latin typeface="Arial" panose="020B0604020202020204" pitchFamily="34" charset="0"/>
              </a:rPr>
              <a:t> */</a:t>
            </a:r>
          </a:p>
        </p:txBody>
      </p:sp>
      <p:sp>
        <p:nvSpPr>
          <p:cNvPr id="62467" name="Text Box 3">
            <a:extLst>
              <a:ext uri="{FF2B5EF4-FFF2-40B4-BE49-F238E27FC236}">
                <a16:creationId xmlns:a16="http://schemas.microsoft.com/office/drawing/2014/main" id="{6749ED3D-1C0E-6249-BF56-6F69A2828FD1}"/>
              </a:ext>
            </a:extLst>
          </p:cNvPr>
          <p:cNvSpPr txBox="1">
            <a:spLocks noChangeArrowheads="1"/>
          </p:cNvSpPr>
          <p:nvPr/>
        </p:nvSpPr>
        <p:spPr bwMode="auto">
          <a:xfrm>
            <a:off x="533400" y="1143000"/>
            <a:ext cx="3962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400" b="1">
                <a:solidFill>
                  <a:schemeClr val="accent2"/>
                </a:solidFill>
                <a:sym typeface="Wingdings" charset="0"/>
              </a:rPr>
              <a:t></a:t>
            </a:r>
            <a:r>
              <a:rPr lang="en-US" altLang="zh-CN" sz="2400" b="1">
                <a:sym typeface="Wingdings" charset="0"/>
              </a:rPr>
              <a:t> </a:t>
            </a:r>
            <a:r>
              <a:rPr lang="en-US" altLang="zh-CN" sz="2400" b="1"/>
              <a:t> </a:t>
            </a:r>
            <a:r>
              <a:rPr lang="zh-CN" altLang="en-US" sz="2400" b="1"/>
              <a:t>收敛性</a:t>
            </a:r>
            <a:r>
              <a:rPr lang="en-US" altLang="zh-CN" sz="2400" b="1"/>
              <a:t> </a:t>
            </a:r>
            <a:r>
              <a:rPr lang="en-US" altLang="zh-CN" sz="2000" b="1">
                <a:solidFill>
                  <a:srgbClr val="008000"/>
                </a:solidFill>
                <a:latin typeface="Arial" charset="0"/>
              </a:rPr>
              <a:t>/* </a:t>
            </a:r>
            <a:r>
              <a:rPr lang="en-US" altLang="zh-CN" sz="2000" b="1">
                <a:solidFill>
                  <a:srgbClr val="008000"/>
                </a:solidFill>
                <a:latin typeface="Arial" charset="0"/>
                <a:sym typeface="Symbol" charset="0"/>
              </a:rPr>
              <a:t>Convergency </a:t>
            </a:r>
            <a:r>
              <a:rPr lang="en-US" altLang="zh-CN" sz="2000" b="1">
                <a:solidFill>
                  <a:srgbClr val="008000"/>
                </a:solidFill>
                <a:latin typeface="Arial" charset="0"/>
              </a:rPr>
              <a:t>*/</a:t>
            </a:r>
            <a:endParaRPr lang="en-US" altLang="zh-CN" sz="2400" b="1"/>
          </a:p>
        </p:txBody>
      </p:sp>
      <p:grpSp>
        <p:nvGrpSpPr>
          <p:cNvPr id="62471" name="Group 7">
            <a:extLst>
              <a:ext uri="{FF2B5EF4-FFF2-40B4-BE49-F238E27FC236}">
                <a16:creationId xmlns:a16="http://schemas.microsoft.com/office/drawing/2014/main" id="{3D7A2C38-DADA-7745-9DA9-405A7AF93D9D}"/>
              </a:ext>
            </a:extLst>
          </p:cNvPr>
          <p:cNvGrpSpPr>
            <a:grpSpLocks/>
          </p:cNvGrpSpPr>
          <p:nvPr/>
        </p:nvGrpSpPr>
        <p:grpSpPr bwMode="auto">
          <a:xfrm>
            <a:off x="457200" y="1752600"/>
            <a:ext cx="8153400" cy="968375"/>
            <a:chOff x="240" y="1824"/>
            <a:chExt cx="5136" cy="610"/>
          </a:xfrm>
        </p:grpSpPr>
        <p:sp>
          <p:nvSpPr>
            <p:cNvPr id="62469" name="AutoShape 5" descr="水滴">
              <a:extLst>
                <a:ext uri="{FF2B5EF4-FFF2-40B4-BE49-F238E27FC236}">
                  <a16:creationId xmlns:a16="http://schemas.microsoft.com/office/drawing/2014/main" id="{8DFA15FD-AF68-5244-9F04-846EC62B7425}"/>
                </a:ext>
              </a:extLst>
            </p:cNvPr>
            <p:cNvSpPr>
              <a:spLocks noChangeArrowheads="1"/>
            </p:cNvSpPr>
            <p:nvPr/>
          </p:nvSpPr>
          <p:spPr bwMode="auto">
            <a:xfrm>
              <a:off x="288" y="1824"/>
              <a:ext cx="576" cy="314"/>
            </a:xfrm>
            <a:prstGeom prst="roundRect">
              <a:avLst>
                <a:gd name="adj" fmla="val 16667"/>
              </a:avLst>
            </a:prstGeom>
            <a:blipFill dpi="0" rotWithShape="0">
              <a:blip r:embed="rId7"/>
              <a:srcRect/>
              <a:tile tx="0" ty="0" sx="100000" sy="100000" flip="none" algn="tl"/>
            </a:blipFill>
            <a:ln w="9525">
              <a:round/>
              <a:headEnd/>
              <a:tailEnd/>
            </a:ln>
            <a:effectLst/>
            <a:scene3d>
              <a:camera prst="legacyObliqueTopLeft"/>
              <a:lightRig rig="legacyFlat3" dir="t"/>
            </a:scene3d>
            <a:sp3d extrusionH="201600" prstMaterial="legacyMatte">
              <a:bevelT w="13500" h="13500" prst="angle"/>
              <a:bevelB w="13500" h="13500" prst="angle"/>
              <a:extrusionClr>
                <a:srgbClr val="CCFFFF"/>
              </a:extrusionClr>
            </a:sp3d>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flatTx/>
            </a:bodyPr>
            <a:lstStyle/>
            <a:p>
              <a:pPr algn="ctr">
                <a:defRPr/>
              </a:pPr>
              <a:r>
                <a:rPr kumimoji="0" lang="zh-CN" altLang="en-US" b="1">
                  <a:solidFill>
                    <a:schemeClr val="accent2"/>
                  </a:solidFill>
                  <a:latin typeface="Times New Roman" charset="0"/>
                  <a:ea typeface="ＭＳ Ｐゴシック" charset="0"/>
                  <a:cs typeface="楷体_GB2312" charset="0"/>
                </a:rPr>
                <a:t>定义</a:t>
              </a:r>
              <a:endParaRPr kumimoji="0" lang="en-US" altLang="zh-CN" b="1">
                <a:solidFill>
                  <a:schemeClr val="accent2"/>
                </a:solidFill>
                <a:latin typeface="Times New Roman" charset="0"/>
                <a:ea typeface="ＭＳ Ｐゴシック" charset="0"/>
                <a:cs typeface="楷体_GB2312" charset="0"/>
              </a:endParaRPr>
            </a:p>
          </p:txBody>
        </p:sp>
        <p:sp>
          <p:nvSpPr>
            <p:cNvPr id="62470" name="Text Box 6">
              <a:extLst>
                <a:ext uri="{FF2B5EF4-FFF2-40B4-BE49-F238E27FC236}">
                  <a16:creationId xmlns:a16="http://schemas.microsoft.com/office/drawing/2014/main" id="{7AA84FC1-707C-BC49-8DE7-812A3342A224}"/>
                </a:ext>
              </a:extLst>
            </p:cNvPr>
            <p:cNvSpPr txBox="1">
              <a:spLocks noChangeArrowheads="1"/>
            </p:cNvSpPr>
            <p:nvPr/>
          </p:nvSpPr>
          <p:spPr bwMode="auto">
            <a:xfrm>
              <a:off x="240" y="1824"/>
              <a:ext cx="5136" cy="6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lnSpc>
                  <a:spcPct val="120000"/>
                </a:lnSpc>
                <a:defRPr/>
              </a:pPr>
              <a:r>
                <a:rPr lang="zh-CN" altLang="en-US" sz="2400" b="1" dirty="0"/>
                <a:t>　　　</a:t>
              </a:r>
              <a:r>
                <a:rPr lang="en-US" altLang="zh-CN" sz="2400" b="1" dirty="0"/>
                <a:t>   </a:t>
              </a:r>
              <a:r>
                <a:rPr lang="zh-CN" altLang="en-US" sz="2400" b="1" dirty="0"/>
                <a:t>若某算法对于任意固定的</a:t>
              </a:r>
              <a:r>
                <a:rPr lang="en-US" altLang="zh-CN" sz="2400" b="1" dirty="0"/>
                <a:t> </a:t>
              </a:r>
              <a:r>
                <a:rPr lang="en-US" altLang="zh-CN" sz="2400" b="1" i="1" dirty="0">
                  <a:solidFill>
                    <a:schemeClr val="accent2"/>
                  </a:solidFill>
                </a:rPr>
                <a:t>x</a:t>
              </a:r>
              <a:r>
                <a:rPr lang="en-US" altLang="zh-CN" sz="2400" b="1" dirty="0"/>
                <a:t> = </a:t>
              </a:r>
              <a:r>
                <a:rPr lang="en-US" altLang="zh-CN" sz="2400" b="1" i="1" dirty="0"/>
                <a:t>x</a:t>
              </a:r>
              <a:r>
                <a:rPr lang="en-US" altLang="zh-CN" sz="2400" b="1" i="1" baseline="-25000" dirty="0"/>
                <a:t>i</a:t>
              </a:r>
              <a:r>
                <a:rPr lang="en-US" altLang="zh-CN" sz="2400" b="1" dirty="0"/>
                <a:t> = </a:t>
              </a:r>
              <a:r>
                <a:rPr lang="en-US" altLang="zh-CN" sz="2400" b="1" i="1" dirty="0"/>
                <a:t>x</a:t>
              </a:r>
              <a:r>
                <a:rPr lang="en-US" altLang="zh-CN" sz="2400" b="1" baseline="-25000" dirty="0"/>
                <a:t>0 </a:t>
              </a:r>
              <a:r>
                <a:rPr lang="en-US" altLang="zh-CN" sz="2400" b="1" dirty="0"/>
                <a:t>+ </a:t>
              </a:r>
              <a:r>
                <a:rPr lang="en-US" altLang="zh-CN" sz="2400" b="1" i="1" dirty="0" err="1"/>
                <a:t>i</a:t>
              </a:r>
              <a:r>
                <a:rPr lang="en-US" altLang="zh-CN" sz="2400" b="1" i="1" dirty="0"/>
                <a:t> h</a:t>
              </a:r>
              <a:r>
                <a:rPr lang="zh-CN" altLang="en-US" sz="2400" b="1" dirty="0"/>
                <a:t>，当</a:t>
              </a:r>
              <a:r>
                <a:rPr lang="en-US" altLang="zh-CN" sz="2400" b="1" dirty="0"/>
                <a:t> </a:t>
              </a:r>
              <a:r>
                <a:rPr lang="en-US" altLang="zh-CN" sz="2400" b="1" i="1" dirty="0">
                  <a:solidFill>
                    <a:schemeClr val="accent2"/>
                  </a:solidFill>
                </a:rPr>
                <a:t>h</a:t>
              </a:r>
              <a:r>
                <a:rPr lang="en-US" altLang="zh-CN" sz="2400" b="1" dirty="0">
                  <a:solidFill>
                    <a:schemeClr val="accent2"/>
                  </a:solidFill>
                  <a:sym typeface="Symbol" charset="0"/>
                </a:rPr>
                <a:t>0</a:t>
              </a:r>
              <a:r>
                <a:rPr lang="en-US" altLang="zh-CN" sz="2400" b="1" dirty="0">
                  <a:sym typeface="Symbol" charset="0"/>
                </a:rPr>
                <a:t> </a:t>
              </a:r>
              <a:r>
                <a:rPr lang="en-US" altLang="zh-CN" sz="2400" b="1" dirty="0"/>
                <a:t>( </a:t>
              </a:r>
              <a:r>
                <a:rPr lang="zh-CN" altLang="en-US" sz="2400" b="1" dirty="0"/>
                <a:t>同时</a:t>
              </a:r>
              <a:r>
                <a:rPr lang="en-US" altLang="zh-CN" sz="2400" b="1" dirty="0"/>
                <a:t> </a:t>
              </a:r>
              <a:r>
                <a:rPr lang="en-US" altLang="zh-CN" sz="2400" b="1" i="1" dirty="0" err="1"/>
                <a:t>i</a:t>
              </a:r>
              <a:r>
                <a:rPr lang="en-US" altLang="zh-CN" sz="2400" b="1" i="1" dirty="0"/>
                <a:t> </a:t>
              </a:r>
              <a:r>
                <a:rPr lang="en-US" altLang="zh-CN" sz="2400" b="1" dirty="0">
                  <a:sym typeface="Symbol" charset="0"/>
                </a:rPr>
                <a:t> </a:t>
              </a:r>
              <a:r>
                <a:rPr lang="en-US" altLang="zh-CN" sz="2400" b="1" dirty="0"/>
                <a:t>) </a:t>
              </a:r>
              <a:r>
                <a:rPr lang="zh-CN" altLang="en-US" sz="2400" b="1" dirty="0"/>
                <a:t>时有</a:t>
              </a:r>
              <a:r>
                <a:rPr lang="en-US" altLang="zh-CN" sz="2400" b="1" dirty="0"/>
                <a:t> </a:t>
              </a:r>
              <a:r>
                <a:rPr lang="en-US" altLang="zh-CN" sz="2400" b="1" i="1" dirty="0" err="1">
                  <a:solidFill>
                    <a:schemeClr val="accent2"/>
                  </a:solidFill>
                </a:rPr>
                <a:t>y</a:t>
              </a:r>
              <a:r>
                <a:rPr lang="en-US" altLang="zh-CN" sz="2400" b="1" i="1" baseline="-25000" dirty="0" err="1">
                  <a:solidFill>
                    <a:schemeClr val="accent2"/>
                  </a:solidFill>
                </a:rPr>
                <a:t>i</a:t>
              </a:r>
              <a:r>
                <a:rPr lang="en-US" altLang="zh-CN" sz="2400" b="1" baseline="-25000" dirty="0">
                  <a:solidFill>
                    <a:schemeClr val="accent2"/>
                  </a:solidFill>
                </a:rPr>
                <a:t> </a:t>
              </a:r>
              <a:r>
                <a:rPr lang="en-US" altLang="zh-CN" sz="2400" b="1" dirty="0">
                  <a:solidFill>
                    <a:schemeClr val="accent2"/>
                  </a:solidFill>
                  <a:sym typeface="Symbol" charset="0"/>
                </a:rPr>
                <a:t></a:t>
              </a:r>
              <a:r>
                <a:rPr lang="en-US" altLang="zh-CN" sz="2400" b="1" dirty="0">
                  <a:solidFill>
                    <a:schemeClr val="accent2"/>
                  </a:solidFill>
                </a:rPr>
                <a:t> </a:t>
              </a:r>
              <a:r>
                <a:rPr lang="en-US" altLang="zh-CN" sz="2400" b="1" i="1" dirty="0">
                  <a:solidFill>
                    <a:schemeClr val="accent2"/>
                  </a:solidFill>
                </a:rPr>
                <a:t>y</a:t>
              </a:r>
              <a:r>
                <a:rPr lang="en-US" altLang="zh-CN" sz="2400" b="1" dirty="0">
                  <a:solidFill>
                    <a:schemeClr val="accent2"/>
                  </a:solidFill>
                </a:rPr>
                <a:t>( </a:t>
              </a:r>
              <a:r>
                <a:rPr lang="en-US" altLang="zh-CN" sz="2400" b="1" i="1" dirty="0">
                  <a:solidFill>
                    <a:schemeClr val="accent2"/>
                  </a:solidFill>
                </a:rPr>
                <a:t>x</a:t>
              </a:r>
              <a:r>
                <a:rPr lang="en-US" altLang="zh-CN" sz="2400" b="1" i="1" baseline="-25000" dirty="0">
                  <a:solidFill>
                    <a:schemeClr val="accent2"/>
                  </a:solidFill>
                </a:rPr>
                <a:t>i</a:t>
              </a:r>
              <a:r>
                <a:rPr lang="en-US" altLang="zh-CN" sz="2400" b="1" baseline="-25000" dirty="0">
                  <a:solidFill>
                    <a:schemeClr val="accent2"/>
                  </a:solidFill>
                </a:rPr>
                <a:t> </a:t>
              </a:r>
              <a:r>
                <a:rPr lang="en-US" altLang="zh-CN" sz="2400" b="1" dirty="0">
                  <a:solidFill>
                    <a:schemeClr val="accent2"/>
                  </a:solidFill>
                </a:rPr>
                <a:t>)</a:t>
              </a:r>
              <a:r>
                <a:rPr lang="zh-CN" altLang="en-US" sz="2400" b="1" dirty="0"/>
                <a:t>，则称该算法是</a:t>
              </a:r>
              <a:r>
                <a:rPr lang="zh-CN" altLang="en-US" sz="2400" b="1" dirty="0">
                  <a:solidFill>
                    <a:schemeClr val="accent2"/>
                  </a:solidFill>
                </a:rPr>
                <a:t>收敛</a:t>
              </a:r>
              <a:r>
                <a:rPr lang="zh-CN" altLang="en-US" sz="2400" b="1" dirty="0"/>
                <a:t>的。</a:t>
              </a:r>
              <a:r>
                <a:rPr lang="en-US" altLang="zh-CN" sz="2400" b="1" dirty="0"/>
                <a:t> </a:t>
              </a:r>
            </a:p>
          </p:txBody>
        </p:sp>
      </p:grpSp>
      <p:grpSp>
        <p:nvGrpSpPr>
          <p:cNvPr id="62475" name="Group 11">
            <a:extLst>
              <a:ext uri="{FF2B5EF4-FFF2-40B4-BE49-F238E27FC236}">
                <a16:creationId xmlns:a16="http://schemas.microsoft.com/office/drawing/2014/main" id="{3070CC28-5F45-3041-8A37-C4A5FF25280B}"/>
              </a:ext>
            </a:extLst>
          </p:cNvPr>
          <p:cNvGrpSpPr>
            <a:grpSpLocks/>
          </p:cNvGrpSpPr>
          <p:nvPr/>
        </p:nvGrpSpPr>
        <p:grpSpPr bwMode="auto">
          <a:xfrm>
            <a:off x="457200" y="2819400"/>
            <a:ext cx="8153400" cy="841375"/>
            <a:chOff x="288" y="1776"/>
            <a:chExt cx="5136" cy="530"/>
          </a:xfrm>
        </p:grpSpPr>
        <p:sp>
          <p:nvSpPr>
            <p:cNvPr id="62473" name="Text Box 9">
              <a:extLst>
                <a:ext uri="{FF2B5EF4-FFF2-40B4-BE49-F238E27FC236}">
                  <a16:creationId xmlns:a16="http://schemas.microsoft.com/office/drawing/2014/main" id="{617EA188-A595-C54B-9F42-3A798CCED2BE}"/>
                </a:ext>
              </a:extLst>
            </p:cNvPr>
            <p:cNvSpPr txBox="1">
              <a:spLocks noChangeArrowheads="1"/>
            </p:cNvSpPr>
            <p:nvPr/>
          </p:nvSpPr>
          <p:spPr bwMode="auto">
            <a:xfrm>
              <a:off x="288" y="1872"/>
              <a:ext cx="513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669925" indent="-669925"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solidFill>
                    <a:schemeClr val="accent2"/>
                  </a:solidFill>
                </a:rPr>
                <a:t>例：</a:t>
              </a:r>
              <a:r>
                <a:rPr lang="zh-CN" altLang="en-US" sz="2400" b="1"/>
                <a:t>就初值问题</a:t>
              </a:r>
              <a:r>
                <a:rPr lang="en-US" altLang="zh-CN" sz="2400" b="1"/>
                <a:t>                      </a:t>
              </a:r>
              <a:r>
                <a:rPr lang="zh-CN" altLang="en-US" sz="2400" b="1"/>
                <a:t>考察欧拉显式格式的收敛性。</a:t>
              </a:r>
              <a:endParaRPr lang="en-US" altLang="zh-CN" sz="2400" b="1"/>
            </a:p>
          </p:txBody>
        </p:sp>
        <p:graphicFrame>
          <p:nvGraphicFramePr>
            <p:cNvPr id="44055" name="Object 10">
              <a:extLst>
                <a:ext uri="{FF2B5EF4-FFF2-40B4-BE49-F238E27FC236}">
                  <a16:creationId xmlns:a16="http://schemas.microsoft.com/office/drawing/2014/main" id="{4F584F0D-CE81-DE42-9239-B3A666457DA5}"/>
                </a:ext>
              </a:extLst>
            </p:cNvPr>
            <p:cNvGraphicFramePr>
              <a:graphicFrameLocks noChangeAspect="1"/>
            </p:cNvGraphicFramePr>
            <p:nvPr/>
          </p:nvGraphicFramePr>
          <p:xfrm>
            <a:off x="1776" y="1776"/>
            <a:ext cx="880" cy="530"/>
          </p:xfrm>
          <a:graphic>
            <a:graphicData uri="http://schemas.openxmlformats.org/presentationml/2006/ole">
              <mc:AlternateContent xmlns:mc="http://schemas.openxmlformats.org/markup-compatibility/2006">
                <mc:Choice xmlns:v="urn:schemas-microsoft-com:vml" Requires="v">
                  <p:oleObj name="Equation" r:id="rId8" imgW="18427700" imgH="11112500" progId="Equation.3">
                    <p:embed/>
                  </p:oleObj>
                </mc:Choice>
                <mc:Fallback>
                  <p:oleObj name="Equation" r:id="rId8" imgW="18427700" imgH="11112500" progId="Equation.3">
                    <p:embed/>
                    <p:pic>
                      <p:nvPicPr>
                        <p:cNvPr id="44055" name="Object 10">
                          <a:extLst>
                            <a:ext uri="{FF2B5EF4-FFF2-40B4-BE49-F238E27FC236}">
                              <a16:creationId xmlns:a16="http://schemas.microsoft.com/office/drawing/2014/main" id="{4F584F0D-CE81-DE42-9239-B3A666457DA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76" y="1776"/>
                          <a:ext cx="880" cy="5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62477" name="Text Box 13">
            <a:extLst>
              <a:ext uri="{FF2B5EF4-FFF2-40B4-BE49-F238E27FC236}">
                <a16:creationId xmlns:a16="http://schemas.microsoft.com/office/drawing/2014/main" id="{F6A1264A-5688-054C-8C23-669640AB8276}"/>
              </a:ext>
            </a:extLst>
          </p:cNvPr>
          <p:cNvSpPr txBox="1">
            <a:spLocks noChangeArrowheads="1"/>
          </p:cNvSpPr>
          <p:nvPr/>
        </p:nvSpPr>
        <p:spPr bwMode="auto">
          <a:xfrm>
            <a:off x="457200" y="3810000"/>
            <a:ext cx="4114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solidFill>
                  <a:schemeClr val="accent2"/>
                </a:solidFill>
              </a:rPr>
              <a:t>解：</a:t>
            </a:r>
            <a:r>
              <a:rPr lang="zh-CN" altLang="en-US" sz="2400" b="1"/>
              <a:t>该问题的精确解为</a:t>
            </a:r>
            <a:r>
              <a:rPr lang="en-US" altLang="zh-CN" sz="2400" b="1"/>
              <a:t>                      </a:t>
            </a:r>
          </a:p>
        </p:txBody>
      </p:sp>
      <p:graphicFrame>
        <p:nvGraphicFramePr>
          <p:cNvPr id="62478" name="Object 14">
            <a:extLst>
              <a:ext uri="{FF2B5EF4-FFF2-40B4-BE49-F238E27FC236}">
                <a16:creationId xmlns:a16="http://schemas.microsoft.com/office/drawing/2014/main" id="{5A4E11E9-322E-E74D-BADA-8578A17C1D93}"/>
              </a:ext>
            </a:extLst>
          </p:cNvPr>
          <p:cNvGraphicFramePr>
            <a:graphicFrameLocks noChangeAspect="1"/>
          </p:cNvGraphicFramePr>
          <p:nvPr/>
        </p:nvGraphicFramePr>
        <p:xfrm>
          <a:off x="3657600" y="3810000"/>
          <a:ext cx="1676400" cy="482600"/>
        </p:xfrm>
        <a:graphic>
          <a:graphicData uri="http://schemas.openxmlformats.org/presentationml/2006/ole">
            <mc:AlternateContent xmlns:mc="http://schemas.openxmlformats.org/markup-compatibility/2006">
              <mc:Choice xmlns:v="urn:schemas-microsoft-com:vml" Requires="v">
                <p:oleObj name="Equation" r:id="rId10" imgW="19304000" imgH="5562600" progId="Equation.3">
                  <p:embed/>
                </p:oleObj>
              </mc:Choice>
              <mc:Fallback>
                <p:oleObj name="Equation" r:id="rId10" imgW="19304000" imgH="5562600" progId="Equation.3">
                  <p:embed/>
                  <p:pic>
                    <p:nvPicPr>
                      <p:cNvPr id="62478" name="Object 14">
                        <a:extLst>
                          <a:ext uri="{FF2B5EF4-FFF2-40B4-BE49-F238E27FC236}">
                            <a16:creationId xmlns:a16="http://schemas.microsoft.com/office/drawing/2014/main" id="{5A4E11E9-322E-E74D-BADA-8578A17C1D9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7600" y="3810000"/>
                        <a:ext cx="1676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2480" name="Text Box 16">
            <a:extLst>
              <a:ext uri="{FF2B5EF4-FFF2-40B4-BE49-F238E27FC236}">
                <a16:creationId xmlns:a16="http://schemas.microsoft.com/office/drawing/2014/main" id="{071C5AF7-7AD0-5D48-91CD-3073A9361125}"/>
              </a:ext>
            </a:extLst>
          </p:cNvPr>
          <p:cNvSpPr txBox="1">
            <a:spLocks noChangeArrowheads="1"/>
          </p:cNvSpPr>
          <p:nvPr/>
        </p:nvSpPr>
        <p:spPr bwMode="auto">
          <a:xfrm>
            <a:off x="1066800" y="4343400"/>
            <a:ext cx="1981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欧拉公式为</a:t>
            </a:r>
            <a:endParaRPr lang="en-US" altLang="zh-CN" sz="2400" b="1"/>
          </a:p>
        </p:txBody>
      </p:sp>
      <p:graphicFrame>
        <p:nvGraphicFramePr>
          <p:cNvPr id="62481" name="Object 17">
            <a:extLst>
              <a:ext uri="{FF2B5EF4-FFF2-40B4-BE49-F238E27FC236}">
                <a16:creationId xmlns:a16="http://schemas.microsoft.com/office/drawing/2014/main" id="{36E77340-1EB5-E542-88E5-7F977EB3E857}"/>
              </a:ext>
            </a:extLst>
          </p:cNvPr>
          <p:cNvGraphicFramePr>
            <a:graphicFrameLocks noChangeAspect="1"/>
          </p:cNvGraphicFramePr>
          <p:nvPr/>
        </p:nvGraphicFramePr>
        <p:xfrm>
          <a:off x="2743200" y="4343400"/>
          <a:ext cx="3505200" cy="458788"/>
        </p:xfrm>
        <a:graphic>
          <a:graphicData uri="http://schemas.openxmlformats.org/presentationml/2006/ole">
            <mc:AlternateContent xmlns:mc="http://schemas.openxmlformats.org/markup-compatibility/2006">
              <mc:Choice xmlns:v="urn:schemas-microsoft-com:vml" Requires="v">
                <p:oleObj name="Equation" r:id="rId12" imgW="42418000" imgH="5270500" progId="Equation.3">
                  <p:embed/>
                </p:oleObj>
              </mc:Choice>
              <mc:Fallback>
                <p:oleObj name="Equation" r:id="rId12" imgW="42418000" imgH="5270500" progId="Equation.3">
                  <p:embed/>
                  <p:pic>
                    <p:nvPicPr>
                      <p:cNvPr id="62481" name="Object 17">
                        <a:extLst>
                          <a:ext uri="{FF2B5EF4-FFF2-40B4-BE49-F238E27FC236}">
                            <a16:creationId xmlns:a16="http://schemas.microsoft.com/office/drawing/2014/main" id="{36E77340-1EB5-E542-88E5-7F977EB3E85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43200" y="4343400"/>
                        <a:ext cx="35052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62484" name="Group 20">
            <a:extLst>
              <a:ext uri="{FF2B5EF4-FFF2-40B4-BE49-F238E27FC236}">
                <a16:creationId xmlns:a16="http://schemas.microsoft.com/office/drawing/2014/main" id="{DCA59F48-31DF-304A-AD10-610A85C9714D}"/>
              </a:ext>
            </a:extLst>
          </p:cNvPr>
          <p:cNvGrpSpPr>
            <a:grpSpLocks/>
          </p:cNvGrpSpPr>
          <p:nvPr/>
        </p:nvGrpSpPr>
        <p:grpSpPr bwMode="auto">
          <a:xfrm>
            <a:off x="6324600" y="4343400"/>
            <a:ext cx="2351088" cy="490538"/>
            <a:chOff x="3984" y="2736"/>
            <a:chExt cx="1481" cy="309"/>
          </a:xfrm>
        </p:grpSpPr>
        <p:graphicFrame>
          <p:nvGraphicFramePr>
            <p:cNvPr id="44052" name="Object 18">
              <a:extLst>
                <a:ext uri="{FF2B5EF4-FFF2-40B4-BE49-F238E27FC236}">
                  <a16:creationId xmlns:a16="http://schemas.microsoft.com/office/drawing/2014/main" id="{3FEF6570-C576-3C44-9042-436BAA8ACA5F}"/>
                </a:ext>
              </a:extLst>
            </p:cNvPr>
            <p:cNvGraphicFramePr>
              <a:graphicFrameLocks noChangeAspect="1"/>
            </p:cNvGraphicFramePr>
            <p:nvPr/>
          </p:nvGraphicFramePr>
          <p:xfrm>
            <a:off x="4224" y="2736"/>
            <a:ext cx="1241" cy="309"/>
          </p:xfrm>
          <a:graphic>
            <a:graphicData uri="http://schemas.openxmlformats.org/presentationml/2006/ole">
              <mc:AlternateContent xmlns:mc="http://schemas.openxmlformats.org/markup-compatibility/2006">
                <mc:Choice xmlns:v="urn:schemas-microsoft-com:vml" Requires="v">
                  <p:oleObj name="Equation" r:id="rId14" imgW="23406100" imgH="5562600" progId="Equation.3">
                    <p:embed/>
                  </p:oleObj>
                </mc:Choice>
                <mc:Fallback>
                  <p:oleObj name="Equation" r:id="rId14" imgW="23406100" imgH="5562600" progId="Equation.3">
                    <p:embed/>
                    <p:pic>
                      <p:nvPicPr>
                        <p:cNvPr id="44052" name="Object 18">
                          <a:extLst>
                            <a:ext uri="{FF2B5EF4-FFF2-40B4-BE49-F238E27FC236}">
                              <a16:creationId xmlns:a16="http://schemas.microsoft.com/office/drawing/2014/main" id="{3FEF6570-C576-3C44-9042-436BAA8ACA5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24" y="2736"/>
                          <a:ext cx="1241"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2483" name="AutoShape 19">
              <a:extLst>
                <a:ext uri="{FF2B5EF4-FFF2-40B4-BE49-F238E27FC236}">
                  <a16:creationId xmlns:a16="http://schemas.microsoft.com/office/drawing/2014/main" id="{92C55192-9DC3-294C-A229-D42DB94042C5}"/>
                </a:ext>
              </a:extLst>
            </p:cNvPr>
            <p:cNvSpPr>
              <a:spLocks noChangeArrowheads="1"/>
            </p:cNvSpPr>
            <p:nvPr/>
          </p:nvSpPr>
          <p:spPr bwMode="auto">
            <a:xfrm>
              <a:off x="3984" y="2832"/>
              <a:ext cx="192" cy="144"/>
            </a:xfrm>
            <a:prstGeom prst="rightArrow">
              <a:avLst>
                <a:gd name="adj1" fmla="val 50000"/>
                <a:gd name="adj2" fmla="val 33333"/>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pSp>
      <p:grpSp>
        <p:nvGrpSpPr>
          <p:cNvPr id="62490" name="Group 26">
            <a:extLst>
              <a:ext uri="{FF2B5EF4-FFF2-40B4-BE49-F238E27FC236}">
                <a16:creationId xmlns:a16="http://schemas.microsoft.com/office/drawing/2014/main" id="{B845940B-2544-5A47-BD57-B50083C3A38F}"/>
              </a:ext>
            </a:extLst>
          </p:cNvPr>
          <p:cNvGrpSpPr>
            <a:grpSpLocks/>
          </p:cNvGrpSpPr>
          <p:nvPr/>
        </p:nvGrpSpPr>
        <p:grpSpPr bwMode="auto">
          <a:xfrm>
            <a:off x="1066800" y="4876800"/>
            <a:ext cx="6096000" cy="890588"/>
            <a:chOff x="672" y="3072"/>
            <a:chExt cx="3840" cy="561"/>
          </a:xfrm>
        </p:grpSpPr>
        <p:sp>
          <p:nvSpPr>
            <p:cNvPr id="62486" name="Text Box 22">
              <a:extLst>
                <a:ext uri="{FF2B5EF4-FFF2-40B4-BE49-F238E27FC236}">
                  <a16:creationId xmlns:a16="http://schemas.microsoft.com/office/drawing/2014/main" id="{C96D6B01-1E4E-464C-9E25-6FC0FA9EA729}"/>
                </a:ext>
              </a:extLst>
            </p:cNvPr>
            <p:cNvSpPr txBox="1">
              <a:spLocks noChangeArrowheads="1"/>
            </p:cNvSpPr>
            <p:nvPr/>
          </p:nvSpPr>
          <p:spPr bwMode="auto">
            <a:xfrm>
              <a:off x="672" y="3072"/>
              <a:ext cx="307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对任意固定的</a:t>
              </a:r>
              <a:r>
                <a:rPr lang="en-US" altLang="zh-CN" sz="2400" b="1"/>
                <a:t> </a:t>
              </a:r>
              <a:r>
                <a:rPr lang="en-US" altLang="zh-CN" sz="2400" b="1" i="1">
                  <a:solidFill>
                    <a:schemeClr val="accent2"/>
                  </a:solidFill>
                </a:rPr>
                <a:t>x</a:t>
              </a:r>
              <a:r>
                <a:rPr lang="en-US" altLang="zh-CN" sz="2400" b="1"/>
                <a:t> = </a:t>
              </a:r>
              <a:r>
                <a:rPr lang="en-US" altLang="zh-CN" sz="2400" b="1" i="1"/>
                <a:t>x</a:t>
              </a:r>
              <a:r>
                <a:rPr lang="en-US" altLang="zh-CN" sz="2400" b="1" i="1" baseline="-25000"/>
                <a:t>i</a:t>
              </a:r>
              <a:r>
                <a:rPr lang="en-US" altLang="zh-CN" sz="2400" b="1"/>
                <a:t> = </a:t>
              </a:r>
              <a:r>
                <a:rPr lang="en-US" altLang="zh-CN" sz="2400" b="1" i="1"/>
                <a:t>i h</a:t>
              </a:r>
              <a:r>
                <a:rPr lang="en-US" altLang="zh-CN" sz="2400" b="1"/>
                <a:t> </a:t>
              </a:r>
              <a:r>
                <a:rPr lang="zh-CN" altLang="en-US" sz="2400" b="1"/>
                <a:t>，有</a:t>
              </a:r>
              <a:endParaRPr lang="en-US" altLang="zh-CN" sz="2400" b="1"/>
            </a:p>
          </p:txBody>
        </p:sp>
        <p:graphicFrame>
          <p:nvGraphicFramePr>
            <p:cNvPr id="44051" name="Object 25">
              <a:extLst>
                <a:ext uri="{FF2B5EF4-FFF2-40B4-BE49-F238E27FC236}">
                  <a16:creationId xmlns:a16="http://schemas.microsoft.com/office/drawing/2014/main" id="{DAAB8EA5-9E79-594C-B531-61D5D30F66A4}"/>
                </a:ext>
              </a:extLst>
            </p:cNvPr>
            <p:cNvGraphicFramePr>
              <a:graphicFrameLocks noChangeAspect="1"/>
            </p:cNvGraphicFramePr>
            <p:nvPr/>
          </p:nvGraphicFramePr>
          <p:xfrm>
            <a:off x="1152" y="3312"/>
            <a:ext cx="3360" cy="321"/>
          </p:xfrm>
          <a:graphic>
            <a:graphicData uri="http://schemas.openxmlformats.org/presentationml/2006/ole">
              <mc:AlternateContent xmlns:mc="http://schemas.openxmlformats.org/markup-compatibility/2006">
                <mc:Choice xmlns:v="urn:schemas-microsoft-com:vml" Requires="v">
                  <p:oleObj name="Equation" r:id="rId16" imgW="55880000" imgH="5854700" progId="Equation.3">
                    <p:embed/>
                  </p:oleObj>
                </mc:Choice>
                <mc:Fallback>
                  <p:oleObj name="Equation" r:id="rId16" imgW="55880000" imgH="5854700" progId="Equation.3">
                    <p:embed/>
                    <p:pic>
                      <p:nvPicPr>
                        <p:cNvPr id="44051" name="Object 25">
                          <a:extLst>
                            <a:ext uri="{FF2B5EF4-FFF2-40B4-BE49-F238E27FC236}">
                              <a16:creationId xmlns:a16="http://schemas.microsoft.com/office/drawing/2014/main" id="{DAAB8EA5-9E79-594C-B531-61D5D30F66A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52" y="3312"/>
                          <a:ext cx="3360"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62493" name="Group 29">
            <a:extLst>
              <a:ext uri="{FF2B5EF4-FFF2-40B4-BE49-F238E27FC236}">
                <a16:creationId xmlns:a16="http://schemas.microsoft.com/office/drawing/2014/main" id="{46B76B51-2951-8D4E-8714-89B132D6E539}"/>
              </a:ext>
            </a:extLst>
          </p:cNvPr>
          <p:cNvGrpSpPr>
            <a:grpSpLocks/>
          </p:cNvGrpSpPr>
          <p:nvPr/>
        </p:nvGrpSpPr>
        <p:grpSpPr bwMode="auto">
          <a:xfrm>
            <a:off x="6172200" y="4114800"/>
            <a:ext cx="2590800" cy="1143000"/>
            <a:chOff x="576" y="3527"/>
            <a:chExt cx="1632" cy="720"/>
          </a:xfrm>
        </p:grpSpPr>
        <p:sp>
          <p:nvSpPr>
            <p:cNvPr id="62492" name="Oval 28">
              <a:extLst>
                <a:ext uri="{FF2B5EF4-FFF2-40B4-BE49-F238E27FC236}">
                  <a16:creationId xmlns:a16="http://schemas.microsoft.com/office/drawing/2014/main" id="{ACD7853C-315F-204F-8125-6E12E9C2FDC1}"/>
                </a:ext>
              </a:extLst>
            </p:cNvPr>
            <p:cNvSpPr>
              <a:spLocks noChangeArrowheads="1"/>
            </p:cNvSpPr>
            <p:nvPr/>
          </p:nvSpPr>
          <p:spPr bwMode="auto">
            <a:xfrm>
              <a:off x="576" y="3527"/>
              <a:ext cx="1632" cy="720"/>
            </a:xfrm>
            <a:prstGeom prst="ellipse">
              <a:avLst/>
            </a:prstGeom>
            <a:gradFill rotWithShape="0">
              <a:gsLst>
                <a:gs pos="0">
                  <a:srgbClr val="FFFFCC"/>
                </a:gs>
                <a:gs pos="100000">
                  <a:srgbClr val="FF9900"/>
                </a:gs>
              </a:gsLst>
              <a:path path="shape">
                <a:fillToRect l="50000" t="50000" r="50000" b="50000"/>
              </a:path>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44049" name="Object 27">
              <a:extLst>
                <a:ext uri="{FF2B5EF4-FFF2-40B4-BE49-F238E27FC236}">
                  <a16:creationId xmlns:a16="http://schemas.microsoft.com/office/drawing/2014/main" id="{BD29AB9F-6DB3-9C4C-A6DF-1C3A2AAC6BC4}"/>
                </a:ext>
              </a:extLst>
            </p:cNvPr>
            <p:cNvGraphicFramePr>
              <a:graphicFrameLocks noChangeAspect="1"/>
            </p:cNvGraphicFramePr>
            <p:nvPr/>
          </p:nvGraphicFramePr>
          <p:xfrm>
            <a:off x="720" y="3744"/>
            <a:ext cx="1344" cy="329"/>
          </p:xfrm>
          <a:graphic>
            <a:graphicData uri="http://schemas.openxmlformats.org/presentationml/2006/ole">
              <mc:AlternateContent xmlns:mc="http://schemas.openxmlformats.org/markup-compatibility/2006">
                <mc:Choice xmlns:v="urn:schemas-microsoft-com:vml" Requires="v">
                  <p:oleObj name="Equation" r:id="rId18" imgW="27495500" imgH="6731000" progId="Equation.3">
                    <p:embed/>
                  </p:oleObj>
                </mc:Choice>
                <mc:Fallback>
                  <p:oleObj name="Equation" r:id="rId18" imgW="27495500" imgH="6731000" progId="Equation.3">
                    <p:embed/>
                    <p:pic>
                      <p:nvPicPr>
                        <p:cNvPr id="44049" name="Object 27">
                          <a:extLst>
                            <a:ext uri="{FF2B5EF4-FFF2-40B4-BE49-F238E27FC236}">
                              <a16:creationId xmlns:a16="http://schemas.microsoft.com/office/drawing/2014/main" id="{BD29AB9F-6DB3-9C4C-A6DF-1C3A2AAC6BC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0" y="3744"/>
                          <a:ext cx="1344"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62497" name="Group 33">
            <a:extLst>
              <a:ext uri="{FF2B5EF4-FFF2-40B4-BE49-F238E27FC236}">
                <a16:creationId xmlns:a16="http://schemas.microsoft.com/office/drawing/2014/main" id="{CCFD0476-4001-9045-A751-F370747DA3A4}"/>
              </a:ext>
            </a:extLst>
          </p:cNvPr>
          <p:cNvGrpSpPr>
            <a:grpSpLocks/>
          </p:cNvGrpSpPr>
          <p:nvPr/>
        </p:nvGrpSpPr>
        <p:grpSpPr bwMode="auto">
          <a:xfrm>
            <a:off x="2057400" y="5791200"/>
            <a:ext cx="2519363" cy="501650"/>
            <a:chOff x="1248" y="3648"/>
            <a:chExt cx="1587" cy="316"/>
          </a:xfrm>
        </p:grpSpPr>
        <p:graphicFrame>
          <p:nvGraphicFramePr>
            <p:cNvPr id="44046" name="Object 30">
              <a:extLst>
                <a:ext uri="{FF2B5EF4-FFF2-40B4-BE49-F238E27FC236}">
                  <a16:creationId xmlns:a16="http://schemas.microsoft.com/office/drawing/2014/main" id="{DF8107DF-E6F4-AA47-8D99-8852C80322D2}"/>
                </a:ext>
              </a:extLst>
            </p:cNvPr>
            <p:cNvGraphicFramePr>
              <a:graphicFrameLocks noChangeAspect="1"/>
            </p:cNvGraphicFramePr>
            <p:nvPr/>
          </p:nvGraphicFramePr>
          <p:xfrm>
            <a:off x="1584" y="3648"/>
            <a:ext cx="1251" cy="316"/>
          </p:xfrm>
          <a:graphic>
            <a:graphicData uri="http://schemas.openxmlformats.org/presentationml/2006/ole">
              <mc:AlternateContent xmlns:mc="http://schemas.openxmlformats.org/markup-compatibility/2006">
                <mc:Choice xmlns:v="urn:schemas-microsoft-com:vml" Requires="v">
                  <p:oleObj name="Equation" r:id="rId20" imgW="21069300" imgH="5854700" progId="Equation.3">
                    <p:embed/>
                  </p:oleObj>
                </mc:Choice>
                <mc:Fallback>
                  <p:oleObj name="Equation" r:id="rId20" imgW="21069300" imgH="5854700" progId="Equation.3">
                    <p:embed/>
                    <p:pic>
                      <p:nvPicPr>
                        <p:cNvPr id="44046" name="Object 30">
                          <a:extLst>
                            <a:ext uri="{FF2B5EF4-FFF2-40B4-BE49-F238E27FC236}">
                              <a16:creationId xmlns:a16="http://schemas.microsoft.com/office/drawing/2014/main" id="{DF8107DF-E6F4-AA47-8D99-8852C80322D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84" y="3648"/>
                          <a:ext cx="1251"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2496" name="Text Box 32">
              <a:extLst>
                <a:ext uri="{FF2B5EF4-FFF2-40B4-BE49-F238E27FC236}">
                  <a16:creationId xmlns:a16="http://schemas.microsoft.com/office/drawing/2014/main" id="{A96D99DE-FDB3-DC47-94CE-4D0ED292AC45}"/>
                </a:ext>
              </a:extLst>
            </p:cNvPr>
            <p:cNvSpPr txBox="1">
              <a:spLocks noChangeArrowheads="1"/>
            </p:cNvSpPr>
            <p:nvPr/>
          </p:nvSpPr>
          <p:spPr bwMode="auto">
            <a:xfrm>
              <a:off x="1248" y="3648"/>
              <a:ext cx="43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pPr>
              <a:r>
                <a:rPr lang="en-US" altLang="zh-CN" sz="2400" b="1">
                  <a:sym typeface="Symbol" pitchFamily="2" charset="2"/>
                </a:rPr>
                <a:t></a:t>
              </a:r>
            </a:p>
          </p:txBody>
        </p:sp>
      </p:grpSp>
      <p:sp>
        <p:nvSpPr>
          <p:cNvPr id="62498" name="Text Box 34">
            <a:extLst>
              <a:ext uri="{FF2B5EF4-FFF2-40B4-BE49-F238E27FC236}">
                <a16:creationId xmlns:a16="http://schemas.microsoft.com/office/drawing/2014/main" id="{D8C4BCB8-2E3C-9440-8D1E-62E5D61166F3}"/>
              </a:ext>
            </a:extLst>
          </p:cNvPr>
          <p:cNvSpPr txBox="1">
            <a:spLocks noChangeArrowheads="1"/>
          </p:cNvSpPr>
          <p:nvPr/>
        </p:nvSpPr>
        <p:spPr bwMode="auto">
          <a:xfrm>
            <a:off x="4800600" y="5791200"/>
            <a:ext cx="1295400" cy="701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zh-CN" sz="4000" b="1">
                <a:solidFill>
                  <a:srgbClr val="FF3300"/>
                </a:solidFill>
                <a:latin typeface="Times New Roman" charset="0"/>
                <a:ea typeface="楷体_GB2312" charset="0"/>
                <a:cs typeface="楷体_GB2312" charset="0"/>
                <a:sym typeface="Wingdings" charset="0"/>
              </a:rPr>
              <a:t></a:t>
            </a:r>
            <a:endParaRPr lang="en-US" altLang="zh-CN" sz="4000" b="1">
              <a:solidFill>
                <a:srgbClr val="FF3300"/>
              </a:solidFill>
              <a:latin typeface="Times New Roman" charset="0"/>
              <a:ea typeface="楷体_GB2312" charset="0"/>
              <a:cs typeface="楷体_GB2312" charset="0"/>
            </a:endParaRPr>
          </a:p>
        </p:txBody>
      </p:sp>
    </p:spTree>
    <p:extLst>
      <p:ext uri="{BB962C8B-B14F-4D97-AF65-F5344CB8AC3E}">
        <p14:creationId xmlns:p14="http://schemas.microsoft.com/office/powerpoint/2010/main" val="2322222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wipe(left)">
                                      <p:cBhvr>
                                        <p:cTn id="7" dur="500"/>
                                        <p:tgtEl>
                                          <p:spTgt spid="62466"/>
                                        </p:tgtEl>
                                      </p:cBhvr>
                                    </p:animEffect>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7"/>
                                        </p:tgtEl>
                                        <p:attrNameLst>
                                          <p:attrName>style.visibility</p:attrName>
                                        </p:attrNameLst>
                                      </p:cBhvr>
                                      <p:to>
                                        <p:strVal val="visible"/>
                                      </p:to>
                                    </p:set>
                                    <p:animEffect transition="in" filter="wipe(left)">
                                      <p:cBhvr>
                                        <p:cTn id="12" dur="500"/>
                                        <p:tgtEl>
                                          <p:spTgt spid="62467"/>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62471"/>
                                        </p:tgtEl>
                                        <p:attrNameLst>
                                          <p:attrName>style.visibility</p:attrName>
                                        </p:attrNameLst>
                                      </p:cBhvr>
                                      <p:to>
                                        <p:strVal val="visible"/>
                                      </p:to>
                                    </p:set>
                                    <p:animEffect transition="in" filter="strips(downRight)">
                                      <p:cBhvr>
                                        <p:cTn id="17" dur="500"/>
                                        <p:tgtEl>
                                          <p:spTgt spid="62471"/>
                                        </p:tgtEl>
                                      </p:cBhvr>
                                    </p:animEffect>
                                  </p:childTnLst>
                                  <p:subTnLst>
                                    <p:audio>
                                      <p:cMediaNode>
                                        <p:cTn display="0" masterRel="sameClick">
                                          <p:stCondLst>
                                            <p:cond evt="begin" delay="0">
                                              <p:tn val="15"/>
                                            </p:cond>
                                          </p:stCondLst>
                                          <p:endCondLst>
                                            <p:cond evt="onStopAudio" delay="0">
                                              <p:tgtEl>
                                                <p:sldTgt/>
                                              </p:tgtEl>
                                            </p:cond>
                                          </p:endCondLst>
                                        </p:cTn>
                                        <p:tgtEl>
                                          <p:sndTgt r:embed="rId2" name="projctor.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475"/>
                                        </p:tgtEl>
                                        <p:attrNameLst>
                                          <p:attrName>style.visibility</p:attrName>
                                        </p:attrNameLst>
                                      </p:cBhvr>
                                      <p:to>
                                        <p:strVal val="visible"/>
                                      </p:to>
                                    </p:set>
                                    <p:animEffect transition="in" filter="wipe(left)">
                                      <p:cBhvr>
                                        <p:cTn id="22" dur="500"/>
                                        <p:tgtEl>
                                          <p:spTgt spid="62475"/>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477"/>
                                        </p:tgtEl>
                                        <p:attrNameLst>
                                          <p:attrName>style.visibility</p:attrName>
                                        </p:attrNameLst>
                                      </p:cBhvr>
                                      <p:to>
                                        <p:strVal val="visible"/>
                                      </p:to>
                                    </p:set>
                                    <p:animEffect transition="in" filter="wipe(left)">
                                      <p:cBhvr>
                                        <p:cTn id="27" dur="500"/>
                                        <p:tgtEl>
                                          <p:spTgt spid="62477"/>
                                        </p:tgtEl>
                                      </p:cBhvr>
                                    </p:animEffect>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62478"/>
                                        </p:tgtEl>
                                        <p:attrNameLst>
                                          <p:attrName>style.visibility</p:attrName>
                                        </p:attrNameLst>
                                      </p:cBhvr>
                                      <p:to>
                                        <p:strVal val="visible"/>
                                      </p:to>
                                    </p:set>
                                    <p:animEffect transition="in" filter="wipe(up)">
                                      <p:cBhvr>
                                        <p:cTn id="32" dur="500"/>
                                        <p:tgtEl>
                                          <p:spTgt spid="62478"/>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2480"/>
                                        </p:tgtEl>
                                        <p:attrNameLst>
                                          <p:attrName>style.visibility</p:attrName>
                                        </p:attrNameLst>
                                      </p:cBhvr>
                                      <p:to>
                                        <p:strVal val="visible"/>
                                      </p:to>
                                    </p:set>
                                    <p:animEffect transition="in" filter="wipe(left)">
                                      <p:cBhvr>
                                        <p:cTn id="37" dur="500"/>
                                        <p:tgtEl>
                                          <p:spTgt spid="62480"/>
                                        </p:tgtEl>
                                      </p:cBhvr>
                                    </p:animEffect>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2481"/>
                                        </p:tgtEl>
                                        <p:attrNameLst>
                                          <p:attrName>style.visibility</p:attrName>
                                        </p:attrNameLst>
                                      </p:cBhvr>
                                      <p:to>
                                        <p:strVal val="visible"/>
                                      </p:to>
                                    </p:set>
                                    <p:animEffect transition="in" filter="wipe(left)">
                                      <p:cBhvr>
                                        <p:cTn id="42" dur="500"/>
                                        <p:tgtEl>
                                          <p:spTgt spid="62481"/>
                                        </p:tgtEl>
                                      </p:cBhvr>
                                    </p:animEffect>
                                  </p:childTnLst>
                                  <p:subTnLst>
                                    <p:audio>
                                      <p:cMediaNode>
                                        <p:cTn display="0" masterRel="sameClick">
                                          <p:stCondLst>
                                            <p:cond evt="begin" delay="0">
                                              <p:tn val="40"/>
                                            </p:cond>
                                          </p:stCondLst>
                                          <p:endCondLst>
                                            <p:cond evt="onStopAudio" delay="0">
                                              <p:tgtEl>
                                                <p:sldTgt/>
                                              </p:tgtEl>
                                            </p:cond>
                                          </p:endCondLst>
                                        </p:cTn>
                                        <p:tgtEl>
                                          <p:sndTgt r:embed="rId4"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2484"/>
                                        </p:tgtEl>
                                        <p:attrNameLst>
                                          <p:attrName>style.visibility</p:attrName>
                                        </p:attrNameLst>
                                      </p:cBhvr>
                                      <p:to>
                                        <p:strVal val="visible"/>
                                      </p:to>
                                    </p:set>
                                    <p:animEffect transition="in" filter="wipe(left)">
                                      <p:cBhvr>
                                        <p:cTn id="47" dur="500"/>
                                        <p:tgtEl>
                                          <p:spTgt spid="62484"/>
                                        </p:tgtEl>
                                      </p:cBhvr>
                                    </p:animEffect>
                                  </p:childTnLst>
                                  <p:subTnLst>
                                    <p:audio>
                                      <p:cMediaNode>
                                        <p:cTn display="0" masterRel="sameClick">
                                          <p:stCondLst>
                                            <p:cond evt="begin" delay="0">
                                              <p:tn val="45"/>
                                            </p:cond>
                                          </p:stCondLst>
                                          <p:endCondLst>
                                            <p:cond evt="onStopAudio" delay="0">
                                              <p:tgtEl>
                                                <p:sldTgt/>
                                              </p:tgtEl>
                                            </p:cond>
                                          </p:endCondLst>
                                        </p:cTn>
                                        <p:tgtEl>
                                          <p:sndTgt r:embed="rId3" name="type.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2490"/>
                                        </p:tgtEl>
                                        <p:attrNameLst>
                                          <p:attrName>style.visibility</p:attrName>
                                        </p:attrNameLst>
                                      </p:cBhvr>
                                      <p:to>
                                        <p:strVal val="visible"/>
                                      </p:to>
                                    </p:set>
                                    <p:animEffect transition="in" filter="wipe(left)">
                                      <p:cBhvr>
                                        <p:cTn id="52" dur="500"/>
                                        <p:tgtEl>
                                          <p:spTgt spid="62490"/>
                                        </p:tgtEl>
                                      </p:cBhvr>
                                    </p:animEffect>
                                  </p:childTnLst>
                                  <p:subTnLst>
                                    <p:audio>
                                      <p:cMediaNode>
                                        <p:cTn display="0" masterRel="sameClick">
                                          <p:stCondLst>
                                            <p:cond evt="begin" delay="0">
                                              <p:tn val="50"/>
                                            </p:cond>
                                          </p:stCondLst>
                                          <p:endCondLst>
                                            <p:cond evt="onStopAudio" delay="0">
                                              <p:tgtEl>
                                                <p:sldTgt/>
                                              </p:tgtEl>
                                            </p:cond>
                                          </p:endCondLst>
                                        </p:cTn>
                                        <p:tgtEl>
                                          <p:sndTgt r:embed="rId3" name="type.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nodeType="clickEffect">
                                  <p:stCondLst>
                                    <p:cond delay="0"/>
                                  </p:stCondLst>
                                  <p:childTnLst>
                                    <p:set>
                                      <p:cBhvr>
                                        <p:cTn id="56" dur="1" fill="hold">
                                          <p:stCondLst>
                                            <p:cond delay="0"/>
                                          </p:stCondLst>
                                        </p:cTn>
                                        <p:tgtEl>
                                          <p:spTgt spid="62493"/>
                                        </p:tgtEl>
                                        <p:attrNameLst>
                                          <p:attrName>style.visibility</p:attrName>
                                        </p:attrNameLst>
                                      </p:cBhvr>
                                      <p:to>
                                        <p:strVal val="visible"/>
                                      </p:to>
                                    </p:set>
                                    <p:anim calcmode="lin" valueType="num">
                                      <p:cBhvr>
                                        <p:cTn id="57" dur="500" fill="hold"/>
                                        <p:tgtEl>
                                          <p:spTgt spid="62493"/>
                                        </p:tgtEl>
                                        <p:attrNameLst>
                                          <p:attrName>ppt_w</p:attrName>
                                        </p:attrNameLst>
                                      </p:cBhvr>
                                      <p:tavLst>
                                        <p:tav tm="0">
                                          <p:val>
                                            <p:fltVal val="0"/>
                                          </p:val>
                                        </p:tav>
                                        <p:tav tm="100000">
                                          <p:val>
                                            <p:strVal val="#ppt_w"/>
                                          </p:val>
                                        </p:tav>
                                      </p:tavLst>
                                    </p:anim>
                                    <p:anim calcmode="lin" valueType="num">
                                      <p:cBhvr>
                                        <p:cTn id="58" dur="500" fill="hold"/>
                                        <p:tgtEl>
                                          <p:spTgt spid="62493"/>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62493"/>
                                        </p:tgtEl>
                                        <p:attrNameLst>
                                          <p:attrName>style.visibility</p:attrName>
                                        </p:attrNameLst>
                                      </p:cBhvr>
                                      <p:to>
                                        <p:strVal val="hidden"/>
                                      </p:to>
                                    </p:set>
                                    <p:audio>
                                      <p:cMediaNode>
                                        <p:cTn display="0" masterRel="sameClick">
                                          <p:stCondLst>
                                            <p:cond evt="begin" delay="0">
                                              <p:tn val="55"/>
                                            </p:cond>
                                          </p:stCondLst>
                                          <p:endCondLst>
                                            <p:cond evt="onStopAudio" delay="0">
                                              <p:tgtEl>
                                                <p:sldTgt/>
                                              </p:tgtEl>
                                            </p:cond>
                                          </p:endCondLst>
                                        </p:cTn>
                                        <p:tgtEl>
                                          <p:sndTgt r:embed="rId5" name="chimes.wav"/>
                                        </p:tgtEl>
                                      </p:cMediaNode>
                                    </p:audio>
                                  </p:sub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62497"/>
                                        </p:tgtEl>
                                        <p:attrNameLst>
                                          <p:attrName>style.visibility</p:attrName>
                                        </p:attrNameLst>
                                      </p:cBhvr>
                                      <p:to>
                                        <p:strVal val="visible"/>
                                      </p:to>
                                    </p:set>
                                    <p:animEffect transition="in" filter="wipe(left)">
                                      <p:cBhvr>
                                        <p:cTn id="63" dur="500"/>
                                        <p:tgtEl>
                                          <p:spTgt spid="62497"/>
                                        </p:tgtEl>
                                      </p:cBhvr>
                                    </p:animEffect>
                                  </p:childTnLst>
                                  <p:subTnLst>
                                    <p:audio>
                                      <p:cMediaNode>
                                        <p:cTn display="0" masterRel="sameClick">
                                          <p:stCondLst>
                                            <p:cond evt="begin" delay="0">
                                              <p:tn val="61"/>
                                            </p:cond>
                                          </p:stCondLst>
                                          <p:endCondLst>
                                            <p:cond evt="onStopAudio" delay="0">
                                              <p:tgtEl>
                                                <p:sldTgt/>
                                              </p:tgtEl>
                                            </p:cond>
                                          </p:endCondLst>
                                        </p:cTn>
                                        <p:tgtEl>
                                          <p:sndTgt r:embed="rId6" name="drumroll.wav"/>
                                        </p:tgtEl>
                                      </p:cMediaNode>
                                    </p:audio>
                                  </p:sub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2" fill="hold" grpId="0" nodeType="clickEffect">
                                  <p:stCondLst>
                                    <p:cond delay="0"/>
                                  </p:stCondLst>
                                  <p:childTnLst>
                                    <p:set>
                                      <p:cBhvr>
                                        <p:cTn id="67" dur="1" fill="hold">
                                          <p:stCondLst>
                                            <p:cond delay="0"/>
                                          </p:stCondLst>
                                        </p:cTn>
                                        <p:tgtEl>
                                          <p:spTgt spid="62498"/>
                                        </p:tgtEl>
                                        <p:attrNameLst>
                                          <p:attrName>style.visibility</p:attrName>
                                        </p:attrNameLst>
                                      </p:cBhvr>
                                      <p:to>
                                        <p:strVal val="visible"/>
                                      </p:to>
                                    </p:set>
                                    <p:anim calcmode="lin" valueType="num">
                                      <p:cBhvr additive="base">
                                        <p:cTn id="68" dur="500" fill="hold"/>
                                        <p:tgtEl>
                                          <p:spTgt spid="62498"/>
                                        </p:tgtEl>
                                        <p:attrNameLst>
                                          <p:attrName>ppt_x</p:attrName>
                                        </p:attrNameLst>
                                      </p:cBhvr>
                                      <p:tavLst>
                                        <p:tav tm="0">
                                          <p:val>
                                            <p:strVal val="1+#ppt_w/2"/>
                                          </p:val>
                                        </p:tav>
                                        <p:tav tm="100000">
                                          <p:val>
                                            <p:strVal val="#ppt_x"/>
                                          </p:val>
                                        </p:tav>
                                      </p:tavLst>
                                    </p:anim>
                                    <p:anim calcmode="lin" valueType="num">
                                      <p:cBhvr additive="base">
                                        <p:cTn id="69" dur="500" fill="hold"/>
                                        <p:tgtEl>
                                          <p:spTgt spid="6249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6"/>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autoUpdateAnimBg="0"/>
      <p:bldP spid="62467" grpId="0" autoUpdateAnimBg="0"/>
      <p:bldP spid="62477" grpId="0" autoUpdateAnimBg="0"/>
      <p:bldP spid="62480" grpId="0" autoUpdateAnimBg="0"/>
      <p:bldP spid="6249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31A4296-8F20-3543-A748-C4EBBAE925E7}"/>
              </a:ext>
            </a:extLst>
          </p:cNvPr>
          <p:cNvSpPr>
            <a:spLocks noChangeArrowheads="1"/>
          </p:cNvSpPr>
          <p:nvPr/>
        </p:nvSpPr>
        <p:spPr bwMode="auto">
          <a:xfrm>
            <a:off x="5715000" y="0"/>
            <a:ext cx="34290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§3  </a:t>
            </a:r>
            <a:r>
              <a:rPr lang="en-US" altLang="zh-CN" sz="1800" b="1">
                <a:ea typeface="宋体" panose="02010600030101010101" pitchFamily="2" charset="-122"/>
                <a:sym typeface="Symbol" pitchFamily="2" charset="2"/>
              </a:rPr>
              <a:t>Convergency and Stability</a:t>
            </a:r>
            <a:endParaRPr lang="en-US" altLang="zh-CN" sz="1800" b="1">
              <a:ea typeface="宋体" panose="02010600030101010101" pitchFamily="2" charset="-122"/>
            </a:endParaRPr>
          </a:p>
        </p:txBody>
      </p:sp>
      <p:sp>
        <p:nvSpPr>
          <p:cNvPr id="63491" name="Text Box 3">
            <a:extLst>
              <a:ext uri="{FF2B5EF4-FFF2-40B4-BE49-F238E27FC236}">
                <a16:creationId xmlns:a16="http://schemas.microsoft.com/office/drawing/2014/main" id="{B6DCAE03-61DE-7346-9FA3-E24C35AF124C}"/>
              </a:ext>
            </a:extLst>
          </p:cNvPr>
          <p:cNvSpPr txBox="1">
            <a:spLocks noChangeArrowheads="1"/>
          </p:cNvSpPr>
          <p:nvPr/>
        </p:nvSpPr>
        <p:spPr bwMode="auto">
          <a:xfrm>
            <a:off x="457200" y="381000"/>
            <a:ext cx="3962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en-US" altLang="zh-CN" sz="2400" b="1">
                <a:solidFill>
                  <a:schemeClr val="accent2"/>
                </a:solidFill>
                <a:sym typeface="Wingdings" charset="0"/>
              </a:rPr>
              <a:t> </a:t>
            </a:r>
            <a:r>
              <a:rPr lang="zh-CN" altLang="en-US" sz="2400" b="1"/>
              <a:t>稳定性</a:t>
            </a:r>
            <a:r>
              <a:rPr lang="en-US" altLang="zh-CN" sz="2400" b="1"/>
              <a:t> </a:t>
            </a:r>
            <a:r>
              <a:rPr lang="en-US" altLang="zh-CN" sz="2000" b="1">
                <a:solidFill>
                  <a:srgbClr val="008000"/>
                </a:solidFill>
                <a:latin typeface="Arial" charset="0"/>
              </a:rPr>
              <a:t>/* </a:t>
            </a:r>
            <a:r>
              <a:rPr lang="en-US" altLang="zh-CN" sz="2000" b="1">
                <a:solidFill>
                  <a:srgbClr val="008000"/>
                </a:solidFill>
                <a:latin typeface="Arial" charset="0"/>
                <a:sym typeface="Symbol" charset="0"/>
              </a:rPr>
              <a:t>Stability </a:t>
            </a:r>
            <a:r>
              <a:rPr lang="en-US" altLang="zh-CN" sz="2000" b="1">
                <a:solidFill>
                  <a:srgbClr val="008000"/>
                </a:solidFill>
                <a:latin typeface="Arial" charset="0"/>
              </a:rPr>
              <a:t>*/</a:t>
            </a:r>
          </a:p>
        </p:txBody>
      </p:sp>
      <p:grpSp>
        <p:nvGrpSpPr>
          <p:cNvPr id="63495" name="Group 7">
            <a:extLst>
              <a:ext uri="{FF2B5EF4-FFF2-40B4-BE49-F238E27FC236}">
                <a16:creationId xmlns:a16="http://schemas.microsoft.com/office/drawing/2014/main" id="{91B94A57-1335-AA49-8635-F45EE538346E}"/>
              </a:ext>
            </a:extLst>
          </p:cNvPr>
          <p:cNvGrpSpPr>
            <a:grpSpLocks/>
          </p:cNvGrpSpPr>
          <p:nvPr/>
        </p:nvGrpSpPr>
        <p:grpSpPr bwMode="auto">
          <a:xfrm>
            <a:off x="533400" y="1012825"/>
            <a:ext cx="8077200" cy="1277938"/>
            <a:chOff x="336" y="638"/>
            <a:chExt cx="5088" cy="805"/>
          </a:xfrm>
        </p:grpSpPr>
        <p:sp>
          <p:nvSpPr>
            <p:cNvPr id="63493" name="Text Box 5">
              <a:extLst>
                <a:ext uri="{FF2B5EF4-FFF2-40B4-BE49-F238E27FC236}">
                  <a16:creationId xmlns:a16="http://schemas.microsoft.com/office/drawing/2014/main" id="{705D4A50-8DE0-3E4E-BD8B-49A86A4C1E71}"/>
                </a:ext>
              </a:extLst>
            </p:cNvPr>
            <p:cNvSpPr txBox="1">
              <a:spLocks noChangeArrowheads="1"/>
            </p:cNvSpPr>
            <p:nvPr/>
          </p:nvSpPr>
          <p:spPr bwMode="auto">
            <a:xfrm>
              <a:off x="336" y="672"/>
              <a:ext cx="5088" cy="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0000"/>
                </a:lnSpc>
                <a:spcBef>
                  <a:spcPct val="50000"/>
                </a:spcBef>
                <a:defRPr/>
              </a:pPr>
              <a:r>
                <a:rPr lang="zh-CN" altLang="en-US" sz="2400" b="1">
                  <a:solidFill>
                    <a:schemeClr val="accent2"/>
                  </a:solidFill>
                </a:rPr>
                <a:t>例：</a:t>
              </a:r>
              <a:r>
                <a:rPr lang="zh-CN" altLang="en-US" sz="2400" b="1"/>
                <a:t>考察初值问题</a:t>
              </a:r>
              <a:r>
                <a:rPr lang="en-US" altLang="zh-CN" sz="2400" b="1"/>
                <a:t>                             </a:t>
              </a:r>
              <a:r>
                <a:rPr lang="zh-CN" altLang="en-US" sz="2400" b="1"/>
                <a:t>在区间</a:t>
              </a:r>
              <a:r>
                <a:rPr lang="en-US" altLang="zh-CN" sz="2400" b="1"/>
                <a:t>[0, 0.5]</a:t>
              </a:r>
              <a:r>
                <a:rPr lang="zh-CN" altLang="en-US" sz="2400" b="1"/>
                <a:t>上的解。</a:t>
              </a:r>
              <a:endParaRPr lang="en-US" altLang="zh-CN" sz="2400" b="1"/>
            </a:p>
            <a:p>
              <a:pPr eaLnBrk="1" hangingPunct="1">
                <a:lnSpc>
                  <a:spcPct val="130000"/>
                </a:lnSpc>
                <a:spcBef>
                  <a:spcPct val="50000"/>
                </a:spcBef>
                <a:defRPr/>
              </a:pPr>
              <a:r>
                <a:rPr lang="zh-CN" altLang="en-US" sz="2400" b="1"/>
                <a:t>分别用欧拉显、隐式格式和改进的欧拉格式计算数值解。</a:t>
              </a:r>
              <a:endParaRPr lang="en-US" altLang="zh-CN" sz="2400" b="1"/>
            </a:p>
          </p:txBody>
        </p:sp>
        <p:graphicFrame>
          <p:nvGraphicFramePr>
            <p:cNvPr id="45077" name="Object 6">
              <a:extLst>
                <a:ext uri="{FF2B5EF4-FFF2-40B4-BE49-F238E27FC236}">
                  <a16:creationId xmlns:a16="http://schemas.microsoft.com/office/drawing/2014/main" id="{9F89773B-04CA-0C41-8A01-9E8C61770EF9}"/>
                </a:ext>
              </a:extLst>
            </p:cNvPr>
            <p:cNvGraphicFramePr>
              <a:graphicFrameLocks noChangeAspect="1"/>
            </p:cNvGraphicFramePr>
            <p:nvPr/>
          </p:nvGraphicFramePr>
          <p:xfrm>
            <a:off x="1995" y="638"/>
            <a:ext cx="1339" cy="517"/>
          </p:xfrm>
          <a:graphic>
            <a:graphicData uri="http://schemas.openxmlformats.org/presentationml/2006/ole">
              <mc:AlternateContent xmlns:mc="http://schemas.openxmlformats.org/markup-compatibility/2006">
                <mc:Choice xmlns:v="urn:schemas-microsoft-com:vml" Requires="v">
                  <p:oleObj name="Equation" r:id="rId5" imgW="27203400" imgH="10528300" progId="Equation.3">
                    <p:embed/>
                  </p:oleObj>
                </mc:Choice>
                <mc:Fallback>
                  <p:oleObj name="Equation" r:id="rId5" imgW="27203400" imgH="10528300" progId="Equation.3">
                    <p:embed/>
                    <p:pic>
                      <p:nvPicPr>
                        <p:cNvPr id="45077" name="Object 6">
                          <a:extLst>
                            <a:ext uri="{FF2B5EF4-FFF2-40B4-BE49-F238E27FC236}">
                              <a16:creationId xmlns:a16="http://schemas.microsoft.com/office/drawing/2014/main" id="{9F89773B-04CA-0C41-8A01-9E8C61770E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5" y="638"/>
                          <a:ext cx="1339"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63534" name="Group 46">
            <a:extLst>
              <a:ext uri="{FF2B5EF4-FFF2-40B4-BE49-F238E27FC236}">
                <a16:creationId xmlns:a16="http://schemas.microsoft.com/office/drawing/2014/main" id="{CFAA1957-3C65-0E44-87AB-64B7391FD2AF}"/>
              </a:ext>
            </a:extLst>
          </p:cNvPr>
          <p:cNvGrpSpPr>
            <a:grpSpLocks/>
          </p:cNvGrpSpPr>
          <p:nvPr/>
        </p:nvGrpSpPr>
        <p:grpSpPr bwMode="auto">
          <a:xfrm>
            <a:off x="457200" y="2514600"/>
            <a:ext cx="8153400" cy="2819400"/>
            <a:chOff x="240" y="1824"/>
            <a:chExt cx="5136" cy="1776"/>
          </a:xfrm>
        </p:grpSpPr>
        <p:sp>
          <p:nvSpPr>
            <p:cNvPr id="63501" name="Rectangle 13">
              <a:extLst>
                <a:ext uri="{FF2B5EF4-FFF2-40B4-BE49-F238E27FC236}">
                  <a16:creationId xmlns:a16="http://schemas.microsoft.com/office/drawing/2014/main" id="{6FE5A4B9-B9B0-544D-BC4E-68DD7787CCE6}"/>
                </a:ext>
              </a:extLst>
            </p:cNvPr>
            <p:cNvSpPr>
              <a:spLocks noChangeArrowheads="1"/>
            </p:cNvSpPr>
            <p:nvPr/>
          </p:nvSpPr>
          <p:spPr bwMode="auto">
            <a:xfrm>
              <a:off x="240" y="2144"/>
              <a:ext cx="672" cy="14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spcBef>
                  <a:spcPct val="20000"/>
                </a:spcBef>
                <a:defRPr/>
              </a:pPr>
              <a:r>
                <a:rPr lang="en-US" altLang="zh-CN" sz="2000" b="1">
                  <a:latin typeface="Times New Roman" charset="0"/>
                  <a:ea typeface="楷体_GB2312" charset="0"/>
                  <a:cs typeface="楷体_GB2312" charset="0"/>
                </a:rPr>
                <a:t>0.0</a:t>
              </a:r>
            </a:p>
            <a:p>
              <a:pPr algn="ctr">
                <a:spcBef>
                  <a:spcPct val="20000"/>
                </a:spcBef>
                <a:defRPr/>
              </a:pPr>
              <a:r>
                <a:rPr lang="en-US" altLang="zh-CN" sz="2000" b="1">
                  <a:latin typeface="Times New Roman" charset="0"/>
                  <a:ea typeface="楷体_GB2312" charset="0"/>
                  <a:cs typeface="楷体_GB2312" charset="0"/>
                </a:rPr>
                <a:t>0.1</a:t>
              </a:r>
            </a:p>
            <a:p>
              <a:pPr algn="ctr">
                <a:spcBef>
                  <a:spcPct val="20000"/>
                </a:spcBef>
                <a:defRPr/>
              </a:pPr>
              <a:r>
                <a:rPr lang="en-US" altLang="zh-CN" sz="2000" b="1">
                  <a:latin typeface="Times New Roman" charset="0"/>
                  <a:ea typeface="楷体_GB2312" charset="0"/>
                  <a:cs typeface="楷体_GB2312" charset="0"/>
                </a:rPr>
                <a:t>0.2</a:t>
              </a:r>
            </a:p>
            <a:p>
              <a:pPr algn="ctr">
                <a:spcBef>
                  <a:spcPct val="20000"/>
                </a:spcBef>
                <a:defRPr/>
              </a:pPr>
              <a:r>
                <a:rPr lang="en-US" altLang="zh-CN" sz="2000" b="1">
                  <a:latin typeface="Times New Roman" charset="0"/>
                  <a:ea typeface="楷体_GB2312" charset="0"/>
                  <a:cs typeface="楷体_GB2312" charset="0"/>
                </a:rPr>
                <a:t>0.3</a:t>
              </a:r>
            </a:p>
            <a:p>
              <a:pPr algn="ctr">
                <a:spcBef>
                  <a:spcPct val="20000"/>
                </a:spcBef>
                <a:defRPr/>
              </a:pPr>
              <a:r>
                <a:rPr lang="en-US" altLang="zh-CN" sz="2000" b="1">
                  <a:latin typeface="Times New Roman" charset="0"/>
                  <a:ea typeface="楷体_GB2312" charset="0"/>
                  <a:cs typeface="楷体_GB2312" charset="0"/>
                </a:rPr>
                <a:t>0.4</a:t>
              </a:r>
            </a:p>
            <a:p>
              <a:pPr algn="ctr">
                <a:spcBef>
                  <a:spcPct val="20000"/>
                </a:spcBef>
                <a:defRPr/>
              </a:pPr>
              <a:r>
                <a:rPr lang="en-US" altLang="zh-CN" sz="2000" b="1">
                  <a:latin typeface="Times New Roman" charset="0"/>
                  <a:ea typeface="楷体_GB2312" charset="0"/>
                  <a:cs typeface="楷体_GB2312" charset="0"/>
                </a:rPr>
                <a:t>0.5</a:t>
              </a:r>
            </a:p>
          </p:txBody>
        </p:sp>
        <p:sp>
          <p:nvSpPr>
            <p:cNvPr id="63502" name="Rectangle 14">
              <a:extLst>
                <a:ext uri="{FF2B5EF4-FFF2-40B4-BE49-F238E27FC236}">
                  <a16:creationId xmlns:a16="http://schemas.microsoft.com/office/drawing/2014/main" id="{6A1C132B-5A10-E749-9115-03FFB8199385}"/>
                </a:ext>
              </a:extLst>
            </p:cNvPr>
            <p:cNvSpPr>
              <a:spLocks noChangeArrowheads="1"/>
            </p:cNvSpPr>
            <p:nvPr/>
          </p:nvSpPr>
          <p:spPr bwMode="auto">
            <a:xfrm>
              <a:off x="4032" y="1824"/>
              <a:ext cx="1104"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spcBef>
                  <a:spcPct val="20000"/>
                </a:spcBef>
                <a:defRPr/>
              </a:pPr>
              <a:r>
                <a:rPr lang="zh-CN" altLang="en-US" sz="2000" b="1">
                  <a:solidFill>
                    <a:srgbClr val="FF3300"/>
                  </a:solidFill>
                  <a:latin typeface="Times New Roman" charset="0"/>
                  <a:ea typeface="ＭＳ Ｐゴシック" charset="0"/>
                  <a:cs typeface="楷体_GB2312" charset="0"/>
                </a:rPr>
                <a:t>精确解</a:t>
              </a:r>
              <a:endParaRPr lang="en-US" altLang="zh-CN" sz="2000" b="1">
                <a:solidFill>
                  <a:srgbClr val="FF3300"/>
                </a:solidFill>
                <a:latin typeface="Times New Roman" charset="0"/>
                <a:ea typeface="ＭＳ Ｐゴシック" charset="0"/>
                <a:cs typeface="楷体_GB2312" charset="0"/>
              </a:endParaRPr>
            </a:p>
          </p:txBody>
        </p:sp>
        <p:sp>
          <p:nvSpPr>
            <p:cNvPr id="63503" name="Rectangle 15">
              <a:extLst>
                <a:ext uri="{FF2B5EF4-FFF2-40B4-BE49-F238E27FC236}">
                  <a16:creationId xmlns:a16="http://schemas.microsoft.com/office/drawing/2014/main" id="{31493EB0-EFCF-DE43-A10B-BDF7FF1A4533}"/>
                </a:ext>
              </a:extLst>
            </p:cNvPr>
            <p:cNvSpPr>
              <a:spLocks noChangeArrowheads="1"/>
            </p:cNvSpPr>
            <p:nvPr/>
          </p:nvSpPr>
          <p:spPr bwMode="auto">
            <a:xfrm>
              <a:off x="2832" y="1824"/>
              <a:ext cx="1296"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zh-CN" altLang="en-US" sz="2000" b="1">
                  <a:solidFill>
                    <a:srgbClr val="990099"/>
                  </a:solidFill>
                  <a:latin typeface="Times New Roman" charset="0"/>
                  <a:ea typeface="ＭＳ Ｐゴシック" charset="0"/>
                  <a:cs typeface="楷体_GB2312" charset="0"/>
                </a:rPr>
                <a:t>改进欧拉法</a:t>
              </a:r>
              <a:endParaRPr lang="en-US" altLang="zh-CN" sz="2000" b="1">
                <a:solidFill>
                  <a:srgbClr val="990099"/>
                </a:solidFill>
                <a:latin typeface="Times New Roman" charset="0"/>
                <a:ea typeface="ＭＳ Ｐゴシック" charset="0"/>
                <a:cs typeface="楷体_GB2312" charset="0"/>
              </a:endParaRPr>
            </a:p>
          </p:txBody>
        </p:sp>
        <p:sp>
          <p:nvSpPr>
            <p:cNvPr id="63504" name="Rectangle 16">
              <a:extLst>
                <a:ext uri="{FF2B5EF4-FFF2-40B4-BE49-F238E27FC236}">
                  <a16:creationId xmlns:a16="http://schemas.microsoft.com/office/drawing/2014/main" id="{2FDC782F-F6A9-7442-A7C6-097F05E31431}"/>
                </a:ext>
              </a:extLst>
            </p:cNvPr>
            <p:cNvSpPr>
              <a:spLocks noChangeArrowheads="1"/>
            </p:cNvSpPr>
            <p:nvPr/>
          </p:nvSpPr>
          <p:spPr bwMode="auto">
            <a:xfrm>
              <a:off x="1872" y="1824"/>
              <a:ext cx="100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000">
                  <a:latin typeface="Times New Roman" charset="0"/>
                  <a:ea typeface="ＭＳ Ｐゴシック" charset="0"/>
                  <a:cs typeface="楷体_GB2312" charset="0"/>
                </a:rPr>
                <a:t>  </a:t>
              </a:r>
              <a:r>
                <a:rPr lang="zh-CN" altLang="en-US" sz="2000" b="1">
                  <a:solidFill>
                    <a:srgbClr val="008000"/>
                  </a:solidFill>
                  <a:latin typeface="Times New Roman" charset="0"/>
                  <a:ea typeface="ＭＳ Ｐゴシック" charset="0"/>
                  <a:cs typeface="楷体_GB2312" charset="0"/>
                </a:rPr>
                <a:t>欧拉隐式</a:t>
              </a:r>
              <a:endParaRPr lang="en-US" altLang="zh-CN" sz="2000" b="1">
                <a:solidFill>
                  <a:srgbClr val="008000"/>
                </a:solidFill>
                <a:latin typeface="Times New Roman" charset="0"/>
                <a:ea typeface="ＭＳ Ｐゴシック" charset="0"/>
                <a:cs typeface="楷体_GB2312" charset="0"/>
              </a:endParaRPr>
            </a:p>
          </p:txBody>
        </p:sp>
        <p:sp>
          <p:nvSpPr>
            <p:cNvPr id="63505" name="Rectangle 17">
              <a:extLst>
                <a:ext uri="{FF2B5EF4-FFF2-40B4-BE49-F238E27FC236}">
                  <a16:creationId xmlns:a16="http://schemas.microsoft.com/office/drawing/2014/main" id="{7B586580-C899-0945-A089-0E30774589E8}"/>
                </a:ext>
              </a:extLst>
            </p:cNvPr>
            <p:cNvSpPr>
              <a:spLocks noChangeArrowheads="1"/>
            </p:cNvSpPr>
            <p:nvPr/>
          </p:nvSpPr>
          <p:spPr bwMode="auto">
            <a:xfrm>
              <a:off x="960" y="1824"/>
              <a:ext cx="960"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zh-CN" altLang="en-US" sz="2000" b="1">
                  <a:solidFill>
                    <a:schemeClr val="accent2"/>
                  </a:solidFill>
                  <a:latin typeface="Times New Roman" charset="0"/>
                  <a:ea typeface="ＭＳ Ｐゴシック" charset="0"/>
                  <a:cs typeface="楷体_GB2312" charset="0"/>
                </a:rPr>
                <a:t>欧拉显式</a:t>
              </a:r>
              <a:endParaRPr lang="en-US" altLang="zh-CN" sz="2000" b="1">
                <a:solidFill>
                  <a:schemeClr val="accent2"/>
                </a:solidFill>
                <a:latin typeface="Times New Roman" charset="0"/>
                <a:ea typeface="ＭＳ Ｐゴシック" charset="0"/>
                <a:cs typeface="楷体_GB2312" charset="0"/>
              </a:endParaRPr>
            </a:p>
          </p:txBody>
        </p:sp>
        <p:sp>
          <p:nvSpPr>
            <p:cNvPr id="63506" name="Rectangle 18">
              <a:extLst>
                <a:ext uri="{FF2B5EF4-FFF2-40B4-BE49-F238E27FC236}">
                  <a16:creationId xmlns:a16="http://schemas.microsoft.com/office/drawing/2014/main" id="{916B088A-153E-0942-B2DA-0C338D2DBF19}"/>
                </a:ext>
              </a:extLst>
            </p:cNvPr>
            <p:cNvSpPr>
              <a:spLocks noChangeArrowheads="1"/>
            </p:cNvSpPr>
            <p:nvPr/>
          </p:nvSpPr>
          <p:spPr bwMode="auto">
            <a:xfrm>
              <a:off x="240" y="1824"/>
              <a:ext cx="672"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spcBef>
                  <a:spcPct val="20000"/>
                </a:spcBef>
                <a:defRPr/>
              </a:pPr>
              <a:r>
                <a:rPr lang="en-US" altLang="zh-CN" sz="2000">
                  <a:latin typeface="Times New Roman" charset="0"/>
                  <a:ea typeface="ＭＳ Ｐゴシック" charset="0"/>
                  <a:cs typeface="楷体_GB2312" charset="0"/>
                </a:rPr>
                <a:t>  </a:t>
              </a:r>
              <a:r>
                <a:rPr lang="zh-CN" altLang="en-US" sz="2000" b="1">
                  <a:latin typeface="Times New Roman" charset="0"/>
                  <a:ea typeface="ＭＳ Ｐゴシック" charset="0"/>
                  <a:cs typeface="楷体_GB2312" charset="0"/>
                </a:rPr>
                <a:t>节点</a:t>
              </a:r>
              <a:r>
                <a:rPr lang="en-US" altLang="zh-CN" sz="2000" b="1">
                  <a:latin typeface="Times New Roman" charset="0"/>
                  <a:ea typeface="ＭＳ Ｐゴシック" charset="0"/>
                  <a:cs typeface="楷体_GB2312" charset="0"/>
                </a:rPr>
                <a:t> </a:t>
              </a:r>
              <a:r>
                <a:rPr lang="en-US" altLang="zh-CN" sz="2000" b="1" i="1">
                  <a:latin typeface="Times New Roman" charset="0"/>
                  <a:ea typeface="ＭＳ Ｐゴシック" charset="0"/>
                  <a:cs typeface="楷体_GB2312" charset="0"/>
                </a:rPr>
                <a:t>x</a:t>
              </a:r>
              <a:r>
                <a:rPr lang="en-US" altLang="zh-CN" sz="2000" b="1" i="1" baseline="-25000">
                  <a:latin typeface="Times New Roman" charset="0"/>
                  <a:ea typeface="ＭＳ Ｐゴシック" charset="0"/>
                  <a:cs typeface="楷体_GB2312" charset="0"/>
                </a:rPr>
                <a:t>i</a:t>
              </a:r>
              <a:endParaRPr lang="en-US" altLang="zh-CN" sz="2000" b="1">
                <a:latin typeface="Times New Roman" charset="0"/>
                <a:ea typeface="ＭＳ Ｐゴシック" charset="0"/>
                <a:cs typeface="楷体_GB2312" charset="0"/>
              </a:endParaRPr>
            </a:p>
          </p:txBody>
        </p:sp>
        <p:sp>
          <p:nvSpPr>
            <p:cNvPr id="63507" name="Line 19">
              <a:extLst>
                <a:ext uri="{FF2B5EF4-FFF2-40B4-BE49-F238E27FC236}">
                  <a16:creationId xmlns:a16="http://schemas.microsoft.com/office/drawing/2014/main" id="{2038F03C-5AA2-344C-8D04-91846ECA1976}"/>
                </a:ext>
              </a:extLst>
            </p:cNvPr>
            <p:cNvSpPr>
              <a:spLocks noChangeShapeType="1"/>
            </p:cNvSpPr>
            <p:nvPr/>
          </p:nvSpPr>
          <p:spPr bwMode="auto">
            <a:xfrm>
              <a:off x="240" y="1824"/>
              <a:ext cx="5088" cy="0"/>
            </a:xfrm>
            <a:prstGeom prst="line">
              <a:avLst/>
            </a:prstGeom>
            <a:noFill/>
            <a:ln w="12700"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aphicFrame>
          <p:nvGraphicFramePr>
            <p:cNvPr id="45073" name="Object 27">
              <a:extLst>
                <a:ext uri="{FF2B5EF4-FFF2-40B4-BE49-F238E27FC236}">
                  <a16:creationId xmlns:a16="http://schemas.microsoft.com/office/drawing/2014/main" id="{C89EC841-5AFC-0749-BC6D-99DECC32EEC6}"/>
                </a:ext>
              </a:extLst>
            </p:cNvPr>
            <p:cNvGraphicFramePr>
              <a:graphicFrameLocks noChangeAspect="1"/>
            </p:cNvGraphicFramePr>
            <p:nvPr/>
          </p:nvGraphicFramePr>
          <p:xfrm>
            <a:off x="4608" y="1824"/>
            <a:ext cx="720" cy="288"/>
          </p:xfrm>
          <a:graphic>
            <a:graphicData uri="http://schemas.openxmlformats.org/presentationml/2006/ole">
              <mc:AlternateContent xmlns:mc="http://schemas.openxmlformats.org/markup-compatibility/2006">
                <mc:Choice xmlns:v="urn:schemas-microsoft-com:vml" Requires="v">
                  <p:oleObj name="Equation" r:id="rId7" imgW="13169900" imgH="5270500" progId="Equation.3">
                    <p:embed/>
                  </p:oleObj>
                </mc:Choice>
                <mc:Fallback>
                  <p:oleObj name="Equation" r:id="rId7" imgW="13169900" imgH="5270500" progId="Equation.3">
                    <p:embed/>
                    <p:pic>
                      <p:nvPicPr>
                        <p:cNvPr id="45073" name="Object 27">
                          <a:extLst>
                            <a:ext uri="{FF2B5EF4-FFF2-40B4-BE49-F238E27FC236}">
                              <a16:creationId xmlns:a16="http://schemas.microsoft.com/office/drawing/2014/main" id="{C89EC841-5AFC-0749-BC6D-99DECC32EE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8" y="182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3532" name="Line 44">
              <a:extLst>
                <a:ext uri="{FF2B5EF4-FFF2-40B4-BE49-F238E27FC236}">
                  <a16:creationId xmlns:a16="http://schemas.microsoft.com/office/drawing/2014/main" id="{5330FDF2-9A80-6A48-A303-39A44F980D2D}"/>
                </a:ext>
              </a:extLst>
            </p:cNvPr>
            <p:cNvSpPr>
              <a:spLocks noChangeShapeType="1"/>
            </p:cNvSpPr>
            <p:nvPr/>
          </p:nvSpPr>
          <p:spPr bwMode="auto">
            <a:xfrm>
              <a:off x="240" y="2160"/>
              <a:ext cx="5088" cy="0"/>
            </a:xfrm>
            <a:prstGeom prst="line">
              <a:avLst/>
            </a:prstGeom>
            <a:noFill/>
            <a:ln w="12700"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63533" name="Line 45">
              <a:extLst>
                <a:ext uri="{FF2B5EF4-FFF2-40B4-BE49-F238E27FC236}">
                  <a16:creationId xmlns:a16="http://schemas.microsoft.com/office/drawing/2014/main" id="{BBB78665-EFFD-9C46-A72C-540231914339}"/>
                </a:ext>
              </a:extLst>
            </p:cNvPr>
            <p:cNvSpPr>
              <a:spLocks noChangeShapeType="1"/>
            </p:cNvSpPr>
            <p:nvPr/>
          </p:nvSpPr>
          <p:spPr bwMode="auto">
            <a:xfrm>
              <a:off x="288" y="3600"/>
              <a:ext cx="5088" cy="0"/>
            </a:xfrm>
            <a:prstGeom prst="line">
              <a:avLst/>
            </a:prstGeom>
            <a:noFill/>
            <a:ln w="12700" cap="sq">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sp>
        <p:nvSpPr>
          <p:cNvPr id="63535" name="Rectangle 47">
            <a:extLst>
              <a:ext uri="{FF2B5EF4-FFF2-40B4-BE49-F238E27FC236}">
                <a16:creationId xmlns:a16="http://schemas.microsoft.com/office/drawing/2014/main" id="{05BD02D5-8DB3-7C41-8005-E82772F66CB9}"/>
              </a:ext>
            </a:extLst>
          </p:cNvPr>
          <p:cNvSpPr>
            <a:spLocks noChangeArrowheads="1"/>
          </p:cNvSpPr>
          <p:nvPr/>
        </p:nvSpPr>
        <p:spPr bwMode="auto">
          <a:xfrm>
            <a:off x="1524000" y="3048000"/>
            <a:ext cx="1600200" cy="2311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rIns="0"/>
          <a:lstStyle/>
          <a:p>
            <a:pPr algn="ctr">
              <a:spcBef>
                <a:spcPct val="20000"/>
              </a:spcBef>
              <a:defRPr/>
            </a:pPr>
            <a:r>
              <a:rPr lang="en-US" altLang="zh-CN" sz="2000" b="1">
                <a:latin typeface="Times New Roman" charset="0"/>
                <a:ea typeface="楷体_GB2312" charset="0"/>
                <a:cs typeface="楷体_GB2312" charset="0"/>
              </a:rPr>
              <a:t>  </a:t>
            </a:r>
            <a:r>
              <a:rPr lang="en-US" altLang="zh-CN" sz="2000" b="1">
                <a:solidFill>
                  <a:schemeClr val="accent2"/>
                </a:solidFill>
                <a:latin typeface="Times New Roman" charset="0"/>
                <a:ea typeface="楷体_GB2312" charset="0"/>
                <a:cs typeface="楷体_GB2312" charset="0"/>
              </a:rPr>
              <a:t>1.0000</a:t>
            </a:r>
          </a:p>
          <a:p>
            <a:pPr algn="ctr">
              <a:spcBef>
                <a:spcPct val="20000"/>
              </a:spcBef>
              <a:defRPr/>
            </a:pPr>
            <a:r>
              <a:rPr lang="en-US" altLang="zh-CN" sz="2000" b="1">
                <a:solidFill>
                  <a:schemeClr val="accent2"/>
                </a:solidFill>
                <a:latin typeface="Times New Roman" charset="0"/>
                <a:ea typeface="楷体_GB2312" charset="0"/>
                <a:cs typeface="楷体_GB2312" charset="0"/>
                <a:sym typeface="Symbol" charset="0"/>
              </a:rPr>
              <a:t></a:t>
            </a:r>
            <a:r>
              <a:rPr lang="en-US" altLang="zh-CN" sz="2000" b="1">
                <a:solidFill>
                  <a:schemeClr val="accent2"/>
                </a:solidFill>
                <a:latin typeface="Times New Roman" charset="0"/>
                <a:ea typeface="楷体_GB2312" charset="0"/>
                <a:cs typeface="楷体_GB2312" charset="0"/>
              </a:rPr>
              <a:t>2.0000</a:t>
            </a:r>
          </a:p>
          <a:p>
            <a:pPr algn="ctr">
              <a:spcBef>
                <a:spcPct val="20000"/>
              </a:spcBef>
              <a:defRPr/>
            </a:pPr>
            <a:r>
              <a:rPr lang="en-US" altLang="zh-CN" sz="2000" b="1">
                <a:solidFill>
                  <a:schemeClr val="accent2"/>
                </a:solidFill>
                <a:latin typeface="Times New Roman" charset="0"/>
                <a:ea typeface="楷体_GB2312" charset="0"/>
                <a:cs typeface="楷体_GB2312" charset="0"/>
              </a:rPr>
              <a:t>  4.0000</a:t>
            </a:r>
          </a:p>
          <a:p>
            <a:pPr algn="ctr">
              <a:spcBef>
                <a:spcPct val="20000"/>
              </a:spcBef>
              <a:defRPr/>
            </a:pPr>
            <a:r>
              <a:rPr lang="en-US" altLang="zh-CN" sz="2000" b="1">
                <a:solidFill>
                  <a:schemeClr val="accent2"/>
                </a:solidFill>
                <a:latin typeface="Times New Roman" charset="0"/>
                <a:ea typeface="楷体_GB2312" charset="0"/>
                <a:cs typeface="楷体_GB2312" charset="0"/>
                <a:sym typeface="Symbol" charset="0"/>
              </a:rPr>
              <a:t></a:t>
            </a:r>
            <a:r>
              <a:rPr lang="en-US" altLang="zh-CN" sz="2000" b="1">
                <a:solidFill>
                  <a:schemeClr val="accent2"/>
                </a:solidFill>
                <a:latin typeface="Times New Roman" charset="0"/>
                <a:ea typeface="楷体_GB2312" charset="0"/>
                <a:cs typeface="楷体_GB2312" charset="0"/>
              </a:rPr>
              <a:t>8.0000</a:t>
            </a:r>
          </a:p>
          <a:p>
            <a:pPr algn="ctr">
              <a:spcBef>
                <a:spcPct val="20000"/>
              </a:spcBef>
              <a:defRPr/>
            </a:pPr>
            <a:r>
              <a:rPr lang="en-US" altLang="zh-CN" sz="2000" b="1">
                <a:solidFill>
                  <a:schemeClr val="accent2"/>
                </a:solidFill>
                <a:latin typeface="Times New Roman" charset="0"/>
                <a:ea typeface="楷体_GB2312" charset="0"/>
                <a:cs typeface="楷体_GB2312" charset="0"/>
              </a:rPr>
              <a:t>    1.6000</a:t>
            </a:r>
            <a:r>
              <a:rPr lang="en-US" altLang="zh-CN" sz="2000" b="1">
                <a:solidFill>
                  <a:schemeClr val="accent2"/>
                </a:solidFill>
                <a:latin typeface="Times New Roman" charset="0"/>
                <a:ea typeface="楷体_GB2312" charset="0"/>
                <a:cs typeface="楷体_GB2312" charset="0"/>
                <a:sym typeface="Symbol" charset="0"/>
              </a:rPr>
              <a:t>10</a:t>
            </a:r>
            <a:r>
              <a:rPr lang="en-US" altLang="zh-CN" sz="2000" b="1" baseline="30000">
                <a:solidFill>
                  <a:schemeClr val="accent2"/>
                </a:solidFill>
                <a:latin typeface="Times New Roman" charset="0"/>
                <a:ea typeface="楷体_GB2312" charset="0"/>
                <a:cs typeface="楷体_GB2312" charset="0"/>
                <a:sym typeface="Symbol" charset="0"/>
              </a:rPr>
              <a:t>1</a:t>
            </a:r>
            <a:r>
              <a:rPr lang="en-US" altLang="zh-CN" sz="2000" b="1">
                <a:solidFill>
                  <a:schemeClr val="accent2"/>
                </a:solidFill>
                <a:latin typeface="Times New Roman" charset="0"/>
                <a:ea typeface="楷体_GB2312" charset="0"/>
                <a:cs typeface="楷体_GB2312" charset="0"/>
              </a:rPr>
              <a:t> </a:t>
            </a:r>
          </a:p>
          <a:p>
            <a:pPr algn="ctr">
              <a:spcBef>
                <a:spcPct val="20000"/>
              </a:spcBef>
              <a:defRPr/>
            </a:pPr>
            <a:r>
              <a:rPr lang="en-US" altLang="zh-CN" sz="2000" b="1">
                <a:solidFill>
                  <a:schemeClr val="accent2"/>
                </a:solidFill>
                <a:latin typeface="Times New Roman" charset="0"/>
                <a:ea typeface="楷体_GB2312" charset="0"/>
                <a:cs typeface="楷体_GB2312" charset="0"/>
              </a:rPr>
              <a:t> </a:t>
            </a:r>
            <a:r>
              <a:rPr lang="en-US" altLang="zh-CN" sz="2000" b="1">
                <a:solidFill>
                  <a:schemeClr val="accent2"/>
                </a:solidFill>
                <a:latin typeface="Times New Roman" charset="0"/>
                <a:ea typeface="楷体_GB2312" charset="0"/>
                <a:cs typeface="楷体_GB2312" charset="0"/>
                <a:sym typeface="Symbol" charset="0"/>
              </a:rPr>
              <a:t></a:t>
            </a:r>
            <a:r>
              <a:rPr lang="en-US" altLang="zh-CN" sz="2000" b="1">
                <a:solidFill>
                  <a:schemeClr val="accent2"/>
                </a:solidFill>
                <a:latin typeface="Times New Roman" charset="0"/>
                <a:ea typeface="楷体_GB2312" charset="0"/>
                <a:cs typeface="楷体_GB2312" charset="0"/>
              </a:rPr>
              <a:t>3.2000</a:t>
            </a:r>
            <a:r>
              <a:rPr lang="en-US" altLang="zh-CN" sz="2000" b="1">
                <a:solidFill>
                  <a:schemeClr val="accent2"/>
                </a:solidFill>
                <a:latin typeface="Times New Roman" charset="0"/>
                <a:ea typeface="楷体_GB2312" charset="0"/>
                <a:cs typeface="楷体_GB2312" charset="0"/>
                <a:sym typeface="Symbol" charset="0"/>
              </a:rPr>
              <a:t>10</a:t>
            </a:r>
            <a:r>
              <a:rPr lang="en-US" altLang="zh-CN" sz="2000" b="1" baseline="30000">
                <a:solidFill>
                  <a:schemeClr val="accent2"/>
                </a:solidFill>
                <a:latin typeface="Times New Roman" charset="0"/>
                <a:ea typeface="楷体_GB2312" charset="0"/>
                <a:cs typeface="楷体_GB2312" charset="0"/>
                <a:sym typeface="Symbol" charset="0"/>
              </a:rPr>
              <a:t>1</a:t>
            </a:r>
            <a:r>
              <a:rPr lang="en-US" altLang="zh-CN" sz="2000" b="1">
                <a:solidFill>
                  <a:schemeClr val="accent2"/>
                </a:solidFill>
                <a:latin typeface="Times New Roman" charset="0"/>
                <a:ea typeface="楷体_GB2312" charset="0"/>
                <a:cs typeface="楷体_GB2312" charset="0"/>
              </a:rPr>
              <a:t> </a:t>
            </a:r>
          </a:p>
        </p:txBody>
      </p:sp>
      <p:sp>
        <p:nvSpPr>
          <p:cNvPr id="63536" name="Rectangle 48">
            <a:extLst>
              <a:ext uri="{FF2B5EF4-FFF2-40B4-BE49-F238E27FC236}">
                <a16:creationId xmlns:a16="http://schemas.microsoft.com/office/drawing/2014/main" id="{90FFBAE5-A814-FC4E-B5E2-91146C7F527F}"/>
              </a:ext>
            </a:extLst>
          </p:cNvPr>
          <p:cNvSpPr>
            <a:spLocks noChangeArrowheads="1"/>
          </p:cNvSpPr>
          <p:nvPr/>
        </p:nvSpPr>
        <p:spPr bwMode="auto">
          <a:xfrm>
            <a:off x="3048000" y="3048000"/>
            <a:ext cx="1752600" cy="2311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rIns="0"/>
          <a:lstStyle/>
          <a:p>
            <a:pPr algn="ctr">
              <a:spcBef>
                <a:spcPct val="20000"/>
              </a:spcBef>
              <a:defRPr/>
            </a:pPr>
            <a:r>
              <a:rPr lang="en-US" altLang="zh-CN" sz="2000" b="1">
                <a:solidFill>
                  <a:srgbClr val="008000"/>
                </a:solidFill>
                <a:latin typeface="Times New Roman" charset="0"/>
                <a:ea typeface="楷体_GB2312" charset="0"/>
                <a:cs typeface="楷体_GB2312" charset="0"/>
              </a:rPr>
              <a:t>1.0000</a:t>
            </a:r>
          </a:p>
          <a:p>
            <a:pPr algn="ctr">
              <a:spcBef>
                <a:spcPct val="20000"/>
              </a:spcBef>
              <a:defRPr/>
            </a:pPr>
            <a:r>
              <a:rPr lang="en-US" altLang="zh-CN" sz="2000" b="1">
                <a:solidFill>
                  <a:srgbClr val="008000"/>
                </a:solidFill>
                <a:latin typeface="Times New Roman" charset="0"/>
                <a:ea typeface="楷体_GB2312" charset="0"/>
                <a:cs typeface="楷体_GB2312" charset="0"/>
              </a:rPr>
              <a:t>2.5000</a:t>
            </a:r>
            <a:r>
              <a:rPr lang="en-US" altLang="zh-CN" sz="2000" b="1">
                <a:solidFill>
                  <a:srgbClr val="008000"/>
                </a:solidFill>
                <a:latin typeface="Times New Roman" charset="0"/>
                <a:ea typeface="楷体_GB2312" charset="0"/>
                <a:cs typeface="楷体_GB2312" charset="0"/>
                <a:sym typeface="Symbol" charset="0"/>
              </a:rPr>
              <a:t>10</a:t>
            </a:r>
            <a:r>
              <a:rPr lang="en-US" altLang="zh-CN" sz="2000" b="1" baseline="30000">
                <a:solidFill>
                  <a:srgbClr val="008000"/>
                </a:solidFill>
                <a:latin typeface="Times New Roman" charset="0"/>
                <a:ea typeface="楷体_GB2312" charset="0"/>
                <a:cs typeface="楷体_GB2312" charset="0"/>
                <a:sym typeface="Symbol" charset="0"/>
              </a:rPr>
              <a:t>1</a:t>
            </a:r>
            <a:r>
              <a:rPr lang="en-US" altLang="zh-CN" sz="2000" b="1">
                <a:solidFill>
                  <a:srgbClr val="008000"/>
                </a:solidFill>
                <a:latin typeface="Times New Roman" charset="0"/>
                <a:ea typeface="楷体_GB2312" charset="0"/>
                <a:cs typeface="楷体_GB2312" charset="0"/>
              </a:rPr>
              <a:t> </a:t>
            </a:r>
          </a:p>
          <a:p>
            <a:pPr algn="ctr">
              <a:spcBef>
                <a:spcPct val="20000"/>
              </a:spcBef>
              <a:defRPr/>
            </a:pPr>
            <a:r>
              <a:rPr lang="en-US" altLang="zh-CN" sz="2000" b="1">
                <a:solidFill>
                  <a:srgbClr val="008000"/>
                </a:solidFill>
                <a:latin typeface="Times New Roman" charset="0"/>
                <a:ea typeface="楷体_GB2312" charset="0"/>
                <a:cs typeface="楷体_GB2312" charset="0"/>
              </a:rPr>
              <a:t>6.2500</a:t>
            </a:r>
            <a:r>
              <a:rPr lang="en-US" altLang="zh-CN" sz="2000" b="1">
                <a:solidFill>
                  <a:srgbClr val="008000"/>
                </a:solidFill>
                <a:latin typeface="Times New Roman" charset="0"/>
                <a:ea typeface="楷体_GB2312" charset="0"/>
                <a:cs typeface="楷体_GB2312" charset="0"/>
                <a:sym typeface="Symbol" charset="0"/>
              </a:rPr>
              <a:t>10</a:t>
            </a:r>
            <a:r>
              <a:rPr lang="en-US" altLang="zh-CN" sz="2000" b="1" baseline="30000">
                <a:solidFill>
                  <a:srgbClr val="008000"/>
                </a:solidFill>
                <a:latin typeface="Times New Roman" charset="0"/>
                <a:ea typeface="楷体_GB2312" charset="0"/>
                <a:cs typeface="楷体_GB2312" charset="0"/>
                <a:sym typeface="Symbol" charset="0"/>
              </a:rPr>
              <a:t>2</a:t>
            </a:r>
            <a:endParaRPr lang="en-US" altLang="zh-CN" sz="2000" b="1">
              <a:solidFill>
                <a:srgbClr val="008000"/>
              </a:solidFill>
              <a:latin typeface="Times New Roman" charset="0"/>
              <a:ea typeface="楷体_GB2312" charset="0"/>
              <a:cs typeface="楷体_GB2312" charset="0"/>
            </a:endParaRPr>
          </a:p>
          <a:p>
            <a:pPr algn="ctr">
              <a:spcBef>
                <a:spcPct val="20000"/>
              </a:spcBef>
              <a:defRPr/>
            </a:pPr>
            <a:r>
              <a:rPr lang="en-US" altLang="zh-CN" sz="2000" b="1">
                <a:solidFill>
                  <a:srgbClr val="008000"/>
                </a:solidFill>
                <a:latin typeface="Times New Roman" charset="0"/>
                <a:ea typeface="楷体_GB2312" charset="0"/>
                <a:cs typeface="楷体_GB2312" charset="0"/>
              </a:rPr>
              <a:t>1.5625</a:t>
            </a:r>
            <a:r>
              <a:rPr lang="en-US" altLang="zh-CN" sz="2000" b="1">
                <a:solidFill>
                  <a:srgbClr val="008000"/>
                </a:solidFill>
                <a:latin typeface="Times New Roman" charset="0"/>
                <a:ea typeface="楷体_GB2312" charset="0"/>
                <a:cs typeface="楷体_GB2312" charset="0"/>
                <a:sym typeface="Symbol" charset="0"/>
              </a:rPr>
              <a:t>10</a:t>
            </a:r>
            <a:r>
              <a:rPr lang="en-US" altLang="zh-CN" sz="2000" b="1" baseline="30000">
                <a:solidFill>
                  <a:srgbClr val="008000"/>
                </a:solidFill>
                <a:latin typeface="Times New Roman" charset="0"/>
                <a:ea typeface="楷体_GB2312" charset="0"/>
                <a:cs typeface="楷体_GB2312" charset="0"/>
                <a:sym typeface="Symbol" charset="0"/>
              </a:rPr>
              <a:t>2</a:t>
            </a:r>
            <a:endParaRPr lang="en-US" altLang="zh-CN" sz="2000" b="1">
              <a:solidFill>
                <a:srgbClr val="008000"/>
              </a:solidFill>
              <a:latin typeface="Times New Roman" charset="0"/>
              <a:ea typeface="楷体_GB2312" charset="0"/>
              <a:cs typeface="楷体_GB2312" charset="0"/>
            </a:endParaRPr>
          </a:p>
          <a:p>
            <a:pPr algn="ctr">
              <a:spcBef>
                <a:spcPct val="20000"/>
              </a:spcBef>
              <a:defRPr/>
            </a:pPr>
            <a:r>
              <a:rPr lang="en-US" altLang="zh-CN" sz="2000" b="1">
                <a:solidFill>
                  <a:srgbClr val="008000"/>
                </a:solidFill>
                <a:latin typeface="Times New Roman" charset="0"/>
                <a:ea typeface="楷体_GB2312" charset="0"/>
                <a:cs typeface="楷体_GB2312" charset="0"/>
              </a:rPr>
              <a:t>3.9063</a:t>
            </a:r>
            <a:r>
              <a:rPr lang="en-US" altLang="zh-CN" sz="2000" b="1">
                <a:solidFill>
                  <a:srgbClr val="008000"/>
                </a:solidFill>
                <a:latin typeface="Times New Roman" charset="0"/>
                <a:ea typeface="楷体_GB2312" charset="0"/>
                <a:cs typeface="楷体_GB2312" charset="0"/>
                <a:sym typeface="Symbol" charset="0"/>
              </a:rPr>
              <a:t>10</a:t>
            </a:r>
            <a:r>
              <a:rPr lang="en-US" altLang="zh-CN" sz="2000" b="1" baseline="30000">
                <a:solidFill>
                  <a:srgbClr val="008000"/>
                </a:solidFill>
                <a:latin typeface="Times New Roman" charset="0"/>
                <a:ea typeface="楷体_GB2312" charset="0"/>
                <a:cs typeface="楷体_GB2312" charset="0"/>
                <a:sym typeface="Symbol" charset="0"/>
              </a:rPr>
              <a:t>3</a:t>
            </a:r>
            <a:endParaRPr lang="en-US" altLang="zh-CN" sz="2000" b="1">
              <a:solidFill>
                <a:srgbClr val="008000"/>
              </a:solidFill>
              <a:latin typeface="Times New Roman" charset="0"/>
              <a:ea typeface="楷体_GB2312" charset="0"/>
              <a:cs typeface="楷体_GB2312" charset="0"/>
            </a:endParaRPr>
          </a:p>
          <a:p>
            <a:pPr algn="ctr">
              <a:spcBef>
                <a:spcPct val="20000"/>
              </a:spcBef>
              <a:defRPr/>
            </a:pPr>
            <a:r>
              <a:rPr lang="en-US" altLang="zh-CN" sz="2000" b="1">
                <a:solidFill>
                  <a:srgbClr val="008000"/>
                </a:solidFill>
                <a:latin typeface="Times New Roman" charset="0"/>
                <a:ea typeface="楷体_GB2312" charset="0"/>
                <a:cs typeface="楷体_GB2312" charset="0"/>
              </a:rPr>
              <a:t>9.7656</a:t>
            </a:r>
            <a:r>
              <a:rPr lang="en-US" altLang="zh-CN" sz="2000" b="1">
                <a:solidFill>
                  <a:srgbClr val="008000"/>
                </a:solidFill>
                <a:latin typeface="Times New Roman" charset="0"/>
                <a:ea typeface="楷体_GB2312" charset="0"/>
                <a:cs typeface="楷体_GB2312" charset="0"/>
                <a:sym typeface="Symbol" charset="0"/>
              </a:rPr>
              <a:t>10</a:t>
            </a:r>
            <a:r>
              <a:rPr lang="en-US" altLang="zh-CN" sz="2000" b="1" baseline="30000">
                <a:solidFill>
                  <a:srgbClr val="008000"/>
                </a:solidFill>
                <a:latin typeface="Times New Roman" charset="0"/>
                <a:ea typeface="楷体_GB2312" charset="0"/>
                <a:cs typeface="楷体_GB2312" charset="0"/>
                <a:sym typeface="Symbol" charset="0"/>
              </a:rPr>
              <a:t>4</a:t>
            </a:r>
          </a:p>
        </p:txBody>
      </p:sp>
      <p:sp>
        <p:nvSpPr>
          <p:cNvPr id="63537" name="Rectangle 49">
            <a:extLst>
              <a:ext uri="{FF2B5EF4-FFF2-40B4-BE49-F238E27FC236}">
                <a16:creationId xmlns:a16="http://schemas.microsoft.com/office/drawing/2014/main" id="{458C69CE-0F1D-3E49-8E2E-29C1EBB10268}"/>
              </a:ext>
            </a:extLst>
          </p:cNvPr>
          <p:cNvSpPr>
            <a:spLocks noChangeArrowheads="1"/>
          </p:cNvSpPr>
          <p:nvPr/>
        </p:nvSpPr>
        <p:spPr bwMode="auto">
          <a:xfrm>
            <a:off x="4648200" y="3048000"/>
            <a:ext cx="1905000" cy="2311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spcBef>
                <a:spcPct val="20000"/>
              </a:spcBef>
              <a:defRPr/>
            </a:pPr>
            <a:r>
              <a:rPr lang="en-US" altLang="zh-CN" sz="2000" b="1" dirty="0">
                <a:solidFill>
                  <a:srgbClr val="990099"/>
                </a:solidFill>
                <a:latin typeface="Times New Roman" charset="0"/>
                <a:ea typeface="楷体_GB2312" charset="0"/>
                <a:cs typeface="楷体_GB2312" charset="0"/>
              </a:rPr>
              <a:t>1.0000</a:t>
            </a:r>
          </a:p>
          <a:p>
            <a:pPr algn="ctr">
              <a:spcBef>
                <a:spcPct val="20000"/>
              </a:spcBef>
              <a:defRPr/>
            </a:pPr>
            <a:r>
              <a:rPr lang="en-US" altLang="zh-CN" sz="2000" b="1" dirty="0">
                <a:solidFill>
                  <a:srgbClr val="990099"/>
                </a:solidFill>
                <a:latin typeface="Times New Roman" charset="0"/>
                <a:ea typeface="楷体_GB2312" charset="0"/>
                <a:cs typeface="楷体_GB2312" charset="0"/>
              </a:rPr>
              <a:t>2.5000</a:t>
            </a:r>
          </a:p>
          <a:p>
            <a:pPr algn="ctr">
              <a:spcBef>
                <a:spcPct val="20000"/>
              </a:spcBef>
              <a:defRPr/>
            </a:pPr>
            <a:r>
              <a:rPr lang="en-US" altLang="zh-CN" sz="2000" b="1" dirty="0">
                <a:solidFill>
                  <a:srgbClr val="990099"/>
                </a:solidFill>
                <a:latin typeface="Times New Roman" charset="0"/>
                <a:ea typeface="楷体_GB2312" charset="0"/>
                <a:cs typeface="楷体_GB2312" charset="0"/>
              </a:rPr>
              <a:t>6.2500</a:t>
            </a:r>
          </a:p>
          <a:p>
            <a:pPr algn="ctr">
              <a:spcBef>
                <a:spcPct val="20000"/>
              </a:spcBef>
              <a:defRPr/>
            </a:pPr>
            <a:r>
              <a:rPr lang="en-US" altLang="zh-CN" sz="2000" b="1" dirty="0">
                <a:solidFill>
                  <a:srgbClr val="990099"/>
                </a:solidFill>
                <a:latin typeface="Times New Roman" charset="0"/>
                <a:ea typeface="楷体_GB2312" charset="0"/>
                <a:cs typeface="楷体_GB2312" charset="0"/>
              </a:rPr>
              <a:t>1.562</a:t>
            </a:r>
            <a:r>
              <a:rPr lang="zh-CN" altLang="zh-CN" sz="2000" b="1" dirty="0">
                <a:solidFill>
                  <a:srgbClr val="990099"/>
                </a:solidFill>
                <a:latin typeface="Times New Roman" charset="0"/>
                <a:ea typeface="楷体_GB2312" charset="0"/>
                <a:cs typeface="楷体_GB2312" charset="0"/>
              </a:rPr>
              <a:t>6</a:t>
            </a:r>
            <a:r>
              <a:rPr lang="en-US" altLang="zh-CN" sz="2000" b="1" dirty="0">
                <a:solidFill>
                  <a:srgbClr val="990099"/>
                </a:solidFill>
                <a:latin typeface="Times New Roman" charset="0"/>
                <a:ea typeface="楷体_GB2312" charset="0"/>
                <a:cs typeface="楷体_GB2312" charset="0"/>
                <a:sym typeface="Symbol" charset="0"/>
              </a:rPr>
              <a:t>10</a:t>
            </a:r>
            <a:r>
              <a:rPr lang="en-US" altLang="zh-CN" sz="2000" b="1" baseline="30000" dirty="0">
                <a:solidFill>
                  <a:srgbClr val="990099"/>
                </a:solidFill>
                <a:latin typeface="Times New Roman" charset="0"/>
                <a:ea typeface="楷体_GB2312" charset="0"/>
                <a:cs typeface="楷体_GB2312" charset="0"/>
                <a:sym typeface="Symbol" charset="0"/>
              </a:rPr>
              <a:t>1</a:t>
            </a:r>
            <a:endParaRPr lang="en-US" altLang="zh-CN" sz="2000" b="1" dirty="0">
              <a:solidFill>
                <a:srgbClr val="990099"/>
              </a:solidFill>
              <a:latin typeface="Times New Roman" charset="0"/>
              <a:ea typeface="楷体_GB2312" charset="0"/>
              <a:cs typeface="楷体_GB2312" charset="0"/>
            </a:endParaRPr>
          </a:p>
          <a:p>
            <a:pPr algn="ctr">
              <a:spcBef>
                <a:spcPct val="20000"/>
              </a:spcBef>
              <a:defRPr/>
            </a:pPr>
            <a:r>
              <a:rPr lang="en-US" altLang="zh-CN" sz="2000" b="1" dirty="0">
                <a:solidFill>
                  <a:srgbClr val="990099"/>
                </a:solidFill>
                <a:latin typeface="Times New Roman" charset="0"/>
                <a:ea typeface="楷体_GB2312" charset="0"/>
                <a:cs typeface="楷体_GB2312" charset="0"/>
              </a:rPr>
              <a:t>3.9063</a:t>
            </a:r>
            <a:r>
              <a:rPr lang="en-US" altLang="zh-CN" sz="2000" b="1" dirty="0">
                <a:solidFill>
                  <a:srgbClr val="990099"/>
                </a:solidFill>
                <a:latin typeface="Times New Roman" charset="0"/>
                <a:ea typeface="楷体_GB2312" charset="0"/>
                <a:cs typeface="楷体_GB2312" charset="0"/>
                <a:sym typeface="Symbol" charset="0"/>
              </a:rPr>
              <a:t>10</a:t>
            </a:r>
            <a:r>
              <a:rPr lang="en-US" altLang="zh-CN" sz="2000" b="1" baseline="30000" dirty="0">
                <a:solidFill>
                  <a:srgbClr val="990099"/>
                </a:solidFill>
                <a:latin typeface="Times New Roman" charset="0"/>
                <a:ea typeface="楷体_GB2312" charset="0"/>
                <a:cs typeface="楷体_GB2312" charset="0"/>
                <a:sym typeface="Symbol" charset="0"/>
              </a:rPr>
              <a:t>1</a:t>
            </a:r>
            <a:endParaRPr lang="en-US" altLang="zh-CN" sz="2000" b="1" dirty="0">
              <a:solidFill>
                <a:srgbClr val="990099"/>
              </a:solidFill>
              <a:latin typeface="Times New Roman" charset="0"/>
              <a:ea typeface="楷体_GB2312" charset="0"/>
              <a:cs typeface="楷体_GB2312" charset="0"/>
            </a:endParaRPr>
          </a:p>
          <a:p>
            <a:pPr algn="ctr">
              <a:spcBef>
                <a:spcPct val="20000"/>
              </a:spcBef>
              <a:defRPr/>
            </a:pPr>
            <a:r>
              <a:rPr lang="en-US" altLang="zh-CN" sz="2000" b="1" dirty="0">
                <a:solidFill>
                  <a:srgbClr val="990099"/>
                </a:solidFill>
                <a:latin typeface="Times New Roman" charset="0"/>
                <a:ea typeface="楷体_GB2312" charset="0"/>
                <a:cs typeface="楷体_GB2312" charset="0"/>
              </a:rPr>
              <a:t>9.7656</a:t>
            </a:r>
            <a:r>
              <a:rPr lang="en-US" altLang="zh-CN" sz="2000" b="1" dirty="0">
                <a:solidFill>
                  <a:srgbClr val="990099"/>
                </a:solidFill>
                <a:latin typeface="Times New Roman" charset="0"/>
                <a:ea typeface="楷体_GB2312" charset="0"/>
                <a:cs typeface="楷体_GB2312" charset="0"/>
                <a:sym typeface="Symbol" charset="0"/>
              </a:rPr>
              <a:t>10</a:t>
            </a:r>
            <a:r>
              <a:rPr lang="en-US" altLang="zh-CN" sz="2000" b="1" baseline="30000" dirty="0">
                <a:solidFill>
                  <a:srgbClr val="990099"/>
                </a:solidFill>
                <a:latin typeface="Times New Roman" charset="0"/>
                <a:ea typeface="楷体_GB2312" charset="0"/>
                <a:cs typeface="楷体_GB2312" charset="0"/>
                <a:sym typeface="Symbol" charset="0"/>
              </a:rPr>
              <a:t>1</a:t>
            </a:r>
            <a:endParaRPr lang="en-US" altLang="zh-CN" sz="2000" b="1" dirty="0">
              <a:solidFill>
                <a:srgbClr val="990099"/>
              </a:solidFill>
              <a:latin typeface="Times New Roman" charset="0"/>
              <a:ea typeface="楷体_GB2312" charset="0"/>
              <a:cs typeface="楷体_GB2312" charset="0"/>
            </a:endParaRPr>
          </a:p>
        </p:txBody>
      </p:sp>
      <p:sp>
        <p:nvSpPr>
          <p:cNvPr id="63538" name="Rectangle 50">
            <a:extLst>
              <a:ext uri="{FF2B5EF4-FFF2-40B4-BE49-F238E27FC236}">
                <a16:creationId xmlns:a16="http://schemas.microsoft.com/office/drawing/2014/main" id="{614F5C3D-11F1-B947-BCA8-53281D30AE62}"/>
              </a:ext>
            </a:extLst>
          </p:cNvPr>
          <p:cNvSpPr>
            <a:spLocks noChangeArrowheads="1"/>
          </p:cNvSpPr>
          <p:nvPr/>
        </p:nvSpPr>
        <p:spPr bwMode="auto">
          <a:xfrm>
            <a:off x="6629400" y="3048000"/>
            <a:ext cx="1752600" cy="2311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spcBef>
                <a:spcPct val="20000"/>
              </a:spcBef>
              <a:defRPr/>
            </a:pPr>
            <a:r>
              <a:rPr lang="en-US" altLang="zh-CN" sz="2000" b="1">
                <a:solidFill>
                  <a:srgbClr val="FF3300"/>
                </a:solidFill>
                <a:latin typeface="Times New Roman" charset="0"/>
                <a:ea typeface="楷体_GB2312" charset="0"/>
                <a:cs typeface="楷体_GB2312" charset="0"/>
              </a:rPr>
              <a:t>1.0000</a:t>
            </a:r>
          </a:p>
          <a:p>
            <a:pPr algn="ctr">
              <a:spcBef>
                <a:spcPct val="20000"/>
              </a:spcBef>
              <a:defRPr/>
            </a:pPr>
            <a:r>
              <a:rPr lang="en-US" altLang="zh-CN" sz="2000" b="1">
                <a:solidFill>
                  <a:srgbClr val="FF3300"/>
                </a:solidFill>
                <a:latin typeface="Times New Roman" charset="0"/>
                <a:ea typeface="楷体_GB2312" charset="0"/>
                <a:cs typeface="楷体_GB2312" charset="0"/>
              </a:rPr>
              <a:t>4.9787</a:t>
            </a:r>
            <a:r>
              <a:rPr lang="en-US" altLang="zh-CN" sz="2000" b="1">
                <a:solidFill>
                  <a:srgbClr val="FF3300"/>
                </a:solidFill>
                <a:latin typeface="Times New Roman" charset="0"/>
                <a:ea typeface="楷体_GB2312" charset="0"/>
                <a:cs typeface="楷体_GB2312" charset="0"/>
                <a:sym typeface="Symbol" charset="0"/>
              </a:rPr>
              <a:t>10</a:t>
            </a:r>
            <a:r>
              <a:rPr lang="en-US" altLang="zh-CN" sz="2000" b="1" baseline="30000">
                <a:solidFill>
                  <a:srgbClr val="FF3300"/>
                </a:solidFill>
                <a:latin typeface="Times New Roman" charset="0"/>
                <a:ea typeface="楷体_GB2312" charset="0"/>
                <a:cs typeface="楷体_GB2312" charset="0"/>
                <a:sym typeface="Symbol" charset="0"/>
              </a:rPr>
              <a:t>2</a:t>
            </a:r>
            <a:endParaRPr lang="en-US" altLang="zh-CN" sz="2000" b="1">
              <a:solidFill>
                <a:srgbClr val="FF3300"/>
              </a:solidFill>
              <a:latin typeface="Times New Roman" charset="0"/>
              <a:ea typeface="楷体_GB2312" charset="0"/>
              <a:cs typeface="楷体_GB2312" charset="0"/>
            </a:endParaRPr>
          </a:p>
          <a:p>
            <a:pPr algn="ctr">
              <a:spcBef>
                <a:spcPct val="20000"/>
              </a:spcBef>
              <a:defRPr/>
            </a:pPr>
            <a:r>
              <a:rPr lang="en-US" altLang="zh-CN" sz="2000" b="1">
                <a:solidFill>
                  <a:srgbClr val="FF3300"/>
                </a:solidFill>
                <a:latin typeface="Times New Roman" charset="0"/>
                <a:ea typeface="楷体_GB2312" charset="0"/>
                <a:cs typeface="楷体_GB2312" charset="0"/>
              </a:rPr>
              <a:t>2.4788</a:t>
            </a:r>
            <a:r>
              <a:rPr lang="en-US" altLang="zh-CN" sz="2000" b="1">
                <a:solidFill>
                  <a:srgbClr val="FF3300"/>
                </a:solidFill>
                <a:latin typeface="Times New Roman" charset="0"/>
                <a:ea typeface="楷体_GB2312" charset="0"/>
                <a:cs typeface="楷体_GB2312" charset="0"/>
                <a:sym typeface="Symbol" charset="0"/>
              </a:rPr>
              <a:t>10</a:t>
            </a:r>
            <a:r>
              <a:rPr lang="en-US" altLang="zh-CN" sz="2000" b="1" baseline="30000">
                <a:solidFill>
                  <a:srgbClr val="FF3300"/>
                </a:solidFill>
                <a:latin typeface="Times New Roman" charset="0"/>
                <a:ea typeface="楷体_GB2312" charset="0"/>
                <a:cs typeface="楷体_GB2312" charset="0"/>
                <a:sym typeface="Symbol" charset="0"/>
              </a:rPr>
              <a:t>3</a:t>
            </a:r>
            <a:endParaRPr lang="en-US" altLang="zh-CN" sz="2000" b="1">
              <a:solidFill>
                <a:srgbClr val="FF3300"/>
              </a:solidFill>
              <a:latin typeface="Times New Roman" charset="0"/>
              <a:ea typeface="楷体_GB2312" charset="0"/>
              <a:cs typeface="楷体_GB2312" charset="0"/>
            </a:endParaRPr>
          </a:p>
          <a:p>
            <a:pPr algn="ctr">
              <a:spcBef>
                <a:spcPct val="20000"/>
              </a:spcBef>
              <a:defRPr/>
            </a:pPr>
            <a:r>
              <a:rPr lang="en-US" altLang="zh-CN" sz="2000" b="1">
                <a:solidFill>
                  <a:srgbClr val="FF3300"/>
                </a:solidFill>
                <a:latin typeface="Times New Roman" charset="0"/>
                <a:ea typeface="楷体_GB2312" charset="0"/>
                <a:cs typeface="楷体_GB2312" charset="0"/>
              </a:rPr>
              <a:t>1.2341</a:t>
            </a:r>
            <a:r>
              <a:rPr lang="en-US" altLang="zh-CN" sz="2000" b="1">
                <a:solidFill>
                  <a:srgbClr val="FF3300"/>
                </a:solidFill>
                <a:latin typeface="Times New Roman" charset="0"/>
                <a:ea typeface="楷体_GB2312" charset="0"/>
                <a:cs typeface="楷体_GB2312" charset="0"/>
                <a:sym typeface="Symbol" charset="0"/>
              </a:rPr>
              <a:t>10</a:t>
            </a:r>
            <a:r>
              <a:rPr lang="en-US" altLang="zh-CN" sz="2000" b="1" baseline="30000">
                <a:solidFill>
                  <a:srgbClr val="FF3300"/>
                </a:solidFill>
                <a:latin typeface="Times New Roman" charset="0"/>
                <a:ea typeface="楷体_GB2312" charset="0"/>
                <a:cs typeface="楷体_GB2312" charset="0"/>
                <a:sym typeface="Symbol" charset="0"/>
              </a:rPr>
              <a:t>4</a:t>
            </a:r>
            <a:endParaRPr lang="en-US" altLang="zh-CN" sz="2000" b="1">
              <a:solidFill>
                <a:srgbClr val="FF3300"/>
              </a:solidFill>
              <a:latin typeface="Times New Roman" charset="0"/>
              <a:ea typeface="楷体_GB2312" charset="0"/>
              <a:cs typeface="楷体_GB2312" charset="0"/>
            </a:endParaRPr>
          </a:p>
          <a:p>
            <a:pPr algn="ctr">
              <a:spcBef>
                <a:spcPct val="20000"/>
              </a:spcBef>
              <a:defRPr/>
            </a:pPr>
            <a:r>
              <a:rPr lang="en-US" altLang="zh-CN" sz="2000" b="1">
                <a:solidFill>
                  <a:srgbClr val="FF3300"/>
                </a:solidFill>
                <a:latin typeface="Times New Roman" charset="0"/>
                <a:ea typeface="楷体_GB2312" charset="0"/>
                <a:cs typeface="楷体_GB2312" charset="0"/>
              </a:rPr>
              <a:t>6.1442</a:t>
            </a:r>
            <a:r>
              <a:rPr lang="en-US" altLang="zh-CN" sz="2000" b="1">
                <a:solidFill>
                  <a:srgbClr val="FF3300"/>
                </a:solidFill>
                <a:latin typeface="Times New Roman" charset="0"/>
                <a:ea typeface="楷体_GB2312" charset="0"/>
                <a:cs typeface="楷体_GB2312" charset="0"/>
                <a:sym typeface="Symbol" charset="0"/>
              </a:rPr>
              <a:t>10</a:t>
            </a:r>
            <a:r>
              <a:rPr lang="en-US" altLang="zh-CN" sz="2000" b="1" baseline="30000">
                <a:solidFill>
                  <a:srgbClr val="FF3300"/>
                </a:solidFill>
                <a:latin typeface="Times New Roman" charset="0"/>
                <a:ea typeface="楷体_GB2312" charset="0"/>
                <a:cs typeface="楷体_GB2312" charset="0"/>
                <a:sym typeface="Symbol" charset="0"/>
              </a:rPr>
              <a:t>6</a:t>
            </a:r>
            <a:endParaRPr lang="en-US" altLang="zh-CN" sz="2000" b="1">
              <a:solidFill>
                <a:srgbClr val="FF3300"/>
              </a:solidFill>
              <a:latin typeface="Times New Roman" charset="0"/>
              <a:ea typeface="楷体_GB2312" charset="0"/>
              <a:cs typeface="楷体_GB2312" charset="0"/>
            </a:endParaRPr>
          </a:p>
          <a:p>
            <a:pPr algn="ctr">
              <a:spcBef>
                <a:spcPct val="20000"/>
              </a:spcBef>
              <a:defRPr/>
            </a:pPr>
            <a:r>
              <a:rPr lang="en-US" altLang="zh-CN" sz="2000" b="1">
                <a:solidFill>
                  <a:srgbClr val="FF3300"/>
                </a:solidFill>
                <a:latin typeface="Times New Roman" charset="0"/>
                <a:ea typeface="楷体_GB2312" charset="0"/>
                <a:cs typeface="楷体_GB2312" charset="0"/>
              </a:rPr>
              <a:t>3.0590</a:t>
            </a:r>
            <a:r>
              <a:rPr lang="en-US" altLang="zh-CN" sz="2000" b="1">
                <a:solidFill>
                  <a:srgbClr val="FF3300"/>
                </a:solidFill>
                <a:latin typeface="Times New Roman" charset="0"/>
                <a:ea typeface="楷体_GB2312" charset="0"/>
                <a:cs typeface="楷体_GB2312" charset="0"/>
                <a:sym typeface="Symbol" charset="0"/>
              </a:rPr>
              <a:t>10</a:t>
            </a:r>
            <a:r>
              <a:rPr lang="en-US" altLang="zh-CN" sz="2000" b="1" baseline="30000">
                <a:solidFill>
                  <a:srgbClr val="FF3300"/>
                </a:solidFill>
                <a:latin typeface="Times New Roman" charset="0"/>
                <a:ea typeface="楷体_GB2312" charset="0"/>
                <a:cs typeface="楷体_GB2312" charset="0"/>
                <a:sym typeface="Symbol" charset="0"/>
              </a:rPr>
              <a:t>7</a:t>
            </a:r>
          </a:p>
        </p:txBody>
      </p:sp>
      <p:sp>
        <p:nvSpPr>
          <p:cNvPr id="63539" name="AutoShape 51">
            <a:extLst>
              <a:ext uri="{FF2B5EF4-FFF2-40B4-BE49-F238E27FC236}">
                <a16:creationId xmlns:a16="http://schemas.microsoft.com/office/drawing/2014/main" id="{E3B98CE7-9EFF-BD44-85FB-8F35415C2F6C}"/>
              </a:ext>
            </a:extLst>
          </p:cNvPr>
          <p:cNvSpPr>
            <a:spLocks noChangeArrowheads="1"/>
          </p:cNvSpPr>
          <p:nvPr/>
        </p:nvSpPr>
        <p:spPr bwMode="auto">
          <a:xfrm>
            <a:off x="1981200" y="5562600"/>
            <a:ext cx="5181600" cy="914400"/>
          </a:xfrm>
          <a:prstGeom prst="cloudCallout">
            <a:avLst>
              <a:gd name="adj1" fmla="val -77361"/>
              <a:gd name="adj2" fmla="val 63718"/>
            </a:avLst>
          </a:prstGeom>
          <a:gradFill rotWithShape="0">
            <a:gsLst>
              <a:gs pos="0">
                <a:schemeClr val="bg1"/>
              </a:gs>
              <a:gs pos="100000">
                <a:srgbClr val="CCFFFF"/>
              </a:gs>
            </a:gsLst>
            <a:path path="rect">
              <a:fillToRect l="50000" t="50000" r="50000" b="50000"/>
            </a:path>
          </a:gradFill>
          <a:ln w="9525">
            <a:solidFill>
              <a:schemeClr val="accent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altLang="zh-CN" b="1">
                <a:latin typeface="Times New Roman" charset="0"/>
                <a:ea typeface="楷体_GB2312" charset="0"/>
                <a:cs typeface="楷体_GB2312" charset="0"/>
              </a:rPr>
              <a:t>What is wrong ??!</a:t>
            </a:r>
          </a:p>
        </p:txBody>
      </p:sp>
    </p:spTree>
    <p:extLst>
      <p:ext uri="{BB962C8B-B14F-4D97-AF65-F5344CB8AC3E}">
        <p14:creationId xmlns:p14="http://schemas.microsoft.com/office/powerpoint/2010/main" val="1725118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wipe(left)">
                                      <p:cBhvr>
                                        <p:cTn id="7" dur="500"/>
                                        <p:tgtEl>
                                          <p:spTgt spid="63491"/>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3495"/>
                                        </p:tgtEl>
                                        <p:attrNameLst>
                                          <p:attrName>style.visibility</p:attrName>
                                        </p:attrNameLst>
                                      </p:cBhvr>
                                      <p:to>
                                        <p:strVal val="visible"/>
                                      </p:to>
                                    </p:set>
                                    <p:animEffect transition="in" filter="wipe(up)">
                                      <p:cBhvr>
                                        <p:cTn id="12" dur="500"/>
                                        <p:tgtEl>
                                          <p:spTgt spid="63495"/>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3534"/>
                                        </p:tgtEl>
                                        <p:attrNameLst>
                                          <p:attrName>style.visibility</p:attrName>
                                        </p:attrNameLst>
                                      </p:cBhvr>
                                      <p:to>
                                        <p:strVal val="visible"/>
                                      </p:to>
                                    </p:set>
                                    <p:animEffect transition="in" filter="wipe(up)">
                                      <p:cBhvr>
                                        <p:cTn id="17" dur="500"/>
                                        <p:tgtEl>
                                          <p:spTgt spid="6353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3535"/>
                                        </p:tgtEl>
                                        <p:attrNameLst>
                                          <p:attrName>style.visibility</p:attrName>
                                        </p:attrNameLst>
                                      </p:cBhvr>
                                      <p:to>
                                        <p:strVal val="visible"/>
                                      </p:to>
                                    </p:set>
                                    <p:animEffect transition="in" filter="wipe(up)">
                                      <p:cBhvr>
                                        <p:cTn id="22" dur="500"/>
                                        <p:tgtEl>
                                          <p:spTgt spid="63535"/>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3536"/>
                                        </p:tgtEl>
                                        <p:attrNameLst>
                                          <p:attrName>style.visibility</p:attrName>
                                        </p:attrNameLst>
                                      </p:cBhvr>
                                      <p:to>
                                        <p:strVal val="visible"/>
                                      </p:to>
                                    </p:set>
                                    <p:animEffect transition="in" filter="wipe(up)">
                                      <p:cBhvr>
                                        <p:cTn id="27" dur="500"/>
                                        <p:tgtEl>
                                          <p:spTgt spid="63536"/>
                                        </p:tgtEl>
                                      </p:cBhvr>
                                    </p:animEffect>
                                  </p:childTnLst>
                                  <p:subTnLst>
                                    <p:audio>
                                      <p:cMediaNode>
                                        <p:cTn display="0" masterRel="sameClick">
                                          <p:stCondLst>
                                            <p:cond evt="begin" delay="0">
                                              <p:tn val="25"/>
                                            </p:cond>
                                          </p:stCondLst>
                                          <p:endCondLst>
                                            <p:cond evt="onStopAudio" delay="0">
                                              <p:tgtEl>
                                                <p:sldTgt/>
                                              </p:tgtEl>
                                            </p:cond>
                                          </p:endCondLst>
                                        </p:cTn>
                                        <p:tgtEl>
                                          <p:sndTgt r:embed="rId2"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3537"/>
                                        </p:tgtEl>
                                        <p:attrNameLst>
                                          <p:attrName>style.visibility</p:attrName>
                                        </p:attrNameLst>
                                      </p:cBhvr>
                                      <p:to>
                                        <p:strVal val="visible"/>
                                      </p:to>
                                    </p:set>
                                    <p:animEffect transition="in" filter="wipe(up)">
                                      <p:cBhvr>
                                        <p:cTn id="32" dur="500"/>
                                        <p:tgtEl>
                                          <p:spTgt spid="63537"/>
                                        </p:tgtEl>
                                      </p:cBhvr>
                                    </p:animEffect>
                                  </p:childTnLst>
                                  <p:subTnLst>
                                    <p:audio>
                                      <p:cMediaNode>
                                        <p:cTn display="0" masterRel="sameClick">
                                          <p:stCondLst>
                                            <p:cond evt="begin" delay="0">
                                              <p:tn val="30"/>
                                            </p:cond>
                                          </p:stCondLst>
                                          <p:endCondLst>
                                            <p:cond evt="onStopAudio" delay="0">
                                              <p:tgtEl>
                                                <p:sldTgt/>
                                              </p:tgtEl>
                                            </p:cond>
                                          </p:endCondLst>
                                        </p:cTn>
                                        <p:tgtEl>
                                          <p:sndTgt r:embed="rId2"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3538"/>
                                        </p:tgtEl>
                                        <p:attrNameLst>
                                          <p:attrName>style.visibility</p:attrName>
                                        </p:attrNameLst>
                                      </p:cBhvr>
                                      <p:to>
                                        <p:strVal val="visible"/>
                                      </p:to>
                                    </p:set>
                                    <p:animEffect transition="in" filter="wipe(up)">
                                      <p:cBhvr>
                                        <p:cTn id="37" dur="500"/>
                                        <p:tgtEl>
                                          <p:spTgt spid="63538"/>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3" fill="hold" grpId="0" nodeType="clickEffect">
                                  <p:stCondLst>
                                    <p:cond delay="0"/>
                                  </p:stCondLst>
                                  <p:childTnLst>
                                    <p:set>
                                      <p:cBhvr>
                                        <p:cTn id="41" dur="1" fill="hold">
                                          <p:stCondLst>
                                            <p:cond delay="0"/>
                                          </p:stCondLst>
                                        </p:cTn>
                                        <p:tgtEl>
                                          <p:spTgt spid="63539"/>
                                        </p:tgtEl>
                                        <p:attrNameLst>
                                          <p:attrName>style.visibility</p:attrName>
                                        </p:attrNameLst>
                                      </p:cBhvr>
                                      <p:to>
                                        <p:strVal val="visible"/>
                                      </p:to>
                                    </p:set>
                                    <p:animEffect transition="in" filter="strips(upRight)">
                                      <p:cBhvr>
                                        <p:cTn id="42" dur="500"/>
                                        <p:tgtEl>
                                          <p:spTgt spid="63539"/>
                                        </p:tgtEl>
                                      </p:cBhvr>
                                    </p:animEffect>
                                  </p:childTnLst>
                                  <p:subTnLst>
                                    <p:audio>
                                      <p:cMediaNode>
                                        <p:cTn display="0" masterRel="sameClick">
                                          <p:stCondLst>
                                            <p:cond evt="begin" delay="0">
                                              <p:tn val="40"/>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utoUpdateAnimBg="0"/>
      <p:bldP spid="63535" grpId="0" autoUpdateAnimBg="0"/>
      <p:bldP spid="63536" grpId="0" autoUpdateAnimBg="0"/>
      <p:bldP spid="63537" grpId="0" autoUpdateAnimBg="0"/>
      <p:bldP spid="63538" grpId="0" autoUpdateAnimBg="0"/>
      <p:bldP spid="63539"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87A927D-9824-144E-8F0D-3EEB7F947630}"/>
              </a:ext>
            </a:extLst>
          </p:cNvPr>
          <p:cNvSpPr>
            <a:spLocks noChangeArrowheads="1"/>
          </p:cNvSpPr>
          <p:nvPr/>
        </p:nvSpPr>
        <p:spPr bwMode="auto">
          <a:xfrm>
            <a:off x="5715000" y="0"/>
            <a:ext cx="34290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§3  </a:t>
            </a:r>
            <a:r>
              <a:rPr lang="en-US" altLang="zh-CN" sz="1800" b="1">
                <a:ea typeface="宋体" panose="02010600030101010101" pitchFamily="2" charset="-122"/>
                <a:sym typeface="Symbol" pitchFamily="2" charset="2"/>
              </a:rPr>
              <a:t>Convergency and Stability</a:t>
            </a:r>
            <a:endParaRPr lang="en-US" altLang="zh-CN" sz="1800" b="1">
              <a:ea typeface="宋体" panose="02010600030101010101" pitchFamily="2" charset="-122"/>
            </a:endParaRPr>
          </a:p>
        </p:txBody>
      </p:sp>
      <p:grpSp>
        <p:nvGrpSpPr>
          <p:cNvPr id="65542" name="Group 6">
            <a:extLst>
              <a:ext uri="{FF2B5EF4-FFF2-40B4-BE49-F238E27FC236}">
                <a16:creationId xmlns:a16="http://schemas.microsoft.com/office/drawing/2014/main" id="{7E33D208-DE1C-A149-ACA8-FA32C178A365}"/>
              </a:ext>
            </a:extLst>
          </p:cNvPr>
          <p:cNvGrpSpPr>
            <a:grpSpLocks/>
          </p:cNvGrpSpPr>
          <p:nvPr/>
        </p:nvGrpSpPr>
        <p:grpSpPr bwMode="auto">
          <a:xfrm>
            <a:off x="381000" y="457200"/>
            <a:ext cx="8153400" cy="1333500"/>
            <a:chOff x="240" y="336"/>
            <a:chExt cx="5136" cy="840"/>
          </a:xfrm>
        </p:grpSpPr>
        <p:sp>
          <p:nvSpPr>
            <p:cNvPr id="65540" name="AutoShape 4" descr="水滴">
              <a:extLst>
                <a:ext uri="{FF2B5EF4-FFF2-40B4-BE49-F238E27FC236}">
                  <a16:creationId xmlns:a16="http://schemas.microsoft.com/office/drawing/2014/main" id="{1D3BC36D-C030-A94E-922C-F0CBAE43CB24}"/>
                </a:ext>
              </a:extLst>
            </p:cNvPr>
            <p:cNvSpPr>
              <a:spLocks noChangeArrowheads="1"/>
            </p:cNvSpPr>
            <p:nvPr/>
          </p:nvSpPr>
          <p:spPr bwMode="auto">
            <a:xfrm>
              <a:off x="288" y="336"/>
              <a:ext cx="576" cy="314"/>
            </a:xfrm>
            <a:prstGeom prst="roundRect">
              <a:avLst>
                <a:gd name="adj" fmla="val 16667"/>
              </a:avLst>
            </a:prstGeom>
            <a:blipFill dpi="0" rotWithShape="0">
              <a:blip r:embed="rId6"/>
              <a:srcRect/>
              <a:tile tx="0" ty="0" sx="100000" sy="100000" flip="none" algn="tl"/>
            </a:blipFill>
            <a:ln w="9525">
              <a:round/>
              <a:headEnd/>
              <a:tailEnd/>
            </a:ln>
            <a:effectLst/>
            <a:scene3d>
              <a:camera prst="legacyObliqueTopLeft"/>
              <a:lightRig rig="legacyFlat3" dir="t"/>
            </a:scene3d>
            <a:sp3d extrusionH="201600" prstMaterial="legacyMatte">
              <a:bevelT w="13500" h="13500" prst="angle"/>
              <a:bevelB w="13500" h="13500" prst="angle"/>
              <a:extrusionClr>
                <a:srgbClr val="CCFFFF"/>
              </a:extrusionClr>
            </a:sp3d>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flatTx/>
            </a:bodyPr>
            <a:lstStyle/>
            <a:p>
              <a:pPr algn="ctr">
                <a:defRPr/>
              </a:pPr>
              <a:r>
                <a:rPr kumimoji="0" lang="zh-CN" altLang="en-US" b="1">
                  <a:solidFill>
                    <a:schemeClr val="accent2"/>
                  </a:solidFill>
                  <a:latin typeface="Times New Roman" charset="0"/>
                  <a:ea typeface="ＭＳ Ｐゴシック" charset="0"/>
                  <a:cs typeface="楷体_GB2312" charset="0"/>
                </a:rPr>
                <a:t>定义</a:t>
              </a:r>
              <a:endParaRPr kumimoji="0" lang="en-US" altLang="zh-CN" b="1">
                <a:solidFill>
                  <a:schemeClr val="accent2"/>
                </a:solidFill>
                <a:latin typeface="Times New Roman" charset="0"/>
                <a:ea typeface="ＭＳ Ｐゴシック" charset="0"/>
                <a:cs typeface="楷体_GB2312" charset="0"/>
              </a:endParaRPr>
            </a:p>
          </p:txBody>
        </p:sp>
        <p:sp>
          <p:nvSpPr>
            <p:cNvPr id="65541" name="Text Box 5">
              <a:extLst>
                <a:ext uri="{FF2B5EF4-FFF2-40B4-BE49-F238E27FC236}">
                  <a16:creationId xmlns:a16="http://schemas.microsoft.com/office/drawing/2014/main" id="{85B4A525-AB94-7346-9F9E-09B30BEB6E1A}"/>
                </a:ext>
              </a:extLst>
            </p:cNvPr>
            <p:cNvSpPr txBox="1">
              <a:spLocks noChangeArrowheads="1"/>
            </p:cNvSpPr>
            <p:nvPr/>
          </p:nvSpPr>
          <p:spPr bwMode="auto">
            <a:xfrm>
              <a:off x="240" y="336"/>
              <a:ext cx="5136" cy="8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lnSpc>
                  <a:spcPct val="120000"/>
                </a:lnSpc>
                <a:defRPr/>
              </a:pPr>
              <a:r>
                <a:rPr lang="zh-CN" altLang="en-US" sz="2400" b="1" dirty="0"/>
                <a:t>　　　</a:t>
              </a:r>
              <a:r>
                <a:rPr lang="en-US" altLang="zh-CN" sz="2400" b="1" dirty="0"/>
                <a:t> </a:t>
              </a:r>
              <a:r>
                <a:rPr lang="zh-CN" altLang="en-US" sz="2400" b="1" dirty="0"/>
                <a:t>若某算法在计算过程中任一步产生的误差在以后的计算中都</a:t>
              </a:r>
              <a:r>
                <a:rPr lang="zh-CN" altLang="en-US" sz="2400" b="1" dirty="0">
                  <a:solidFill>
                    <a:schemeClr val="accent2"/>
                  </a:solidFill>
                </a:rPr>
                <a:t>逐步衰减</a:t>
              </a:r>
              <a:r>
                <a:rPr lang="zh-CN" altLang="en-US" sz="2400" b="1" dirty="0"/>
                <a:t>，则称该算法是</a:t>
              </a:r>
              <a:r>
                <a:rPr lang="zh-CN" altLang="en-US" sz="2400" b="1" dirty="0">
                  <a:solidFill>
                    <a:schemeClr val="accent2"/>
                  </a:solidFill>
                </a:rPr>
                <a:t>绝对稳定的</a:t>
              </a:r>
              <a:r>
                <a:rPr lang="en-US" altLang="zh-CN" sz="2400" b="1" dirty="0">
                  <a:solidFill>
                    <a:schemeClr val="accent2"/>
                  </a:solidFill>
                </a:rPr>
                <a:t> </a:t>
              </a:r>
              <a:r>
                <a:rPr lang="en-US" altLang="zh-CN" sz="2000" b="1" dirty="0">
                  <a:solidFill>
                    <a:srgbClr val="008000"/>
                  </a:solidFill>
                  <a:latin typeface="Arial" charset="0"/>
                </a:rPr>
                <a:t>/*</a:t>
              </a:r>
              <a:r>
                <a:rPr lang="en-US" altLang="zh-CN" sz="2000" b="1" dirty="0">
                  <a:solidFill>
                    <a:srgbClr val="008000"/>
                  </a:solidFill>
                  <a:latin typeface="Arial" charset="0"/>
                  <a:ea typeface="宋体" charset="0"/>
                  <a:cs typeface="宋体" charset="0"/>
                </a:rPr>
                <a:t>absolutely stable</a:t>
              </a:r>
              <a:r>
                <a:rPr lang="en-US" altLang="zh-CN" sz="2000" b="1" dirty="0">
                  <a:solidFill>
                    <a:srgbClr val="008000"/>
                  </a:solidFill>
                  <a:latin typeface="Arial" charset="0"/>
                </a:rPr>
                <a:t> */</a:t>
              </a:r>
              <a:r>
                <a:rPr lang="zh-CN" altLang="en-US" sz="2000" b="1" dirty="0">
                  <a:latin typeface="Arial" charset="0"/>
                </a:rPr>
                <a:t>。</a:t>
              </a:r>
              <a:endParaRPr lang="en-US" altLang="zh-CN" sz="2000" b="1" dirty="0">
                <a:latin typeface="Arial" charset="0"/>
              </a:endParaRPr>
            </a:p>
          </p:txBody>
        </p:sp>
      </p:grpSp>
      <p:sp>
        <p:nvSpPr>
          <p:cNvPr id="65595" name="Text Box 59">
            <a:extLst>
              <a:ext uri="{FF2B5EF4-FFF2-40B4-BE49-F238E27FC236}">
                <a16:creationId xmlns:a16="http://schemas.microsoft.com/office/drawing/2014/main" id="{AF59AD08-15C2-C84E-84EB-0787231BFA93}"/>
              </a:ext>
            </a:extLst>
          </p:cNvPr>
          <p:cNvSpPr txBox="1">
            <a:spLocks noChangeArrowheads="1"/>
          </p:cNvSpPr>
          <p:nvPr/>
        </p:nvSpPr>
        <p:spPr bwMode="auto">
          <a:xfrm>
            <a:off x="381000" y="2133600"/>
            <a:ext cx="8229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t>一般分析时为简单起见，只考虑</a:t>
            </a:r>
            <a:r>
              <a:rPr lang="zh-CN" altLang="en-US" sz="2400" b="1">
                <a:solidFill>
                  <a:schemeClr val="accent2"/>
                </a:solidFill>
              </a:rPr>
              <a:t>试验方程</a:t>
            </a:r>
            <a:r>
              <a:rPr lang="en-US" altLang="zh-CN" sz="2400" b="1">
                <a:solidFill>
                  <a:schemeClr val="accent2"/>
                </a:solidFill>
              </a:rPr>
              <a:t> </a:t>
            </a:r>
            <a:r>
              <a:rPr lang="en-US" altLang="zh-CN" sz="2000" b="1">
                <a:solidFill>
                  <a:srgbClr val="008000"/>
                </a:solidFill>
                <a:latin typeface="Arial" charset="0"/>
              </a:rPr>
              <a:t>/* test equation */</a:t>
            </a:r>
          </a:p>
        </p:txBody>
      </p:sp>
      <p:grpSp>
        <p:nvGrpSpPr>
          <p:cNvPr id="65598" name="Group 62">
            <a:extLst>
              <a:ext uri="{FF2B5EF4-FFF2-40B4-BE49-F238E27FC236}">
                <a16:creationId xmlns:a16="http://schemas.microsoft.com/office/drawing/2014/main" id="{2A683875-F4FE-A84B-B15B-42499FEB6910}"/>
              </a:ext>
            </a:extLst>
          </p:cNvPr>
          <p:cNvGrpSpPr>
            <a:grpSpLocks/>
          </p:cNvGrpSpPr>
          <p:nvPr/>
        </p:nvGrpSpPr>
        <p:grpSpPr bwMode="auto">
          <a:xfrm>
            <a:off x="2895600" y="2819400"/>
            <a:ext cx="1676400" cy="762000"/>
            <a:chOff x="1824" y="1584"/>
            <a:chExt cx="1056" cy="480"/>
          </a:xfrm>
        </p:grpSpPr>
        <p:sp>
          <p:nvSpPr>
            <p:cNvPr id="65597" name="AutoShape 61" descr="新闻纸">
              <a:extLst>
                <a:ext uri="{FF2B5EF4-FFF2-40B4-BE49-F238E27FC236}">
                  <a16:creationId xmlns:a16="http://schemas.microsoft.com/office/drawing/2014/main" id="{6DDA6EC0-28F1-E248-B551-EA2DC48A9CA2}"/>
                </a:ext>
              </a:extLst>
            </p:cNvPr>
            <p:cNvSpPr>
              <a:spLocks noChangeArrowheads="1"/>
            </p:cNvSpPr>
            <p:nvPr/>
          </p:nvSpPr>
          <p:spPr bwMode="auto">
            <a:xfrm>
              <a:off x="1824" y="1584"/>
              <a:ext cx="1056" cy="480"/>
            </a:xfrm>
            <a:prstGeom prst="bevel">
              <a:avLst>
                <a:gd name="adj" fmla="val 12500"/>
              </a:avLst>
            </a:prstGeom>
            <a:blipFill dpi="0" rotWithShape="0">
              <a:blip r:embed="rId7"/>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46100" name="Object 60">
              <a:extLst>
                <a:ext uri="{FF2B5EF4-FFF2-40B4-BE49-F238E27FC236}">
                  <a16:creationId xmlns:a16="http://schemas.microsoft.com/office/drawing/2014/main" id="{7606E81C-C270-AD42-8B74-073BDB0E1460}"/>
                </a:ext>
              </a:extLst>
            </p:cNvPr>
            <p:cNvGraphicFramePr>
              <a:graphicFrameLocks noChangeAspect="1"/>
            </p:cNvGraphicFramePr>
            <p:nvPr/>
          </p:nvGraphicFramePr>
          <p:xfrm>
            <a:off x="1968" y="1680"/>
            <a:ext cx="720" cy="281"/>
          </p:xfrm>
          <a:graphic>
            <a:graphicData uri="http://schemas.openxmlformats.org/presentationml/2006/ole">
              <mc:AlternateContent xmlns:mc="http://schemas.openxmlformats.org/markup-compatibility/2006">
                <mc:Choice xmlns:v="urn:schemas-microsoft-com:vml" Requires="v">
                  <p:oleObj name="Equation" r:id="rId8" imgW="12001500" imgH="4686300" progId="Equation.3">
                    <p:embed/>
                  </p:oleObj>
                </mc:Choice>
                <mc:Fallback>
                  <p:oleObj name="Equation" r:id="rId8" imgW="12001500" imgH="4686300" progId="Equation.3">
                    <p:embed/>
                    <p:pic>
                      <p:nvPicPr>
                        <p:cNvPr id="46100" name="Object 60">
                          <a:extLst>
                            <a:ext uri="{FF2B5EF4-FFF2-40B4-BE49-F238E27FC236}">
                              <a16:creationId xmlns:a16="http://schemas.microsoft.com/office/drawing/2014/main" id="{7606E81C-C270-AD42-8B74-073BDB0E14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8" y="1680"/>
                          <a:ext cx="720"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65599" name="AutoShape 63">
            <a:extLst>
              <a:ext uri="{FF2B5EF4-FFF2-40B4-BE49-F238E27FC236}">
                <a16:creationId xmlns:a16="http://schemas.microsoft.com/office/drawing/2014/main" id="{9E51D4C0-AFB4-B648-8CE7-2EDAA57D6632}"/>
              </a:ext>
            </a:extLst>
          </p:cNvPr>
          <p:cNvSpPr>
            <a:spLocks noChangeArrowheads="1"/>
          </p:cNvSpPr>
          <p:nvPr/>
        </p:nvSpPr>
        <p:spPr bwMode="auto">
          <a:xfrm>
            <a:off x="3581400" y="1295400"/>
            <a:ext cx="2438400" cy="1066800"/>
          </a:xfrm>
          <a:prstGeom prst="wedgeEllipseCallout">
            <a:avLst>
              <a:gd name="adj1" fmla="val -33269"/>
              <a:gd name="adj2" fmla="val 114139"/>
            </a:avLst>
          </a:prstGeom>
          <a:gradFill rotWithShape="0">
            <a:gsLst>
              <a:gs pos="0">
                <a:srgbClr val="C0C0C0"/>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spcBef>
                <a:spcPct val="50000"/>
              </a:spcBef>
              <a:defRPr/>
            </a:pPr>
            <a:r>
              <a:rPr lang="zh-CN" altLang="en-US" sz="2400" b="1">
                <a:latin typeface="Times New Roman" charset="0"/>
                <a:ea typeface="ＭＳ Ｐゴシック" charset="0"/>
                <a:cs typeface="楷体_GB2312" charset="0"/>
              </a:rPr>
              <a:t>常数，可以是复数</a:t>
            </a:r>
            <a:endParaRPr lang="en-US" altLang="zh-CN" sz="2400" b="1">
              <a:latin typeface="Times New Roman" charset="0"/>
              <a:ea typeface="ＭＳ Ｐゴシック" charset="0"/>
              <a:cs typeface="楷体_GB2312" charset="0"/>
            </a:endParaRPr>
          </a:p>
        </p:txBody>
      </p:sp>
      <p:grpSp>
        <p:nvGrpSpPr>
          <p:cNvPr id="65618" name="Group 82">
            <a:extLst>
              <a:ext uri="{FF2B5EF4-FFF2-40B4-BE49-F238E27FC236}">
                <a16:creationId xmlns:a16="http://schemas.microsoft.com/office/drawing/2014/main" id="{E9F75136-E87D-9345-BBA1-D0AC1CCB69D7}"/>
              </a:ext>
            </a:extLst>
          </p:cNvPr>
          <p:cNvGrpSpPr>
            <a:grpSpLocks/>
          </p:cNvGrpSpPr>
          <p:nvPr/>
        </p:nvGrpSpPr>
        <p:grpSpPr bwMode="auto">
          <a:xfrm>
            <a:off x="457200" y="3886200"/>
            <a:ext cx="8153400" cy="2100263"/>
            <a:chOff x="240" y="2160"/>
            <a:chExt cx="5136" cy="1323"/>
          </a:xfrm>
        </p:grpSpPr>
        <p:sp>
          <p:nvSpPr>
            <p:cNvPr id="65601" name="Text Box 65">
              <a:extLst>
                <a:ext uri="{FF2B5EF4-FFF2-40B4-BE49-F238E27FC236}">
                  <a16:creationId xmlns:a16="http://schemas.microsoft.com/office/drawing/2014/main" id="{6C99DE27-E538-9249-ACC5-D7DF6903AC33}"/>
                </a:ext>
              </a:extLst>
            </p:cNvPr>
            <p:cNvSpPr txBox="1">
              <a:spLocks noChangeArrowheads="1"/>
            </p:cNvSpPr>
            <p:nvPr/>
          </p:nvSpPr>
          <p:spPr bwMode="auto">
            <a:xfrm>
              <a:off x="240" y="2160"/>
              <a:ext cx="5136" cy="13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10000"/>
                </a:lnSpc>
                <a:spcBef>
                  <a:spcPct val="50000"/>
                </a:spcBef>
                <a:defRPr/>
              </a:pPr>
              <a:r>
                <a:rPr lang="zh-CN" altLang="en-US" sz="2400" b="1"/>
                <a:t>当步长取为</a:t>
              </a:r>
              <a:r>
                <a:rPr lang="en-US" altLang="zh-CN" sz="2400" b="1"/>
                <a:t> </a:t>
              </a:r>
              <a:r>
                <a:rPr lang="en-US" altLang="zh-CN" sz="2400" b="1" i="1">
                  <a:solidFill>
                    <a:schemeClr val="accent2"/>
                  </a:solidFill>
                </a:rPr>
                <a:t>h</a:t>
              </a:r>
              <a:r>
                <a:rPr lang="en-US" altLang="zh-CN" sz="2400" b="1"/>
                <a:t>  </a:t>
              </a:r>
              <a:r>
                <a:rPr lang="zh-CN" altLang="en-US" sz="2400" b="1"/>
                <a:t>时，将某算法应用于上式，并假设只在初值产生误差</a:t>
              </a:r>
              <a:r>
                <a:rPr lang="en-US" altLang="zh-CN" sz="2400" b="1"/>
                <a:t>                     </a:t>
              </a:r>
              <a:r>
                <a:rPr lang="zh-CN" altLang="en-US" sz="2400" b="1"/>
                <a:t>，则若此误差以后逐步衰减，就称该算法相对于</a:t>
              </a:r>
              <a:r>
                <a:rPr lang="en-US" altLang="zh-CN" sz="2400" b="1"/>
                <a:t>              </a:t>
              </a:r>
              <a:r>
                <a:rPr lang="zh-CN" altLang="en-US" sz="2400" b="1">
                  <a:solidFill>
                    <a:schemeClr val="accent2"/>
                  </a:solidFill>
                </a:rPr>
                <a:t>绝对稳定</a:t>
              </a:r>
              <a:r>
                <a:rPr lang="zh-CN" altLang="en-US" sz="2400" b="1"/>
                <a:t>，</a:t>
              </a:r>
              <a:r>
                <a:rPr lang="en-US" altLang="zh-CN" sz="2400" b="1"/>
                <a:t>    </a:t>
              </a:r>
              <a:r>
                <a:rPr lang="zh-CN" altLang="en-US" sz="2400" b="1"/>
                <a:t>的全体构成</a:t>
              </a:r>
              <a:r>
                <a:rPr lang="zh-CN" altLang="en-US" sz="2400" b="1">
                  <a:solidFill>
                    <a:schemeClr val="accent2"/>
                  </a:solidFill>
                </a:rPr>
                <a:t>绝对稳定区域</a:t>
              </a:r>
              <a:r>
                <a:rPr lang="zh-CN" altLang="en-US" sz="2400" b="1"/>
                <a:t>。我们称</a:t>
              </a:r>
              <a:r>
                <a:rPr lang="zh-CN" altLang="en-US" sz="2400" b="1">
                  <a:solidFill>
                    <a:schemeClr val="accent2"/>
                  </a:solidFill>
                </a:rPr>
                <a:t>算法</a:t>
              </a:r>
              <a:r>
                <a:rPr lang="en-US" altLang="zh-CN" sz="2400" b="1">
                  <a:solidFill>
                    <a:schemeClr val="accent2"/>
                  </a:solidFill>
                </a:rPr>
                <a:t>A </a:t>
              </a:r>
              <a:r>
                <a:rPr lang="zh-CN" altLang="en-US" sz="2400" b="1">
                  <a:solidFill>
                    <a:schemeClr val="accent2"/>
                  </a:solidFill>
                </a:rPr>
                <a:t>比算法</a:t>
              </a:r>
              <a:r>
                <a:rPr lang="en-US" altLang="zh-CN" sz="2400" b="1">
                  <a:solidFill>
                    <a:schemeClr val="accent2"/>
                  </a:solidFill>
                </a:rPr>
                <a:t>B </a:t>
              </a:r>
              <a:r>
                <a:rPr lang="zh-CN" altLang="en-US" sz="2400" b="1">
                  <a:solidFill>
                    <a:schemeClr val="accent2"/>
                  </a:solidFill>
                </a:rPr>
                <a:t>稳定</a:t>
              </a:r>
              <a:r>
                <a:rPr lang="zh-CN" altLang="en-US" sz="2400" b="1"/>
                <a:t>，就是指</a:t>
              </a:r>
              <a:r>
                <a:rPr lang="en-US" altLang="zh-CN" sz="2400" b="1"/>
                <a:t> A </a:t>
              </a:r>
              <a:r>
                <a:rPr lang="zh-CN" altLang="en-US" sz="2400" b="1"/>
                <a:t>的绝对稳定区域比</a:t>
              </a:r>
              <a:r>
                <a:rPr lang="en-US" altLang="zh-CN" sz="2400" b="1"/>
                <a:t> B </a:t>
              </a:r>
              <a:r>
                <a:rPr lang="zh-CN" altLang="en-US" sz="2400" b="1"/>
                <a:t>的</a:t>
              </a:r>
              <a:r>
                <a:rPr lang="zh-CN" altLang="en-US" sz="2400" b="1">
                  <a:solidFill>
                    <a:schemeClr val="accent2"/>
                  </a:solidFill>
                </a:rPr>
                <a:t>大</a:t>
              </a:r>
              <a:r>
                <a:rPr lang="zh-CN" altLang="en-US" sz="2400" b="1"/>
                <a:t>。</a:t>
              </a:r>
              <a:endParaRPr lang="en-US" altLang="zh-CN" sz="2400" b="1"/>
            </a:p>
          </p:txBody>
        </p:sp>
        <p:grpSp>
          <p:nvGrpSpPr>
            <p:cNvPr id="46088" name="Group 70">
              <a:extLst>
                <a:ext uri="{FF2B5EF4-FFF2-40B4-BE49-F238E27FC236}">
                  <a16:creationId xmlns:a16="http://schemas.microsoft.com/office/drawing/2014/main" id="{EEC84B4E-815A-E24D-9DF5-D3592FE34A27}"/>
                </a:ext>
              </a:extLst>
            </p:cNvPr>
            <p:cNvGrpSpPr>
              <a:grpSpLocks/>
            </p:cNvGrpSpPr>
            <p:nvPr/>
          </p:nvGrpSpPr>
          <p:grpSpPr bwMode="auto">
            <a:xfrm>
              <a:off x="1104" y="2448"/>
              <a:ext cx="960" cy="288"/>
              <a:chOff x="2256" y="3665"/>
              <a:chExt cx="960" cy="288"/>
            </a:xfrm>
          </p:grpSpPr>
          <p:graphicFrame>
            <p:nvGraphicFramePr>
              <p:cNvPr id="46097" name="Object 66">
                <a:extLst>
                  <a:ext uri="{FF2B5EF4-FFF2-40B4-BE49-F238E27FC236}">
                    <a16:creationId xmlns:a16="http://schemas.microsoft.com/office/drawing/2014/main" id="{C5D3513E-8039-2C42-8736-E6BB3DBD83D4}"/>
                  </a:ext>
                </a:extLst>
              </p:cNvPr>
              <p:cNvGraphicFramePr>
                <a:graphicFrameLocks noChangeAspect="1"/>
              </p:cNvGraphicFramePr>
              <p:nvPr/>
            </p:nvGraphicFramePr>
            <p:xfrm>
              <a:off x="2256" y="3665"/>
              <a:ext cx="960" cy="288"/>
            </p:xfrm>
            <a:graphic>
              <a:graphicData uri="http://schemas.openxmlformats.org/presentationml/2006/ole">
                <mc:AlternateContent xmlns:mc="http://schemas.openxmlformats.org/markup-compatibility/2006">
                  <mc:Choice xmlns:v="urn:schemas-microsoft-com:vml" Requires="v">
                    <p:oleObj name="Equation" r:id="rId10" imgW="17551400" imgH="5270500" progId="Equation.3">
                      <p:embed/>
                    </p:oleObj>
                  </mc:Choice>
                  <mc:Fallback>
                    <p:oleObj name="Equation" r:id="rId10" imgW="17551400" imgH="5270500" progId="Equation.3">
                      <p:embed/>
                      <p:pic>
                        <p:nvPicPr>
                          <p:cNvPr id="46097" name="Object 66">
                            <a:extLst>
                              <a:ext uri="{FF2B5EF4-FFF2-40B4-BE49-F238E27FC236}">
                                <a16:creationId xmlns:a16="http://schemas.microsoft.com/office/drawing/2014/main" id="{C5D3513E-8039-2C42-8736-E6BB3DBD83D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56" y="3665"/>
                            <a:ext cx="9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5605" name="Line 69">
                <a:extLst>
                  <a:ext uri="{FF2B5EF4-FFF2-40B4-BE49-F238E27FC236}">
                    <a16:creationId xmlns:a16="http://schemas.microsoft.com/office/drawing/2014/main" id="{F8B5B3D9-4B03-F749-8FD1-6E93A42997EF}"/>
                  </a:ext>
                </a:extLst>
              </p:cNvPr>
              <p:cNvSpPr>
                <a:spLocks noChangeShapeType="1"/>
              </p:cNvSpPr>
              <p:nvPr/>
            </p:nvSpPr>
            <p:spPr bwMode="auto">
              <a:xfrm>
                <a:off x="3024" y="3722"/>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46089" name="Group 78">
              <a:extLst>
                <a:ext uri="{FF2B5EF4-FFF2-40B4-BE49-F238E27FC236}">
                  <a16:creationId xmlns:a16="http://schemas.microsoft.com/office/drawing/2014/main" id="{A47C5FA1-D8A7-2E49-8997-E8988C1243D0}"/>
                </a:ext>
              </a:extLst>
            </p:cNvPr>
            <p:cNvGrpSpPr>
              <a:grpSpLocks/>
            </p:cNvGrpSpPr>
            <p:nvPr/>
          </p:nvGrpSpPr>
          <p:grpSpPr bwMode="auto">
            <a:xfrm>
              <a:off x="1296" y="2688"/>
              <a:ext cx="596" cy="263"/>
              <a:chOff x="2655" y="3678"/>
              <a:chExt cx="596" cy="263"/>
            </a:xfrm>
          </p:grpSpPr>
          <p:sp>
            <p:nvSpPr>
              <p:cNvPr id="46093" name="Rectangle 75">
                <a:extLst>
                  <a:ext uri="{FF2B5EF4-FFF2-40B4-BE49-F238E27FC236}">
                    <a16:creationId xmlns:a16="http://schemas.microsoft.com/office/drawing/2014/main" id="{BB79E659-AA34-F44A-9AEC-0F24066A5D64}"/>
                  </a:ext>
                </a:extLst>
              </p:cNvPr>
              <p:cNvSpPr>
                <a:spLocks noChangeArrowheads="1"/>
              </p:cNvSpPr>
              <p:nvPr/>
            </p:nvSpPr>
            <p:spPr bwMode="auto">
              <a:xfrm>
                <a:off x="2670" y="3701"/>
                <a:ext cx="11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500" b="1" i="1">
                    <a:solidFill>
                      <a:schemeClr val="accent2"/>
                    </a:solidFill>
                  </a:rPr>
                  <a:t>h</a:t>
                </a:r>
                <a:endParaRPr lang="en-US" altLang="zh-CN">
                  <a:solidFill>
                    <a:schemeClr val="accent2"/>
                  </a:solidFill>
                </a:endParaRPr>
              </a:p>
            </p:txBody>
          </p:sp>
          <p:sp>
            <p:nvSpPr>
              <p:cNvPr id="46094" name="Rectangle 76">
                <a:extLst>
                  <a:ext uri="{FF2B5EF4-FFF2-40B4-BE49-F238E27FC236}">
                    <a16:creationId xmlns:a16="http://schemas.microsoft.com/office/drawing/2014/main" id="{B76E551F-4188-854F-8DCA-5F98FED10E69}"/>
                  </a:ext>
                </a:extLst>
              </p:cNvPr>
              <p:cNvSpPr>
                <a:spLocks noChangeArrowheads="1"/>
              </p:cNvSpPr>
              <p:nvPr/>
            </p:nvSpPr>
            <p:spPr bwMode="auto">
              <a:xfrm>
                <a:off x="2980" y="3678"/>
                <a:ext cx="27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500" b="1" i="1">
                    <a:solidFill>
                      <a:srgbClr val="000000"/>
                    </a:solidFill>
                    <a:latin typeface="Symbol" pitchFamily="2" charset="2"/>
                  </a:rPr>
                  <a:t>l </a:t>
                </a:r>
                <a:r>
                  <a:rPr lang="en-US" altLang="zh-CN" sz="2500" b="1" i="1">
                    <a:solidFill>
                      <a:schemeClr val="accent2"/>
                    </a:solidFill>
                  </a:rPr>
                  <a:t>h</a:t>
                </a:r>
                <a:endParaRPr lang="en-US" altLang="zh-CN">
                  <a:solidFill>
                    <a:schemeClr val="accent2"/>
                  </a:solidFill>
                </a:endParaRPr>
              </a:p>
            </p:txBody>
          </p:sp>
          <p:sp>
            <p:nvSpPr>
              <p:cNvPr id="46095" name="Rectangle 77">
                <a:extLst>
                  <a:ext uri="{FF2B5EF4-FFF2-40B4-BE49-F238E27FC236}">
                    <a16:creationId xmlns:a16="http://schemas.microsoft.com/office/drawing/2014/main" id="{739FA7C4-7079-0D47-A5F4-380D4AF71C74}"/>
                  </a:ext>
                </a:extLst>
              </p:cNvPr>
              <p:cNvSpPr>
                <a:spLocks noChangeArrowheads="1"/>
              </p:cNvSpPr>
              <p:nvPr/>
            </p:nvSpPr>
            <p:spPr bwMode="auto">
              <a:xfrm>
                <a:off x="2823" y="3678"/>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500" b="1">
                    <a:solidFill>
                      <a:srgbClr val="000000"/>
                    </a:solidFill>
                    <a:latin typeface="Symbol" pitchFamily="2" charset="2"/>
                  </a:rPr>
                  <a:t>=</a:t>
                </a:r>
                <a:endParaRPr lang="en-US" altLang="zh-CN"/>
              </a:p>
            </p:txBody>
          </p:sp>
          <p:sp>
            <p:nvSpPr>
              <p:cNvPr id="65607" name="Line 71">
                <a:extLst>
                  <a:ext uri="{FF2B5EF4-FFF2-40B4-BE49-F238E27FC236}">
                    <a16:creationId xmlns:a16="http://schemas.microsoft.com/office/drawing/2014/main" id="{127F69AE-C620-BE4F-8C7F-C10D6150DBA3}"/>
                  </a:ext>
                </a:extLst>
              </p:cNvPr>
              <p:cNvSpPr>
                <a:spLocks noChangeShapeType="1"/>
              </p:cNvSpPr>
              <p:nvPr/>
            </p:nvSpPr>
            <p:spPr bwMode="auto">
              <a:xfrm>
                <a:off x="2655" y="3705"/>
                <a:ext cx="144" cy="0"/>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46090" name="Group 81">
              <a:extLst>
                <a:ext uri="{FF2B5EF4-FFF2-40B4-BE49-F238E27FC236}">
                  <a16:creationId xmlns:a16="http://schemas.microsoft.com/office/drawing/2014/main" id="{7214B0B5-C01C-CB4C-84A5-4DD60DF68D36}"/>
                </a:ext>
              </a:extLst>
            </p:cNvPr>
            <p:cNvGrpSpPr>
              <a:grpSpLocks/>
            </p:cNvGrpSpPr>
            <p:nvPr/>
          </p:nvGrpSpPr>
          <p:grpSpPr bwMode="auto">
            <a:xfrm>
              <a:off x="2880" y="2688"/>
              <a:ext cx="144" cy="250"/>
              <a:chOff x="1680" y="3814"/>
              <a:chExt cx="144" cy="250"/>
            </a:xfrm>
          </p:grpSpPr>
          <p:sp>
            <p:nvSpPr>
              <p:cNvPr id="46091" name="Rectangle 79">
                <a:extLst>
                  <a:ext uri="{FF2B5EF4-FFF2-40B4-BE49-F238E27FC236}">
                    <a16:creationId xmlns:a16="http://schemas.microsoft.com/office/drawing/2014/main" id="{A17D5FAA-8EF5-BD47-B94E-3714E402729B}"/>
                  </a:ext>
                </a:extLst>
              </p:cNvPr>
              <p:cNvSpPr>
                <a:spLocks noChangeArrowheads="1"/>
              </p:cNvSpPr>
              <p:nvPr/>
            </p:nvSpPr>
            <p:spPr bwMode="auto">
              <a:xfrm>
                <a:off x="1680" y="3814"/>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600" b="1" i="1">
                    <a:solidFill>
                      <a:schemeClr val="accent2"/>
                    </a:solidFill>
                  </a:rPr>
                  <a:t>h</a:t>
                </a:r>
                <a:endParaRPr lang="en-US" altLang="zh-CN">
                  <a:solidFill>
                    <a:schemeClr val="accent2"/>
                  </a:solidFill>
                </a:endParaRPr>
              </a:p>
            </p:txBody>
          </p:sp>
          <p:sp>
            <p:nvSpPr>
              <p:cNvPr id="65616" name="Line 80">
                <a:extLst>
                  <a:ext uri="{FF2B5EF4-FFF2-40B4-BE49-F238E27FC236}">
                    <a16:creationId xmlns:a16="http://schemas.microsoft.com/office/drawing/2014/main" id="{71EDE9D5-FDA2-3442-975A-6B11D79294FF}"/>
                  </a:ext>
                </a:extLst>
              </p:cNvPr>
              <p:cNvSpPr>
                <a:spLocks noChangeShapeType="1"/>
              </p:cNvSpPr>
              <p:nvPr/>
            </p:nvSpPr>
            <p:spPr bwMode="auto">
              <a:xfrm>
                <a:off x="1680" y="3840"/>
                <a:ext cx="144" cy="0"/>
              </a:xfrm>
              <a:prstGeom prst="line">
                <a:avLst/>
              </a:prstGeom>
              <a:noFill/>
              <a:ln w="1905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spTree>
    <p:extLst>
      <p:ext uri="{BB962C8B-B14F-4D97-AF65-F5344CB8AC3E}">
        <p14:creationId xmlns:p14="http://schemas.microsoft.com/office/powerpoint/2010/main" val="13857510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0"/>
                                  </p:stCondLst>
                                  <p:childTnLst>
                                    <p:set>
                                      <p:cBhvr>
                                        <p:cTn id="6" dur="1" fill="hold">
                                          <p:stCondLst>
                                            <p:cond delay="0"/>
                                          </p:stCondLst>
                                        </p:cTn>
                                        <p:tgtEl>
                                          <p:spTgt spid="65542"/>
                                        </p:tgtEl>
                                        <p:attrNameLst>
                                          <p:attrName>style.visibility</p:attrName>
                                        </p:attrNameLst>
                                      </p:cBhvr>
                                      <p:to>
                                        <p:strVal val="visible"/>
                                      </p:to>
                                    </p:set>
                                    <p:animEffect transition="in" filter="strips(downRight)">
                                      <p:cBhvr>
                                        <p:cTn id="7" dur="500"/>
                                        <p:tgtEl>
                                          <p:spTgt spid="65542"/>
                                        </p:tgtEl>
                                      </p:cBhvr>
                                    </p:animEffect>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95"/>
                                        </p:tgtEl>
                                        <p:attrNameLst>
                                          <p:attrName>style.visibility</p:attrName>
                                        </p:attrNameLst>
                                      </p:cBhvr>
                                      <p:to>
                                        <p:strVal val="visible"/>
                                      </p:to>
                                    </p:set>
                                    <p:animEffect transition="in" filter="wipe(left)">
                                      <p:cBhvr>
                                        <p:cTn id="12" dur="500"/>
                                        <p:tgtEl>
                                          <p:spTgt spid="65595"/>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5598"/>
                                        </p:tgtEl>
                                        <p:attrNameLst>
                                          <p:attrName>style.visibility</p:attrName>
                                        </p:attrNameLst>
                                      </p:cBhvr>
                                      <p:to>
                                        <p:strVal val="visible"/>
                                      </p:to>
                                    </p:set>
                                    <p:animEffect transition="in" filter="box(in)">
                                      <p:cBhvr>
                                        <p:cTn id="17" dur="500"/>
                                        <p:tgtEl>
                                          <p:spTgt spid="65598"/>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65599"/>
                                        </p:tgtEl>
                                        <p:attrNameLst>
                                          <p:attrName>style.visibility</p:attrName>
                                        </p:attrNameLst>
                                      </p:cBhvr>
                                      <p:to>
                                        <p:strVal val="visible"/>
                                      </p:to>
                                    </p:set>
                                    <p:animEffect transition="in" filter="strips(upRight)">
                                      <p:cBhvr>
                                        <p:cTn id="22" dur="500"/>
                                        <p:tgtEl>
                                          <p:spTgt spid="65599"/>
                                        </p:tgtEl>
                                      </p:cBhvr>
                                    </p:animEffect>
                                  </p:childTnLst>
                                  <p:subTnLst>
                                    <p:set>
                                      <p:cBhvr override="childStyle">
                                        <p:cTn dur="1" fill="hold" display="0" masterRel="nextClick" afterEffect="1"/>
                                        <p:tgtEl>
                                          <p:spTgt spid="65599"/>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5" name="whoosh.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65618"/>
                                        </p:tgtEl>
                                        <p:attrNameLst>
                                          <p:attrName>style.visibility</p:attrName>
                                        </p:attrNameLst>
                                      </p:cBhvr>
                                      <p:to>
                                        <p:strVal val="visible"/>
                                      </p:to>
                                    </p:set>
                                    <p:animEffect transition="in" filter="strips(downRight)">
                                      <p:cBhvr>
                                        <p:cTn id="27" dur="500"/>
                                        <p:tgtEl>
                                          <p:spTgt spid="65618"/>
                                        </p:tgtEl>
                                      </p:cBhvr>
                                    </p:animEffect>
                                  </p:childTnLst>
                                  <p:subTnLst>
                                    <p:audio>
                                      <p:cMediaNode>
                                        <p:cTn display="0" masterRel="sameClick">
                                          <p:stCondLst>
                                            <p:cond evt="begin" delay="0">
                                              <p:tn val="25"/>
                                            </p:cond>
                                          </p:stCondLst>
                                          <p:endCondLst>
                                            <p:cond evt="onStopAudio" delay="0">
                                              <p:tgtEl>
                                                <p:sldTgt/>
                                              </p:tgtEl>
                                            </p:cond>
                                          </p:endCondLst>
                                        </p:cTn>
                                        <p:tgtEl>
                                          <p:sndTgt r:embed="rId2"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95" grpId="0" autoUpdateAnimBg="0"/>
      <p:bldP spid="65599"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A3FAF85-F62C-3847-A10E-1AFF6C1AF2C9}"/>
              </a:ext>
            </a:extLst>
          </p:cNvPr>
          <p:cNvSpPr>
            <a:spLocks noChangeArrowheads="1"/>
          </p:cNvSpPr>
          <p:nvPr/>
        </p:nvSpPr>
        <p:spPr bwMode="auto">
          <a:xfrm>
            <a:off x="5715000" y="0"/>
            <a:ext cx="34290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r" eaLnBrk="1" hangingPunct="1"/>
            <a:r>
              <a:rPr lang="en-US" altLang="zh-CN" sz="1800" b="1">
                <a:ea typeface="宋体" panose="02010600030101010101" pitchFamily="2" charset="-122"/>
              </a:rPr>
              <a:t>§3  </a:t>
            </a:r>
            <a:r>
              <a:rPr lang="en-US" altLang="zh-CN" sz="1800" b="1">
                <a:ea typeface="宋体" panose="02010600030101010101" pitchFamily="2" charset="-122"/>
                <a:sym typeface="Symbol" pitchFamily="2" charset="2"/>
              </a:rPr>
              <a:t>Convergency and Stability</a:t>
            </a:r>
            <a:endParaRPr lang="en-US" altLang="zh-CN" sz="1800" b="1">
              <a:ea typeface="宋体" panose="02010600030101010101" pitchFamily="2" charset="-122"/>
            </a:endParaRPr>
          </a:p>
        </p:txBody>
      </p:sp>
      <p:grpSp>
        <p:nvGrpSpPr>
          <p:cNvPr id="66596" name="Group 36">
            <a:extLst>
              <a:ext uri="{FF2B5EF4-FFF2-40B4-BE49-F238E27FC236}">
                <a16:creationId xmlns:a16="http://schemas.microsoft.com/office/drawing/2014/main" id="{45068ECE-2926-2F4D-9ED3-1DF8B9F88208}"/>
              </a:ext>
            </a:extLst>
          </p:cNvPr>
          <p:cNvGrpSpPr>
            <a:grpSpLocks/>
          </p:cNvGrpSpPr>
          <p:nvPr/>
        </p:nvGrpSpPr>
        <p:grpSpPr bwMode="auto">
          <a:xfrm>
            <a:off x="533400" y="457200"/>
            <a:ext cx="6729413" cy="479425"/>
            <a:chOff x="336" y="288"/>
            <a:chExt cx="4239" cy="302"/>
          </a:xfrm>
        </p:grpSpPr>
        <p:sp>
          <p:nvSpPr>
            <p:cNvPr id="66564" name="Text Box 4">
              <a:extLst>
                <a:ext uri="{FF2B5EF4-FFF2-40B4-BE49-F238E27FC236}">
                  <a16:creationId xmlns:a16="http://schemas.microsoft.com/office/drawing/2014/main" id="{A8EB7CDB-0927-774D-9BE0-16EDBA13B3D6}"/>
                </a:ext>
              </a:extLst>
            </p:cNvPr>
            <p:cNvSpPr txBox="1">
              <a:spLocks noChangeArrowheads="1"/>
            </p:cNvSpPr>
            <p:nvPr/>
          </p:nvSpPr>
          <p:spPr bwMode="auto">
            <a:xfrm>
              <a:off x="336" y="288"/>
              <a:ext cx="235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solidFill>
                    <a:schemeClr val="accent2"/>
                  </a:solidFill>
                </a:rPr>
                <a:t>例：</a:t>
              </a:r>
              <a:r>
                <a:rPr lang="zh-CN" altLang="en-US" sz="2400" b="1"/>
                <a:t>考察显式欧拉法</a:t>
              </a:r>
              <a:endParaRPr lang="en-US" altLang="zh-CN" sz="2400" b="1"/>
            </a:p>
          </p:txBody>
        </p:sp>
        <p:graphicFrame>
          <p:nvGraphicFramePr>
            <p:cNvPr id="47167" name="Object 5">
              <a:extLst>
                <a:ext uri="{FF2B5EF4-FFF2-40B4-BE49-F238E27FC236}">
                  <a16:creationId xmlns:a16="http://schemas.microsoft.com/office/drawing/2014/main" id="{510A0682-DA38-C446-9F4B-73048EBA57A6}"/>
                </a:ext>
              </a:extLst>
            </p:cNvPr>
            <p:cNvGraphicFramePr>
              <a:graphicFrameLocks noChangeAspect="1"/>
            </p:cNvGraphicFramePr>
            <p:nvPr/>
          </p:nvGraphicFramePr>
          <p:xfrm>
            <a:off x="2208" y="288"/>
            <a:ext cx="2367" cy="302"/>
          </p:xfrm>
          <a:graphic>
            <a:graphicData uri="http://schemas.openxmlformats.org/presentationml/2006/ole">
              <mc:AlternateContent xmlns:mc="http://schemas.openxmlformats.org/markup-compatibility/2006">
                <mc:Choice xmlns:v="urn:schemas-microsoft-com:vml" Requires="v">
                  <p:oleObj name="Equation" r:id="rId5" imgW="43599100" imgH="5562600" progId="Equation.3">
                    <p:embed/>
                  </p:oleObj>
                </mc:Choice>
                <mc:Fallback>
                  <p:oleObj name="Equation" r:id="rId5" imgW="43599100" imgH="5562600" progId="Equation.3">
                    <p:embed/>
                    <p:pic>
                      <p:nvPicPr>
                        <p:cNvPr id="47167" name="Object 5">
                          <a:extLst>
                            <a:ext uri="{FF2B5EF4-FFF2-40B4-BE49-F238E27FC236}">
                              <a16:creationId xmlns:a16="http://schemas.microsoft.com/office/drawing/2014/main" id="{510A0682-DA38-C446-9F4B-73048EBA57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 y="288"/>
                          <a:ext cx="2367"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566" name="Line 6">
              <a:extLst>
                <a:ext uri="{FF2B5EF4-FFF2-40B4-BE49-F238E27FC236}">
                  <a16:creationId xmlns:a16="http://schemas.microsoft.com/office/drawing/2014/main" id="{FDAA71F7-FE08-C84D-BBAE-6B187B4DBB5B}"/>
                </a:ext>
              </a:extLst>
            </p:cNvPr>
            <p:cNvSpPr>
              <a:spLocks noChangeShapeType="1"/>
            </p:cNvSpPr>
            <p:nvPr/>
          </p:nvSpPr>
          <p:spPr bwMode="auto">
            <a:xfrm>
              <a:off x="4005" y="336"/>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66597" name="Group 37">
            <a:extLst>
              <a:ext uri="{FF2B5EF4-FFF2-40B4-BE49-F238E27FC236}">
                <a16:creationId xmlns:a16="http://schemas.microsoft.com/office/drawing/2014/main" id="{686F9A87-9E2B-4A4B-B6C4-7113F2DA696A}"/>
              </a:ext>
            </a:extLst>
          </p:cNvPr>
          <p:cNvGrpSpPr>
            <a:grpSpLocks/>
          </p:cNvGrpSpPr>
          <p:nvPr/>
        </p:nvGrpSpPr>
        <p:grpSpPr bwMode="auto">
          <a:xfrm>
            <a:off x="1219200" y="1066800"/>
            <a:ext cx="4014788" cy="457200"/>
            <a:chOff x="768" y="672"/>
            <a:chExt cx="2529" cy="288"/>
          </a:xfrm>
        </p:grpSpPr>
        <p:grpSp>
          <p:nvGrpSpPr>
            <p:cNvPr id="47159" name="Group 11">
              <a:extLst>
                <a:ext uri="{FF2B5EF4-FFF2-40B4-BE49-F238E27FC236}">
                  <a16:creationId xmlns:a16="http://schemas.microsoft.com/office/drawing/2014/main" id="{3E60DAA0-37CF-7C4F-B4B6-8F25438A1F49}"/>
                </a:ext>
              </a:extLst>
            </p:cNvPr>
            <p:cNvGrpSpPr>
              <a:grpSpLocks/>
            </p:cNvGrpSpPr>
            <p:nvPr/>
          </p:nvGrpSpPr>
          <p:grpSpPr bwMode="auto">
            <a:xfrm>
              <a:off x="768" y="672"/>
              <a:ext cx="911" cy="271"/>
              <a:chOff x="720" y="1008"/>
              <a:chExt cx="911" cy="271"/>
            </a:xfrm>
          </p:grpSpPr>
          <p:graphicFrame>
            <p:nvGraphicFramePr>
              <p:cNvPr id="47164" name="Object 8">
                <a:extLst>
                  <a:ext uri="{FF2B5EF4-FFF2-40B4-BE49-F238E27FC236}">
                    <a16:creationId xmlns:a16="http://schemas.microsoft.com/office/drawing/2014/main" id="{1739FA71-787F-9441-9308-7178CF34B3B0}"/>
                  </a:ext>
                </a:extLst>
              </p:cNvPr>
              <p:cNvGraphicFramePr>
                <a:graphicFrameLocks noChangeAspect="1"/>
              </p:cNvGraphicFramePr>
              <p:nvPr/>
            </p:nvGraphicFramePr>
            <p:xfrm>
              <a:off x="720" y="1008"/>
              <a:ext cx="911" cy="271"/>
            </p:xfrm>
            <a:graphic>
              <a:graphicData uri="http://schemas.openxmlformats.org/presentationml/2006/ole">
                <mc:AlternateContent xmlns:mc="http://schemas.openxmlformats.org/markup-compatibility/2006">
                  <mc:Choice xmlns:v="urn:schemas-microsoft-com:vml" Requires="v">
                    <p:oleObj name="Equation" r:id="rId7" imgW="17551400" imgH="5270500" progId="Equation.3">
                      <p:embed/>
                    </p:oleObj>
                  </mc:Choice>
                  <mc:Fallback>
                    <p:oleObj name="Equation" r:id="rId7" imgW="17551400" imgH="5270500" progId="Equation.3">
                      <p:embed/>
                      <p:pic>
                        <p:nvPicPr>
                          <p:cNvPr id="47164" name="Object 8">
                            <a:extLst>
                              <a:ext uri="{FF2B5EF4-FFF2-40B4-BE49-F238E27FC236}">
                                <a16:creationId xmlns:a16="http://schemas.microsoft.com/office/drawing/2014/main" id="{1739FA71-787F-9441-9308-7178CF34B3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0" y="1008"/>
                            <a:ext cx="91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70" name="Line 10">
                <a:extLst>
                  <a:ext uri="{FF2B5EF4-FFF2-40B4-BE49-F238E27FC236}">
                    <a16:creationId xmlns:a16="http://schemas.microsoft.com/office/drawing/2014/main" id="{D635B2FB-EFA7-D948-9EF0-E14EF073F338}"/>
                  </a:ext>
                </a:extLst>
              </p:cNvPr>
              <p:cNvSpPr>
                <a:spLocks noChangeShapeType="1"/>
              </p:cNvSpPr>
              <p:nvPr/>
            </p:nvSpPr>
            <p:spPr bwMode="auto">
              <a:xfrm>
                <a:off x="1440" y="1056"/>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aphicFrame>
          <p:nvGraphicFramePr>
            <p:cNvPr id="47160" name="Object 13">
              <a:extLst>
                <a:ext uri="{FF2B5EF4-FFF2-40B4-BE49-F238E27FC236}">
                  <a16:creationId xmlns:a16="http://schemas.microsoft.com/office/drawing/2014/main" id="{3CECB23C-1BB1-274D-8449-1AA5261C985E}"/>
                </a:ext>
              </a:extLst>
            </p:cNvPr>
            <p:cNvGraphicFramePr>
              <a:graphicFrameLocks noChangeAspect="1"/>
            </p:cNvGraphicFramePr>
            <p:nvPr/>
          </p:nvGraphicFramePr>
          <p:xfrm>
            <a:off x="1968" y="672"/>
            <a:ext cx="1329" cy="288"/>
          </p:xfrm>
          <a:graphic>
            <a:graphicData uri="http://schemas.openxmlformats.org/presentationml/2006/ole">
              <mc:AlternateContent xmlns:mc="http://schemas.openxmlformats.org/markup-compatibility/2006">
                <mc:Choice xmlns:v="urn:schemas-microsoft-com:vml" Requires="v">
                  <p:oleObj name="Equation" r:id="rId9" imgW="25742900" imgH="5562600" progId="Equation.3">
                    <p:embed/>
                  </p:oleObj>
                </mc:Choice>
                <mc:Fallback>
                  <p:oleObj name="Equation" r:id="rId9" imgW="25742900" imgH="5562600" progId="Equation.3">
                    <p:embed/>
                    <p:pic>
                      <p:nvPicPr>
                        <p:cNvPr id="47160" name="Object 13">
                          <a:extLst>
                            <a:ext uri="{FF2B5EF4-FFF2-40B4-BE49-F238E27FC236}">
                              <a16:creationId xmlns:a16="http://schemas.microsoft.com/office/drawing/2014/main" id="{3CECB23C-1BB1-274D-8449-1AA5261C985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8" y="672"/>
                          <a:ext cx="132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574" name="Line 14">
              <a:extLst>
                <a:ext uri="{FF2B5EF4-FFF2-40B4-BE49-F238E27FC236}">
                  <a16:creationId xmlns:a16="http://schemas.microsoft.com/office/drawing/2014/main" id="{983443B4-1745-E949-92F6-9A494D5EEB24}"/>
                </a:ext>
              </a:extLst>
            </p:cNvPr>
            <p:cNvSpPr>
              <a:spLocks noChangeShapeType="1"/>
            </p:cNvSpPr>
            <p:nvPr/>
          </p:nvSpPr>
          <p:spPr bwMode="auto">
            <a:xfrm>
              <a:off x="2016" y="745"/>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66575" name="Line 15">
              <a:extLst>
                <a:ext uri="{FF2B5EF4-FFF2-40B4-BE49-F238E27FC236}">
                  <a16:creationId xmlns:a16="http://schemas.microsoft.com/office/drawing/2014/main" id="{9201D22B-CF7F-3D4A-88AE-5B84478344F8}"/>
                </a:ext>
              </a:extLst>
            </p:cNvPr>
            <p:cNvSpPr>
              <a:spLocks noChangeShapeType="1"/>
            </p:cNvSpPr>
            <p:nvPr/>
          </p:nvSpPr>
          <p:spPr bwMode="auto">
            <a:xfrm>
              <a:off x="2758" y="720"/>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66577" name="Line 17">
              <a:extLst>
                <a:ext uri="{FF2B5EF4-FFF2-40B4-BE49-F238E27FC236}">
                  <a16:creationId xmlns:a16="http://schemas.microsoft.com/office/drawing/2014/main" id="{8E50076D-4656-114A-AB90-376BA978092B}"/>
                </a:ext>
              </a:extLst>
            </p:cNvPr>
            <p:cNvSpPr>
              <a:spLocks noChangeShapeType="1"/>
            </p:cNvSpPr>
            <p:nvPr/>
          </p:nvSpPr>
          <p:spPr bwMode="auto">
            <a:xfrm>
              <a:off x="3120" y="745"/>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66583" name="Group 23">
            <a:extLst>
              <a:ext uri="{FF2B5EF4-FFF2-40B4-BE49-F238E27FC236}">
                <a16:creationId xmlns:a16="http://schemas.microsoft.com/office/drawing/2014/main" id="{4075E8B4-45F4-1C44-9458-98822CD2B85E}"/>
              </a:ext>
            </a:extLst>
          </p:cNvPr>
          <p:cNvGrpSpPr>
            <a:grpSpLocks/>
          </p:cNvGrpSpPr>
          <p:nvPr/>
        </p:nvGrpSpPr>
        <p:grpSpPr bwMode="auto">
          <a:xfrm>
            <a:off x="1219200" y="1676400"/>
            <a:ext cx="3962400" cy="457200"/>
            <a:chOff x="864" y="1392"/>
            <a:chExt cx="2496" cy="288"/>
          </a:xfrm>
        </p:grpSpPr>
        <p:sp>
          <p:nvSpPr>
            <p:cNvPr id="66579" name="AutoShape 19">
              <a:extLst>
                <a:ext uri="{FF2B5EF4-FFF2-40B4-BE49-F238E27FC236}">
                  <a16:creationId xmlns:a16="http://schemas.microsoft.com/office/drawing/2014/main" id="{08ECFB63-C3EA-A44F-9781-42EEDFDBD010}"/>
                </a:ext>
              </a:extLst>
            </p:cNvPr>
            <p:cNvSpPr>
              <a:spLocks noChangeArrowheads="1"/>
            </p:cNvSpPr>
            <p:nvPr/>
          </p:nvSpPr>
          <p:spPr bwMode="auto">
            <a:xfrm>
              <a:off x="864" y="1488"/>
              <a:ext cx="192" cy="96"/>
            </a:xfrm>
            <a:prstGeom prst="rightArrow">
              <a:avLst>
                <a:gd name="adj1" fmla="val 50000"/>
                <a:gd name="adj2" fmla="val 50000"/>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47156" name="Object 20">
              <a:extLst>
                <a:ext uri="{FF2B5EF4-FFF2-40B4-BE49-F238E27FC236}">
                  <a16:creationId xmlns:a16="http://schemas.microsoft.com/office/drawing/2014/main" id="{A2E97BD4-3928-EC45-8974-13C01D9D7648}"/>
                </a:ext>
              </a:extLst>
            </p:cNvPr>
            <p:cNvGraphicFramePr>
              <a:graphicFrameLocks noChangeAspect="1"/>
            </p:cNvGraphicFramePr>
            <p:nvPr/>
          </p:nvGraphicFramePr>
          <p:xfrm>
            <a:off x="1152" y="1392"/>
            <a:ext cx="2208" cy="288"/>
          </p:xfrm>
          <a:graphic>
            <a:graphicData uri="http://schemas.openxmlformats.org/presentationml/2006/ole">
              <mc:AlternateContent xmlns:mc="http://schemas.openxmlformats.org/markup-compatibility/2006">
                <mc:Choice xmlns:v="urn:schemas-microsoft-com:vml" Requires="v">
                  <p:oleObj name="Equation" r:id="rId11" imgW="42418000" imgH="5562600" progId="Equation.3">
                    <p:embed/>
                  </p:oleObj>
                </mc:Choice>
                <mc:Fallback>
                  <p:oleObj name="Equation" r:id="rId11" imgW="42418000" imgH="5562600" progId="Equation.3">
                    <p:embed/>
                    <p:pic>
                      <p:nvPicPr>
                        <p:cNvPr id="47156" name="Object 20">
                          <a:extLst>
                            <a:ext uri="{FF2B5EF4-FFF2-40B4-BE49-F238E27FC236}">
                              <a16:creationId xmlns:a16="http://schemas.microsoft.com/office/drawing/2014/main" id="{A2E97BD4-3928-EC45-8974-13C01D9D764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52" y="1392"/>
                          <a:ext cx="22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581" name="Line 21">
              <a:extLst>
                <a:ext uri="{FF2B5EF4-FFF2-40B4-BE49-F238E27FC236}">
                  <a16:creationId xmlns:a16="http://schemas.microsoft.com/office/drawing/2014/main" id="{D793B514-444F-5742-A0B5-0A42F8587948}"/>
                </a:ext>
              </a:extLst>
            </p:cNvPr>
            <p:cNvSpPr>
              <a:spLocks noChangeShapeType="1"/>
            </p:cNvSpPr>
            <p:nvPr/>
          </p:nvSpPr>
          <p:spPr bwMode="auto">
            <a:xfrm>
              <a:off x="2112" y="1464"/>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sp>
          <p:nvSpPr>
            <p:cNvPr id="66582" name="Line 22">
              <a:extLst>
                <a:ext uri="{FF2B5EF4-FFF2-40B4-BE49-F238E27FC236}">
                  <a16:creationId xmlns:a16="http://schemas.microsoft.com/office/drawing/2014/main" id="{D9307C45-DD5D-1A4A-B1A7-1C6EA337D6C5}"/>
                </a:ext>
              </a:extLst>
            </p:cNvPr>
            <p:cNvSpPr>
              <a:spLocks noChangeShapeType="1"/>
            </p:cNvSpPr>
            <p:nvPr/>
          </p:nvSpPr>
          <p:spPr bwMode="auto">
            <a:xfrm>
              <a:off x="2854" y="1440"/>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66590" name="Group 30">
            <a:extLst>
              <a:ext uri="{FF2B5EF4-FFF2-40B4-BE49-F238E27FC236}">
                <a16:creationId xmlns:a16="http://schemas.microsoft.com/office/drawing/2014/main" id="{8D970477-3788-EA46-B73D-F4855434693E}"/>
              </a:ext>
            </a:extLst>
          </p:cNvPr>
          <p:cNvGrpSpPr>
            <a:grpSpLocks/>
          </p:cNvGrpSpPr>
          <p:nvPr/>
        </p:nvGrpSpPr>
        <p:grpSpPr bwMode="auto">
          <a:xfrm>
            <a:off x="1143000" y="2286000"/>
            <a:ext cx="6946900" cy="822325"/>
            <a:chOff x="720" y="1776"/>
            <a:chExt cx="4376" cy="518"/>
          </a:xfrm>
        </p:grpSpPr>
        <p:sp>
          <p:nvSpPr>
            <p:cNvPr id="66585" name="Text Box 25">
              <a:extLst>
                <a:ext uri="{FF2B5EF4-FFF2-40B4-BE49-F238E27FC236}">
                  <a16:creationId xmlns:a16="http://schemas.microsoft.com/office/drawing/2014/main" id="{8E2E4730-66C0-9A41-9434-3DA1366A484A}"/>
                </a:ext>
              </a:extLst>
            </p:cNvPr>
            <p:cNvSpPr txBox="1">
              <a:spLocks noChangeArrowheads="1"/>
            </p:cNvSpPr>
            <p:nvPr/>
          </p:nvSpPr>
          <p:spPr bwMode="auto">
            <a:xfrm>
              <a:off x="720" y="1776"/>
              <a:ext cx="4224" cy="5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b="1"/>
                <a:t>由此可见，要保证初始误差</a:t>
              </a:r>
              <a:r>
                <a:rPr lang="en-US" altLang="zh-CN" sz="2400" b="1" i="1">
                  <a:sym typeface="Symbol" charset="0"/>
                </a:rPr>
                <a:t></a:t>
              </a:r>
              <a:r>
                <a:rPr lang="en-US" altLang="zh-CN" sz="2400" b="1" baseline="-25000">
                  <a:sym typeface="Symbol" charset="0"/>
                </a:rPr>
                <a:t>0 </a:t>
              </a:r>
              <a:r>
                <a:rPr lang="zh-CN" altLang="en-US" sz="2400" b="1"/>
                <a:t>以后逐步衰减，</a:t>
              </a:r>
              <a:endParaRPr lang="en-US" altLang="zh-CN" sz="2400" b="1"/>
            </a:p>
            <a:p>
              <a:pPr eaLnBrk="1" hangingPunct="1">
                <a:defRPr/>
              </a:pPr>
              <a:r>
                <a:rPr lang="zh-CN" altLang="en-US" sz="2400" b="1"/>
                <a:t>必须满足：</a:t>
              </a:r>
              <a:endParaRPr lang="en-US" altLang="zh-CN" sz="2400" b="1"/>
            </a:p>
          </p:txBody>
        </p:sp>
        <p:grpSp>
          <p:nvGrpSpPr>
            <p:cNvPr id="47152" name="Group 29">
              <a:extLst>
                <a:ext uri="{FF2B5EF4-FFF2-40B4-BE49-F238E27FC236}">
                  <a16:creationId xmlns:a16="http://schemas.microsoft.com/office/drawing/2014/main" id="{717AD0D8-A9FF-7342-9689-8018D55E68BB}"/>
                </a:ext>
              </a:extLst>
            </p:cNvPr>
            <p:cNvGrpSpPr>
              <a:grpSpLocks/>
            </p:cNvGrpSpPr>
            <p:nvPr/>
          </p:nvGrpSpPr>
          <p:grpSpPr bwMode="auto">
            <a:xfrm>
              <a:off x="4512" y="1824"/>
              <a:ext cx="584" cy="246"/>
              <a:chOff x="568" y="2856"/>
              <a:chExt cx="584" cy="246"/>
            </a:xfrm>
          </p:grpSpPr>
          <p:graphicFrame>
            <p:nvGraphicFramePr>
              <p:cNvPr id="47153" name="Object 26">
                <a:extLst>
                  <a:ext uri="{FF2B5EF4-FFF2-40B4-BE49-F238E27FC236}">
                    <a16:creationId xmlns:a16="http://schemas.microsoft.com/office/drawing/2014/main" id="{69F76228-E1B5-614C-BD6D-D85F3BEDF5D1}"/>
                  </a:ext>
                </a:extLst>
              </p:cNvPr>
              <p:cNvGraphicFramePr>
                <a:graphicFrameLocks noChangeAspect="1"/>
              </p:cNvGraphicFramePr>
              <p:nvPr/>
            </p:nvGraphicFramePr>
            <p:xfrm>
              <a:off x="568" y="2856"/>
              <a:ext cx="584" cy="246"/>
            </p:xfrm>
            <a:graphic>
              <a:graphicData uri="http://schemas.openxmlformats.org/presentationml/2006/ole">
                <mc:AlternateContent xmlns:mc="http://schemas.openxmlformats.org/markup-compatibility/2006">
                  <mc:Choice xmlns:v="urn:schemas-microsoft-com:vml" Requires="v">
                    <p:oleObj name="Equation" r:id="rId13" imgW="11112500" imgH="4686300" progId="Equation.3">
                      <p:embed/>
                    </p:oleObj>
                  </mc:Choice>
                  <mc:Fallback>
                    <p:oleObj name="Equation" r:id="rId13" imgW="11112500" imgH="4686300" progId="Equation.3">
                      <p:embed/>
                      <p:pic>
                        <p:nvPicPr>
                          <p:cNvPr id="47153" name="Object 26">
                            <a:extLst>
                              <a:ext uri="{FF2B5EF4-FFF2-40B4-BE49-F238E27FC236}">
                                <a16:creationId xmlns:a16="http://schemas.microsoft.com/office/drawing/2014/main" id="{69F76228-E1B5-614C-BD6D-D85F3BEDF5D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8" y="2856"/>
                            <a:ext cx="584"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588" name="Line 28">
                <a:extLst>
                  <a:ext uri="{FF2B5EF4-FFF2-40B4-BE49-F238E27FC236}">
                    <a16:creationId xmlns:a16="http://schemas.microsoft.com/office/drawing/2014/main" id="{5AC9C8AC-DCB8-7143-B0E6-F1A23147DE85}"/>
                  </a:ext>
                </a:extLst>
              </p:cNvPr>
              <p:cNvSpPr>
                <a:spLocks noChangeShapeType="1"/>
              </p:cNvSpPr>
              <p:nvPr/>
            </p:nvSpPr>
            <p:spPr bwMode="auto">
              <a:xfrm>
                <a:off x="598" y="2880"/>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grpSp>
        <p:nvGrpSpPr>
          <p:cNvPr id="66593" name="Group 33">
            <a:extLst>
              <a:ext uri="{FF2B5EF4-FFF2-40B4-BE49-F238E27FC236}">
                <a16:creationId xmlns:a16="http://schemas.microsoft.com/office/drawing/2014/main" id="{9E77C4B9-B4D3-DE4A-8BAD-27DA9BD36ABA}"/>
              </a:ext>
            </a:extLst>
          </p:cNvPr>
          <p:cNvGrpSpPr>
            <a:grpSpLocks/>
          </p:cNvGrpSpPr>
          <p:nvPr/>
        </p:nvGrpSpPr>
        <p:grpSpPr bwMode="auto">
          <a:xfrm>
            <a:off x="2743200" y="2743200"/>
            <a:ext cx="1233488" cy="385763"/>
            <a:chOff x="1794" y="2398"/>
            <a:chExt cx="777" cy="243"/>
          </a:xfrm>
        </p:grpSpPr>
        <p:graphicFrame>
          <p:nvGraphicFramePr>
            <p:cNvPr id="47149" name="Object 31">
              <a:extLst>
                <a:ext uri="{FF2B5EF4-FFF2-40B4-BE49-F238E27FC236}">
                  <a16:creationId xmlns:a16="http://schemas.microsoft.com/office/drawing/2014/main" id="{B2AE3237-D543-E145-8BA5-98268F43BAA2}"/>
                </a:ext>
              </a:extLst>
            </p:cNvPr>
            <p:cNvGraphicFramePr>
              <a:graphicFrameLocks noChangeAspect="1"/>
            </p:cNvGraphicFramePr>
            <p:nvPr/>
          </p:nvGraphicFramePr>
          <p:xfrm>
            <a:off x="1794" y="2398"/>
            <a:ext cx="777" cy="243"/>
          </p:xfrm>
          <a:graphic>
            <a:graphicData uri="http://schemas.openxmlformats.org/presentationml/2006/ole">
              <mc:AlternateContent xmlns:mc="http://schemas.openxmlformats.org/markup-compatibility/2006">
                <mc:Choice xmlns:v="urn:schemas-microsoft-com:vml" Requires="v">
                  <p:oleObj name="Equation" r:id="rId15" imgW="14922500" imgH="4686300" progId="Equation.3">
                    <p:embed/>
                  </p:oleObj>
                </mc:Choice>
                <mc:Fallback>
                  <p:oleObj name="Equation" r:id="rId15" imgW="14922500" imgH="4686300" progId="Equation.3">
                    <p:embed/>
                    <p:pic>
                      <p:nvPicPr>
                        <p:cNvPr id="47149" name="Object 31">
                          <a:extLst>
                            <a:ext uri="{FF2B5EF4-FFF2-40B4-BE49-F238E27FC236}">
                              <a16:creationId xmlns:a16="http://schemas.microsoft.com/office/drawing/2014/main" id="{B2AE3237-D543-E145-8BA5-98268F43BAA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94" y="2398"/>
                          <a:ext cx="777"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592" name="Line 32">
              <a:extLst>
                <a:ext uri="{FF2B5EF4-FFF2-40B4-BE49-F238E27FC236}">
                  <a16:creationId xmlns:a16="http://schemas.microsoft.com/office/drawing/2014/main" id="{8F312B1B-4EB9-AF41-A427-A689BE98FEC2}"/>
                </a:ext>
              </a:extLst>
            </p:cNvPr>
            <p:cNvSpPr>
              <a:spLocks noChangeShapeType="1"/>
            </p:cNvSpPr>
            <p:nvPr/>
          </p:nvSpPr>
          <p:spPr bwMode="auto">
            <a:xfrm>
              <a:off x="2130" y="2412"/>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66613" name="Group 53">
            <a:extLst>
              <a:ext uri="{FF2B5EF4-FFF2-40B4-BE49-F238E27FC236}">
                <a16:creationId xmlns:a16="http://schemas.microsoft.com/office/drawing/2014/main" id="{9789F2A3-1097-E84C-BCEB-0D75A69A20FA}"/>
              </a:ext>
            </a:extLst>
          </p:cNvPr>
          <p:cNvGrpSpPr>
            <a:grpSpLocks/>
          </p:cNvGrpSpPr>
          <p:nvPr/>
        </p:nvGrpSpPr>
        <p:grpSpPr bwMode="auto">
          <a:xfrm>
            <a:off x="6324600" y="914400"/>
            <a:ext cx="1943100" cy="1219200"/>
            <a:chOff x="2736" y="2352"/>
            <a:chExt cx="1224" cy="768"/>
          </a:xfrm>
        </p:grpSpPr>
        <p:sp>
          <p:nvSpPr>
            <p:cNvPr id="47138" name="Oval 38">
              <a:extLst>
                <a:ext uri="{FF2B5EF4-FFF2-40B4-BE49-F238E27FC236}">
                  <a16:creationId xmlns:a16="http://schemas.microsoft.com/office/drawing/2014/main" id="{F2F442BC-C92D-7546-B9A3-38071AEC10C6}"/>
                </a:ext>
              </a:extLst>
            </p:cNvPr>
            <p:cNvSpPr>
              <a:spLocks noChangeArrowheads="1"/>
            </p:cNvSpPr>
            <p:nvPr/>
          </p:nvSpPr>
          <p:spPr bwMode="auto">
            <a:xfrm>
              <a:off x="2996" y="2523"/>
              <a:ext cx="572" cy="571"/>
            </a:xfrm>
            <a:prstGeom prst="ellipse">
              <a:avLst/>
            </a:prstGeom>
            <a:solidFill>
              <a:srgbClr val="F2F2F2"/>
            </a:solidFill>
            <a:ln w="12700">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CN"/>
            </a:p>
          </p:txBody>
        </p:sp>
        <p:sp>
          <p:nvSpPr>
            <p:cNvPr id="47139" name="Line 39">
              <a:extLst>
                <a:ext uri="{FF2B5EF4-FFF2-40B4-BE49-F238E27FC236}">
                  <a16:creationId xmlns:a16="http://schemas.microsoft.com/office/drawing/2014/main" id="{960501A0-2ACB-E64F-9A83-03BFF907BE46}"/>
                </a:ext>
              </a:extLst>
            </p:cNvPr>
            <p:cNvSpPr>
              <a:spLocks noChangeShapeType="1"/>
            </p:cNvSpPr>
            <p:nvPr/>
          </p:nvSpPr>
          <p:spPr bwMode="auto">
            <a:xfrm flipV="1">
              <a:off x="2736" y="2808"/>
              <a:ext cx="1200" cy="0"/>
            </a:xfrm>
            <a:prstGeom prst="line">
              <a:avLst/>
            </a:prstGeom>
            <a:noFill/>
            <a:ln w="12700">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47140" name="Line 42">
              <a:extLst>
                <a:ext uri="{FF2B5EF4-FFF2-40B4-BE49-F238E27FC236}">
                  <a16:creationId xmlns:a16="http://schemas.microsoft.com/office/drawing/2014/main" id="{41D17A62-AAD5-CE4C-AC9B-5D6C6EFAD41E}"/>
                </a:ext>
              </a:extLst>
            </p:cNvPr>
            <p:cNvSpPr>
              <a:spLocks noChangeShapeType="1"/>
            </p:cNvSpPr>
            <p:nvPr/>
          </p:nvSpPr>
          <p:spPr bwMode="auto">
            <a:xfrm flipV="1">
              <a:off x="3577" y="2352"/>
              <a:ext cx="0" cy="768"/>
            </a:xfrm>
            <a:prstGeom prst="line">
              <a:avLst/>
            </a:prstGeom>
            <a:noFill/>
            <a:ln w="12700">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47141" name="Line 45">
              <a:extLst>
                <a:ext uri="{FF2B5EF4-FFF2-40B4-BE49-F238E27FC236}">
                  <a16:creationId xmlns:a16="http://schemas.microsoft.com/office/drawing/2014/main" id="{A0ADBC04-0A51-BE47-8B60-E7956A86B2F2}"/>
                </a:ext>
              </a:extLst>
            </p:cNvPr>
            <p:cNvSpPr>
              <a:spLocks noChangeShapeType="1"/>
            </p:cNvSpPr>
            <p:nvPr/>
          </p:nvSpPr>
          <p:spPr bwMode="auto">
            <a:xfrm flipV="1">
              <a:off x="3280" y="2779"/>
              <a:ext cx="1" cy="2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47142" name="Rectangle 46">
              <a:extLst>
                <a:ext uri="{FF2B5EF4-FFF2-40B4-BE49-F238E27FC236}">
                  <a16:creationId xmlns:a16="http://schemas.microsoft.com/office/drawing/2014/main" id="{59BFAFFF-3DC9-0347-A977-B6648015F124}"/>
                </a:ext>
              </a:extLst>
            </p:cNvPr>
            <p:cNvSpPr>
              <a:spLocks noChangeArrowheads="1"/>
            </p:cNvSpPr>
            <p:nvPr/>
          </p:nvSpPr>
          <p:spPr bwMode="auto">
            <a:xfrm>
              <a:off x="3580" y="281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rPr>
                <a:t>0</a:t>
              </a:r>
              <a:endParaRPr lang="en-US" altLang="zh-CN" b="1"/>
            </a:p>
          </p:txBody>
        </p:sp>
        <p:sp>
          <p:nvSpPr>
            <p:cNvPr id="47143" name="Rectangle 47">
              <a:extLst>
                <a:ext uri="{FF2B5EF4-FFF2-40B4-BE49-F238E27FC236}">
                  <a16:creationId xmlns:a16="http://schemas.microsoft.com/office/drawing/2014/main" id="{F13929FA-8446-914D-BAEE-97607A6FA807}"/>
                </a:ext>
              </a:extLst>
            </p:cNvPr>
            <p:cNvSpPr>
              <a:spLocks noChangeArrowheads="1"/>
            </p:cNvSpPr>
            <p:nvPr/>
          </p:nvSpPr>
          <p:spPr bwMode="auto">
            <a:xfrm>
              <a:off x="3224" y="2819"/>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rPr>
                <a:t>-</a:t>
              </a:r>
              <a:endParaRPr lang="en-US" altLang="zh-CN" b="1"/>
            </a:p>
          </p:txBody>
        </p:sp>
        <p:sp>
          <p:nvSpPr>
            <p:cNvPr id="47144" name="Rectangle 48">
              <a:extLst>
                <a:ext uri="{FF2B5EF4-FFF2-40B4-BE49-F238E27FC236}">
                  <a16:creationId xmlns:a16="http://schemas.microsoft.com/office/drawing/2014/main" id="{96976D87-7A19-2F4D-A8AE-DF2DFA01BE0D}"/>
                </a:ext>
              </a:extLst>
            </p:cNvPr>
            <p:cNvSpPr>
              <a:spLocks noChangeArrowheads="1"/>
            </p:cNvSpPr>
            <p:nvPr/>
          </p:nvSpPr>
          <p:spPr bwMode="auto">
            <a:xfrm>
              <a:off x="3260" y="281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rPr>
                <a:t>1</a:t>
              </a:r>
              <a:endParaRPr lang="en-US" altLang="zh-CN" b="1"/>
            </a:p>
          </p:txBody>
        </p:sp>
        <p:sp>
          <p:nvSpPr>
            <p:cNvPr id="47145" name="Rectangle 49">
              <a:extLst>
                <a:ext uri="{FF2B5EF4-FFF2-40B4-BE49-F238E27FC236}">
                  <a16:creationId xmlns:a16="http://schemas.microsoft.com/office/drawing/2014/main" id="{8557253A-F038-AB4C-BD65-AD2E0AF877E4}"/>
                </a:ext>
              </a:extLst>
            </p:cNvPr>
            <p:cNvSpPr>
              <a:spLocks noChangeArrowheads="1"/>
            </p:cNvSpPr>
            <p:nvPr/>
          </p:nvSpPr>
          <p:spPr bwMode="auto">
            <a:xfrm>
              <a:off x="2896" y="2819"/>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rPr>
                <a:t>-</a:t>
              </a:r>
              <a:endParaRPr lang="en-US" altLang="zh-CN" b="1"/>
            </a:p>
          </p:txBody>
        </p:sp>
        <p:sp>
          <p:nvSpPr>
            <p:cNvPr id="47146" name="Rectangle 50">
              <a:extLst>
                <a:ext uri="{FF2B5EF4-FFF2-40B4-BE49-F238E27FC236}">
                  <a16:creationId xmlns:a16="http://schemas.microsoft.com/office/drawing/2014/main" id="{7AFF6C79-A697-B642-B87B-57D6834FD679}"/>
                </a:ext>
              </a:extLst>
            </p:cNvPr>
            <p:cNvSpPr>
              <a:spLocks noChangeArrowheads="1"/>
            </p:cNvSpPr>
            <p:nvPr/>
          </p:nvSpPr>
          <p:spPr bwMode="auto">
            <a:xfrm>
              <a:off x="2932" y="281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rPr>
                <a:t>2</a:t>
              </a:r>
              <a:endParaRPr lang="en-US" altLang="zh-CN" b="1"/>
            </a:p>
          </p:txBody>
        </p:sp>
        <p:sp>
          <p:nvSpPr>
            <p:cNvPr id="47147" name="Rectangle 51">
              <a:extLst>
                <a:ext uri="{FF2B5EF4-FFF2-40B4-BE49-F238E27FC236}">
                  <a16:creationId xmlns:a16="http://schemas.microsoft.com/office/drawing/2014/main" id="{68D5A848-B641-4941-A180-337872E50DD6}"/>
                </a:ext>
              </a:extLst>
            </p:cNvPr>
            <p:cNvSpPr>
              <a:spLocks noChangeArrowheads="1"/>
            </p:cNvSpPr>
            <p:nvPr/>
          </p:nvSpPr>
          <p:spPr bwMode="auto">
            <a:xfrm>
              <a:off x="3840" y="2832"/>
              <a:ext cx="12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000000"/>
                  </a:solidFill>
                </a:rPr>
                <a:t>Re</a:t>
              </a:r>
              <a:endParaRPr lang="en-US" altLang="zh-CN" b="1"/>
            </a:p>
          </p:txBody>
        </p:sp>
        <p:sp>
          <p:nvSpPr>
            <p:cNvPr id="47148" name="Rectangle 52">
              <a:extLst>
                <a:ext uri="{FF2B5EF4-FFF2-40B4-BE49-F238E27FC236}">
                  <a16:creationId xmlns:a16="http://schemas.microsoft.com/office/drawing/2014/main" id="{F9A80A51-E16A-1046-BAEC-480DD1111B53}"/>
                </a:ext>
              </a:extLst>
            </p:cNvPr>
            <p:cNvSpPr>
              <a:spLocks noChangeArrowheads="1"/>
            </p:cNvSpPr>
            <p:nvPr/>
          </p:nvSpPr>
          <p:spPr bwMode="auto">
            <a:xfrm>
              <a:off x="3648" y="2352"/>
              <a:ext cx="17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000000"/>
                  </a:solidFill>
                </a:rPr>
                <a:t>Img</a:t>
              </a:r>
              <a:endParaRPr lang="en-US" altLang="zh-CN" b="1"/>
            </a:p>
          </p:txBody>
        </p:sp>
      </p:grpSp>
      <p:grpSp>
        <p:nvGrpSpPr>
          <p:cNvPr id="66620" name="Group 60">
            <a:extLst>
              <a:ext uri="{FF2B5EF4-FFF2-40B4-BE49-F238E27FC236}">
                <a16:creationId xmlns:a16="http://schemas.microsoft.com/office/drawing/2014/main" id="{1CC51EE5-28E5-BC40-BC0E-CDD8BC481101}"/>
              </a:ext>
            </a:extLst>
          </p:cNvPr>
          <p:cNvGrpSpPr>
            <a:grpSpLocks/>
          </p:cNvGrpSpPr>
          <p:nvPr/>
        </p:nvGrpSpPr>
        <p:grpSpPr bwMode="auto">
          <a:xfrm>
            <a:off x="609600" y="3276600"/>
            <a:ext cx="4964113" cy="457200"/>
            <a:chOff x="384" y="1968"/>
            <a:chExt cx="3127" cy="288"/>
          </a:xfrm>
        </p:grpSpPr>
        <p:sp>
          <p:nvSpPr>
            <p:cNvPr id="66615" name="Text Box 55">
              <a:extLst>
                <a:ext uri="{FF2B5EF4-FFF2-40B4-BE49-F238E27FC236}">
                  <a16:creationId xmlns:a16="http://schemas.microsoft.com/office/drawing/2014/main" id="{828745CB-7B91-6D43-8D7B-D85554785BA3}"/>
                </a:ext>
              </a:extLst>
            </p:cNvPr>
            <p:cNvSpPr txBox="1">
              <a:spLocks noChangeArrowheads="1"/>
            </p:cNvSpPr>
            <p:nvPr/>
          </p:nvSpPr>
          <p:spPr bwMode="auto">
            <a:xfrm>
              <a:off x="384" y="1968"/>
              <a:ext cx="235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spcBef>
                  <a:spcPct val="50000"/>
                </a:spcBef>
                <a:defRPr/>
              </a:pPr>
              <a:r>
                <a:rPr lang="zh-CN" altLang="en-US" sz="2400" b="1">
                  <a:solidFill>
                    <a:schemeClr val="accent2"/>
                  </a:solidFill>
                </a:rPr>
                <a:t>例：</a:t>
              </a:r>
              <a:r>
                <a:rPr lang="zh-CN" altLang="en-US" sz="2400" b="1"/>
                <a:t>考察隐式欧拉法</a:t>
              </a:r>
              <a:endParaRPr lang="en-US" altLang="zh-CN" sz="2400" b="1"/>
            </a:p>
          </p:txBody>
        </p:sp>
        <p:graphicFrame>
          <p:nvGraphicFramePr>
            <p:cNvPr id="47137" name="Object 59">
              <a:extLst>
                <a:ext uri="{FF2B5EF4-FFF2-40B4-BE49-F238E27FC236}">
                  <a16:creationId xmlns:a16="http://schemas.microsoft.com/office/drawing/2014/main" id="{0EFC88EE-6338-EE41-A12B-81B2F76CF99D}"/>
                </a:ext>
              </a:extLst>
            </p:cNvPr>
            <p:cNvGraphicFramePr>
              <a:graphicFrameLocks noChangeAspect="1"/>
            </p:cNvGraphicFramePr>
            <p:nvPr/>
          </p:nvGraphicFramePr>
          <p:xfrm>
            <a:off x="2208" y="1968"/>
            <a:ext cx="1303" cy="283"/>
          </p:xfrm>
          <a:graphic>
            <a:graphicData uri="http://schemas.openxmlformats.org/presentationml/2006/ole">
              <mc:AlternateContent xmlns:mc="http://schemas.openxmlformats.org/markup-compatibility/2006">
                <mc:Choice xmlns:v="urn:schemas-microsoft-com:vml" Requires="v">
                  <p:oleObj name="Equation" r:id="rId17" imgW="26619200" imgH="5270500" progId="Equation.3">
                    <p:embed/>
                  </p:oleObj>
                </mc:Choice>
                <mc:Fallback>
                  <p:oleObj name="Equation" r:id="rId17" imgW="26619200" imgH="5270500" progId="Equation.3">
                    <p:embed/>
                    <p:pic>
                      <p:nvPicPr>
                        <p:cNvPr id="47137" name="Object 59">
                          <a:extLst>
                            <a:ext uri="{FF2B5EF4-FFF2-40B4-BE49-F238E27FC236}">
                              <a16:creationId xmlns:a16="http://schemas.microsoft.com/office/drawing/2014/main" id="{0EFC88EE-6338-EE41-A12B-81B2F76CF99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08" y="1968"/>
                          <a:ext cx="1303"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66647" name="Group 87">
            <a:extLst>
              <a:ext uri="{FF2B5EF4-FFF2-40B4-BE49-F238E27FC236}">
                <a16:creationId xmlns:a16="http://schemas.microsoft.com/office/drawing/2014/main" id="{3771B885-0A79-1C4E-A013-339CB5683683}"/>
              </a:ext>
            </a:extLst>
          </p:cNvPr>
          <p:cNvGrpSpPr>
            <a:grpSpLocks/>
          </p:cNvGrpSpPr>
          <p:nvPr/>
        </p:nvGrpSpPr>
        <p:grpSpPr bwMode="auto">
          <a:xfrm>
            <a:off x="1295400" y="3810000"/>
            <a:ext cx="2057400" cy="846138"/>
            <a:chOff x="816" y="2592"/>
            <a:chExt cx="1296" cy="533"/>
          </a:xfrm>
        </p:grpSpPr>
        <p:graphicFrame>
          <p:nvGraphicFramePr>
            <p:cNvPr id="47134" name="Object 58">
              <a:extLst>
                <a:ext uri="{FF2B5EF4-FFF2-40B4-BE49-F238E27FC236}">
                  <a16:creationId xmlns:a16="http://schemas.microsoft.com/office/drawing/2014/main" id="{D9F25141-96F5-8346-93A4-745290EB0F5C}"/>
                </a:ext>
              </a:extLst>
            </p:cNvPr>
            <p:cNvGraphicFramePr>
              <a:graphicFrameLocks noChangeAspect="1"/>
            </p:cNvGraphicFramePr>
            <p:nvPr/>
          </p:nvGraphicFramePr>
          <p:xfrm>
            <a:off x="816" y="2592"/>
            <a:ext cx="1296" cy="533"/>
          </p:xfrm>
          <a:graphic>
            <a:graphicData uri="http://schemas.openxmlformats.org/presentationml/2006/ole">
              <mc:AlternateContent xmlns:mc="http://schemas.openxmlformats.org/markup-compatibility/2006">
                <mc:Choice xmlns:v="urn:schemas-microsoft-com:vml" Requires="v">
                  <p:oleObj name="Equation" r:id="rId19" imgW="23406100" imgH="9944100" progId="Equation.3">
                    <p:embed/>
                  </p:oleObj>
                </mc:Choice>
                <mc:Fallback>
                  <p:oleObj name="Equation" r:id="rId19" imgW="23406100" imgH="9944100" progId="Equation.3">
                    <p:embed/>
                    <p:pic>
                      <p:nvPicPr>
                        <p:cNvPr id="47134" name="Object 58">
                          <a:extLst>
                            <a:ext uri="{FF2B5EF4-FFF2-40B4-BE49-F238E27FC236}">
                              <a16:creationId xmlns:a16="http://schemas.microsoft.com/office/drawing/2014/main" id="{D9F25141-96F5-8346-93A4-745290EB0F5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6" y="2592"/>
                          <a:ext cx="1296" cy="5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623" name="Line 63">
              <a:extLst>
                <a:ext uri="{FF2B5EF4-FFF2-40B4-BE49-F238E27FC236}">
                  <a16:creationId xmlns:a16="http://schemas.microsoft.com/office/drawing/2014/main" id="{60504658-B1FD-6B47-B2FF-C955F9206748}"/>
                </a:ext>
              </a:extLst>
            </p:cNvPr>
            <p:cNvSpPr>
              <a:spLocks noChangeShapeType="1"/>
            </p:cNvSpPr>
            <p:nvPr/>
          </p:nvSpPr>
          <p:spPr bwMode="auto">
            <a:xfrm>
              <a:off x="1704" y="2895"/>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66625" name="Group 65">
            <a:extLst>
              <a:ext uri="{FF2B5EF4-FFF2-40B4-BE49-F238E27FC236}">
                <a16:creationId xmlns:a16="http://schemas.microsoft.com/office/drawing/2014/main" id="{817AFE63-1B8F-2A46-9C60-0545DF120A65}"/>
              </a:ext>
            </a:extLst>
          </p:cNvPr>
          <p:cNvGrpSpPr>
            <a:grpSpLocks/>
          </p:cNvGrpSpPr>
          <p:nvPr/>
        </p:nvGrpSpPr>
        <p:grpSpPr bwMode="auto">
          <a:xfrm>
            <a:off x="3657600" y="3810000"/>
            <a:ext cx="2505075" cy="823913"/>
            <a:chOff x="2304" y="2304"/>
            <a:chExt cx="1578" cy="519"/>
          </a:xfrm>
        </p:grpSpPr>
        <p:graphicFrame>
          <p:nvGraphicFramePr>
            <p:cNvPr id="47131" name="Object 61">
              <a:extLst>
                <a:ext uri="{FF2B5EF4-FFF2-40B4-BE49-F238E27FC236}">
                  <a16:creationId xmlns:a16="http://schemas.microsoft.com/office/drawing/2014/main" id="{DC37AFA0-D632-F841-8B63-E1515AA7C432}"/>
                </a:ext>
              </a:extLst>
            </p:cNvPr>
            <p:cNvGraphicFramePr>
              <a:graphicFrameLocks noChangeAspect="1"/>
            </p:cNvGraphicFramePr>
            <p:nvPr/>
          </p:nvGraphicFramePr>
          <p:xfrm>
            <a:off x="2640" y="2304"/>
            <a:ext cx="1242" cy="519"/>
          </p:xfrm>
          <a:graphic>
            <a:graphicData uri="http://schemas.openxmlformats.org/presentationml/2006/ole">
              <mc:AlternateContent xmlns:mc="http://schemas.openxmlformats.org/markup-compatibility/2006">
                <mc:Choice xmlns:v="urn:schemas-microsoft-com:vml" Requires="v">
                  <p:oleObj name="Equation" r:id="rId21" imgW="26327100" imgH="10820400" progId="Equation.3">
                    <p:embed/>
                  </p:oleObj>
                </mc:Choice>
                <mc:Fallback>
                  <p:oleObj name="Equation" r:id="rId21" imgW="26327100" imgH="10820400" progId="Equation.3">
                    <p:embed/>
                    <p:pic>
                      <p:nvPicPr>
                        <p:cNvPr id="47131" name="Object 61">
                          <a:extLst>
                            <a:ext uri="{FF2B5EF4-FFF2-40B4-BE49-F238E27FC236}">
                              <a16:creationId xmlns:a16="http://schemas.microsoft.com/office/drawing/2014/main" id="{DC37AFA0-D632-F841-8B63-E1515AA7C43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40" y="2304"/>
                          <a:ext cx="1242" cy="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622" name="AutoShape 62">
              <a:extLst>
                <a:ext uri="{FF2B5EF4-FFF2-40B4-BE49-F238E27FC236}">
                  <a16:creationId xmlns:a16="http://schemas.microsoft.com/office/drawing/2014/main" id="{5F564B7B-1A57-5642-A086-657DC68E3A59}"/>
                </a:ext>
              </a:extLst>
            </p:cNvPr>
            <p:cNvSpPr>
              <a:spLocks noChangeArrowheads="1"/>
            </p:cNvSpPr>
            <p:nvPr/>
          </p:nvSpPr>
          <p:spPr bwMode="auto">
            <a:xfrm>
              <a:off x="2304" y="2496"/>
              <a:ext cx="240" cy="144"/>
            </a:xfrm>
            <a:prstGeom prst="rightArrow">
              <a:avLst>
                <a:gd name="adj1" fmla="val 50000"/>
                <a:gd name="adj2" fmla="val 41667"/>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sp>
          <p:nvSpPr>
            <p:cNvPr id="66624" name="Line 64">
              <a:extLst>
                <a:ext uri="{FF2B5EF4-FFF2-40B4-BE49-F238E27FC236}">
                  <a16:creationId xmlns:a16="http://schemas.microsoft.com/office/drawing/2014/main" id="{A65A304A-D61D-6549-8C8D-2AC0FB6E65C5}"/>
                </a:ext>
              </a:extLst>
            </p:cNvPr>
            <p:cNvSpPr>
              <a:spLocks noChangeShapeType="1"/>
            </p:cNvSpPr>
            <p:nvPr/>
          </p:nvSpPr>
          <p:spPr bwMode="auto">
            <a:xfrm>
              <a:off x="3382" y="2618"/>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sp>
        <p:nvSpPr>
          <p:cNvPr id="66626" name="Text Box 66">
            <a:extLst>
              <a:ext uri="{FF2B5EF4-FFF2-40B4-BE49-F238E27FC236}">
                <a16:creationId xmlns:a16="http://schemas.microsoft.com/office/drawing/2014/main" id="{8E25320A-1EA4-F343-BBD2-C58A09101A85}"/>
              </a:ext>
            </a:extLst>
          </p:cNvPr>
          <p:cNvSpPr txBox="1">
            <a:spLocks noChangeArrowheads="1"/>
          </p:cNvSpPr>
          <p:nvPr/>
        </p:nvSpPr>
        <p:spPr bwMode="auto">
          <a:xfrm>
            <a:off x="1143000" y="4800600"/>
            <a:ext cx="3657600" cy="5667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lnSpc>
                <a:spcPct val="130000"/>
              </a:lnSpc>
              <a:defRPr/>
            </a:pPr>
            <a:r>
              <a:rPr lang="zh-CN" altLang="en-US" sz="2400" b="1"/>
              <a:t>可见绝对稳定区域为：</a:t>
            </a:r>
            <a:endParaRPr lang="en-US" altLang="zh-CN" sz="2400" b="1"/>
          </a:p>
        </p:txBody>
      </p:sp>
      <p:grpSp>
        <p:nvGrpSpPr>
          <p:cNvPr id="66629" name="Group 69">
            <a:extLst>
              <a:ext uri="{FF2B5EF4-FFF2-40B4-BE49-F238E27FC236}">
                <a16:creationId xmlns:a16="http://schemas.microsoft.com/office/drawing/2014/main" id="{BC79B33E-A214-B845-BB30-45750D20D17D}"/>
              </a:ext>
            </a:extLst>
          </p:cNvPr>
          <p:cNvGrpSpPr>
            <a:grpSpLocks/>
          </p:cNvGrpSpPr>
          <p:nvPr/>
        </p:nvGrpSpPr>
        <p:grpSpPr bwMode="auto">
          <a:xfrm>
            <a:off x="4343400" y="4953000"/>
            <a:ext cx="1239838" cy="390525"/>
            <a:chOff x="2736" y="2976"/>
            <a:chExt cx="781" cy="246"/>
          </a:xfrm>
        </p:grpSpPr>
        <p:graphicFrame>
          <p:nvGraphicFramePr>
            <p:cNvPr id="47129" name="Object 67">
              <a:extLst>
                <a:ext uri="{FF2B5EF4-FFF2-40B4-BE49-F238E27FC236}">
                  <a16:creationId xmlns:a16="http://schemas.microsoft.com/office/drawing/2014/main" id="{60BA1007-6595-A14D-AFE3-83178E6604CF}"/>
                </a:ext>
              </a:extLst>
            </p:cNvPr>
            <p:cNvGraphicFramePr>
              <a:graphicFrameLocks noChangeAspect="1"/>
            </p:cNvGraphicFramePr>
            <p:nvPr/>
          </p:nvGraphicFramePr>
          <p:xfrm>
            <a:off x="2736" y="2976"/>
            <a:ext cx="781" cy="246"/>
          </p:xfrm>
          <a:graphic>
            <a:graphicData uri="http://schemas.openxmlformats.org/presentationml/2006/ole">
              <mc:AlternateContent xmlns:mc="http://schemas.openxmlformats.org/markup-compatibility/2006">
                <mc:Choice xmlns:v="urn:schemas-microsoft-com:vml" Requires="v">
                  <p:oleObj name="Equation" r:id="rId23" imgW="14922500" imgH="4686300" progId="Equation.3">
                    <p:embed/>
                  </p:oleObj>
                </mc:Choice>
                <mc:Fallback>
                  <p:oleObj name="Equation" r:id="rId23" imgW="14922500" imgH="4686300" progId="Equation.3">
                    <p:embed/>
                    <p:pic>
                      <p:nvPicPr>
                        <p:cNvPr id="47129" name="Object 67">
                          <a:extLst>
                            <a:ext uri="{FF2B5EF4-FFF2-40B4-BE49-F238E27FC236}">
                              <a16:creationId xmlns:a16="http://schemas.microsoft.com/office/drawing/2014/main" id="{60BA1007-6595-A14D-AFE3-83178E6604C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36" y="2976"/>
                          <a:ext cx="781"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628" name="Line 68">
              <a:extLst>
                <a:ext uri="{FF2B5EF4-FFF2-40B4-BE49-F238E27FC236}">
                  <a16:creationId xmlns:a16="http://schemas.microsoft.com/office/drawing/2014/main" id="{822799BD-429C-124B-A2DB-F4D6C01A027B}"/>
                </a:ext>
              </a:extLst>
            </p:cNvPr>
            <p:cNvSpPr>
              <a:spLocks noChangeShapeType="1"/>
            </p:cNvSpPr>
            <p:nvPr/>
          </p:nvSpPr>
          <p:spPr bwMode="auto">
            <a:xfrm>
              <a:off x="3072" y="2999"/>
              <a:ext cx="96" cy="0"/>
            </a:xfrm>
            <a:prstGeom prst="line">
              <a:avLst/>
            </a:prstGeom>
            <a:noFill/>
            <a:ln w="158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grpSp>
        <p:nvGrpSpPr>
          <p:cNvPr id="66646" name="Group 86">
            <a:extLst>
              <a:ext uri="{FF2B5EF4-FFF2-40B4-BE49-F238E27FC236}">
                <a16:creationId xmlns:a16="http://schemas.microsoft.com/office/drawing/2014/main" id="{2B4DAB7F-658E-574F-AA16-7CFCC676BF6F}"/>
              </a:ext>
            </a:extLst>
          </p:cNvPr>
          <p:cNvGrpSpPr>
            <a:grpSpLocks/>
          </p:cNvGrpSpPr>
          <p:nvPr/>
        </p:nvGrpSpPr>
        <p:grpSpPr bwMode="auto">
          <a:xfrm>
            <a:off x="6324600" y="3276600"/>
            <a:ext cx="2460625" cy="1979613"/>
            <a:chOff x="3888" y="2866"/>
            <a:chExt cx="1550" cy="1247"/>
          </a:xfrm>
        </p:grpSpPr>
        <p:sp>
          <p:nvSpPr>
            <p:cNvPr id="47119" name="Rectangle 72">
              <a:extLst>
                <a:ext uri="{FF2B5EF4-FFF2-40B4-BE49-F238E27FC236}">
                  <a16:creationId xmlns:a16="http://schemas.microsoft.com/office/drawing/2014/main" id="{50AF7E73-56E4-2541-B621-4C2D5E337E10}"/>
                </a:ext>
              </a:extLst>
            </p:cNvPr>
            <p:cNvSpPr>
              <a:spLocks noChangeArrowheads="1"/>
            </p:cNvSpPr>
            <p:nvPr/>
          </p:nvSpPr>
          <p:spPr bwMode="auto">
            <a:xfrm>
              <a:off x="3888" y="2997"/>
              <a:ext cx="1345" cy="1082"/>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CN"/>
            </a:p>
          </p:txBody>
        </p:sp>
        <p:sp>
          <p:nvSpPr>
            <p:cNvPr id="47120" name="Oval 73">
              <a:extLst>
                <a:ext uri="{FF2B5EF4-FFF2-40B4-BE49-F238E27FC236}">
                  <a16:creationId xmlns:a16="http://schemas.microsoft.com/office/drawing/2014/main" id="{1E733E7C-D2A3-E242-9803-C6F6E7CD1B03}"/>
                </a:ext>
              </a:extLst>
            </p:cNvPr>
            <p:cNvSpPr>
              <a:spLocks noChangeArrowheads="1"/>
            </p:cNvSpPr>
            <p:nvPr/>
          </p:nvSpPr>
          <p:spPr bwMode="auto">
            <a:xfrm>
              <a:off x="4420" y="3320"/>
              <a:ext cx="608" cy="606"/>
            </a:xfrm>
            <a:prstGeom prst="ellipse">
              <a:avLst/>
            </a:prstGeom>
            <a:solidFill>
              <a:srgbClr val="FFFFCC"/>
            </a:solidFill>
            <a:ln w="14351">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CN"/>
            </a:p>
          </p:txBody>
        </p:sp>
        <p:sp>
          <p:nvSpPr>
            <p:cNvPr id="47121" name="Line 74">
              <a:extLst>
                <a:ext uri="{FF2B5EF4-FFF2-40B4-BE49-F238E27FC236}">
                  <a16:creationId xmlns:a16="http://schemas.microsoft.com/office/drawing/2014/main" id="{D794F330-7814-B845-A7F1-F985668CB27E}"/>
                </a:ext>
              </a:extLst>
            </p:cNvPr>
            <p:cNvSpPr>
              <a:spLocks noChangeShapeType="1"/>
            </p:cNvSpPr>
            <p:nvPr/>
          </p:nvSpPr>
          <p:spPr bwMode="auto">
            <a:xfrm>
              <a:off x="3892" y="3621"/>
              <a:ext cx="1477" cy="1"/>
            </a:xfrm>
            <a:prstGeom prst="line">
              <a:avLst/>
            </a:prstGeom>
            <a:noFill/>
            <a:ln w="14351">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47122" name="Line 77">
              <a:extLst>
                <a:ext uri="{FF2B5EF4-FFF2-40B4-BE49-F238E27FC236}">
                  <a16:creationId xmlns:a16="http://schemas.microsoft.com/office/drawing/2014/main" id="{99292EB0-080E-BF44-90CB-45FAAC8B6E92}"/>
                </a:ext>
              </a:extLst>
            </p:cNvPr>
            <p:cNvSpPr>
              <a:spLocks noChangeShapeType="1"/>
            </p:cNvSpPr>
            <p:nvPr/>
          </p:nvSpPr>
          <p:spPr bwMode="auto">
            <a:xfrm flipV="1">
              <a:off x="4420" y="2870"/>
              <a:ext cx="1" cy="1243"/>
            </a:xfrm>
            <a:prstGeom prst="line">
              <a:avLst/>
            </a:prstGeom>
            <a:noFill/>
            <a:ln w="14351">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47123" name="Line 80">
              <a:extLst>
                <a:ext uri="{FF2B5EF4-FFF2-40B4-BE49-F238E27FC236}">
                  <a16:creationId xmlns:a16="http://schemas.microsoft.com/office/drawing/2014/main" id="{668594B3-4C68-994B-BF02-A55CA40104EF}"/>
                </a:ext>
              </a:extLst>
            </p:cNvPr>
            <p:cNvSpPr>
              <a:spLocks noChangeShapeType="1"/>
            </p:cNvSpPr>
            <p:nvPr/>
          </p:nvSpPr>
          <p:spPr bwMode="auto">
            <a:xfrm flipV="1">
              <a:off x="4722" y="3591"/>
              <a:ext cx="1" cy="3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47124" name="Rectangle 81">
              <a:extLst>
                <a:ext uri="{FF2B5EF4-FFF2-40B4-BE49-F238E27FC236}">
                  <a16:creationId xmlns:a16="http://schemas.microsoft.com/office/drawing/2014/main" id="{EAEA62FA-99E7-2543-B0DD-B6FFE1EAF816}"/>
                </a:ext>
              </a:extLst>
            </p:cNvPr>
            <p:cNvSpPr>
              <a:spLocks noChangeArrowheads="1"/>
            </p:cNvSpPr>
            <p:nvPr/>
          </p:nvSpPr>
          <p:spPr bwMode="auto">
            <a:xfrm>
              <a:off x="5041" y="36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2</a:t>
              </a:r>
              <a:endParaRPr lang="en-US" altLang="zh-CN" b="1"/>
            </a:p>
          </p:txBody>
        </p:sp>
        <p:sp>
          <p:nvSpPr>
            <p:cNvPr id="47125" name="Rectangle 82">
              <a:extLst>
                <a:ext uri="{FF2B5EF4-FFF2-40B4-BE49-F238E27FC236}">
                  <a16:creationId xmlns:a16="http://schemas.microsoft.com/office/drawing/2014/main" id="{CCB750A0-18D0-F648-B89E-F378E55B815A}"/>
                </a:ext>
              </a:extLst>
            </p:cNvPr>
            <p:cNvSpPr>
              <a:spLocks noChangeArrowheads="1"/>
            </p:cNvSpPr>
            <p:nvPr/>
          </p:nvSpPr>
          <p:spPr bwMode="auto">
            <a:xfrm>
              <a:off x="4692" y="36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1</a:t>
              </a:r>
              <a:endParaRPr lang="en-US" altLang="zh-CN" b="1"/>
            </a:p>
          </p:txBody>
        </p:sp>
        <p:sp>
          <p:nvSpPr>
            <p:cNvPr id="47126" name="Rectangle 83">
              <a:extLst>
                <a:ext uri="{FF2B5EF4-FFF2-40B4-BE49-F238E27FC236}">
                  <a16:creationId xmlns:a16="http://schemas.microsoft.com/office/drawing/2014/main" id="{1419E30E-8F70-0A4F-8785-9FE8B2CFE6A8}"/>
                </a:ext>
              </a:extLst>
            </p:cNvPr>
            <p:cNvSpPr>
              <a:spLocks noChangeArrowheads="1"/>
            </p:cNvSpPr>
            <p:nvPr/>
          </p:nvSpPr>
          <p:spPr bwMode="auto">
            <a:xfrm>
              <a:off x="4331" y="3634"/>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a:solidFill>
                    <a:srgbClr val="000000"/>
                  </a:solidFill>
                </a:rPr>
                <a:t>0</a:t>
              </a:r>
              <a:endParaRPr lang="en-US" altLang="zh-CN" b="1"/>
            </a:p>
          </p:txBody>
        </p:sp>
        <p:sp>
          <p:nvSpPr>
            <p:cNvPr id="47127" name="Rectangle 84">
              <a:extLst>
                <a:ext uri="{FF2B5EF4-FFF2-40B4-BE49-F238E27FC236}">
                  <a16:creationId xmlns:a16="http://schemas.microsoft.com/office/drawing/2014/main" id="{12B896D4-3B4F-6943-AE39-82A8D365F12B}"/>
                </a:ext>
              </a:extLst>
            </p:cNvPr>
            <p:cNvSpPr>
              <a:spLocks noChangeArrowheads="1"/>
            </p:cNvSpPr>
            <p:nvPr/>
          </p:nvSpPr>
          <p:spPr bwMode="auto">
            <a:xfrm>
              <a:off x="5313" y="3634"/>
              <a:ext cx="12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Re</a:t>
              </a:r>
              <a:endParaRPr lang="en-US" altLang="zh-CN" b="1"/>
            </a:p>
          </p:txBody>
        </p:sp>
        <p:sp>
          <p:nvSpPr>
            <p:cNvPr id="47128" name="Rectangle 85">
              <a:extLst>
                <a:ext uri="{FF2B5EF4-FFF2-40B4-BE49-F238E27FC236}">
                  <a16:creationId xmlns:a16="http://schemas.microsoft.com/office/drawing/2014/main" id="{34EDEC56-5E02-8F49-8EDE-7C27E72DCCF0}"/>
                </a:ext>
              </a:extLst>
            </p:cNvPr>
            <p:cNvSpPr>
              <a:spLocks noChangeArrowheads="1"/>
            </p:cNvSpPr>
            <p:nvPr/>
          </p:nvSpPr>
          <p:spPr bwMode="auto">
            <a:xfrm>
              <a:off x="4484" y="2866"/>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Img</a:t>
              </a:r>
              <a:endParaRPr lang="en-US" altLang="zh-CN" b="1"/>
            </a:p>
          </p:txBody>
        </p:sp>
      </p:grpSp>
      <p:sp>
        <p:nvSpPr>
          <p:cNvPr id="66648" name="AutoShape 88" descr="再生纸">
            <a:extLst>
              <a:ext uri="{FF2B5EF4-FFF2-40B4-BE49-F238E27FC236}">
                <a16:creationId xmlns:a16="http://schemas.microsoft.com/office/drawing/2014/main" id="{70890CBE-B64E-9543-8D24-A4ECB6017322}"/>
              </a:ext>
            </a:extLst>
          </p:cNvPr>
          <p:cNvSpPr>
            <a:spLocks noChangeArrowheads="1"/>
          </p:cNvSpPr>
          <p:nvPr/>
        </p:nvSpPr>
        <p:spPr bwMode="auto">
          <a:xfrm>
            <a:off x="762000" y="5486400"/>
            <a:ext cx="7848600" cy="990600"/>
          </a:xfrm>
          <a:prstGeom prst="roundRect">
            <a:avLst>
              <a:gd name="adj" fmla="val 7514"/>
            </a:avLst>
          </a:prstGeom>
          <a:blipFill dpi="0" rotWithShape="0">
            <a:blip r:embed="rId25"/>
            <a:srcRect/>
            <a:tile tx="0" ty="0" sx="100000" sy="100000" flip="none" algn="tl"/>
          </a:blip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marL="577850" indent="-577850">
              <a:defRPr/>
            </a:pPr>
            <a:r>
              <a:rPr lang="zh-CN" altLang="en-US" sz="2400" b="1">
                <a:solidFill>
                  <a:schemeClr val="accent2"/>
                </a:solidFill>
                <a:latin typeface="Times New Roman" charset="0"/>
                <a:ea typeface="ＭＳ Ｐゴシック" charset="0"/>
                <a:cs typeface="楷体_GB2312" charset="0"/>
              </a:rPr>
              <a:t>注：</a:t>
            </a:r>
            <a:r>
              <a:rPr lang="zh-CN" altLang="en-US" sz="2400" b="1">
                <a:latin typeface="Times New Roman" charset="0"/>
                <a:ea typeface="ＭＳ Ｐゴシック" charset="0"/>
                <a:cs typeface="楷体_GB2312" charset="0"/>
              </a:rPr>
              <a:t>一般来说，隐式欧拉法的绝对稳定性比同阶的显式法的好。</a:t>
            </a:r>
            <a:endParaRPr lang="en-US" altLang="zh-CN" sz="2400" b="1">
              <a:latin typeface="Times New Roman" charset="0"/>
              <a:ea typeface="ＭＳ Ｐゴシック" charset="0"/>
              <a:cs typeface="楷体_GB2312" charset="0"/>
            </a:endParaRPr>
          </a:p>
        </p:txBody>
      </p:sp>
    </p:spTree>
    <p:extLst>
      <p:ext uri="{BB962C8B-B14F-4D97-AF65-F5344CB8AC3E}">
        <p14:creationId xmlns:p14="http://schemas.microsoft.com/office/powerpoint/2010/main" val="19665815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6596"/>
                                        </p:tgtEl>
                                        <p:attrNameLst>
                                          <p:attrName>style.visibility</p:attrName>
                                        </p:attrNameLst>
                                      </p:cBhvr>
                                      <p:to>
                                        <p:strVal val="visible"/>
                                      </p:to>
                                    </p:set>
                                    <p:animEffect transition="in" filter="wipe(left)">
                                      <p:cBhvr>
                                        <p:cTn id="7" dur="500"/>
                                        <p:tgtEl>
                                          <p:spTgt spid="66596"/>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6597"/>
                                        </p:tgtEl>
                                        <p:attrNameLst>
                                          <p:attrName>style.visibility</p:attrName>
                                        </p:attrNameLst>
                                      </p:cBhvr>
                                      <p:to>
                                        <p:strVal val="visible"/>
                                      </p:to>
                                    </p:set>
                                    <p:animEffect transition="in" filter="wipe(left)">
                                      <p:cBhvr>
                                        <p:cTn id="12" dur="500"/>
                                        <p:tgtEl>
                                          <p:spTgt spid="66597"/>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6583"/>
                                        </p:tgtEl>
                                        <p:attrNameLst>
                                          <p:attrName>style.visibility</p:attrName>
                                        </p:attrNameLst>
                                      </p:cBhvr>
                                      <p:to>
                                        <p:strVal val="visible"/>
                                      </p:to>
                                    </p:set>
                                    <p:animEffect transition="in" filter="wipe(left)">
                                      <p:cBhvr>
                                        <p:cTn id="17" dur="500"/>
                                        <p:tgtEl>
                                          <p:spTgt spid="66583"/>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6590"/>
                                        </p:tgtEl>
                                        <p:attrNameLst>
                                          <p:attrName>style.visibility</p:attrName>
                                        </p:attrNameLst>
                                      </p:cBhvr>
                                      <p:to>
                                        <p:strVal val="visible"/>
                                      </p:to>
                                    </p:set>
                                    <p:animEffect transition="in" filter="wipe(up)">
                                      <p:cBhvr>
                                        <p:cTn id="22" dur="500"/>
                                        <p:tgtEl>
                                          <p:spTgt spid="66590"/>
                                        </p:tgtEl>
                                      </p:cBhvr>
                                    </p:animEffect>
                                  </p:childTnLst>
                                  <p:subTnLst>
                                    <p:audio>
                                      <p:cMediaNode>
                                        <p:cTn display="0" masterRel="sameClick">
                                          <p:stCondLst>
                                            <p:cond evt="begin" delay="0">
                                              <p:tn val="20"/>
                                            </p:cond>
                                          </p:stCondLst>
                                          <p:endCondLst>
                                            <p:cond evt="onStopAudio" delay="0">
                                              <p:tgtEl>
                                                <p:sldTgt/>
                                              </p:tgtEl>
                                            </p:cond>
                                          </p:endCondLst>
                                        </p:cTn>
                                        <p:tgtEl>
                                          <p:sndTgt r:embed="rId2"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6593"/>
                                        </p:tgtEl>
                                        <p:attrNameLst>
                                          <p:attrName>style.visibility</p:attrName>
                                        </p:attrNameLst>
                                      </p:cBhvr>
                                      <p:to>
                                        <p:strVal val="visible"/>
                                      </p:to>
                                    </p:set>
                                    <p:animEffect transition="in" filter="box(in)">
                                      <p:cBhvr>
                                        <p:cTn id="27" dur="500"/>
                                        <p:tgtEl>
                                          <p:spTgt spid="66593"/>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66613"/>
                                        </p:tgtEl>
                                        <p:attrNameLst>
                                          <p:attrName>style.visibility</p:attrName>
                                        </p:attrNameLst>
                                      </p:cBhvr>
                                      <p:to>
                                        <p:strVal val="visible"/>
                                      </p:to>
                                    </p:set>
                                    <p:animEffect transition="in" filter="box(out)">
                                      <p:cBhvr>
                                        <p:cTn id="32" dur="500"/>
                                        <p:tgtEl>
                                          <p:spTgt spid="66613"/>
                                        </p:tgtEl>
                                      </p:cBhvr>
                                    </p:animEffect>
                                  </p:childTnLst>
                                  <p:subTnLst>
                                    <p:audio>
                                      <p:cMediaNode>
                                        <p:cTn display="0" masterRel="sameClick">
                                          <p:stCondLst>
                                            <p:cond evt="begin" delay="0">
                                              <p:tn val="30"/>
                                            </p:cond>
                                          </p:stCondLst>
                                          <p:endCondLst>
                                            <p:cond evt="onStopAudio" delay="0">
                                              <p:tgtEl>
                                                <p:sldTgt/>
                                              </p:tgtEl>
                                            </p:cond>
                                          </p:endCondLst>
                                        </p:cTn>
                                        <p:tgtEl>
                                          <p:sndTgt r:embed="rId4"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6620"/>
                                        </p:tgtEl>
                                        <p:attrNameLst>
                                          <p:attrName>style.visibility</p:attrName>
                                        </p:attrNameLst>
                                      </p:cBhvr>
                                      <p:to>
                                        <p:strVal val="visible"/>
                                      </p:to>
                                    </p:set>
                                    <p:animEffect transition="in" filter="wipe(left)">
                                      <p:cBhvr>
                                        <p:cTn id="37" dur="500"/>
                                        <p:tgtEl>
                                          <p:spTgt spid="66620"/>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66647"/>
                                        </p:tgtEl>
                                        <p:attrNameLst>
                                          <p:attrName>style.visibility</p:attrName>
                                        </p:attrNameLst>
                                      </p:cBhvr>
                                      <p:to>
                                        <p:strVal val="visible"/>
                                      </p:to>
                                    </p:set>
                                    <p:animEffect transition="in" filter="box(in)">
                                      <p:cBhvr>
                                        <p:cTn id="42" dur="500"/>
                                        <p:tgtEl>
                                          <p:spTgt spid="66647"/>
                                        </p:tgtEl>
                                      </p:cBhvr>
                                    </p:animEffect>
                                  </p:childTnLst>
                                  <p:subTnLst>
                                    <p:audio>
                                      <p:cMediaNode>
                                        <p:cTn display="0" masterRel="sameClick">
                                          <p:stCondLst>
                                            <p:cond evt="begin" delay="0">
                                              <p:tn val="40"/>
                                            </p:cond>
                                          </p:stCondLst>
                                          <p:endCondLst>
                                            <p:cond evt="onStopAudio" delay="0">
                                              <p:tgtEl>
                                                <p:sldTgt/>
                                              </p:tgtEl>
                                            </p:cond>
                                          </p:endCondLst>
                                        </p:cTn>
                                        <p:tgtEl>
                                          <p:sndTgt r:embed="rId2"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6625"/>
                                        </p:tgtEl>
                                        <p:attrNameLst>
                                          <p:attrName>style.visibility</p:attrName>
                                        </p:attrNameLst>
                                      </p:cBhvr>
                                      <p:to>
                                        <p:strVal val="visible"/>
                                      </p:to>
                                    </p:set>
                                    <p:animEffect transition="in" filter="wipe(left)">
                                      <p:cBhvr>
                                        <p:cTn id="47" dur="500"/>
                                        <p:tgtEl>
                                          <p:spTgt spid="66625"/>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6626"/>
                                        </p:tgtEl>
                                        <p:attrNameLst>
                                          <p:attrName>style.visibility</p:attrName>
                                        </p:attrNameLst>
                                      </p:cBhvr>
                                      <p:to>
                                        <p:strVal val="visible"/>
                                      </p:to>
                                    </p:set>
                                    <p:animEffect transition="in" filter="wipe(left)">
                                      <p:cBhvr>
                                        <p:cTn id="52" dur="500"/>
                                        <p:tgtEl>
                                          <p:spTgt spid="66626"/>
                                        </p:tgtEl>
                                      </p:cBhvr>
                                    </p:animEffect>
                                  </p:childTnLst>
                                  <p:subTnLst>
                                    <p:audio>
                                      <p:cMediaNode>
                                        <p:cTn display="0" masterRel="sameClick">
                                          <p:stCondLst>
                                            <p:cond evt="begin" delay="0">
                                              <p:tn val="50"/>
                                            </p:cond>
                                          </p:stCondLst>
                                          <p:endCondLst>
                                            <p:cond evt="onStopAudio" delay="0">
                                              <p:tgtEl>
                                                <p:sldTgt/>
                                              </p:tgtEl>
                                            </p:cond>
                                          </p:endCondLst>
                                        </p:cTn>
                                        <p:tgtEl>
                                          <p:sndTgt r:embed="rId2" name="type.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66629"/>
                                        </p:tgtEl>
                                        <p:attrNameLst>
                                          <p:attrName>style.visibility</p:attrName>
                                        </p:attrNameLst>
                                      </p:cBhvr>
                                      <p:to>
                                        <p:strVal val="visible"/>
                                      </p:to>
                                    </p:set>
                                    <p:animEffect transition="in" filter="box(in)">
                                      <p:cBhvr>
                                        <p:cTn id="57" dur="500"/>
                                        <p:tgtEl>
                                          <p:spTgt spid="66629"/>
                                        </p:tgtEl>
                                      </p:cBhvr>
                                    </p:animEffect>
                                  </p:childTnLst>
                                  <p:subTnLst>
                                    <p:audio>
                                      <p:cMediaNode>
                                        <p:cTn display="0" masterRel="sameClick">
                                          <p:stCondLst>
                                            <p:cond evt="begin" delay="0">
                                              <p:tn val="55"/>
                                            </p:cond>
                                          </p:stCondLst>
                                          <p:endCondLst>
                                            <p:cond evt="onStopAudio" delay="0">
                                              <p:tgtEl>
                                                <p:sldTgt/>
                                              </p:tgtEl>
                                            </p:cond>
                                          </p:endCondLst>
                                        </p:cTn>
                                        <p:tgtEl>
                                          <p:sndTgt r:embed="rId3" name="chimes.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32" fill="hold" nodeType="clickEffect">
                                  <p:stCondLst>
                                    <p:cond delay="0"/>
                                  </p:stCondLst>
                                  <p:childTnLst>
                                    <p:set>
                                      <p:cBhvr>
                                        <p:cTn id="61" dur="1" fill="hold">
                                          <p:stCondLst>
                                            <p:cond delay="0"/>
                                          </p:stCondLst>
                                        </p:cTn>
                                        <p:tgtEl>
                                          <p:spTgt spid="66646"/>
                                        </p:tgtEl>
                                        <p:attrNameLst>
                                          <p:attrName>style.visibility</p:attrName>
                                        </p:attrNameLst>
                                      </p:cBhvr>
                                      <p:to>
                                        <p:strVal val="visible"/>
                                      </p:to>
                                    </p:set>
                                    <p:animEffect transition="in" filter="box(out)">
                                      <p:cBhvr>
                                        <p:cTn id="62" dur="500"/>
                                        <p:tgtEl>
                                          <p:spTgt spid="66646"/>
                                        </p:tgtEl>
                                      </p:cBhvr>
                                    </p:animEffect>
                                  </p:childTnLst>
                                  <p:subTnLst>
                                    <p:audio>
                                      <p:cMediaNode>
                                        <p:cTn display="0" masterRel="sameClick">
                                          <p:stCondLst>
                                            <p:cond evt="begin" delay="0">
                                              <p:tn val="60"/>
                                            </p:cond>
                                          </p:stCondLst>
                                          <p:endCondLst>
                                            <p:cond evt="onStopAudio" delay="0">
                                              <p:tgtEl>
                                                <p:sldTgt/>
                                              </p:tgtEl>
                                            </p:cond>
                                          </p:endCondLst>
                                        </p:cTn>
                                        <p:tgtEl>
                                          <p:sndTgt r:embed="rId4" name="camera.wav"/>
                                        </p:tgtEl>
                                      </p:cMediaNode>
                                    </p:audio>
                                  </p:sub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66648"/>
                                        </p:tgtEl>
                                        <p:attrNameLst>
                                          <p:attrName>style.visibility</p:attrName>
                                        </p:attrNameLst>
                                      </p:cBhvr>
                                      <p:to>
                                        <p:strVal val="visible"/>
                                      </p:to>
                                    </p:set>
                                    <p:animEffect transition="in" filter="box(in)">
                                      <p:cBhvr>
                                        <p:cTn id="67" dur="500"/>
                                        <p:tgtEl>
                                          <p:spTgt spid="66648"/>
                                        </p:tgtEl>
                                      </p:cBhvr>
                                    </p:animEffect>
                                  </p:childTnLst>
                                  <p:subTnLst>
                                    <p:audio>
                                      <p:cMediaNode>
                                        <p:cTn display="0" masterRel="sameClick">
                                          <p:stCondLst>
                                            <p:cond evt="begin" delay="0">
                                              <p:tn val="65"/>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26" grpId="0" autoUpdateAnimBg="0"/>
      <p:bldP spid="66648"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376A7B30-8702-084F-952C-AAFA0D90559A}"/>
              </a:ext>
            </a:extLst>
          </p:cNvPr>
          <p:cNvSpPr txBox="1">
            <a:spLocks noChangeArrowheads="1"/>
          </p:cNvSpPr>
          <p:nvPr/>
        </p:nvSpPr>
        <p:spPr bwMode="auto">
          <a:xfrm>
            <a:off x="179388" y="620713"/>
            <a:ext cx="37496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ctr" eaLnBrk="1" hangingPunct="1">
              <a:buFont typeface="Wingdings" charset="0"/>
              <a:buChar char="Ø"/>
              <a:defRPr/>
            </a:pPr>
            <a:r>
              <a:rPr lang="zh-CN" altLang="en-US" sz="2400" b="1">
                <a:latin typeface="宋体" charset="0"/>
              </a:rPr>
              <a:t>梯形公式的稳定性</a:t>
            </a:r>
            <a:r>
              <a:rPr lang="en-US" altLang="zh-CN" sz="2400">
                <a:latin typeface="Tahoma" charset="0"/>
              </a:rPr>
              <a:t> </a:t>
            </a:r>
          </a:p>
        </p:txBody>
      </p:sp>
      <p:sp>
        <p:nvSpPr>
          <p:cNvPr id="45059" name="Text Box 3">
            <a:extLst>
              <a:ext uri="{FF2B5EF4-FFF2-40B4-BE49-F238E27FC236}">
                <a16:creationId xmlns:a16="http://schemas.microsoft.com/office/drawing/2014/main" id="{57F5E0AC-B656-0848-A700-A9541B84A813}"/>
              </a:ext>
            </a:extLst>
          </p:cNvPr>
          <p:cNvSpPr txBox="1">
            <a:spLocks noChangeArrowheads="1"/>
          </p:cNvSpPr>
          <p:nvPr/>
        </p:nvSpPr>
        <p:spPr bwMode="auto">
          <a:xfrm>
            <a:off x="250825" y="1268413"/>
            <a:ext cx="26066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ctr" eaLnBrk="1" hangingPunct="1">
              <a:defRPr/>
            </a:pPr>
            <a:r>
              <a:rPr lang="zh-CN" altLang="en-US" sz="2400">
                <a:latin typeface="宋体" charset="0"/>
              </a:rPr>
              <a:t>由梯形公式知</a:t>
            </a:r>
            <a:r>
              <a:rPr lang="en-US" altLang="zh-CN" sz="2400">
                <a:latin typeface="Tahoma" charset="0"/>
              </a:rPr>
              <a:t> </a:t>
            </a:r>
          </a:p>
        </p:txBody>
      </p:sp>
      <p:sp>
        <p:nvSpPr>
          <p:cNvPr id="45061" name="Rectangle 5">
            <a:extLst>
              <a:ext uri="{FF2B5EF4-FFF2-40B4-BE49-F238E27FC236}">
                <a16:creationId xmlns:a16="http://schemas.microsoft.com/office/drawing/2014/main" id="{8C26CF7A-9A1D-3347-9011-C41B3FC94892}"/>
              </a:ext>
            </a:extLst>
          </p:cNvPr>
          <p:cNvSpPr>
            <a:spLocks noChangeArrowheads="1"/>
          </p:cNvSpPr>
          <p:nvPr/>
        </p:nvSpPr>
        <p:spPr bwMode="auto">
          <a:xfrm>
            <a:off x="3752850" y="2843213"/>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45060" name="Object 4">
            <a:extLst>
              <a:ext uri="{FF2B5EF4-FFF2-40B4-BE49-F238E27FC236}">
                <a16:creationId xmlns:a16="http://schemas.microsoft.com/office/drawing/2014/main" id="{C6AAEE09-C0C5-8F4F-B437-E3D68CB9E2DF}"/>
              </a:ext>
            </a:extLst>
          </p:cNvPr>
          <p:cNvGraphicFramePr>
            <a:graphicFrameLocks noChangeAspect="1"/>
          </p:cNvGraphicFramePr>
          <p:nvPr/>
        </p:nvGraphicFramePr>
        <p:xfrm>
          <a:off x="323850" y="1700213"/>
          <a:ext cx="5529263" cy="1604962"/>
        </p:xfrm>
        <a:graphic>
          <a:graphicData uri="http://schemas.openxmlformats.org/presentationml/2006/ole">
            <mc:AlternateContent xmlns:mc="http://schemas.openxmlformats.org/markup-compatibility/2006">
              <mc:Choice xmlns:v="urn:schemas-microsoft-com:vml" Requires="v">
                <p:oleObj name="Equation" r:id="rId3" imgW="2717800" imgH="787400" progId="Equation.3">
                  <p:embed/>
                </p:oleObj>
              </mc:Choice>
              <mc:Fallback>
                <p:oleObj name="Equation" r:id="rId3" imgW="2717800" imgH="787400" progId="Equation.3">
                  <p:embed/>
                  <p:pic>
                    <p:nvPicPr>
                      <p:cNvPr id="45060" name="Object 4">
                        <a:extLst>
                          <a:ext uri="{FF2B5EF4-FFF2-40B4-BE49-F238E27FC236}">
                            <a16:creationId xmlns:a16="http://schemas.microsoft.com/office/drawing/2014/main" id="{C6AAEE09-C0C5-8F4F-B437-E3D68CB9E2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700213"/>
                        <a:ext cx="5529263" cy="160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2" name="Text Box 6">
            <a:extLst>
              <a:ext uri="{FF2B5EF4-FFF2-40B4-BE49-F238E27FC236}">
                <a16:creationId xmlns:a16="http://schemas.microsoft.com/office/drawing/2014/main" id="{0020E206-57B2-0343-8CAE-6374B22D6BB1}"/>
              </a:ext>
            </a:extLst>
          </p:cNvPr>
          <p:cNvSpPr txBox="1">
            <a:spLocks noChangeArrowheads="1"/>
          </p:cNvSpPr>
          <p:nvPr/>
        </p:nvSpPr>
        <p:spPr bwMode="auto">
          <a:xfrm>
            <a:off x="468313" y="3213100"/>
            <a:ext cx="52355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spcBef>
                <a:spcPct val="50000"/>
              </a:spcBef>
              <a:defRPr/>
            </a:pPr>
            <a:r>
              <a:rPr lang="zh-CN" altLang="en-US" sz="2400"/>
              <a:t>类似于前面梯形公式的方法</a:t>
            </a:r>
            <a:endParaRPr lang="en-US" altLang="zh-CN" sz="2400"/>
          </a:p>
        </p:txBody>
      </p:sp>
      <p:sp>
        <p:nvSpPr>
          <p:cNvPr id="45064" name="Rectangle 8">
            <a:extLst>
              <a:ext uri="{FF2B5EF4-FFF2-40B4-BE49-F238E27FC236}">
                <a16:creationId xmlns:a16="http://schemas.microsoft.com/office/drawing/2014/main" id="{5E15113F-3958-054F-9AF7-D62E2E766384}"/>
              </a:ext>
            </a:extLst>
          </p:cNvPr>
          <p:cNvSpPr>
            <a:spLocks noChangeArrowheads="1"/>
          </p:cNvSpPr>
          <p:nvPr/>
        </p:nvSpPr>
        <p:spPr bwMode="auto">
          <a:xfrm>
            <a:off x="3148013" y="3033713"/>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45063" name="Object 7">
            <a:extLst>
              <a:ext uri="{FF2B5EF4-FFF2-40B4-BE49-F238E27FC236}">
                <a16:creationId xmlns:a16="http://schemas.microsoft.com/office/drawing/2014/main" id="{2F39ED94-553E-2248-91C3-3904460F1C78}"/>
              </a:ext>
            </a:extLst>
          </p:cNvPr>
          <p:cNvGraphicFramePr>
            <a:graphicFrameLocks noChangeAspect="1"/>
          </p:cNvGraphicFramePr>
          <p:nvPr/>
        </p:nvGraphicFramePr>
        <p:xfrm>
          <a:off x="827088" y="4075113"/>
          <a:ext cx="1454150" cy="1585912"/>
        </p:xfrm>
        <a:graphic>
          <a:graphicData uri="http://schemas.openxmlformats.org/presentationml/2006/ole">
            <mc:AlternateContent xmlns:mc="http://schemas.openxmlformats.org/markup-compatibility/2006">
              <mc:Choice xmlns:v="urn:schemas-microsoft-com:vml" Requires="v">
                <p:oleObj name="Equation" r:id="rId5" imgW="16675100" imgH="18135600" progId="Equation.3">
                  <p:embed/>
                </p:oleObj>
              </mc:Choice>
              <mc:Fallback>
                <p:oleObj name="Equation" r:id="rId5" imgW="16675100" imgH="18135600" progId="Equation.3">
                  <p:embed/>
                  <p:pic>
                    <p:nvPicPr>
                      <p:cNvPr id="45063" name="Object 7">
                        <a:extLst>
                          <a:ext uri="{FF2B5EF4-FFF2-40B4-BE49-F238E27FC236}">
                            <a16:creationId xmlns:a16="http://schemas.microsoft.com/office/drawing/2014/main" id="{2F39ED94-553E-2248-91C3-3904460F1C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4075113"/>
                        <a:ext cx="1454150"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5" name="Text Box 9">
            <a:extLst>
              <a:ext uri="{FF2B5EF4-FFF2-40B4-BE49-F238E27FC236}">
                <a16:creationId xmlns:a16="http://schemas.microsoft.com/office/drawing/2014/main" id="{8CD531FB-866C-D54A-B489-65D57A8830D2}"/>
              </a:ext>
            </a:extLst>
          </p:cNvPr>
          <p:cNvSpPr txBox="1">
            <a:spLocks noChangeArrowheads="1"/>
          </p:cNvSpPr>
          <p:nvPr/>
        </p:nvSpPr>
        <p:spPr bwMode="auto">
          <a:xfrm>
            <a:off x="1752600" y="5486400"/>
            <a:ext cx="533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just">
              <a:spcBef>
                <a:spcPct val="50000"/>
              </a:spcBef>
              <a:defRPr/>
            </a:pPr>
            <a:endParaRPr lang="en-US" sz="2400">
              <a:latin typeface="Times New Roman" charset="0"/>
              <a:ea typeface="楷体_GB2312" charset="0"/>
              <a:cs typeface="楷体_GB2312" charset="0"/>
            </a:endParaRPr>
          </a:p>
        </p:txBody>
      </p:sp>
      <p:graphicFrame>
        <p:nvGraphicFramePr>
          <p:cNvPr id="10" name="Object 4">
            <a:extLst>
              <a:ext uri="{FF2B5EF4-FFF2-40B4-BE49-F238E27FC236}">
                <a16:creationId xmlns:a16="http://schemas.microsoft.com/office/drawing/2014/main" id="{10430164-6DA3-7A49-88BF-F192EEF36778}"/>
              </a:ext>
            </a:extLst>
          </p:cNvPr>
          <p:cNvGraphicFramePr>
            <a:graphicFrameLocks noChangeAspect="1"/>
          </p:cNvGraphicFramePr>
          <p:nvPr/>
        </p:nvGraphicFramePr>
        <p:xfrm>
          <a:off x="3059113" y="4292600"/>
          <a:ext cx="2454275" cy="1017588"/>
        </p:xfrm>
        <a:graphic>
          <a:graphicData uri="http://schemas.openxmlformats.org/presentationml/2006/ole">
            <mc:AlternateContent xmlns:mc="http://schemas.openxmlformats.org/markup-compatibility/2006">
              <mc:Choice xmlns:v="urn:schemas-microsoft-com:vml" Requires="v">
                <p:oleObj name="Equation" r:id="rId7" imgW="23990300" imgH="9944100" progId="Equation.DSMT4">
                  <p:embed/>
                </p:oleObj>
              </mc:Choice>
              <mc:Fallback>
                <p:oleObj name="Equation" r:id="rId7" imgW="23990300" imgH="9944100" progId="Equation.DSMT4">
                  <p:embed/>
                  <p:pic>
                    <p:nvPicPr>
                      <p:cNvPr id="10" name="Object 4">
                        <a:extLst>
                          <a:ext uri="{FF2B5EF4-FFF2-40B4-BE49-F238E27FC236}">
                            <a16:creationId xmlns:a16="http://schemas.microsoft.com/office/drawing/2014/main" id="{10430164-6DA3-7A49-88BF-F192EEF3677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113" y="4292600"/>
                        <a:ext cx="2454275" cy="101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1" name="Object 6">
            <a:extLst>
              <a:ext uri="{FF2B5EF4-FFF2-40B4-BE49-F238E27FC236}">
                <a16:creationId xmlns:a16="http://schemas.microsoft.com/office/drawing/2014/main" id="{3E931913-8C68-3449-939F-173DDE3DC8E3}"/>
              </a:ext>
            </a:extLst>
          </p:cNvPr>
          <p:cNvGraphicFramePr>
            <a:graphicFrameLocks noChangeAspect="1"/>
          </p:cNvGraphicFramePr>
          <p:nvPr/>
        </p:nvGraphicFramePr>
        <p:xfrm>
          <a:off x="3217863" y="5516563"/>
          <a:ext cx="2076450" cy="474662"/>
        </p:xfrm>
        <a:graphic>
          <a:graphicData uri="http://schemas.openxmlformats.org/presentationml/2006/ole">
            <mc:AlternateContent xmlns:mc="http://schemas.openxmlformats.org/markup-compatibility/2006">
              <mc:Choice xmlns:v="urn:schemas-microsoft-com:vml" Requires="v">
                <p:oleObj name="Equation" r:id="rId9" imgW="889000" imgH="203200" progId="Equation.3">
                  <p:embed/>
                </p:oleObj>
              </mc:Choice>
              <mc:Fallback>
                <p:oleObj name="Equation" r:id="rId9" imgW="889000" imgH="203200" progId="Equation.3">
                  <p:embed/>
                  <p:pic>
                    <p:nvPicPr>
                      <p:cNvPr id="11" name="Object 6">
                        <a:extLst>
                          <a:ext uri="{FF2B5EF4-FFF2-40B4-BE49-F238E27FC236}">
                            <a16:creationId xmlns:a16="http://schemas.microsoft.com/office/drawing/2014/main" id="{3E931913-8C68-3449-939F-173DDE3DC8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7863" y="5516563"/>
                        <a:ext cx="2076450"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2" name="Text Box 12">
            <a:extLst>
              <a:ext uri="{FF2B5EF4-FFF2-40B4-BE49-F238E27FC236}">
                <a16:creationId xmlns:a16="http://schemas.microsoft.com/office/drawing/2014/main" id="{135FD639-6CD7-7241-A056-3976AB4CEBEB}"/>
              </a:ext>
            </a:extLst>
          </p:cNvPr>
          <p:cNvSpPr txBox="1">
            <a:spLocks noChangeArrowheads="1"/>
          </p:cNvSpPr>
          <p:nvPr/>
        </p:nvSpPr>
        <p:spPr bwMode="auto">
          <a:xfrm>
            <a:off x="4264025" y="5445125"/>
            <a:ext cx="1841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en-US" sz="2400">
              <a:latin typeface="Tahoma" charset="0"/>
              <a:ea typeface="楷体_GB2312" charset="0"/>
              <a:cs typeface="楷体_GB2312" charset="0"/>
            </a:endParaRPr>
          </a:p>
        </p:txBody>
      </p:sp>
      <p:sp>
        <p:nvSpPr>
          <p:cNvPr id="13" name="Text Box 13">
            <a:extLst>
              <a:ext uri="{FF2B5EF4-FFF2-40B4-BE49-F238E27FC236}">
                <a16:creationId xmlns:a16="http://schemas.microsoft.com/office/drawing/2014/main" id="{6890F4C4-EF18-5B41-8615-D464A7660BBE}"/>
              </a:ext>
            </a:extLst>
          </p:cNvPr>
          <p:cNvSpPr txBox="1">
            <a:spLocks noChangeArrowheads="1"/>
          </p:cNvSpPr>
          <p:nvPr/>
        </p:nvSpPr>
        <p:spPr bwMode="auto">
          <a:xfrm>
            <a:off x="8316913" y="3141663"/>
            <a:ext cx="1841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en-US" sz="2400">
              <a:latin typeface="Tahoma" charset="0"/>
              <a:ea typeface="楷体_GB2312" charset="0"/>
              <a:cs typeface="楷体_GB2312" charset="0"/>
            </a:endParaRPr>
          </a:p>
        </p:txBody>
      </p:sp>
      <p:sp>
        <p:nvSpPr>
          <p:cNvPr id="14" name="Text Box 14">
            <a:extLst>
              <a:ext uri="{FF2B5EF4-FFF2-40B4-BE49-F238E27FC236}">
                <a16:creationId xmlns:a16="http://schemas.microsoft.com/office/drawing/2014/main" id="{97C74F52-E5C2-EF41-8F77-D859FD779B25}"/>
              </a:ext>
            </a:extLst>
          </p:cNvPr>
          <p:cNvSpPr txBox="1">
            <a:spLocks noChangeArrowheads="1"/>
          </p:cNvSpPr>
          <p:nvPr/>
        </p:nvSpPr>
        <p:spPr bwMode="auto">
          <a:xfrm>
            <a:off x="8337550" y="3070225"/>
            <a:ext cx="1841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en-US" sz="2400">
              <a:latin typeface="Tahoma" charset="0"/>
              <a:ea typeface="楷体_GB2312" charset="0"/>
              <a:cs typeface="楷体_GB2312" charset="0"/>
            </a:endParaRPr>
          </a:p>
        </p:txBody>
      </p:sp>
      <p:sp>
        <p:nvSpPr>
          <p:cNvPr id="15" name="Text Box 15">
            <a:extLst>
              <a:ext uri="{FF2B5EF4-FFF2-40B4-BE49-F238E27FC236}">
                <a16:creationId xmlns:a16="http://schemas.microsoft.com/office/drawing/2014/main" id="{2E2CD6E6-4BF1-1D40-AA09-72B2CCE7AB93}"/>
              </a:ext>
            </a:extLst>
          </p:cNvPr>
          <p:cNvSpPr txBox="1">
            <a:spLocks noChangeArrowheads="1"/>
          </p:cNvSpPr>
          <p:nvPr/>
        </p:nvSpPr>
        <p:spPr bwMode="auto">
          <a:xfrm>
            <a:off x="8266113" y="2998788"/>
            <a:ext cx="1841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en-US" sz="2400">
              <a:latin typeface="Tahoma" charset="0"/>
              <a:ea typeface="楷体_GB2312" charset="0"/>
              <a:cs typeface="楷体_GB2312" charset="0"/>
            </a:endParaRPr>
          </a:p>
        </p:txBody>
      </p:sp>
      <p:grpSp>
        <p:nvGrpSpPr>
          <p:cNvPr id="16" name="Group 15">
            <a:extLst>
              <a:ext uri="{FF2B5EF4-FFF2-40B4-BE49-F238E27FC236}">
                <a16:creationId xmlns:a16="http://schemas.microsoft.com/office/drawing/2014/main" id="{D8DDDDF7-79DC-F14A-9AFF-5865EE1F6C71}"/>
              </a:ext>
            </a:extLst>
          </p:cNvPr>
          <p:cNvGrpSpPr>
            <a:grpSpLocks/>
          </p:cNvGrpSpPr>
          <p:nvPr/>
        </p:nvGrpSpPr>
        <p:grpSpPr bwMode="auto">
          <a:xfrm>
            <a:off x="6248400" y="1557338"/>
            <a:ext cx="2392363" cy="2763837"/>
            <a:chOff x="2160" y="1909"/>
            <a:chExt cx="1507" cy="1741"/>
          </a:xfrm>
        </p:grpSpPr>
        <p:sp>
          <p:nvSpPr>
            <p:cNvPr id="48146" name="Rectangle 18">
              <a:extLst>
                <a:ext uri="{FF2B5EF4-FFF2-40B4-BE49-F238E27FC236}">
                  <a16:creationId xmlns:a16="http://schemas.microsoft.com/office/drawing/2014/main" id="{538623D0-E9DF-274F-AF8D-58C384319DFF}"/>
                </a:ext>
              </a:extLst>
            </p:cNvPr>
            <p:cNvSpPr>
              <a:spLocks noChangeArrowheads="1"/>
            </p:cNvSpPr>
            <p:nvPr/>
          </p:nvSpPr>
          <p:spPr bwMode="auto">
            <a:xfrm>
              <a:off x="2238" y="2031"/>
              <a:ext cx="1015" cy="1599"/>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CN"/>
            </a:p>
          </p:txBody>
        </p:sp>
        <p:sp>
          <p:nvSpPr>
            <p:cNvPr id="48147" name="Line 19">
              <a:extLst>
                <a:ext uri="{FF2B5EF4-FFF2-40B4-BE49-F238E27FC236}">
                  <a16:creationId xmlns:a16="http://schemas.microsoft.com/office/drawing/2014/main" id="{E904BEBB-5242-8B4E-80BF-7CBF8401E4E5}"/>
                </a:ext>
              </a:extLst>
            </p:cNvPr>
            <p:cNvSpPr>
              <a:spLocks noChangeShapeType="1"/>
            </p:cNvSpPr>
            <p:nvPr/>
          </p:nvSpPr>
          <p:spPr bwMode="auto">
            <a:xfrm>
              <a:off x="2160" y="2632"/>
              <a:ext cx="1474" cy="1"/>
            </a:xfrm>
            <a:prstGeom prst="line">
              <a:avLst/>
            </a:prstGeom>
            <a:noFill/>
            <a:ln w="12700">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48148" name="Line 22">
              <a:extLst>
                <a:ext uri="{FF2B5EF4-FFF2-40B4-BE49-F238E27FC236}">
                  <a16:creationId xmlns:a16="http://schemas.microsoft.com/office/drawing/2014/main" id="{D38EFF93-413F-4849-B843-2611EF8485F0}"/>
                </a:ext>
              </a:extLst>
            </p:cNvPr>
            <p:cNvSpPr>
              <a:spLocks noChangeShapeType="1"/>
            </p:cNvSpPr>
            <p:nvPr/>
          </p:nvSpPr>
          <p:spPr bwMode="auto">
            <a:xfrm flipV="1">
              <a:off x="3253" y="1909"/>
              <a:ext cx="1" cy="1741"/>
            </a:xfrm>
            <a:prstGeom prst="line">
              <a:avLst/>
            </a:prstGeom>
            <a:noFill/>
            <a:ln w="12700">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48149" name="Rectangle 25">
              <a:extLst>
                <a:ext uri="{FF2B5EF4-FFF2-40B4-BE49-F238E27FC236}">
                  <a16:creationId xmlns:a16="http://schemas.microsoft.com/office/drawing/2014/main" id="{40828F6D-5D2C-7649-9BAB-D9798AB83B6F}"/>
                </a:ext>
              </a:extLst>
            </p:cNvPr>
            <p:cNvSpPr>
              <a:spLocks noChangeArrowheads="1"/>
            </p:cNvSpPr>
            <p:nvPr/>
          </p:nvSpPr>
          <p:spPr bwMode="auto">
            <a:xfrm>
              <a:off x="3269" y="264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a:solidFill>
                    <a:srgbClr val="000000"/>
                  </a:solidFill>
                </a:rPr>
                <a:t>0</a:t>
              </a:r>
              <a:endParaRPr lang="en-US" altLang="zh-CN" b="1"/>
            </a:p>
          </p:txBody>
        </p:sp>
        <p:sp>
          <p:nvSpPr>
            <p:cNvPr id="48150" name="Rectangle 26">
              <a:extLst>
                <a:ext uri="{FF2B5EF4-FFF2-40B4-BE49-F238E27FC236}">
                  <a16:creationId xmlns:a16="http://schemas.microsoft.com/office/drawing/2014/main" id="{757756B0-DEEC-1F46-89BA-74E341124B20}"/>
                </a:ext>
              </a:extLst>
            </p:cNvPr>
            <p:cNvSpPr>
              <a:spLocks noChangeArrowheads="1"/>
            </p:cNvSpPr>
            <p:nvPr/>
          </p:nvSpPr>
          <p:spPr bwMode="auto">
            <a:xfrm>
              <a:off x="3552" y="2688"/>
              <a:ext cx="11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000000"/>
                  </a:solidFill>
                </a:rPr>
                <a:t>Re</a:t>
              </a:r>
              <a:endParaRPr lang="en-US" altLang="zh-CN" b="1"/>
            </a:p>
          </p:txBody>
        </p:sp>
        <p:sp>
          <p:nvSpPr>
            <p:cNvPr id="48151" name="Rectangle 27">
              <a:extLst>
                <a:ext uri="{FF2B5EF4-FFF2-40B4-BE49-F238E27FC236}">
                  <a16:creationId xmlns:a16="http://schemas.microsoft.com/office/drawing/2014/main" id="{76CDE473-3267-784F-8F09-8D7EE1E240D1}"/>
                </a:ext>
              </a:extLst>
            </p:cNvPr>
            <p:cNvSpPr>
              <a:spLocks noChangeArrowheads="1"/>
            </p:cNvSpPr>
            <p:nvPr/>
          </p:nvSpPr>
          <p:spPr bwMode="auto">
            <a:xfrm>
              <a:off x="3312" y="1920"/>
              <a:ext cx="17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300" b="1" i="1">
                  <a:solidFill>
                    <a:srgbClr val="000000"/>
                  </a:solidFill>
                </a:rPr>
                <a:t>Img</a:t>
              </a:r>
              <a:endParaRPr lang="en-US" altLang="zh-CN" b="1"/>
            </a:p>
          </p:txBody>
        </p:sp>
      </p:grpSp>
      <p:sp>
        <p:nvSpPr>
          <p:cNvPr id="23" name="AutoShape 73">
            <a:extLst>
              <a:ext uri="{FF2B5EF4-FFF2-40B4-BE49-F238E27FC236}">
                <a16:creationId xmlns:a16="http://schemas.microsoft.com/office/drawing/2014/main" id="{929F66E7-4E53-E542-A553-E8378CC922EA}"/>
              </a:ext>
            </a:extLst>
          </p:cNvPr>
          <p:cNvSpPr>
            <a:spLocks noChangeArrowheads="1"/>
          </p:cNvSpPr>
          <p:nvPr/>
        </p:nvSpPr>
        <p:spPr bwMode="auto">
          <a:xfrm>
            <a:off x="6659563" y="4797425"/>
            <a:ext cx="2209800" cy="838200"/>
          </a:xfrm>
          <a:prstGeom prst="wedgeEllipseCallout">
            <a:avLst>
              <a:gd name="adj1" fmla="val -22053"/>
              <a:gd name="adj2" fmla="val -187490"/>
            </a:avLst>
          </a:prstGeom>
          <a:gradFill rotWithShape="0">
            <a:gsLst>
              <a:gs pos="0">
                <a:srgbClr val="C0C0C0"/>
              </a:gs>
              <a:gs pos="100000">
                <a:schemeClr val="bg1"/>
              </a:gs>
            </a:gsLst>
            <a:lin ang="27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defRPr/>
            </a:pPr>
            <a:r>
              <a:rPr lang="zh-CN" altLang="en-US" sz="2000" b="1">
                <a:solidFill>
                  <a:schemeClr val="accent2"/>
                </a:solidFill>
                <a:latin typeface="Times New Roman" charset="0"/>
                <a:ea typeface="ＭＳ Ｐゴシック" charset="0"/>
                <a:cs typeface="楷体_GB2312" charset="0"/>
              </a:rPr>
              <a:t>无条件稳定</a:t>
            </a:r>
            <a:endParaRPr lang="en-US" altLang="zh-CN" sz="2000" b="1">
              <a:solidFill>
                <a:schemeClr val="accent2"/>
              </a:solidFill>
              <a:latin typeface="Times New Roman" charset="0"/>
              <a:ea typeface="ＭＳ Ｐゴシック" charset="0"/>
              <a:cs typeface="楷体_GB2312" charset="0"/>
            </a:endParaRPr>
          </a:p>
        </p:txBody>
      </p:sp>
      <p:graphicFrame>
        <p:nvGraphicFramePr>
          <p:cNvPr id="2" name="Object 1">
            <a:extLst>
              <a:ext uri="{FF2B5EF4-FFF2-40B4-BE49-F238E27FC236}">
                <a16:creationId xmlns:a16="http://schemas.microsoft.com/office/drawing/2014/main" id="{1314BABF-72B5-0F46-800C-5BFC28A11B87}"/>
              </a:ext>
            </a:extLst>
          </p:cNvPr>
          <p:cNvGraphicFramePr>
            <a:graphicFrameLocks noChangeAspect="1"/>
          </p:cNvGraphicFramePr>
          <p:nvPr/>
        </p:nvGraphicFramePr>
        <p:xfrm>
          <a:off x="2411413" y="4652963"/>
          <a:ext cx="504825" cy="423862"/>
        </p:xfrm>
        <a:graphic>
          <a:graphicData uri="http://schemas.openxmlformats.org/presentationml/2006/ole">
            <mc:AlternateContent xmlns:mc="http://schemas.openxmlformats.org/markup-compatibility/2006">
              <mc:Choice xmlns:v="urn:schemas-microsoft-com:vml" Requires="v">
                <p:oleObj name="Equation" r:id="rId11" imgW="203200" imgH="127000" progId="Equation.3">
                  <p:embed/>
                </p:oleObj>
              </mc:Choice>
              <mc:Fallback>
                <p:oleObj name="Equation" r:id="rId11" imgW="203200" imgH="127000" progId="Equation.3">
                  <p:embed/>
                  <p:pic>
                    <p:nvPicPr>
                      <p:cNvPr id="2" name="Object 1">
                        <a:extLst>
                          <a:ext uri="{FF2B5EF4-FFF2-40B4-BE49-F238E27FC236}">
                            <a16:creationId xmlns:a16="http://schemas.microsoft.com/office/drawing/2014/main" id="{1314BABF-72B5-0F46-800C-5BFC28A11B8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11413" y="4652963"/>
                        <a:ext cx="50482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48874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45060"/>
                                        </p:tgtEl>
                                        <p:attrNameLst>
                                          <p:attrName>style.visibility</p:attrName>
                                        </p:attrNameLst>
                                      </p:cBhvr>
                                      <p:to>
                                        <p:strVal val="visible"/>
                                      </p:to>
                                    </p:set>
                                    <p:animEffect transition="in" filter="dissolve">
                                      <p:cBhvr>
                                        <p:cTn id="13" dur="500"/>
                                        <p:tgtEl>
                                          <p:spTgt spid="4506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5062">
                                            <p:txEl>
                                              <p:pRg st="0" end="0"/>
                                            </p:txEl>
                                          </p:spTgt>
                                        </p:tgtEl>
                                        <p:attrNameLst>
                                          <p:attrName>style.visibility</p:attrName>
                                        </p:attrNameLst>
                                      </p:cBhvr>
                                      <p:to>
                                        <p:strVal val="visible"/>
                                      </p:to>
                                    </p:set>
                                    <p:anim calcmode="lin" valueType="num">
                                      <p:cBhvr additive="base">
                                        <p:cTn id="18" dur="500" fill="hold"/>
                                        <p:tgtEl>
                                          <p:spTgt spid="45062">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50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45063"/>
                                        </p:tgtEl>
                                        <p:attrNameLst>
                                          <p:attrName>style.visibility</p:attrName>
                                        </p:attrNameLst>
                                      </p:cBhvr>
                                      <p:to>
                                        <p:strVal val="visible"/>
                                      </p:to>
                                    </p:set>
                                    <p:animEffect transition="in" filter="blinds(horizontal)">
                                      <p:cBhvr>
                                        <p:cTn id="24" dur="500"/>
                                        <p:tgtEl>
                                          <p:spTgt spid="4506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checkerboard(across)">
                                      <p:cBhvr>
                                        <p:cTn id="34" dur="500"/>
                                        <p:tgtEl>
                                          <p:spTgt spid="1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linds(horizontal)">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P spid="45062" grpId="0" build="p" autoUpdateAnimBg="0"/>
      <p:bldP spid="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a:extLst>
              <a:ext uri="{FF2B5EF4-FFF2-40B4-BE49-F238E27FC236}">
                <a16:creationId xmlns:a16="http://schemas.microsoft.com/office/drawing/2014/main" id="{2EE8C55A-90F8-A34B-8F78-7A22F94EB247}"/>
              </a:ext>
            </a:extLst>
          </p:cNvPr>
          <p:cNvSpPr txBox="1">
            <a:spLocks noChangeArrowheads="1"/>
          </p:cNvSpPr>
          <p:nvPr/>
        </p:nvSpPr>
        <p:spPr bwMode="auto">
          <a:xfrm>
            <a:off x="323850" y="404813"/>
            <a:ext cx="4752975"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ctr" eaLnBrk="1" hangingPunct="1">
              <a:buFont typeface="Wingdings" charset="0"/>
              <a:buChar char="Ø"/>
              <a:defRPr/>
            </a:pPr>
            <a:r>
              <a:rPr lang="zh-CN" altLang="en-US" sz="2400" b="1"/>
              <a:t>显式龙格</a:t>
            </a:r>
            <a:r>
              <a:rPr lang="en-US" altLang="zh-CN" sz="2400" b="1"/>
              <a:t>-</a:t>
            </a:r>
            <a:r>
              <a:rPr lang="zh-CN" altLang="en-US" sz="2400" b="1"/>
              <a:t>库塔</a:t>
            </a:r>
            <a:r>
              <a:rPr lang="zh-CN" altLang="en-US" sz="2400" b="1">
                <a:latin typeface="宋体" charset="0"/>
              </a:rPr>
              <a:t>法的稳定性</a:t>
            </a:r>
            <a:r>
              <a:rPr lang="en-US" altLang="zh-CN" sz="2400">
                <a:latin typeface="Tahoma" charset="0"/>
              </a:rPr>
              <a:t> </a:t>
            </a:r>
          </a:p>
        </p:txBody>
      </p:sp>
      <p:sp>
        <p:nvSpPr>
          <p:cNvPr id="47107" name="Text Box 3">
            <a:extLst>
              <a:ext uri="{FF2B5EF4-FFF2-40B4-BE49-F238E27FC236}">
                <a16:creationId xmlns:a16="http://schemas.microsoft.com/office/drawing/2014/main" id="{C01992DC-78EA-7F4F-B061-B356B8B827CB}"/>
              </a:ext>
            </a:extLst>
          </p:cNvPr>
          <p:cNvSpPr txBox="1">
            <a:spLocks noChangeArrowheads="1"/>
          </p:cNvSpPr>
          <p:nvPr/>
        </p:nvSpPr>
        <p:spPr bwMode="auto">
          <a:xfrm>
            <a:off x="755650" y="1052513"/>
            <a:ext cx="7391400" cy="831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r>
              <a:rPr lang="en-US" altLang="zh-CN" sz="2400"/>
              <a:t>      </a:t>
            </a:r>
            <a:r>
              <a:rPr lang="zh-CN" altLang="en-US" sz="2400"/>
              <a:t>仿前面梯形公式的方法，将</a:t>
            </a:r>
            <a:r>
              <a:rPr lang="en-US" altLang="zh-CN" sz="2400">
                <a:latin typeface="Tahoma" panose="020B0604030504040204" pitchFamily="34" charset="0"/>
              </a:rPr>
              <a:t>R</a:t>
            </a:r>
            <a:r>
              <a:rPr lang="en-US" altLang="zh-CN" sz="2400"/>
              <a:t>—</a:t>
            </a:r>
            <a:r>
              <a:rPr lang="en-US" altLang="zh-CN" sz="2400">
                <a:latin typeface="Tahoma" panose="020B0604030504040204" pitchFamily="34" charset="0"/>
              </a:rPr>
              <a:t>K</a:t>
            </a:r>
            <a:r>
              <a:rPr lang="zh-CN" altLang="en-US" sz="2400"/>
              <a:t>方法用于讨论的模型，可得二、三和四阶</a:t>
            </a:r>
            <a:r>
              <a:rPr lang="en-US" altLang="zh-CN" sz="2400">
                <a:latin typeface="Tahoma" panose="020B0604030504040204" pitchFamily="34" charset="0"/>
              </a:rPr>
              <a:t>R</a:t>
            </a:r>
            <a:r>
              <a:rPr lang="en-US" altLang="zh-CN" sz="2400"/>
              <a:t>—</a:t>
            </a:r>
            <a:r>
              <a:rPr lang="en-US" altLang="zh-CN" sz="2400">
                <a:latin typeface="Tahoma" panose="020B0604030504040204" pitchFamily="34" charset="0"/>
              </a:rPr>
              <a:t>K</a:t>
            </a:r>
            <a:r>
              <a:rPr lang="zh-CN" altLang="en-US" sz="2400"/>
              <a:t>方法的</a:t>
            </a:r>
            <a:r>
              <a:rPr lang="zh-CN" altLang="en-US" sz="2400">
                <a:solidFill>
                  <a:srgbClr val="000000"/>
                </a:solidFill>
              </a:rPr>
              <a:t>绝对稳定区域</a:t>
            </a:r>
            <a:r>
              <a:rPr lang="zh-CN" altLang="en-US" sz="2400"/>
              <a:t>。</a:t>
            </a:r>
            <a:endParaRPr lang="en-US" altLang="zh-CN" sz="2400"/>
          </a:p>
        </p:txBody>
      </p:sp>
      <p:sp>
        <p:nvSpPr>
          <p:cNvPr id="47109" name="Rectangle 5">
            <a:extLst>
              <a:ext uri="{FF2B5EF4-FFF2-40B4-BE49-F238E27FC236}">
                <a16:creationId xmlns:a16="http://schemas.microsoft.com/office/drawing/2014/main" id="{600FC85E-3510-2742-9BEC-EC75F348BCEB}"/>
              </a:ext>
            </a:extLst>
          </p:cNvPr>
          <p:cNvSpPr>
            <a:spLocks noChangeArrowheads="1"/>
          </p:cNvSpPr>
          <p:nvPr/>
        </p:nvSpPr>
        <p:spPr bwMode="auto">
          <a:xfrm>
            <a:off x="3309938" y="27574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47113" name="Object 9">
            <a:extLst>
              <a:ext uri="{FF2B5EF4-FFF2-40B4-BE49-F238E27FC236}">
                <a16:creationId xmlns:a16="http://schemas.microsoft.com/office/drawing/2014/main" id="{73F20AAD-7868-694C-8F6B-402E6915981C}"/>
              </a:ext>
            </a:extLst>
          </p:cNvPr>
          <p:cNvGraphicFramePr>
            <a:graphicFrameLocks noChangeAspect="1"/>
          </p:cNvGraphicFramePr>
          <p:nvPr/>
        </p:nvGraphicFramePr>
        <p:xfrm>
          <a:off x="1187450" y="2492375"/>
          <a:ext cx="2438400" cy="828675"/>
        </p:xfrm>
        <a:graphic>
          <a:graphicData uri="http://schemas.openxmlformats.org/presentationml/2006/ole">
            <mc:AlternateContent xmlns:mc="http://schemas.openxmlformats.org/markup-compatibility/2006">
              <mc:Choice xmlns:v="urn:schemas-microsoft-com:vml" Requires="v">
                <p:oleObj name="Equation" r:id="rId3" imgW="29260800" imgH="9944100" progId="Equation.DSMT4">
                  <p:embed/>
                </p:oleObj>
              </mc:Choice>
              <mc:Fallback>
                <p:oleObj name="Equation" r:id="rId3" imgW="29260800" imgH="9944100" progId="Equation.DSMT4">
                  <p:embed/>
                  <p:pic>
                    <p:nvPicPr>
                      <p:cNvPr id="47113" name="Object 9">
                        <a:extLst>
                          <a:ext uri="{FF2B5EF4-FFF2-40B4-BE49-F238E27FC236}">
                            <a16:creationId xmlns:a16="http://schemas.microsoft.com/office/drawing/2014/main" id="{73F20AAD-7868-694C-8F6B-402E691598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492375"/>
                        <a:ext cx="243840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4" name="Object 10">
            <a:extLst>
              <a:ext uri="{FF2B5EF4-FFF2-40B4-BE49-F238E27FC236}">
                <a16:creationId xmlns:a16="http://schemas.microsoft.com/office/drawing/2014/main" id="{379841BE-E3F9-CC42-866F-62D35BFC7FED}"/>
              </a:ext>
            </a:extLst>
          </p:cNvPr>
          <p:cNvGraphicFramePr>
            <a:graphicFrameLocks noChangeAspect="1"/>
          </p:cNvGraphicFramePr>
          <p:nvPr/>
        </p:nvGraphicFramePr>
        <p:xfrm>
          <a:off x="755650" y="3427413"/>
          <a:ext cx="3810000" cy="881062"/>
        </p:xfrm>
        <a:graphic>
          <a:graphicData uri="http://schemas.openxmlformats.org/presentationml/2006/ole">
            <mc:AlternateContent xmlns:mc="http://schemas.openxmlformats.org/markup-compatibility/2006">
              <mc:Choice xmlns:v="urn:schemas-microsoft-com:vml" Requires="v">
                <p:oleObj name="Equation" r:id="rId5" imgW="43002200" imgH="9944100" progId="Equation.DSMT4">
                  <p:embed/>
                </p:oleObj>
              </mc:Choice>
              <mc:Fallback>
                <p:oleObj name="Equation" r:id="rId5" imgW="43002200" imgH="9944100" progId="Equation.DSMT4">
                  <p:embed/>
                  <p:pic>
                    <p:nvPicPr>
                      <p:cNvPr id="47114" name="Object 10">
                        <a:extLst>
                          <a:ext uri="{FF2B5EF4-FFF2-40B4-BE49-F238E27FC236}">
                            <a16:creationId xmlns:a16="http://schemas.microsoft.com/office/drawing/2014/main" id="{379841BE-E3F9-CC42-866F-62D35BFC7F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427413"/>
                        <a:ext cx="3810000" cy="88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7117" name="Rectangle 13">
            <a:extLst>
              <a:ext uri="{FF2B5EF4-FFF2-40B4-BE49-F238E27FC236}">
                <a16:creationId xmlns:a16="http://schemas.microsoft.com/office/drawing/2014/main" id="{4D883229-CB19-0F4B-901C-CFB22649CF5E}"/>
              </a:ext>
            </a:extLst>
          </p:cNvPr>
          <p:cNvSpPr>
            <a:spLocks noChangeArrowheads="1"/>
          </p:cNvSpPr>
          <p:nvPr/>
        </p:nvSpPr>
        <p:spPr bwMode="auto">
          <a:xfrm>
            <a:off x="3309938" y="27574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47118" name="Object 14">
            <a:extLst>
              <a:ext uri="{FF2B5EF4-FFF2-40B4-BE49-F238E27FC236}">
                <a16:creationId xmlns:a16="http://schemas.microsoft.com/office/drawing/2014/main" id="{5F9E3EEA-3457-8D46-8128-47374C16C7F8}"/>
              </a:ext>
            </a:extLst>
          </p:cNvPr>
          <p:cNvGraphicFramePr>
            <a:graphicFrameLocks noChangeAspect="1"/>
          </p:cNvGraphicFramePr>
          <p:nvPr/>
        </p:nvGraphicFramePr>
        <p:xfrm>
          <a:off x="179388" y="4435475"/>
          <a:ext cx="5105400" cy="871538"/>
        </p:xfrm>
        <a:graphic>
          <a:graphicData uri="http://schemas.openxmlformats.org/presentationml/2006/ole">
            <mc:AlternateContent xmlns:mc="http://schemas.openxmlformats.org/markup-compatibility/2006">
              <mc:Choice xmlns:v="urn:schemas-microsoft-com:vml" Requires="v">
                <p:oleObj name="Equation" r:id="rId7" imgW="58216800" imgH="9944100" progId="Equation.3">
                  <p:embed/>
                </p:oleObj>
              </mc:Choice>
              <mc:Fallback>
                <p:oleObj name="Equation" r:id="rId7" imgW="58216800" imgH="9944100" progId="Equation.3">
                  <p:embed/>
                  <p:pic>
                    <p:nvPicPr>
                      <p:cNvPr id="47118" name="Object 14">
                        <a:extLst>
                          <a:ext uri="{FF2B5EF4-FFF2-40B4-BE49-F238E27FC236}">
                            <a16:creationId xmlns:a16="http://schemas.microsoft.com/office/drawing/2014/main" id="{5F9E3EEA-3457-8D46-8128-47374C16C7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4435475"/>
                        <a:ext cx="5105400"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9" name="Group 72">
            <a:extLst>
              <a:ext uri="{FF2B5EF4-FFF2-40B4-BE49-F238E27FC236}">
                <a16:creationId xmlns:a16="http://schemas.microsoft.com/office/drawing/2014/main" id="{FA3C54CD-D086-B541-9F95-31D0EC527EB0}"/>
              </a:ext>
            </a:extLst>
          </p:cNvPr>
          <p:cNvGrpSpPr>
            <a:grpSpLocks/>
          </p:cNvGrpSpPr>
          <p:nvPr/>
        </p:nvGrpSpPr>
        <p:grpSpPr bwMode="auto">
          <a:xfrm>
            <a:off x="5813425" y="2276475"/>
            <a:ext cx="2574925" cy="3270250"/>
            <a:chOff x="3326" y="2042"/>
            <a:chExt cx="1622" cy="2060"/>
          </a:xfrm>
        </p:grpSpPr>
        <p:sp>
          <p:nvSpPr>
            <p:cNvPr id="50186" name="Freeform 32">
              <a:extLst>
                <a:ext uri="{FF2B5EF4-FFF2-40B4-BE49-F238E27FC236}">
                  <a16:creationId xmlns:a16="http://schemas.microsoft.com/office/drawing/2014/main" id="{44A9D806-D833-0A4D-84FD-980003766664}"/>
                </a:ext>
              </a:extLst>
            </p:cNvPr>
            <p:cNvSpPr>
              <a:spLocks/>
            </p:cNvSpPr>
            <p:nvPr/>
          </p:nvSpPr>
          <p:spPr bwMode="auto">
            <a:xfrm>
              <a:off x="3679" y="2314"/>
              <a:ext cx="868" cy="1710"/>
            </a:xfrm>
            <a:custGeom>
              <a:avLst/>
              <a:gdLst>
                <a:gd name="T0" fmla="*/ 852 w 868"/>
                <a:gd name="T1" fmla="*/ 87 h 1710"/>
                <a:gd name="T2" fmla="*/ 804 w 868"/>
                <a:gd name="T3" fmla="*/ 29 h 1710"/>
                <a:gd name="T4" fmla="*/ 748 w 868"/>
                <a:gd name="T5" fmla="*/ 6 h 1710"/>
                <a:gd name="T6" fmla="*/ 697 w 868"/>
                <a:gd name="T7" fmla="*/ 0 h 1710"/>
                <a:gd name="T8" fmla="*/ 642 w 868"/>
                <a:gd name="T9" fmla="*/ 10 h 1710"/>
                <a:gd name="T10" fmla="*/ 593 w 868"/>
                <a:gd name="T11" fmla="*/ 36 h 1710"/>
                <a:gd name="T12" fmla="*/ 551 w 868"/>
                <a:gd name="T13" fmla="*/ 71 h 1710"/>
                <a:gd name="T14" fmla="*/ 509 w 868"/>
                <a:gd name="T15" fmla="*/ 113 h 1710"/>
                <a:gd name="T16" fmla="*/ 473 w 868"/>
                <a:gd name="T17" fmla="*/ 149 h 1710"/>
                <a:gd name="T18" fmla="*/ 437 w 868"/>
                <a:gd name="T19" fmla="*/ 185 h 1710"/>
                <a:gd name="T20" fmla="*/ 395 w 868"/>
                <a:gd name="T21" fmla="*/ 214 h 1710"/>
                <a:gd name="T22" fmla="*/ 353 w 868"/>
                <a:gd name="T23" fmla="*/ 240 h 1710"/>
                <a:gd name="T24" fmla="*/ 311 w 868"/>
                <a:gd name="T25" fmla="*/ 262 h 1710"/>
                <a:gd name="T26" fmla="*/ 269 w 868"/>
                <a:gd name="T27" fmla="*/ 285 h 1710"/>
                <a:gd name="T28" fmla="*/ 230 w 868"/>
                <a:gd name="T29" fmla="*/ 311 h 1710"/>
                <a:gd name="T30" fmla="*/ 188 w 868"/>
                <a:gd name="T31" fmla="*/ 340 h 1710"/>
                <a:gd name="T32" fmla="*/ 152 w 868"/>
                <a:gd name="T33" fmla="*/ 376 h 1710"/>
                <a:gd name="T34" fmla="*/ 113 w 868"/>
                <a:gd name="T35" fmla="*/ 411 h 1710"/>
                <a:gd name="T36" fmla="*/ 84 w 868"/>
                <a:gd name="T37" fmla="*/ 454 h 1710"/>
                <a:gd name="T38" fmla="*/ 55 w 868"/>
                <a:gd name="T39" fmla="*/ 502 h 1710"/>
                <a:gd name="T40" fmla="*/ 35 w 868"/>
                <a:gd name="T41" fmla="*/ 551 h 1710"/>
                <a:gd name="T42" fmla="*/ 19 w 868"/>
                <a:gd name="T43" fmla="*/ 599 h 1710"/>
                <a:gd name="T44" fmla="*/ 13 w 868"/>
                <a:gd name="T45" fmla="*/ 651 h 1710"/>
                <a:gd name="T46" fmla="*/ 6 w 868"/>
                <a:gd name="T47" fmla="*/ 700 h 1710"/>
                <a:gd name="T48" fmla="*/ 0 w 868"/>
                <a:gd name="T49" fmla="*/ 755 h 1710"/>
                <a:gd name="T50" fmla="*/ 0 w 868"/>
                <a:gd name="T51" fmla="*/ 807 h 1710"/>
                <a:gd name="T52" fmla="*/ 0 w 868"/>
                <a:gd name="T53" fmla="*/ 855 h 1710"/>
                <a:gd name="T54" fmla="*/ 0 w 868"/>
                <a:gd name="T55" fmla="*/ 910 h 1710"/>
                <a:gd name="T56" fmla="*/ 0 w 868"/>
                <a:gd name="T57" fmla="*/ 959 h 1710"/>
                <a:gd name="T58" fmla="*/ 6 w 868"/>
                <a:gd name="T59" fmla="*/ 1011 h 1710"/>
                <a:gd name="T60" fmla="*/ 13 w 868"/>
                <a:gd name="T61" fmla="*/ 1059 h 1710"/>
                <a:gd name="T62" fmla="*/ 19 w 868"/>
                <a:gd name="T63" fmla="*/ 1114 h 1710"/>
                <a:gd name="T64" fmla="*/ 35 w 868"/>
                <a:gd name="T65" fmla="*/ 1160 h 1710"/>
                <a:gd name="T66" fmla="*/ 55 w 868"/>
                <a:gd name="T67" fmla="*/ 1208 h 1710"/>
                <a:gd name="T68" fmla="*/ 84 w 868"/>
                <a:gd name="T69" fmla="*/ 1257 h 1710"/>
                <a:gd name="T70" fmla="*/ 113 w 868"/>
                <a:gd name="T71" fmla="*/ 1299 h 1710"/>
                <a:gd name="T72" fmla="*/ 152 w 868"/>
                <a:gd name="T73" fmla="*/ 1335 h 1710"/>
                <a:gd name="T74" fmla="*/ 188 w 868"/>
                <a:gd name="T75" fmla="*/ 1370 h 1710"/>
                <a:gd name="T76" fmla="*/ 230 w 868"/>
                <a:gd name="T77" fmla="*/ 1399 h 1710"/>
                <a:gd name="T78" fmla="*/ 269 w 868"/>
                <a:gd name="T79" fmla="*/ 1425 h 1710"/>
                <a:gd name="T80" fmla="*/ 311 w 868"/>
                <a:gd name="T81" fmla="*/ 1454 h 1710"/>
                <a:gd name="T82" fmla="*/ 353 w 868"/>
                <a:gd name="T83" fmla="*/ 1477 h 1710"/>
                <a:gd name="T84" fmla="*/ 395 w 868"/>
                <a:gd name="T85" fmla="*/ 1503 h 1710"/>
                <a:gd name="T86" fmla="*/ 437 w 868"/>
                <a:gd name="T87" fmla="*/ 1526 h 1710"/>
                <a:gd name="T88" fmla="*/ 473 w 868"/>
                <a:gd name="T89" fmla="*/ 1561 h 1710"/>
                <a:gd name="T90" fmla="*/ 509 w 868"/>
                <a:gd name="T91" fmla="*/ 1597 h 1710"/>
                <a:gd name="T92" fmla="*/ 551 w 868"/>
                <a:gd name="T93" fmla="*/ 1639 h 1710"/>
                <a:gd name="T94" fmla="*/ 593 w 868"/>
                <a:gd name="T95" fmla="*/ 1675 h 1710"/>
                <a:gd name="T96" fmla="*/ 642 w 868"/>
                <a:gd name="T97" fmla="*/ 1701 h 1710"/>
                <a:gd name="T98" fmla="*/ 697 w 868"/>
                <a:gd name="T99" fmla="*/ 1710 h 1710"/>
                <a:gd name="T100" fmla="*/ 748 w 868"/>
                <a:gd name="T101" fmla="*/ 1707 h 1710"/>
                <a:gd name="T102" fmla="*/ 804 w 868"/>
                <a:gd name="T103" fmla="*/ 1681 h 1710"/>
                <a:gd name="T104" fmla="*/ 852 w 868"/>
                <a:gd name="T105" fmla="*/ 1623 h 17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68" h="1710">
                  <a:moveTo>
                    <a:pt x="804" y="855"/>
                  </a:moveTo>
                  <a:lnTo>
                    <a:pt x="868" y="149"/>
                  </a:lnTo>
                  <a:lnTo>
                    <a:pt x="859" y="113"/>
                  </a:lnTo>
                  <a:lnTo>
                    <a:pt x="852" y="87"/>
                  </a:lnTo>
                  <a:lnTo>
                    <a:pt x="839" y="71"/>
                  </a:lnTo>
                  <a:lnTo>
                    <a:pt x="826" y="52"/>
                  </a:lnTo>
                  <a:lnTo>
                    <a:pt x="817" y="42"/>
                  </a:lnTo>
                  <a:lnTo>
                    <a:pt x="804" y="29"/>
                  </a:lnTo>
                  <a:lnTo>
                    <a:pt x="784" y="23"/>
                  </a:lnTo>
                  <a:lnTo>
                    <a:pt x="774" y="16"/>
                  </a:lnTo>
                  <a:lnTo>
                    <a:pt x="761" y="10"/>
                  </a:lnTo>
                  <a:lnTo>
                    <a:pt x="748" y="6"/>
                  </a:lnTo>
                  <a:lnTo>
                    <a:pt x="732" y="0"/>
                  </a:lnTo>
                  <a:lnTo>
                    <a:pt x="719" y="0"/>
                  </a:lnTo>
                  <a:lnTo>
                    <a:pt x="706" y="0"/>
                  </a:lnTo>
                  <a:lnTo>
                    <a:pt x="697" y="0"/>
                  </a:lnTo>
                  <a:lnTo>
                    <a:pt x="677" y="0"/>
                  </a:lnTo>
                  <a:lnTo>
                    <a:pt x="664" y="6"/>
                  </a:lnTo>
                  <a:lnTo>
                    <a:pt x="654" y="6"/>
                  </a:lnTo>
                  <a:lnTo>
                    <a:pt x="642" y="10"/>
                  </a:lnTo>
                  <a:lnTo>
                    <a:pt x="629" y="16"/>
                  </a:lnTo>
                  <a:lnTo>
                    <a:pt x="619" y="23"/>
                  </a:lnTo>
                  <a:lnTo>
                    <a:pt x="606" y="29"/>
                  </a:lnTo>
                  <a:lnTo>
                    <a:pt x="593" y="36"/>
                  </a:lnTo>
                  <a:lnTo>
                    <a:pt x="583" y="49"/>
                  </a:lnTo>
                  <a:lnTo>
                    <a:pt x="570" y="52"/>
                  </a:lnTo>
                  <a:lnTo>
                    <a:pt x="557" y="65"/>
                  </a:lnTo>
                  <a:lnTo>
                    <a:pt x="551" y="71"/>
                  </a:lnTo>
                  <a:lnTo>
                    <a:pt x="541" y="84"/>
                  </a:lnTo>
                  <a:lnTo>
                    <a:pt x="528" y="94"/>
                  </a:lnTo>
                  <a:lnTo>
                    <a:pt x="522" y="100"/>
                  </a:lnTo>
                  <a:lnTo>
                    <a:pt x="509" y="113"/>
                  </a:lnTo>
                  <a:lnTo>
                    <a:pt x="499" y="126"/>
                  </a:lnTo>
                  <a:lnTo>
                    <a:pt x="492" y="130"/>
                  </a:lnTo>
                  <a:lnTo>
                    <a:pt x="479" y="143"/>
                  </a:lnTo>
                  <a:lnTo>
                    <a:pt x="473" y="149"/>
                  </a:lnTo>
                  <a:lnTo>
                    <a:pt x="463" y="162"/>
                  </a:lnTo>
                  <a:lnTo>
                    <a:pt x="457" y="168"/>
                  </a:lnTo>
                  <a:lnTo>
                    <a:pt x="444" y="178"/>
                  </a:lnTo>
                  <a:lnTo>
                    <a:pt x="437" y="185"/>
                  </a:lnTo>
                  <a:lnTo>
                    <a:pt x="428" y="191"/>
                  </a:lnTo>
                  <a:lnTo>
                    <a:pt x="415" y="198"/>
                  </a:lnTo>
                  <a:lnTo>
                    <a:pt x="408" y="204"/>
                  </a:lnTo>
                  <a:lnTo>
                    <a:pt x="395" y="214"/>
                  </a:lnTo>
                  <a:lnTo>
                    <a:pt x="385" y="220"/>
                  </a:lnTo>
                  <a:lnTo>
                    <a:pt x="379" y="227"/>
                  </a:lnTo>
                  <a:lnTo>
                    <a:pt x="366" y="233"/>
                  </a:lnTo>
                  <a:lnTo>
                    <a:pt x="353" y="240"/>
                  </a:lnTo>
                  <a:lnTo>
                    <a:pt x="350" y="246"/>
                  </a:lnTo>
                  <a:lnTo>
                    <a:pt x="337" y="249"/>
                  </a:lnTo>
                  <a:lnTo>
                    <a:pt x="324" y="256"/>
                  </a:lnTo>
                  <a:lnTo>
                    <a:pt x="311" y="262"/>
                  </a:lnTo>
                  <a:lnTo>
                    <a:pt x="308" y="269"/>
                  </a:lnTo>
                  <a:lnTo>
                    <a:pt x="295" y="275"/>
                  </a:lnTo>
                  <a:lnTo>
                    <a:pt x="282" y="282"/>
                  </a:lnTo>
                  <a:lnTo>
                    <a:pt x="269" y="285"/>
                  </a:lnTo>
                  <a:lnTo>
                    <a:pt x="259" y="292"/>
                  </a:lnTo>
                  <a:lnTo>
                    <a:pt x="253" y="298"/>
                  </a:lnTo>
                  <a:lnTo>
                    <a:pt x="240" y="305"/>
                  </a:lnTo>
                  <a:lnTo>
                    <a:pt x="230" y="311"/>
                  </a:lnTo>
                  <a:lnTo>
                    <a:pt x="217" y="317"/>
                  </a:lnTo>
                  <a:lnTo>
                    <a:pt x="204" y="327"/>
                  </a:lnTo>
                  <a:lnTo>
                    <a:pt x="198" y="334"/>
                  </a:lnTo>
                  <a:lnTo>
                    <a:pt x="188" y="340"/>
                  </a:lnTo>
                  <a:lnTo>
                    <a:pt x="175" y="353"/>
                  </a:lnTo>
                  <a:lnTo>
                    <a:pt x="168" y="360"/>
                  </a:lnTo>
                  <a:lnTo>
                    <a:pt x="155" y="366"/>
                  </a:lnTo>
                  <a:lnTo>
                    <a:pt x="152" y="376"/>
                  </a:lnTo>
                  <a:lnTo>
                    <a:pt x="139" y="382"/>
                  </a:lnTo>
                  <a:lnTo>
                    <a:pt x="133" y="395"/>
                  </a:lnTo>
                  <a:lnTo>
                    <a:pt x="120" y="405"/>
                  </a:lnTo>
                  <a:lnTo>
                    <a:pt x="113" y="411"/>
                  </a:lnTo>
                  <a:lnTo>
                    <a:pt x="104" y="424"/>
                  </a:lnTo>
                  <a:lnTo>
                    <a:pt x="97" y="437"/>
                  </a:lnTo>
                  <a:lnTo>
                    <a:pt x="91" y="447"/>
                  </a:lnTo>
                  <a:lnTo>
                    <a:pt x="84" y="454"/>
                  </a:lnTo>
                  <a:lnTo>
                    <a:pt x="71" y="466"/>
                  </a:lnTo>
                  <a:lnTo>
                    <a:pt x="68" y="479"/>
                  </a:lnTo>
                  <a:lnTo>
                    <a:pt x="61" y="489"/>
                  </a:lnTo>
                  <a:lnTo>
                    <a:pt x="55" y="502"/>
                  </a:lnTo>
                  <a:lnTo>
                    <a:pt x="48" y="515"/>
                  </a:lnTo>
                  <a:lnTo>
                    <a:pt x="48" y="525"/>
                  </a:lnTo>
                  <a:lnTo>
                    <a:pt x="42" y="538"/>
                  </a:lnTo>
                  <a:lnTo>
                    <a:pt x="35" y="551"/>
                  </a:lnTo>
                  <a:lnTo>
                    <a:pt x="32" y="564"/>
                  </a:lnTo>
                  <a:lnTo>
                    <a:pt x="32" y="573"/>
                  </a:lnTo>
                  <a:lnTo>
                    <a:pt x="26" y="586"/>
                  </a:lnTo>
                  <a:lnTo>
                    <a:pt x="19" y="599"/>
                  </a:lnTo>
                  <a:lnTo>
                    <a:pt x="19" y="609"/>
                  </a:lnTo>
                  <a:lnTo>
                    <a:pt x="13" y="628"/>
                  </a:lnTo>
                  <a:lnTo>
                    <a:pt x="13" y="641"/>
                  </a:lnTo>
                  <a:lnTo>
                    <a:pt x="13" y="651"/>
                  </a:lnTo>
                  <a:lnTo>
                    <a:pt x="6" y="664"/>
                  </a:lnTo>
                  <a:lnTo>
                    <a:pt x="6" y="677"/>
                  </a:lnTo>
                  <a:lnTo>
                    <a:pt x="6" y="687"/>
                  </a:lnTo>
                  <a:lnTo>
                    <a:pt x="6" y="700"/>
                  </a:lnTo>
                  <a:lnTo>
                    <a:pt x="0" y="719"/>
                  </a:lnTo>
                  <a:lnTo>
                    <a:pt x="0" y="729"/>
                  </a:lnTo>
                  <a:lnTo>
                    <a:pt x="0" y="742"/>
                  </a:lnTo>
                  <a:lnTo>
                    <a:pt x="0" y="755"/>
                  </a:lnTo>
                  <a:lnTo>
                    <a:pt x="0" y="764"/>
                  </a:lnTo>
                  <a:lnTo>
                    <a:pt x="0" y="777"/>
                  </a:lnTo>
                  <a:lnTo>
                    <a:pt x="0" y="790"/>
                  </a:lnTo>
                  <a:lnTo>
                    <a:pt x="0" y="807"/>
                  </a:lnTo>
                  <a:lnTo>
                    <a:pt x="0" y="820"/>
                  </a:lnTo>
                  <a:lnTo>
                    <a:pt x="0" y="833"/>
                  </a:lnTo>
                  <a:lnTo>
                    <a:pt x="0" y="842"/>
                  </a:lnTo>
                  <a:lnTo>
                    <a:pt x="0" y="855"/>
                  </a:lnTo>
                  <a:lnTo>
                    <a:pt x="0" y="868"/>
                  </a:lnTo>
                  <a:lnTo>
                    <a:pt x="0" y="878"/>
                  </a:lnTo>
                  <a:lnTo>
                    <a:pt x="0" y="897"/>
                  </a:lnTo>
                  <a:lnTo>
                    <a:pt x="0" y="910"/>
                  </a:lnTo>
                  <a:lnTo>
                    <a:pt x="0" y="920"/>
                  </a:lnTo>
                  <a:lnTo>
                    <a:pt x="0" y="933"/>
                  </a:lnTo>
                  <a:lnTo>
                    <a:pt x="0" y="946"/>
                  </a:lnTo>
                  <a:lnTo>
                    <a:pt x="0" y="959"/>
                  </a:lnTo>
                  <a:lnTo>
                    <a:pt x="0" y="969"/>
                  </a:lnTo>
                  <a:lnTo>
                    <a:pt x="0" y="982"/>
                  </a:lnTo>
                  <a:lnTo>
                    <a:pt x="0" y="998"/>
                  </a:lnTo>
                  <a:lnTo>
                    <a:pt x="6" y="1011"/>
                  </a:lnTo>
                  <a:lnTo>
                    <a:pt x="6" y="1024"/>
                  </a:lnTo>
                  <a:lnTo>
                    <a:pt x="6" y="1037"/>
                  </a:lnTo>
                  <a:lnTo>
                    <a:pt x="6" y="1046"/>
                  </a:lnTo>
                  <a:lnTo>
                    <a:pt x="13" y="1059"/>
                  </a:lnTo>
                  <a:lnTo>
                    <a:pt x="13" y="1075"/>
                  </a:lnTo>
                  <a:lnTo>
                    <a:pt x="13" y="1088"/>
                  </a:lnTo>
                  <a:lnTo>
                    <a:pt x="19" y="1101"/>
                  </a:lnTo>
                  <a:lnTo>
                    <a:pt x="19" y="1114"/>
                  </a:lnTo>
                  <a:lnTo>
                    <a:pt x="26" y="1124"/>
                  </a:lnTo>
                  <a:lnTo>
                    <a:pt x="32" y="1137"/>
                  </a:lnTo>
                  <a:lnTo>
                    <a:pt x="32" y="1150"/>
                  </a:lnTo>
                  <a:lnTo>
                    <a:pt x="35" y="1160"/>
                  </a:lnTo>
                  <a:lnTo>
                    <a:pt x="42" y="1173"/>
                  </a:lnTo>
                  <a:lnTo>
                    <a:pt x="48" y="1186"/>
                  </a:lnTo>
                  <a:lnTo>
                    <a:pt x="48" y="1195"/>
                  </a:lnTo>
                  <a:lnTo>
                    <a:pt x="55" y="1208"/>
                  </a:lnTo>
                  <a:lnTo>
                    <a:pt x="61" y="1221"/>
                  </a:lnTo>
                  <a:lnTo>
                    <a:pt x="68" y="1234"/>
                  </a:lnTo>
                  <a:lnTo>
                    <a:pt x="71" y="1244"/>
                  </a:lnTo>
                  <a:lnTo>
                    <a:pt x="84" y="1257"/>
                  </a:lnTo>
                  <a:lnTo>
                    <a:pt x="91" y="1270"/>
                  </a:lnTo>
                  <a:lnTo>
                    <a:pt x="97" y="1273"/>
                  </a:lnTo>
                  <a:lnTo>
                    <a:pt x="104" y="1286"/>
                  </a:lnTo>
                  <a:lnTo>
                    <a:pt x="113" y="1299"/>
                  </a:lnTo>
                  <a:lnTo>
                    <a:pt x="120" y="1312"/>
                  </a:lnTo>
                  <a:lnTo>
                    <a:pt x="133" y="1315"/>
                  </a:lnTo>
                  <a:lnTo>
                    <a:pt x="139" y="1328"/>
                  </a:lnTo>
                  <a:lnTo>
                    <a:pt x="152" y="1335"/>
                  </a:lnTo>
                  <a:lnTo>
                    <a:pt x="155" y="1348"/>
                  </a:lnTo>
                  <a:lnTo>
                    <a:pt x="168" y="1354"/>
                  </a:lnTo>
                  <a:lnTo>
                    <a:pt x="175" y="1364"/>
                  </a:lnTo>
                  <a:lnTo>
                    <a:pt x="188" y="1370"/>
                  </a:lnTo>
                  <a:lnTo>
                    <a:pt x="198" y="1377"/>
                  </a:lnTo>
                  <a:lnTo>
                    <a:pt x="204" y="1390"/>
                  </a:lnTo>
                  <a:lnTo>
                    <a:pt x="217" y="1393"/>
                  </a:lnTo>
                  <a:lnTo>
                    <a:pt x="230" y="1399"/>
                  </a:lnTo>
                  <a:lnTo>
                    <a:pt x="240" y="1406"/>
                  </a:lnTo>
                  <a:lnTo>
                    <a:pt x="253" y="1412"/>
                  </a:lnTo>
                  <a:lnTo>
                    <a:pt x="259" y="1419"/>
                  </a:lnTo>
                  <a:lnTo>
                    <a:pt x="269" y="1425"/>
                  </a:lnTo>
                  <a:lnTo>
                    <a:pt x="282" y="1432"/>
                  </a:lnTo>
                  <a:lnTo>
                    <a:pt x="295" y="1441"/>
                  </a:lnTo>
                  <a:lnTo>
                    <a:pt x="308" y="1448"/>
                  </a:lnTo>
                  <a:lnTo>
                    <a:pt x="311" y="1454"/>
                  </a:lnTo>
                  <a:lnTo>
                    <a:pt x="324" y="1461"/>
                  </a:lnTo>
                  <a:lnTo>
                    <a:pt x="337" y="1467"/>
                  </a:lnTo>
                  <a:lnTo>
                    <a:pt x="350" y="1471"/>
                  </a:lnTo>
                  <a:lnTo>
                    <a:pt x="353" y="1477"/>
                  </a:lnTo>
                  <a:lnTo>
                    <a:pt x="366" y="1484"/>
                  </a:lnTo>
                  <a:lnTo>
                    <a:pt x="379" y="1490"/>
                  </a:lnTo>
                  <a:lnTo>
                    <a:pt x="385" y="1497"/>
                  </a:lnTo>
                  <a:lnTo>
                    <a:pt x="395" y="1503"/>
                  </a:lnTo>
                  <a:lnTo>
                    <a:pt x="408" y="1510"/>
                  </a:lnTo>
                  <a:lnTo>
                    <a:pt x="415" y="1513"/>
                  </a:lnTo>
                  <a:lnTo>
                    <a:pt x="428" y="1519"/>
                  </a:lnTo>
                  <a:lnTo>
                    <a:pt x="437" y="1526"/>
                  </a:lnTo>
                  <a:lnTo>
                    <a:pt x="444" y="1539"/>
                  </a:lnTo>
                  <a:lnTo>
                    <a:pt x="457" y="1545"/>
                  </a:lnTo>
                  <a:lnTo>
                    <a:pt x="463" y="1552"/>
                  </a:lnTo>
                  <a:lnTo>
                    <a:pt x="473" y="1561"/>
                  </a:lnTo>
                  <a:lnTo>
                    <a:pt x="479" y="1568"/>
                  </a:lnTo>
                  <a:lnTo>
                    <a:pt x="492" y="1581"/>
                  </a:lnTo>
                  <a:lnTo>
                    <a:pt x="499" y="1590"/>
                  </a:lnTo>
                  <a:lnTo>
                    <a:pt x="509" y="1597"/>
                  </a:lnTo>
                  <a:lnTo>
                    <a:pt x="522" y="1610"/>
                  </a:lnTo>
                  <a:lnTo>
                    <a:pt x="528" y="1623"/>
                  </a:lnTo>
                  <a:lnTo>
                    <a:pt x="541" y="1629"/>
                  </a:lnTo>
                  <a:lnTo>
                    <a:pt x="551" y="1639"/>
                  </a:lnTo>
                  <a:lnTo>
                    <a:pt x="557" y="1646"/>
                  </a:lnTo>
                  <a:lnTo>
                    <a:pt x="570" y="1659"/>
                  </a:lnTo>
                  <a:lnTo>
                    <a:pt x="583" y="1665"/>
                  </a:lnTo>
                  <a:lnTo>
                    <a:pt x="593" y="1675"/>
                  </a:lnTo>
                  <a:lnTo>
                    <a:pt x="606" y="1681"/>
                  </a:lnTo>
                  <a:lnTo>
                    <a:pt x="619" y="1688"/>
                  </a:lnTo>
                  <a:lnTo>
                    <a:pt x="629" y="1694"/>
                  </a:lnTo>
                  <a:lnTo>
                    <a:pt x="642" y="1701"/>
                  </a:lnTo>
                  <a:lnTo>
                    <a:pt x="654" y="1707"/>
                  </a:lnTo>
                  <a:lnTo>
                    <a:pt x="664" y="1707"/>
                  </a:lnTo>
                  <a:lnTo>
                    <a:pt x="677" y="1710"/>
                  </a:lnTo>
                  <a:lnTo>
                    <a:pt x="697" y="1710"/>
                  </a:lnTo>
                  <a:lnTo>
                    <a:pt x="706" y="1710"/>
                  </a:lnTo>
                  <a:lnTo>
                    <a:pt x="719" y="1710"/>
                  </a:lnTo>
                  <a:lnTo>
                    <a:pt x="732" y="1710"/>
                  </a:lnTo>
                  <a:lnTo>
                    <a:pt x="748" y="1707"/>
                  </a:lnTo>
                  <a:lnTo>
                    <a:pt x="761" y="1707"/>
                  </a:lnTo>
                  <a:lnTo>
                    <a:pt x="774" y="1701"/>
                  </a:lnTo>
                  <a:lnTo>
                    <a:pt x="784" y="1688"/>
                  </a:lnTo>
                  <a:lnTo>
                    <a:pt x="804" y="1681"/>
                  </a:lnTo>
                  <a:lnTo>
                    <a:pt x="817" y="1668"/>
                  </a:lnTo>
                  <a:lnTo>
                    <a:pt x="826" y="1659"/>
                  </a:lnTo>
                  <a:lnTo>
                    <a:pt x="839" y="1639"/>
                  </a:lnTo>
                  <a:lnTo>
                    <a:pt x="852" y="1623"/>
                  </a:lnTo>
                  <a:lnTo>
                    <a:pt x="859" y="1597"/>
                  </a:lnTo>
                  <a:lnTo>
                    <a:pt x="868" y="1561"/>
                  </a:lnTo>
                  <a:lnTo>
                    <a:pt x="804" y="855"/>
                  </a:lnTo>
                  <a:close/>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187" name="Freeform 33">
              <a:extLst>
                <a:ext uri="{FF2B5EF4-FFF2-40B4-BE49-F238E27FC236}">
                  <a16:creationId xmlns:a16="http://schemas.microsoft.com/office/drawing/2014/main" id="{E3D794C8-EDF8-334A-B57F-9E9167D98571}"/>
                </a:ext>
              </a:extLst>
            </p:cNvPr>
            <p:cNvSpPr>
              <a:spLocks/>
            </p:cNvSpPr>
            <p:nvPr/>
          </p:nvSpPr>
          <p:spPr bwMode="auto">
            <a:xfrm>
              <a:off x="3679" y="2314"/>
              <a:ext cx="868" cy="1710"/>
            </a:xfrm>
            <a:custGeom>
              <a:avLst/>
              <a:gdLst>
                <a:gd name="T0" fmla="*/ 804 w 868"/>
                <a:gd name="T1" fmla="*/ 855 h 1710"/>
                <a:gd name="T2" fmla="*/ 804 w 868"/>
                <a:gd name="T3" fmla="*/ 855 h 1710"/>
                <a:gd name="T4" fmla="*/ 804 w 868"/>
                <a:gd name="T5" fmla="*/ 855 h 1710"/>
                <a:gd name="T6" fmla="*/ 804 w 868"/>
                <a:gd name="T7" fmla="*/ 855 h 1710"/>
                <a:gd name="T8" fmla="*/ 804 w 868"/>
                <a:gd name="T9" fmla="*/ 855 h 1710"/>
                <a:gd name="T10" fmla="*/ 804 w 868"/>
                <a:gd name="T11" fmla="*/ 855 h 1710"/>
                <a:gd name="T12" fmla="*/ 804 w 868"/>
                <a:gd name="T13" fmla="*/ 855 h 1710"/>
                <a:gd name="T14" fmla="*/ 804 w 868"/>
                <a:gd name="T15" fmla="*/ 855 h 1710"/>
                <a:gd name="T16" fmla="*/ 804 w 868"/>
                <a:gd name="T17" fmla="*/ 855 h 1710"/>
                <a:gd name="T18" fmla="*/ 804 w 868"/>
                <a:gd name="T19" fmla="*/ 855 h 1710"/>
                <a:gd name="T20" fmla="*/ 804 w 868"/>
                <a:gd name="T21" fmla="*/ 855 h 1710"/>
                <a:gd name="T22" fmla="*/ 804 w 868"/>
                <a:gd name="T23" fmla="*/ 855 h 1710"/>
                <a:gd name="T24" fmla="*/ 804 w 868"/>
                <a:gd name="T25" fmla="*/ 855 h 1710"/>
                <a:gd name="T26" fmla="*/ 804 w 868"/>
                <a:gd name="T27" fmla="*/ 855 h 1710"/>
                <a:gd name="T28" fmla="*/ 804 w 868"/>
                <a:gd name="T29" fmla="*/ 855 h 1710"/>
                <a:gd name="T30" fmla="*/ 804 w 868"/>
                <a:gd name="T31" fmla="*/ 855 h 1710"/>
                <a:gd name="T32" fmla="*/ 804 w 868"/>
                <a:gd name="T33" fmla="*/ 855 h 1710"/>
                <a:gd name="T34" fmla="*/ 804 w 868"/>
                <a:gd name="T35" fmla="*/ 855 h 1710"/>
                <a:gd name="T36" fmla="*/ 868 w 868"/>
                <a:gd name="T37" fmla="*/ 149 h 1710"/>
                <a:gd name="T38" fmla="*/ 817 w 868"/>
                <a:gd name="T39" fmla="*/ 42 h 1710"/>
                <a:gd name="T40" fmla="*/ 748 w 868"/>
                <a:gd name="T41" fmla="*/ 6 h 1710"/>
                <a:gd name="T42" fmla="*/ 677 w 868"/>
                <a:gd name="T43" fmla="*/ 0 h 1710"/>
                <a:gd name="T44" fmla="*/ 619 w 868"/>
                <a:gd name="T45" fmla="*/ 23 h 1710"/>
                <a:gd name="T46" fmla="*/ 557 w 868"/>
                <a:gd name="T47" fmla="*/ 65 h 1710"/>
                <a:gd name="T48" fmla="*/ 509 w 868"/>
                <a:gd name="T49" fmla="*/ 113 h 1710"/>
                <a:gd name="T50" fmla="*/ 463 w 868"/>
                <a:gd name="T51" fmla="*/ 162 h 1710"/>
                <a:gd name="T52" fmla="*/ 415 w 868"/>
                <a:gd name="T53" fmla="*/ 198 h 1710"/>
                <a:gd name="T54" fmla="*/ 366 w 868"/>
                <a:gd name="T55" fmla="*/ 233 h 1710"/>
                <a:gd name="T56" fmla="*/ 311 w 868"/>
                <a:gd name="T57" fmla="*/ 262 h 1710"/>
                <a:gd name="T58" fmla="*/ 259 w 868"/>
                <a:gd name="T59" fmla="*/ 292 h 1710"/>
                <a:gd name="T60" fmla="*/ 204 w 868"/>
                <a:gd name="T61" fmla="*/ 327 h 1710"/>
                <a:gd name="T62" fmla="*/ 155 w 868"/>
                <a:gd name="T63" fmla="*/ 366 h 1710"/>
                <a:gd name="T64" fmla="*/ 113 w 868"/>
                <a:gd name="T65" fmla="*/ 411 h 1710"/>
                <a:gd name="T66" fmla="*/ 71 w 868"/>
                <a:gd name="T67" fmla="*/ 466 h 1710"/>
                <a:gd name="T68" fmla="*/ 48 w 868"/>
                <a:gd name="T69" fmla="*/ 525 h 1710"/>
                <a:gd name="T70" fmla="*/ 26 w 868"/>
                <a:gd name="T71" fmla="*/ 586 h 1710"/>
                <a:gd name="T72" fmla="*/ 13 w 868"/>
                <a:gd name="T73" fmla="*/ 651 h 1710"/>
                <a:gd name="T74" fmla="*/ 0 w 868"/>
                <a:gd name="T75" fmla="*/ 719 h 1710"/>
                <a:gd name="T76" fmla="*/ 0 w 868"/>
                <a:gd name="T77" fmla="*/ 777 h 1710"/>
                <a:gd name="T78" fmla="*/ 0 w 868"/>
                <a:gd name="T79" fmla="*/ 842 h 1710"/>
                <a:gd name="T80" fmla="*/ 0 w 868"/>
                <a:gd name="T81" fmla="*/ 910 h 1710"/>
                <a:gd name="T82" fmla="*/ 0 w 868"/>
                <a:gd name="T83" fmla="*/ 969 h 1710"/>
                <a:gd name="T84" fmla="*/ 6 w 868"/>
                <a:gd name="T85" fmla="*/ 1037 h 1710"/>
                <a:gd name="T86" fmla="*/ 19 w 868"/>
                <a:gd name="T87" fmla="*/ 1101 h 1710"/>
                <a:gd name="T88" fmla="*/ 35 w 868"/>
                <a:gd name="T89" fmla="*/ 1160 h 1710"/>
                <a:gd name="T90" fmla="*/ 61 w 868"/>
                <a:gd name="T91" fmla="*/ 1221 h 1710"/>
                <a:gd name="T92" fmla="*/ 97 w 868"/>
                <a:gd name="T93" fmla="*/ 1273 h 1710"/>
                <a:gd name="T94" fmla="*/ 139 w 868"/>
                <a:gd name="T95" fmla="*/ 1328 h 1710"/>
                <a:gd name="T96" fmla="*/ 188 w 868"/>
                <a:gd name="T97" fmla="*/ 1370 h 1710"/>
                <a:gd name="T98" fmla="*/ 240 w 868"/>
                <a:gd name="T99" fmla="*/ 1406 h 1710"/>
                <a:gd name="T100" fmla="*/ 295 w 868"/>
                <a:gd name="T101" fmla="*/ 1441 h 1710"/>
                <a:gd name="T102" fmla="*/ 350 w 868"/>
                <a:gd name="T103" fmla="*/ 1471 h 1710"/>
                <a:gd name="T104" fmla="*/ 395 w 868"/>
                <a:gd name="T105" fmla="*/ 1503 h 1710"/>
                <a:gd name="T106" fmla="*/ 444 w 868"/>
                <a:gd name="T107" fmla="*/ 1539 h 1710"/>
                <a:gd name="T108" fmla="*/ 492 w 868"/>
                <a:gd name="T109" fmla="*/ 1581 h 1710"/>
                <a:gd name="T110" fmla="*/ 541 w 868"/>
                <a:gd name="T111" fmla="*/ 1629 h 1710"/>
                <a:gd name="T112" fmla="*/ 593 w 868"/>
                <a:gd name="T113" fmla="*/ 1675 h 1710"/>
                <a:gd name="T114" fmla="*/ 654 w 868"/>
                <a:gd name="T115" fmla="*/ 1707 h 1710"/>
                <a:gd name="T116" fmla="*/ 719 w 868"/>
                <a:gd name="T117" fmla="*/ 1710 h 1710"/>
                <a:gd name="T118" fmla="*/ 784 w 868"/>
                <a:gd name="T119" fmla="*/ 1688 h 1710"/>
                <a:gd name="T120" fmla="*/ 852 w 868"/>
                <a:gd name="T121" fmla="*/ 1623 h 171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68" h="1710">
                  <a:moveTo>
                    <a:pt x="804" y="855"/>
                  </a:moveTo>
                  <a:lnTo>
                    <a:pt x="804" y="855"/>
                  </a:lnTo>
                  <a:lnTo>
                    <a:pt x="868" y="149"/>
                  </a:lnTo>
                  <a:lnTo>
                    <a:pt x="859" y="113"/>
                  </a:lnTo>
                  <a:lnTo>
                    <a:pt x="852" y="87"/>
                  </a:lnTo>
                  <a:lnTo>
                    <a:pt x="839" y="71"/>
                  </a:lnTo>
                  <a:lnTo>
                    <a:pt x="826" y="52"/>
                  </a:lnTo>
                  <a:lnTo>
                    <a:pt x="817" y="42"/>
                  </a:lnTo>
                  <a:lnTo>
                    <a:pt x="804" y="29"/>
                  </a:lnTo>
                  <a:lnTo>
                    <a:pt x="784" y="23"/>
                  </a:lnTo>
                  <a:lnTo>
                    <a:pt x="774" y="16"/>
                  </a:lnTo>
                  <a:lnTo>
                    <a:pt x="761" y="10"/>
                  </a:lnTo>
                  <a:lnTo>
                    <a:pt x="748" y="6"/>
                  </a:lnTo>
                  <a:lnTo>
                    <a:pt x="732" y="0"/>
                  </a:lnTo>
                  <a:lnTo>
                    <a:pt x="719" y="0"/>
                  </a:lnTo>
                  <a:lnTo>
                    <a:pt x="706" y="0"/>
                  </a:lnTo>
                  <a:lnTo>
                    <a:pt x="697" y="0"/>
                  </a:lnTo>
                  <a:lnTo>
                    <a:pt x="677" y="0"/>
                  </a:lnTo>
                  <a:lnTo>
                    <a:pt x="664" y="6"/>
                  </a:lnTo>
                  <a:lnTo>
                    <a:pt x="654" y="6"/>
                  </a:lnTo>
                  <a:lnTo>
                    <a:pt x="642" y="10"/>
                  </a:lnTo>
                  <a:lnTo>
                    <a:pt x="629" y="16"/>
                  </a:lnTo>
                  <a:lnTo>
                    <a:pt x="619" y="23"/>
                  </a:lnTo>
                  <a:lnTo>
                    <a:pt x="606" y="29"/>
                  </a:lnTo>
                  <a:lnTo>
                    <a:pt x="593" y="36"/>
                  </a:lnTo>
                  <a:lnTo>
                    <a:pt x="583" y="49"/>
                  </a:lnTo>
                  <a:lnTo>
                    <a:pt x="570" y="52"/>
                  </a:lnTo>
                  <a:lnTo>
                    <a:pt x="557" y="65"/>
                  </a:lnTo>
                  <a:lnTo>
                    <a:pt x="551" y="71"/>
                  </a:lnTo>
                  <a:lnTo>
                    <a:pt x="541" y="84"/>
                  </a:lnTo>
                  <a:lnTo>
                    <a:pt x="528" y="94"/>
                  </a:lnTo>
                  <a:lnTo>
                    <a:pt x="522" y="100"/>
                  </a:lnTo>
                  <a:lnTo>
                    <a:pt x="509" y="113"/>
                  </a:lnTo>
                  <a:lnTo>
                    <a:pt x="499" y="126"/>
                  </a:lnTo>
                  <a:lnTo>
                    <a:pt x="492" y="130"/>
                  </a:lnTo>
                  <a:lnTo>
                    <a:pt x="479" y="143"/>
                  </a:lnTo>
                  <a:lnTo>
                    <a:pt x="473" y="149"/>
                  </a:lnTo>
                  <a:lnTo>
                    <a:pt x="463" y="162"/>
                  </a:lnTo>
                  <a:lnTo>
                    <a:pt x="457" y="168"/>
                  </a:lnTo>
                  <a:lnTo>
                    <a:pt x="444" y="178"/>
                  </a:lnTo>
                  <a:lnTo>
                    <a:pt x="437" y="185"/>
                  </a:lnTo>
                  <a:lnTo>
                    <a:pt x="428" y="191"/>
                  </a:lnTo>
                  <a:lnTo>
                    <a:pt x="415" y="198"/>
                  </a:lnTo>
                  <a:lnTo>
                    <a:pt x="408" y="204"/>
                  </a:lnTo>
                  <a:lnTo>
                    <a:pt x="395" y="214"/>
                  </a:lnTo>
                  <a:lnTo>
                    <a:pt x="385" y="220"/>
                  </a:lnTo>
                  <a:lnTo>
                    <a:pt x="379" y="227"/>
                  </a:lnTo>
                  <a:lnTo>
                    <a:pt x="366" y="233"/>
                  </a:lnTo>
                  <a:lnTo>
                    <a:pt x="353" y="240"/>
                  </a:lnTo>
                  <a:lnTo>
                    <a:pt x="350" y="246"/>
                  </a:lnTo>
                  <a:lnTo>
                    <a:pt x="337" y="249"/>
                  </a:lnTo>
                  <a:lnTo>
                    <a:pt x="324" y="256"/>
                  </a:lnTo>
                  <a:lnTo>
                    <a:pt x="311" y="262"/>
                  </a:lnTo>
                  <a:lnTo>
                    <a:pt x="308" y="269"/>
                  </a:lnTo>
                  <a:lnTo>
                    <a:pt x="295" y="275"/>
                  </a:lnTo>
                  <a:lnTo>
                    <a:pt x="282" y="282"/>
                  </a:lnTo>
                  <a:lnTo>
                    <a:pt x="269" y="285"/>
                  </a:lnTo>
                  <a:lnTo>
                    <a:pt x="259" y="292"/>
                  </a:lnTo>
                  <a:lnTo>
                    <a:pt x="253" y="298"/>
                  </a:lnTo>
                  <a:lnTo>
                    <a:pt x="240" y="305"/>
                  </a:lnTo>
                  <a:lnTo>
                    <a:pt x="230" y="311"/>
                  </a:lnTo>
                  <a:lnTo>
                    <a:pt x="217" y="317"/>
                  </a:lnTo>
                  <a:lnTo>
                    <a:pt x="204" y="327"/>
                  </a:lnTo>
                  <a:lnTo>
                    <a:pt x="198" y="334"/>
                  </a:lnTo>
                  <a:lnTo>
                    <a:pt x="188" y="340"/>
                  </a:lnTo>
                  <a:lnTo>
                    <a:pt x="175" y="353"/>
                  </a:lnTo>
                  <a:lnTo>
                    <a:pt x="168" y="360"/>
                  </a:lnTo>
                  <a:lnTo>
                    <a:pt x="155" y="366"/>
                  </a:lnTo>
                  <a:lnTo>
                    <a:pt x="152" y="376"/>
                  </a:lnTo>
                  <a:lnTo>
                    <a:pt x="139" y="382"/>
                  </a:lnTo>
                  <a:lnTo>
                    <a:pt x="133" y="395"/>
                  </a:lnTo>
                  <a:lnTo>
                    <a:pt x="120" y="405"/>
                  </a:lnTo>
                  <a:lnTo>
                    <a:pt x="113" y="411"/>
                  </a:lnTo>
                  <a:lnTo>
                    <a:pt x="104" y="424"/>
                  </a:lnTo>
                  <a:lnTo>
                    <a:pt x="97" y="437"/>
                  </a:lnTo>
                  <a:lnTo>
                    <a:pt x="91" y="447"/>
                  </a:lnTo>
                  <a:lnTo>
                    <a:pt x="84" y="454"/>
                  </a:lnTo>
                  <a:lnTo>
                    <a:pt x="71" y="466"/>
                  </a:lnTo>
                  <a:lnTo>
                    <a:pt x="68" y="479"/>
                  </a:lnTo>
                  <a:lnTo>
                    <a:pt x="61" y="489"/>
                  </a:lnTo>
                  <a:lnTo>
                    <a:pt x="55" y="502"/>
                  </a:lnTo>
                  <a:lnTo>
                    <a:pt x="48" y="515"/>
                  </a:lnTo>
                  <a:lnTo>
                    <a:pt x="48" y="525"/>
                  </a:lnTo>
                  <a:lnTo>
                    <a:pt x="42" y="538"/>
                  </a:lnTo>
                  <a:lnTo>
                    <a:pt x="35" y="551"/>
                  </a:lnTo>
                  <a:lnTo>
                    <a:pt x="32" y="564"/>
                  </a:lnTo>
                  <a:lnTo>
                    <a:pt x="32" y="573"/>
                  </a:lnTo>
                  <a:lnTo>
                    <a:pt x="26" y="586"/>
                  </a:lnTo>
                  <a:lnTo>
                    <a:pt x="19" y="599"/>
                  </a:lnTo>
                  <a:lnTo>
                    <a:pt x="19" y="609"/>
                  </a:lnTo>
                  <a:lnTo>
                    <a:pt x="13" y="628"/>
                  </a:lnTo>
                  <a:lnTo>
                    <a:pt x="13" y="641"/>
                  </a:lnTo>
                  <a:lnTo>
                    <a:pt x="13" y="651"/>
                  </a:lnTo>
                  <a:lnTo>
                    <a:pt x="6" y="664"/>
                  </a:lnTo>
                  <a:lnTo>
                    <a:pt x="6" y="677"/>
                  </a:lnTo>
                  <a:lnTo>
                    <a:pt x="6" y="687"/>
                  </a:lnTo>
                  <a:lnTo>
                    <a:pt x="6" y="700"/>
                  </a:lnTo>
                  <a:lnTo>
                    <a:pt x="0" y="719"/>
                  </a:lnTo>
                  <a:lnTo>
                    <a:pt x="0" y="729"/>
                  </a:lnTo>
                  <a:lnTo>
                    <a:pt x="0" y="742"/>
                  </a:lnTo>
                  <a:lnTo>
                    <a:pt x="0" y="755"/>
                  </a:lnTo>
                  <a:lnTo>
                    <a:pt x="0" y="764"/>
                  </a:lnTo>
                  <a:lnTo>
                    <a:pt x="0" y="777"/>
                  </a:lnTo>
                  <a:lnTo>
                    <a:pt x="0" y="790"/>
                  </a:lnTo>
                  <a:lnTo>
                    <a:pt x="0" y="807"/>
                  </a:lnTo>
                  <a:lnTo>
                    <a:pt x="0" y="820"/>
                  </a:lnTo>
                  <a:lnTo>
                    <a:pt x="0" y="833"/>
                  </a:lnTo>
                  <a:lnTo>
                    <a:pt x="0" y="842"/>
                  </a:lnTo>
                  <a:lnTo>
                    <a:pt x="0" y="855"/>
                  </a:lnTo>
                  <a:lnTo>
                    <a:pt x="0" y="868"/>
                  </a:lnTo>
                  <a:lnTo>
                    <a:pt x="0" y="878"/>
                  </a:lnTo>
                  <a:lnTo>
                    <a:pt x="0" y="897"/>
                  </a:lnTo>
                  <a:lnTo>
                    <a:pt x="0" y="910"/>
                  </a:lnTo>
                  <a:lnTo>
                    <a:pt x="0" y="920"/>
                  </a:lnTo>
                  <a:lnTo>
                    <a:pt x="0" y="933"/>
                  </a:lnTo>
                  <a:lnTo>
                    <a:pt x="0" y="946"/>
                  </a:lnTo>
                  <a:lnTo>
                    <a:pt x="0" y="959"/>
                  </a:lnTo>
                  <a:lnTo>
                    <a:pt x="0" y="969"/>
                  </a:lnTo>
                  <a:lnTo>
                    <a:pt x="0" y="982"/>
                  </a:lnTo>
                  <a:lnTo>
                    <a:pt x="0" y="998"/>
                  </a:lnTo>
                  <a:lnTo>
                    <a:pt x="6" y="1011"/>
                  </a:lnTo>
                  <a:lnTo>
                    <a:pt x="6" y="1024"/>
                  </a:lnTo>
                  <a:lnTo>
                    <a:pt x="6" y="1037"/>
                  </a:lnTo>
                  <a:lnTo>
                    <a:pt x="6" y="1046"/>
                  </a:lnTo>
                  <a:lnTo>
                    <a:pt x="13" y="1059"/>
                  </a:lnTo>
                  <a:lnTo>
                    <a:pt x="13" y="1075"/>
                  </a:lnTo>
                  <a:lnTo>
                    <a:pt x="13" y="1088"/>
                  </a:lnTo>
                  <a:lnTo>
                    <a:pt x="19" y="1101"/>
                  </a:lnTo>
                  <a:lnTo>
                    <a:pt x="19" y="1114"/>
                  </a:lnTo>
                  <a:lnTo>
                    <a:pt x="26" y="1124"/>
                  </a:lnTo>
                  <a:lnTo>
                    <a:pt x="32" y="1137"/>
                  </a:lnTo>
                  <a:lnTo>
                    <a:pt x="32" y="1150"/>
                  </a:lnTo>
                  <a:lnTo>
                    <a:pt x="35" y="1160"/>
                  </a:lnTo>
                  <a:lnTo>
                    <a:pt x="42" y="1173"/>
                  </a:lnTo>
                  <a:lnTo>
                    <a:pt x="48" y="1186"/>
                  </a:lnTo>
                  <a:lnTo>
                    <a:pt x="48" y="1195"/>
                  </a:lnTo>
                  <a:lnTo>
                    <a:pt x="55" y="1208"/>
                  </a:lnTo>
                  <a:lnTo>
                    <a:pt x="61" y="1221"/>
                  </a:lnTo>
                  <a:lnTo>
                    <a:pt x="68" y="1234"/>
                  </a:lnTo>
                  <a:lnTo>
                    <a:pt x="71" y="1244"/>
                  </a:lnTo>
                  <a:lnTo>
                    <a:pt x="84" y="1257"/>
                  </a:lnTo>
                  <a:lnTo>
                    <a:pt x="91" y="1270"/>
                  </a:lnTo>
                  <a:lnTo>
                    <a:pt x="97" y="1273"/>
                  </a:lnTo>
                  <a:lnTo>
                    <a:pt x="104" y="1286"/>
                  </a:lnTo>
                  <a:lnTo>
                    <a:pt x="113" y="1299"/>
                  </a:lnTo>
                  <a:lnTo>
                    <a:pt x="120" y="1312"/>
                  </a:lnTo>
                  <a:lnTo>
                    <a:pt x="133" y="1315"/>
                  </a:lnTo>
                  <a:lnTo>
                    <a:pt x="139" y="1328"/>
                  </a:lnTo>
                  <a:lnTo>
                    <a:pt x="152" y="1335"/>
                  </a:lnTo>
                  <a:lnTo>
                    <a:pt x="155" y="1348"/>
                  </a:lnTo>
                  <a:lnTo>
                    <a:pt x="168" y="1354"/>
                  </a:lnTo>
                  <a:lnTo>
                    <a:pt x="175" y="1364"/>
                  </a:lnTo>
                  <a:lnTo>
                    <a:pt x="188" y="1370"/>
                  </a:lnTo>
                  <a:lnTo>
                    <a:pt x="198" y="1377"/>
                  </a:lnTo>
                  <a:lnTo>
                    <a:pt x="204" y="1390"/>
                  </a:lnTo>
                  <a:lnTo>
                    <a:pt x="217" y="1393"/>
                  </a:lnTo>
                  <a:lnTo>
                    <a:pt x="230" y="1399"/>
                  </a:lnTo>
                  <a:lnTo>
                    <a:pt x="240" y="1406"/>
                  </a:lnTo>
                  <a:lnTo>
                    <a:pt x="253" y="1412"/>
                  </a:lnTo>
                  <a:lnTo>
                    <a:pt x="259" y="1419"/>
                  </a:lnTo>
                  <a:lnTo>
                    <a:pt x="269" y="1425"/>
                  </a:lnTo>
                  <a:lnTo>
                    <a:pt x="282" y="1432"/>
                  </a:lnTo>
                  <a:lnTo>
                    <a:pt x="295" y="1441"/>
                  </a:lnTo>
                  <a:lnTo>
                    <a:pt x="308" y="1448"/>
                  </a:lnTo>
                  <a:lnTo>
                    <a:pt x="311" y="1454"/>
                  </a:lnTo>
                  <a:lnTo>
                    <a:pt x="324" y="1461"/>
                  </a:lnTo>
                  <a:lnTo>
                    <a:pt x="337" y="1467"/>
                  </a:lnTo>
                  <a:lnTo>
                    <a:pt x="350" y="1471"/>
                  </a:lnTo>
                  <a:lnTo>
                    <a:pt x="353" y="1477"/>
                  </a:lnTo>
                  <a:lnTo>
                    <a:pt x="366" y="1484"/>
                  </a:lnTo>
                  <a:lnTo>
                    <a:pt x="379" y="1490"/>
                  </a:lnTo>
                  <a:lnTo>
                    <a:pt x="385" y="1497"/>
                  </a:lnTo>
                  <a:lnTo>
                    <a:pt x="395" y="1503"/>
                  </a:lnTo>
                  <a:lnTo>
                    <a:pt x="408" y="1510"/>
                  </a:lnTo>
                  <a:lnTo>
                    <a:pt x="415" y="1513"/>
                  </a:lnTo>
                  <a:lnTo>
                    <a:pt x="428" y="1519"/>
                  </a:lnTo>
                  <a:lnTo>
                    <a:pt x="437" y="1526"/>
                  </a:lnTo>
                  <a:lnTo>
                    <a:pt x="444" y="1539"/>
                  </a:lnTo>
                  <a:lnTo>
                    <a:pt x="457" y="1545"/>
                  </a:lnTo>
                  <a:lnTo>
                    <a:pt x="463" y="1552"/>
                  </a:lnTo>
                  <a:lnTo>
                    <a:pt x="473" y="1561"/>
                  </a:lnTo>
                  <a:lnTo>
                    <a:pt x="479" y="1568"/>
                  </a:lnTo>
                  <a:lnTo>
                    <a:pt x="492" y="1581"/>
                  </a:lnTo>
                  <a:lnTo>
                    <a:pt x="499" y="1590"/>
                  </a:lnTo>
                  <a:lnTo>
                    <a:pt x="509" y="1597"/>
                  </a:lnTo>
                  <a:lnTo>
                    <a:pt x="522" y="1610"/>
                  </a:lnTo>
                  <a:lnTo>
                    <a:pt x="528" y="1623"/>
                  </a:lnTo>
                  <a:lnTo>
                    <a:pt x="541" y="1629"/>
                  </a:lnTo>
                  <a:lnTo>
                    <a:pt x="551" y="1639"/>
                  </a:lnTo>
                  <a:lnTo>
                    <a:pt x="557" y="1646"/>
                  </a:lnTo>
                  <a:lnTo>
                    <a:pt x="570" y="1659"/>
                  </a:lnTo>
                  <a:lnTo>
                    <a:pt x="583" y="1665"/>
                  </a:lnTo>
                  <a:lnTo>
                    <a:pt x="593" y="1675"/>
                  </a:lnTo>
                  <a:lnTo>
                    <a:pt x="606" y="1681"/>
                  </a:lnTo>
                  <a:lnTo>
                    <a:pt x="619" y="1688"/>
                  </a:lnTo>
                  <a:lnTo>
                    <a:pt x="629" y="1694"/>
                  </a:lnTo>
                  <a:lnTo>
                    <a:pt x="642" y="1701"/>
                  </a:lnTo>
                  <a:lnTo>
                    <a:pt x="654" y="1707"/>
                  </a:lnTo>
                  <a:lnTo>
                    <a:pt x="664" y="1707"/>
                  </a:lnTo>
                  <a:lnTo>
                    <a:pt x="677" y="1710"/>
                  </a:lnTo>
                  <a:lnTo>
                    <a:pt x="697" y="1710"/>
                  </a:lnTo>
                  <a:lnTo>
                    <a:pt x="706" y="1710"/>
                  </a:lnTo>
                  <a:lnTo>
                    <a:pt x="719" y="1710"/>
                  </a:lnTo>
                  <a:lnTo>
                    <a:pt x="732" y="1710"/>
                  </a:lnTo>
                  <a:lnTo>
                    <a:pt x="748" y="1707"/>
                  </a:lnTo>
                  <a:lnTo>
                    <a:pt x="761" y="1707"/>
                  </a:lnTo>
                  <a:lnTo>
                    <a:pt x="774" y="1701"/>
                  </a:lnTo>
                  <a:lnTo>
                    <a:pt x="784" y="1688"/>
                  </a:lnTo>
                  <a:lnTo>
                    <a:pt x="804" y="1681"/>
                  </a:lnTo>
                  <a:lnTo>
                    <a:pt x="817" y="1668"/>
                  </a:lnTo>
                  <a:lnTo>
                    <a:pt x="826" y="1659"/>
                  </a:lnTo>
                  <a:lnTo>
                    <a:pt x="839" y="1639"/>
                  </a:lnTo>
                  <a:lnTo>
                    <a:pt x="852" y="1623"/>
                  </a:lnTo>
                  <a:lnTo>
                    <a:pt x="859" y="1597"/>
                  </a:lnTo>
                  <a:lnTo>
                    <a:pt x="868" y="1561"/>
                  </a:lnTo>
                  <a:lnTo>
                    <a:pt x="804" y="855"/>
                  </a:lnTo>
                  <a:close/>
                </a:path>
              </a:pathLst>
            </a:custGeom>
            <a:solidFill>
              <a:srgbClr val="F2F2F2"/>
            </a:solidFill>
            <a:ln w="9525">
              <a:solidFill>
                <a:srgbClr val="130000"/>
              </a:solidFill>
              <a:prstDash val="solid"/>
              <a:round/>
              <a:headEnd/>
              <a:tailEnd/>
            </a:ln>
          </p:spPr>
          <p:txBody>
            <a:bodyPr/>
            <a:lstStyle/>
            <a:p>
              <a:endParaRPr lang="en-CN"/>
            </a:p>
          </p:txBody>
        </p:sp>
        <p:sp>
          <p:nvSpPr>
            <p:cNvPr id="50188" name="Freeform 34">
              <a:extLst>
                <a:ext uri="{FF2B5EF4-FFF2-40B4-BE49-F238E27FC236}">
                  <a16:creationId xmlns:a16="http://schemas.microsoft.com/office/drawing/2014/main" id="{2B4906A8-F1D8-F24E-9EEA-03920A677F77}"/>
                </a:ext>
              </a:extLst>
            </p:cNvPr>
            <p:cNvSpPr>
              <a:spLocks/>
            </p:cNvSpPr>
            <p:nvPr/>
          </p:nvSpPr>
          <p:spPr bwMode="auto">
            <a:xfrm>
              <a:off x="3902" y="2667"/>
              <a:ext cx="581" cy="1004"/>
            </a:xfrm>
            <a:custGeom>
              <a:avLst/>
              <a:gdLst>
                <a:gd name="T0" fmla="*/ 581 w 581"/>
                <a:gd name="T1" fmla="*/ 473 h 1004"/>
                <a:gd name="T2" fmla="*/ 581 w 581"/>
                <a:gd name="T3" fmla="*/ 437 h 1004"/>
                <a:gd name="T4" fmla="*/ 574 w 581"/>
                <a:gd name="T5" fmla="*/ 402 h 1004"/>
                <a:gd name="T6" fmla="*/ 574 w 581"/>
                <a:gd name="T7" fmla="*/ 366 h 1004"/>
                <a:gd name="T8" fmla="*/ 574 w 581"/>
                <a:gd name="T9" fmla="*/ 327 h 1004"/>
                <a:gd name="T10" fmla="*/ 568 w 581"/>
                <a:gd name="T11" fmla="*/ 292 h 1004"/>
                <a:gd name="T12" fmla="*/ 561 w 581"/>
                <a:gd name="T13" fmla="*/ 250 h 1004"/>
                <a:gd name="T14" fmla="*/ 551 w 581"/>
                <a:gd name="T15" fmla="*/ 211 h 1004"/>
                <a:gd name="T16" fmla="*/ 538 w 581"/>
                <a:gd name="T17" fmla="*/ 172 h 1004"/>
                <a:gd name="T18" fmla="*/ 516 w 581"/>
                <a:gd name="T19" fmla="*/ 130 h 1004"/>
                <a:gd name="T20" fmla="*/ 490 w 581"/>
                <a:gd name="T21" fmla="*/ 94 h 1004"/>
                <a:gd name="T22" fmla="*/ 454 w 581"/>
                <a:gd name="T23" fmla="*/ 58 h 1004"/>
                <a:gd name="T24" fmla="*/ 419 w 581"/>
                <a:gd name="T25" fmla="*/ 36 h 1004"/>
                <a:gd name="T26" fmla="*/ 376 w 581"/>
                <a:gd name="T27" fmla="*/ 13 h 1004"/>
                <a:gd name="T28" fmla="*/ 328 w 581"/>
                <a:gd name="T29" fmla="*/ 0 h 1004"/>
                <a:gd name="T30" fmla="*/ 282 w 581"/>
                <a:gd name="T31" fmla="*/ 0 h 1004"/>
                <a:gd name="T32" fmla="*/ 234 w 581"/>
                <a:gd name="T33" fmla="*/ 7 h 1004"/>
                <a:gd name="T34" fmla="*/ 192 w 581"/>
                <a:gd name="T35" fmla="*/ 16 h 1004"/>
                <a:gd name="T36" fmla="*/ 150 w 581"/>
                <a:gd name="T37" fmla="*/ 42 h 1004"/>
                <a:gd name="T38" fmla="*/ 114 w 581"/>
                <a:gd name="T39" fmla="*/ 71 h 1004"/>
                <a:gd name="T40" fmla="*/ 85 w 581"/>
                <a:gd name="T41" fmla="*/ 107 h 1004"/>
                <a:gd name="T42" fmla="*/ 52 w 581"/>
                <a:gd name="T43" fmla="*/ 143 h 1004"/>
                <a:gd name="T44" fmla="*/ 36 w 581"/>
                <a:gd name="T45" fmla="*/ 185 h 1004"/>
                <a:gd name="T46" fmla="*/ 23 w 581"/>
                <a:gd name="T47" fmla="*/ 227 h 1004"/>
                <a:gd name="T48" fmla="*/ 10 w 581"/>
                <a:gd name="T49" fmla="*/ 262 h 1004"/>
                <a:gd name="T50" fmla="*/ 7 w 581"/>
                <a:gd name="T51" fmla="*/ 305 h 1004"/>
                <a:gd name="T52" fmla="*/ 7 w 581"/>
                <a:gd name="T53" fmla="*/ 340 h 1004"/>
                <a:gd name="T54" fmla="*/ 7 w 581"/>
                <a:gd name="T55" fmla="*/ 376 h 1004"/>
                <a:gd name="T56" fmla="*/ 0 w 581"/>
                <a:gd name="T57" fmla="*/ 411 h 1004"/>
                <a:gd name="T58" fmla="*/ 0 w 581"/>
                <a:gd name="T59" fmla="*/ 447 h 1004"/>
                <a:gd name="T60" fmla="*/ 0 w 581"/>
                <a:gd name="T61" fmla="*/ 486 h 1004"/>
                <a:gd name="T62" fmla="*/ 0 w 581"/>
                <a:gd name="T63" fmla="*/ 522 h 1004"/>
                <a:gd name="T64" fmla="*/ 0 w 581"/>
                <a:gd name="T65" fmla="*/ 557 h 1004"/>
                <a:gd name="T66" fmla="*/ 0 w 581"/>
                <a:gd name="T67" fmla="*/ 593 h 1004"/>
                <a:gd name="T68" fmla="*/ 7 w 581"/>
                <a:gd name="T69" fmla="*/ 629 h 1004"/>
                <a:gd name="T70" fmla="*/ 7 w 581"/>
                <a:gd name="T71" fmla="*/ 664 h 1004"/>
                <a:gd name="T72" fmla="*/ 7 w 581"/>
                <a:gd name="T73" fmla="*/ 700 h 1004"/>
                <a:gd name="T74" fmla="*/ 10 w 581"/>
                <a:gd name="T75" fmla="*/ 735 h 1004"/>
                <a:gd name="T76" fmla="*/ 23 w 581"/>
                <a:gd name="T77" fmla="*/ 771 h 1004"/>
                <a:gd name="T78" fmla="*/ 36 w 581"/>
                <a:gd name="T79" fmla="*/ 813 h 1004"/>
                <a:gd name="T80" fmla="*/ 52 w 581"/>
                <a:gd name="T81" fmla="*/ 855 h 1004"/>
                <a:gd name="T82" fmla="*/ 78 w 581"/>
                <a:gd name="T83" fmla="*/ 897 h 1004"/>
                <a:gd name="T84" fmla="*/ 107 w 581"/>
                <a:gd name="T85" fmla="*/ 927 h 1004"/>
                <a:gd name="T86" fmla="*/ 143 w 581"/>
                <a:gd name="T87" fmla="*/ 962 h 1004"/>
                <a:gd name="T88" fmla="*/ 185 w 581"/>
                <a:gd name="T89" fmla="*/ 982 h 1004"/>
                <a:gd name="T90" fmla="*/ 227 w 581"/>
                <a:gd name="T91" fmla="*/ 1001 h 1004"/>
                <a:gd name="T92" fmla="*/ 276 w 581"/>
                <a:gd name="T93" fmla="*/ 1004 h 1004"/>
                <a:gd name="T94" fmla="*/ 325 w 581"/>
                <a:gd name="T95" fmla="*/ 1004 h 1004"/>
                <a:gd name="T96" fmla="*/ 363 w 581"/>
                <a:gd name="T97" fmla="*/ 995 h 1004"/>
                <a:gd name="T98" fmla="*/ 412 w 581"/>
                <a:gd name="T99" fmla="*/ 975 h 1004"/>
                <a:gd name="T100" fmla="*/ 448 w 581"/>
                <a:gd name="T101" fmla="*/ 952 h 1004"/>
                <a:gd name="T102" fmla="*/ 483 w 581"/>
                <a:gd name="T103" fmla="*/ 920 h 1004"/>
                <a:gd name="T104" fmla="*/ 509 w 581"/>
                <a:gd name="T105" fmla="*/ 881 h 1004"/>
                <a:gd name="T106" fmla="*/ 532 w 581"/>
                <a:gd name="T107" fmla="*/ 842 h 1004"/>
                <a:gd name="T108" fmla="*/ 551 w 581"/>
                <a:gd name="T109" fmla="*/ 803 h 1004"/>
                <a:gd name="T110" fmla="*/ 561 w 581"/>
                <a:gd name="T111" fmla="*/ 761 h 1004"/>
                <a:gd name="T112" fmla="*/ 568 w 581"/>
                <a:gd name="T113" fmla="*/ 722 h 1004"/>
                <a:gd name="T114" fmla="*/ 574 w 581"/>
                <a:gd name="T115" fmla="*/ 687 h 1004"/>
                <a:gd name="T116" fmla="*/ 574 w 581"/>
                <a:gd name="T117" fmla="*/ 651 h 1004"/>
                <a:gd name="T118" fmla="*/ 574 w 581"/>
                <a:gd name="T119" fmla="*/ 616 h 1004"/>
                <a:gd name="T120" fmla="*/ 581 w 581"/>
                <a:gd name="T121" fmla="*/ 580 h 1004"/>
                <a:gd name="T122" fmla="*/ 581 w 581"/>
                <a:gd name="T123" fmla="*/ 544 h 1004"/>
                <a:gd name="T124" fmla="*/ 581 w 581"/>
                <a:gd name="T125" fmla="*/ 509 h 100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81" h="1004">
                  <a:moveTo>
                    <a:pt x="581" y="502"/>
                  </a:moveTo>
                  <a:lnTo>
                    <a:pt x="581" y="496"/>
                  </a:lnTo>
                  <a:lnTo>
                    <a:pt x="581" y="489"/>
                  </a:lnTo>
                  <a:lnTo>
                    <a:pt x="581" y="486"/>
                  </a:lnTo>
                  <a:lnTo>
                    <a:pt x="581" y="480"/>
                  </a:lnTo>
                  <a:lnTo>
                    <a:pt x="581" y="473"/>
                  </a:lnTo>
                  <a:lnTo>
                    <a:pt x="581" y="467"/>
                  </a:lnTo>
                  <a:lnTo>
                    <a:pt x="581" y="460"/>
                  </a:lnTo>
                  <a:lnTo>
                    <a:pt x="581" y="454"/>
                  </a:lnTo>
                  <a:lnTo>
                    <a:pt x="581" y="447"/>
                  </a:lnTo>
                  <a:lnTo>
                    <a:pt x="581" y="444"/>
                  </a:lnTo>
                  <a:lnTo>
                    <a:pt x="581" y="437"/>
                  </a:lnTo>
                  <a:lnTo>
                    <a:pt x="581" y="431"/>
                  </a:lnTo>
                  <a:lnTo>
                    <a:pt x="581" y="424"/>
                  </a:lnTo>
                  <a:lnTo>
                    <a:pt x="581" y="418"/>
                  </a:lnTo>
                  <a:lnTo>
                    <a:pt x="581" y="411"/>
                  </a:lnTo>
                  <a:lnTo>
                    <a:pt x="574" y="408"/>
                  </a:lnTo>
                  <a:lnTo>
                    <a:pt x="574" y="402"/>
                  </a:lnTo>
                  <a:lnTo>
                    <a:pt x="574" y="395"/>
                  </a:lnTo>
                  <a:lnTo>
                    <a:pt x="574" y="389"/>
                  </a:lnTo>
                  <a:lnTo>
                    <a:pt x="574" y="382"/>
                  </a:lnTo>
                  <a:lnTo>
                    <a:pt x="574" y="376"/>
                  </a:lnTo>
                  <a:lnTo>
                    <a:pt x="574" y="369"/>
                  </a:lnTo>
                  <a:lnTo>
                    <a:pt x="574" y="366"/>
                  </a:lnTo>
                  <a:lnTo>
                    <a:pt x="574" y="360"/>
                  </a:lnTo>
                  <a:lnTo>
                    <a:pt x="574" y="353"/>
                  </a:lnTo>
                  <a:lnTo>
                    <a:pt x="574" y="347"/>
                  </a:lnTo>
                  <a:lnTo>
                    <a:pt x="574" y="340"/>
                  </a:lnTo>
                  <a:lnTo>
                    <a:pt x="574" y="334"/>
                  </a:lnTo>
                  <a:lnTo>
                    <a:pt x="574" y="327"/>
                  </a:lnTo>
                  <a:lnTo>
                    <a:pt x="574" y="324"/>
                  </a:lnTo>
                  <a:lnTo>
                    <a:pt x="574" y="318"/>
                  </a:lnTo>
                  <a:lnTo>
                    <a:pt x="574" y="311"/>
                  </a:lnTo>
                  <a:lnTo>
                    <a:pt x="568" y="305"/>
                  </a:lnTo>
                  <a:lnTo>
                    <a:pt x="568" y="298"/>
                  </a:lnTo>
                  <a:lnTo>
                    <a:pt x="568" y="292"/>
                  </a:lnTo>
                  <a:lnTo>
                    <a:pt x="568" y="288"/>
                  </a:lnTo>
                  <a:lnTo>
                    <a:pt x="568" y="275"/>
                  </a:lnTo>
                  <a:lnTo>
                    <a:pt x="568" y="269"/>
                  </a:lnTo>
                  <a:lnTo>
                    <a:pt x="561" y="262"/>
                  </a:lnTo>
                  <a:lnTo>
                    <a:pt x="561" y="256"/>
                  </a:lnTo>
                  <a:lnTo>
                    <a:pt x="561" y="250"/>
                  </a:lnTo>
                  <a:lnTo>
                    <a:pt x="561" y="246"/>
                  </a:lnTo>
                  <a:lnTo>
                    <a:pt x="561" y="240"/>
                  </a:lnTo>
                  <a:lnTo>
                    <a:pt x="558" y="233"/>
                  </a:lnTo>
                  <a:lnTo>
                    <a:pt x="558" y="227"/>
                  </a:lnTo>
                  <a:lnTo>
                    <a:pt x="558" y="220"/>
                  </a:lnTo>
                  <a:lnTo>
                    <a:pt x="551" y="211"/>
                  </a:lnTo>
                  <a:lnTo>
                    <a:pt x="551" y="204"/>
                  </a:lnTo>
                  <a:lnTo>
                    <a:pt x="545" y="198"/>
                  </a:lnTo>
                  <a:lnTo>
                    <a:pt x="545" y="191"/>
                  </a:lnTo>
                  <a:lnTo>
                    <a:pt x="545" y="185"/>
                  </a:lnTo>
                  <a:lnTo>
                    <a:pt x="538" y="178"/>
                  </a:lnTo>
                  <a:lnTo>
                    <a:pt x="538" y="172"/>
                  </a:lnTo>
                  <a:lnTo>
                    <a:pt x="532" y="162"/>
                  </a:lnTo>
                  <a:lnTo>
                    <a:pt x="532" y="156"/>
                  </a:lnTo>
                  <a:lnTo>
                    <a:pt x="525" y="149"/>
                  </a:lnTo>
                  <a:lnTo>
                    <a:pt x="522" y="143"/>
                  </a:lnTo>
                  <a:lnTo>
                    <a:pt x="522" y="136"/>
                  </a:lnTo>
                  <a:lnTo>
                    <a:pt x="516" y="130"/>
                  </a:lnTo>
                  <a:lnTo>
                    <a:pt x="509" y="126"/>
                  </a:lnTo>
                  <a:lnTo>
                    <a:pt x="509" y="120"/>
                  </a:lnTo>
                  <a:lnTo>
                    <a:pt x="503" y="113"/>
                  </a:lnTo>
                  <a:lnTo>
                    <a:pt x="496" y="107"/>
                  </a:lnTo>
                  <a:lnTo>
                    <a:pt x="490" y="101"/>
                  </a:lnTo>
                  <a:lnTo>
                    <a:pt x="490" y="94"/>
                  </a:lnTo>
                  <a:lnTo>
                    <a:pt x="483" y="91"/>
                  </a:lnTo>
                  <a:lnTo>
                    <a:pt x="480" y="84"/>
                  </a:lnTo>
                  <a:lnTo>
                    <a:pt x="474" y="78"/>
                  </a:lnTo>
                  <a:lnTo>
                    <a:pt x="467" y="71"/>
                  </a:lnTo>
                  <a:lnTo>
                    <a:pt x="461" y="65"/>
                  </a:lnTo>
                  <a:lnTo>
                    <a:pt x="454" y="58"/>
                  </a:lnTo>
                  <a:lnTo>
                    <a:pt x="448" y="52"/>
                  </a:lnTo>
                  <a:lnTo>
                    <a:pt x="441" y="49"/>
                  </a:lnTo>
                  <a:lnTo>
                    <a:pt x="438" y="49"/>
                  </a:lnTo>
                  <a:lnTo>
                    <a:pt x="431" y="42"/>
                  </a:lnTo>
                  <a:lnTo>
                    <a:pt x="425" y="36"/>
                  </a:lnTo>
                  <a:lnTo>
                    <a:pt x="419" y="36"/>
                  </a:lnTo>
                  <a:lnTo>
                    <a:pt x="412" y="29"/>
                  </a:lnTo>
                  <a:lnTo>
                    <a:pt x="402" y="23"/>
                  </a:lnTo>
                  <a:lnTo>
                    <a:pt x="396" y="23"/>
                  </a:lnTo>
                  <a:lnTo>
                    <a:pt x="389" y="16"/>
                  </a:lnTo>
                  <a:lnTo>
                    <a:pt x="383" y="16"/>
                  </a:lnTo>
                  <a:lnTo>
                    <a:pt x="376" y="13"/>
                  </a:lnTo>
                  <a:lnTo>
                    <a:pt x="363" y="13"/>
                  </a:lnTo>
                  <a:lnTo>
                    <a:pt x="360" y="7"/>
                  </a:lnTo>
                  <a:lnTo>
                    <a:pt x="354" y="7"/>
                  </a:lnTo>
                  <a:lnTo>
                    <a:pt x="347" y="7"/>
                  </a:lnTo>
                  <a:lnTo>
                    <a:pt x="334" y="0"/>
                  </a:lnTo>
                  <a:lnTo>
                    <a:pt x="328" y="0"/>
                  </a:lnTo>
                  <a:lnTo>
                    <a:pt x="325" y="0"/>
                  </a:lnTo>
                  <a:lnTo>
                    <a:pt x="312" y="0"/>
                  </a:lnTo>
                  <a:lnTo>
                    <a:pt x="305" y="0"/>
                  </a:lnTo>
                  <a:lnTo>
                    <a:pt x="299" y="0"/>
                  </a:lnTo>
                  <a:lnTo>
                    <a:pt x="286" y="0"/>
                  </a:lnTo>
                  <a:lnTo>
                    <a:pt x="282" y="0"/>
                  </a:lnTo>
                  <a:lnTo>
                    <a:pt x="276" y="0"/>
                  </a:lnTo>
                  <a:lnTo>
                    <a:pt x="269" y="0"/>
                  </a:lnTo>
                  <a:lnTo>
                    <a:pt x="256" y="0"/>
                  </a:lnTo>
                  <a:lnTo>
                    <a:pt x="250" y="0"/>
                  </a:lnTo>
                  <a:lnTo>
                    <a:pt x="244" y="0"/>
                  </a:lnTo>
                  <a:lnTo>
                    <a:pt x="234" y="7"/>
                  </a:lnTo>
                  <a:lnTo>
                    <a:pt x="227" y="7"/>
                  </a:lnTo>
                  <a:lnTo>
                    <a:pt x="221" y="7"/>
                  </a:lnTo>
                  <a:lnTo>
                    <a:pt x="214" y="13"/>
                  </a:lnTo>
                  <a:lnTo>
                    <a:pt x="205" y="13"/>
                  </a:lnTo>
                  <a:lnTo>
                    <a:pt x="198" y="16"/>
                  </a:lnTo>
                  <a:lnTo>
                    <a:pt x="192" y="16"/>
                  </a:lnTo>
                  <a:lnTo>
                    <a:pt x="185" y="23"/>
                  </a:lnTo>
                  <a:lnTo>
                    <a:pt x="179" y="23"/>
                  </a:lnTo>
                  <a:lnTo>
                    <a:pt x="166" y="29"/>
                  </a:lnTo>
                  <a:lnTo>
                    <a:pt x="162" y="36"/>
                  </a:lnTo>
                  <a:lnTo>
                    <a:pt x="156" y="36"/>
                  </a:lnTo>
                  <a:lnTo>
                    <a:pt x="150" y="42"/>
                  </a:lnTo>
                  <a:lnTo>
                    <a:pt x="143" y="49"/>
                  </a:lnTo>
                  <a:lnTo>
                    <a:pt x="137" y="49"/>
                  </a:lnTo>
                  <a:lnTo>
                    <a:pt x="130" y="52"/>
                  </a:lnTo>
                  <a:lnTo>
                    <a:pt x="127" y="58"/>
                  </a:lnTo>
                  <a:lnTo>
                    <a:pt x="120" y="65"/>
                  </a:lnTo>
                  <a:lnTo>
                    <a:pt x="114" y="71"/>
                  </a:lnTo>
                  <a:lnTo>
                    <a:pt x="107" y="78"/>
                  </a:lnTo>
                  <a:lnTo>
                    <a:pt x="101" y="84"/>
                  </a:lnTo>
                  <a:lnTo>
                    <a:pt x="94" y="91"/>
                  </a:lnTo>
                  <a:lnTo>
                    <a:pt x="88" y="94"/>
                  </a:lnTo>
                  <a:lnTo>
                    <a:pt x="85" y="101"/>
                  </a:lnTo>
                  <a:lnTo>
                    <a:pt x="85" y="107"/>
                  </a:lnTo>
                  <a:lnTo>
                    <a:pt x="78" y="113"/>
                  </a:lnTo>
                  <a:lnTo>
                    <a:pt x="72" y="120"/>
                  </a:lnTo>
                  <a:lnTo>
                    <a:pt x="65" y="126"/>
                  </a:lnTo>
                  <a:lnTo>
                    <a:pt x="65" y="130"/>
                  </a:lnTo>
                  <a:lnTo>
                    <a:pt x="59" y="136"/>
                  </a:lnTo>
                  <a:lnTo>
                    <a:pt x="52" y="143"/>
                  </a:lnTo>
                  <a:lnTo>
                    <a:pt x="52" y="149"/>
                  </a:lnTo>
                  <a:lnTo>
                    <a:pt x="46" y="156"/>
                  </a:lnTo>
                  <a:lnTo>
                    <a:pt x="46" y="162"/>
                  </a:lnTo>
                  <a:lnTo>
                    <a:pt x="43" y="172"/>
                  </a:lnTo>
                  <a:lnTo>
                    <a:pt x="43" y="178"/>
                  </a:lnTo>
                  <a:lnTo>
                    <a:pt x="36" y="185"/>
                  </a:lnTo>
                  <a:lnTo>
                    <a:pt x="36" y="191"/>
                  </a:lnTo>
                  <a:lnTo>
                    <a:pt x="30" y="198"/>
                  </a:lnTo>
                  <a:lnTo>
                    <a:pt x="30" y="204"/>
                  </a:lnTo>
                  <a:lnTo>
                    <a:pt x="30" y="211"/>
                  </a:lnTo>
                  <a:lnTo>
                    <a:pt x="23" y="220"/>
                  </a:lnTo>
                  <a:lnTo>
                    <a:pt x="23" y="227"/>
                  </a:lnTo>
                  <a:lnTo>
                    <a:pt x="23" y="233"/>
                  </a:lnTo>
                  <a:lnTo>
                    <a:pt x="17" y="240"/>
                  </a:lnTo>
                  <a:lnTo>
                    <a:pt x="17" y="246"/>
                  </a:lnTo>
                  <a:lnTo>
                    <a:pt x="17" y="250"/>
                  </a:lnTo>
                  <a:lnTo>
                    <a:pt x="17" y="256"/>
                  </a:lnTo>
                  <a:lnTo>
                    <a:pt x="10" y="262"/>
                  </a:lnTo>
                  <a:lnTo>
                    <a:pt x="10" y="269"/>
                  </a:lnTo>
                  <a:lnTo>
                    <a:pt x="10" y="275"/>
                  </a:lnTo>
                  <a:lnTo>
                    <a:pt x="10" y="288"/>
                  </a:lnTo>
                  <a:lnTo>
                    <a:pt x="10" y="292"/>
                  </a:lnTo>
                  <a:lnTo>
                    <a:pt x="10" y="298"/>
                  </a:lnTo>
                  <a:lnTo>
                    <a:pt x="7" y="305"/>
                  </a:lnTo>
                  <a:lnTo>
                    <a:pt x="7" y="311"/>
                  </a:lnTo>
                  <a:lnTo>
                    <a:pt x="7" y="318"/>
                  </a:lnTo>
                  <a:lnTo>
                    <a:pt x="7" y="324"/>
                  </a:lnTo>
                  <a:lnTo>
                    <a:pt x="7" y="327"/>
                  </a:lnTo>
                  <a:lnTo>
                    <a:pt x="7" y="334"/>
                  </a:lnTo>
                  <a:lnTo>
                    <a:pt x="7" y="340"/>
                  </a:lnTo>
                  <a:lnTo>
                    <a:pt x="7" y="347"/>
                  </a:lnTo>
                  <a:lnTo>
                    <a:pt x="7" y="353"/>
                  </a:lnTo>
                  <a:lnTo>
                    <a:pt x="7" y="360"/>
                  </a:lnTo>
                  <a:lnTo>
                    <a:pt x="7" y="366"/>
                  </a:lnTo>
                  <a:lnTo>
                    <a:pt x="7" y="369"/>
                  </a:lnTo>
                  <a:lnTo>
                    <a:pt x="7" y="376"/>
                  </a:lnTo>
                  <a:lnTo>
                    <a:pt x="0" y="382"/>
                  </a:lnTo>
                  <a:lnTo>
                    <a:pt x="0" y="389"/>
                  </a:lnTo>
                  <a:lnTo>
                    <a:pt x="0" y="395"/>
                  </a:lnTo>
                  <a:lnTo>
                    <a:pt x="0" y="402"/>
                  </a:lnTo>
                  <a:lnTo>
                    <a:pt x="0" y="408"/>
                  </a:lnTo>
                  <a:lnTo>
                    <a:pt x="0" y="411"/>
                  </a:lnTo>
                  <a:lnTo>
                    <a:pt x="0" y="418"/>
                  </a:lnTo>
                  <a:lnTo>
                    <a:pt x="0" y="424"/>
                  </a:lnTo>
                  <a:lnTo>
                    <a:pt x="0" y="431"/>
                  </a:lnTo>
                  <a:lnTo>
                    <a:pt x="0" y="437"/>
                  </a:lnTo>
                  <a:lnTo>
                    <a:pt x="0" y="444"/>
                  </a:lnTo>
                  <a:lnTo>
                    <a:pt x="0" y="447"/>
                  </a:lnTo>
                  <a:lnTo>
                    <a:pt x="0" y="454"/>
                  </a:lnTo>
                  <a:lnTo>
                    <a:pt x="0" y="460"/>
                  </a:lnTo>
                  <a:lnTo>
                    <a:pt x="0" y="467"/>
                  </a:lnTo>
                  <a:lnTo>
                    <a:pt x="0" y="473"/>
                  </a:lnTo>
                  <a:lnTo>
                    <a:pt x="0" y="480"/>
                  </a:lnTo>
                  <a:lnTo>
                    <a:pt x="0" y="486"/>
                  </a:lnTo>
                  <a:lnTo>
                    <a:pt x="0" y="489"/>
                  </a:lnTo>
                  <a:lnTo>
                    <a:pt x="0" y="496"/>
                  </a:lnTo>
                  <a:lnTo>
                    <a:pt x="0" y="502"/>
                  </a:lnTo>
                  <a:lnTo>
                    <a:pt x="0" y="509"/>
                  </a:lnTo>
                  <a:lnTo>
                    <a:pt x="0" y="515"/>
                  </a:lnTo>
                  <a:lnTo>
                    <a:pt x="0" y="522"/>
                  </a:lnTo>
                  <a:lnTo>
                    <a:pt x="0" y="525"/>
                  </a:lnTo>
                  <a:lnTo>
                    <a:pt x="0" y="531"/>
                  </a:lnTo>
                  <a:lnTo>
                    <a:pt x="0" y="538"/>
                  </a:lnTo>
                  <a:lnTo>
                    <a:pt x="0" y="544"/>
                  </a:lnTo>
                  <a:lnTo>
                    <a:pt x="0" y="551"/>
                  </a:lnTo>
                  <a:lnTo>
                    <a:pt x="0" y="557"/>
                  </a:lnTo>
                  <a:lnTo>
                    <a:pt x="0" y="564"/>
                  </a:lnTo>
                  <a:lnTo>
                    <a:pt x="0" y="567"/>
                  </a:lnTo>
                  <a:lnTo>
                    <a:pt x="0" y="573"/>
                  </a:lnTo>
                  <a:lnTo>
                    <a:pt x="0" y="580"/>
                  </a:lnTo>
                  <a:lnTo>
                    <a:pt x="0" y="586"/>
                  </a:lnTo>
                  <a:lnTo>
                    <a:pt x="0" y="593"/>
                  </a:lnTo>
                  <a:lnTo>
                    <a:pt x="0" y="599"/>
                  </a:lnTo>
                  <a:lnTo>
                    <a:pt x="0" y="606"/>
                  </a:lnTo>
                  <a:lnTo>
                    <a:pt x="0" y="609"/>
                  </a:lnTo>
                  <a:lnTo>
                    <a:pt x="0" y="616"/>
                  </a:lnTo>
                  <a:lnTo>
                    <a:pt x="0" y="622"/>
                  </a:lnTo>
                  <a:lnTo>
                    <a:pt x="7" y="629"/>
                  </a:lnTo>
                  <a:lnTo>
                    <a:pt x="7" y="635"/>
                  </a:lnTo>
                  <a:lnTo>
                    <a:pt x="7" y="641"/>
                  </a:lnTo>
                  <a:lnTo>
                    <a:pt x="7" y="645"/>
                  </a:lnTo>
                  <a:lnTo>
                    <a:pt x="7" y="651"/>
                  </a:lnTo>
                  <a:lnTo>
                    <a:pt x="7" y="658"/>
                  </a:lnTo>
                  <a:lnTo>
                    <a:pt x="7" y="664"/>
                  </a:lnTo>
                  <a:lnTo>
                    <a:pt x="7" y="671"/>
                  </a:lnTo>
                  <a:lnTo>
                    <a:pt x="7" y="677"/>
                  </a:lnTo>
                  <a:lnTo>
                    <a:pt x="7" y="684"/>
                  </a:lnTo>
                  <a:lnTo>
                    <a:pt x="7" y="687"/>
                  </a:lnTo>
                  <a:lnTo>
                    <a:pt x="7" y="693"/>
                  </a:lnTo>
                  <a:lnTo>
                    <a:pt x="7" y="700"/>
                  </a:lnTo>
                  <a:lnTo>
                    <a:pt x="7" y="706"/>
                  </a:lnTo>
                  <a:lnTo>
                    <a:pt x="10" y="713"/>
                  </a:lnTo>
                  <a:lnTo>
                    <a:pt x="10" y="719"/>
                  </a:lnTo>
                  <a:lnTo>
                    <a:pt x="10" y="722"/>
                  </a:lnTo>
                  <a:lnTo>
                    <a:pt x="10" y="729"/>
                  </a:lnTo>
                  <a:lnTo>
                    <a:pt x="10" y="735"/>
                  </a:lnTo>
                  <a:lnTo>
                    <a:pt x="10" y="742"/>
                  </a:lnTo>
                  <a:lnTo>
                    <a:pt x="17" y="748"/>
                  </a:lnTo>
                  <a:lnTo>
                    <a:pt x="17" y="755"/>
                  </a:lnTo>
                  <a:lnTo>
                    <a:pt x="17" y="761"/>
                  </a:lnTo>
                  <a:lnTo>
                    <a:pt x="17" y="765"/>
                  </a:lnTo>
                  <a:lnTo>
                    <a:pt x="23" y="771"/>
                  </a:lnTo>
                  <a:lnTo>
                    <a:pt x="23" y="784"/>
                  </a:lnTo>
                  <a:lnTo>
                    <a:pt x="23" y="790"/>
                  </a:lnTo>
                  <a:lnTo>
                    <a:pt x="30" y="797"/>
                  </a:lnTo>
                  <a:lnTo>
                    <a:pt x="30" y="803"/>
                  </a:lnTo>
                  <a:lnTo>
                    <a:pt x="30" y="807"/>
                  </a:lnTo>
                  <a:lnTo>
                    <a:pt x="36" y="813"/>
                  </a:lnTo>
                  <a:lnTo>
                    <a:pt x="36" y="820"/>
                  </a:lnTo>
                  <a:lnTo>
                    <a:pt x="43" y="833"/>
                  </a:lnTo>
                  <a:lnTo>
                    <a:pt x="43" y="839"/>
                  </a:lnTo>
                  <a:lnTo>
                    <a:pt x="46" y="842"/>
                  </a:lnTo>
                  <a:lnTo>
                    <a:pt x="46" y="849"/>
                  </a:lnTo>
                  <a:lnTo>
                    <a:pt x="52" y="855"/>
                  </a:lnTo>
                  <a:lnTo>
                    <a:pt x="52" y="862"/>
                  </a:lnTo>
                  <a:lnTo>
                    <a:pt x="59" y="868"/>
                  </a:lnTo>
                  <a:lnTo>
                    <a:pt x="65" y="875"/>
                  </a:lnTo>
                  <a:lnTo>
                    <a:pt x="65" y="881"/>
                  </a:lnTo>
                  <a:lnTo>
                    <a:pt x="72" y="884"/>
                  </a:lnTo>
                  <a:lnTo>
                    <a:pt x="78" y="897"/>
                  </a:lnTo>
                  <a:lnTo>
                    <a:pt x="85" y="904"/>
                  </a:lnTo>
                  <a:lnTo>
                    <a:pt x="85" y="910"/>
                  </a:lnTo>
                  <a:lnTo>
                    <a:pt x="88" y="917"/>
                  </a:lnTo>
                  <a:lnTo>
                    <a:pt x="94" y="920"/>
                  </a:lnTo>
                  <a:lnTo>
                    <a:pt x="101" y="927"/>
                  </a:lnTo>
                  <a:lnTo>
                    <a:pt x="107" y="927"/>
                  </a:lnTo>
                  <a:lnTo>
                    <a:pt x="114" y="933"/>
                  </a:lnTo>
                  <a:lnTo>
                    <a:pt x="120" y="939"/>
                  </a:lnTo>
                  <a:lnTo>
                    <a:pt x="127" y="946"/>
                  </a:lnTo>
                  <a:lnTo>
                    <a:pt x="130" y="952"/>
                  </a:lnTo>
                  <a:lnTo>
                    <a:pt x="137" y="959"/>
                  </a:lnTo>
                  <a:lnTo>
                    <a:pt x="143" y="962"/>
                  </a:lnTo>
                  <a:lnTo>
                    <a:pt x="150" y="962"/>
                  </a:lnTo>
                  <a:lnTo>
                    <a:pt x="156" y="969"/>
                  </a:lnTo>
                  <a:lnTo>
                    <a:pt x="162" y="975"/>
                  </a:lnTo>
                  <a:lnTo>
                    <a:pt x="166" y="975"/>
                  </a:lnTo>
                  <a:lnTo>
                    <a:pt x="179" y="982"/>
                  </a:lnTo>
                  <a:lnTo>
                    <a:pt x="185" y="982"/>
                  </a:lnTo>
                  <a:lnTo>
                    <a:pt x="192" y="988"/>
                  </a:lnTo>
                  <a:lnTo>
                    <a:pt x="198" y="995"/>
                  </a:lnTo>
                  <a:lnTo>
                    <a:pt x="205" y="995"/>
                  </a:lnTo>
                  <a:lnTo>
                    <a:pt x="214" y="995"/>
                  </a:lnTo>
                  <a:lnTo>
                    <a:pt x="221" y="1001"/>
                  </a:lnTo>
                  <a:lnTo>
                    <a:pt x="227" y="1001"/>
                  </a:lnTo>
                  <a:lnTo>
                    <a:pt x="234" y="1001"/>
                  </a:lnTo>
                  <a:lnTo>
                    <a:pt x="244" y="1004"/>
                  </a:lnTo>
                  <a:lnTo>
                    <a:pt x="250" y="1004"/>
                  </a:lnTo>
                  <a:lnTo>
                    <a:pt x="256" y="1004"/>
                  </a:lnTo>
                  <a:lnTo>
                    <a:pt x="269" y="1004"/>
                  </a:lnTo>
                  <a:lnTo>
                    <a:pt x="276" y="1004"/>
                  </a:lnTo>
                  <a:lnTo>
                    <a:pt x="282" y="1004"/>
                  </a:lnTo>
                  <a:lnTo>
                    <a:pt x="286" y="1004"/>
                  </a:lnTo>
                  <a:lnTo>
                    <a:pt x="299" y="1004"/>
                  </a:lnTo>
                  <a:lnTo>
                    <a:pt x="305" y="1004"/>
                  </a:lnTo>
                  <a:lnTo>
                    <a:pt x="312" y="1004"/>
                  </a:lnTo>
                  <a:lnTo>
                    <a:pt x="325" y="1004"/>
                  </a:lnTo>
                  <a:lnTo>
                    <a:pt x="328" y="1004"/>
                  </a:lnTo>
                  <a:lnTo>
                    <a:pt x="334" y="1004"/>
                  </a:lnTo>
                  <a:lnTo>
                    <a:pt x="347" y="1001"/>
                  </a:lnTo>
                  <a:lnTo>
                    <a:pt x="354" y="1001"/>
                  </a:lnTo>
                  <a:lnTo>
                    <a:pt x="360" y="1001"/>
                  </a:lnTo>
                  <a:lnTo>
                    <a:pt x="363" y="995"/>
                  </a:lnTo>
                  <a:lnTo>
                    <a:pt x="376" y="995"/>
                  </a:lnTo>
                  <a:lnTo>
                    <a:pt x="383" y="995"/>
                  </a:lnTo>
                  <a:lnTo>
                    <a:pt x="389" y="988"/>
                  </a:lnTo>
                  <a:lnTo>
                    <a:pt x="396" y="982"/>
                  </a:lnTo>
                  <a:lnTo>
                    <a:pt x="402" y="982"/>
                  </a:lnTo>
                  <a:lnTo>
                    <a:pt x="412" y="975"/>
                  </a:lnTo>
                  <a:lnTo>
                    <a:pt x="419" y="975"/>
                  </a:lnTo>
                  <a:lnTo>
                    <a:pt x="425" y="969"/>
                  </a:lnTo>
                  <a:lnTo>
                    <a:pt x="431" y="962"/>
                  </a:lnTo>
                  <a:lnTo>
                    <a:pt x="438" y="962"/>
                  </a:lnTo>
                  <a:lnTo>
                    <a:pt x="441" y="959"/>
                  </a:lnTo>
                  <a:lnTo>
                    <a:pt x="448" y="952"/>
                  </a:lnTo>
                  <a:lnTo>
                    <a:pt x="454" y="946"/>
                  </a:lnTo>
                  <a:lnTo>
                    <a:pt x="461" y="939"/>
                  </a:lnTo>
                  <a:lnTo>
                    <a:pt x="467" y="933"/>
                  </a:lnTo>
                  <a:lnTo>
                    <a:pt x="474" y="927"/>
                  </a:lnTo>
                  <a:lnTo>
                    <a:pt x="480" y="927"/>
                  </a:lnTo>
                  <a:lnTo>
                    <a:pt x="483" y="920"/>
                  </a:lnTo>
                  <a:lnTo>
                    <a:pt x="490" y="917"/>
                  </a:lnTo>
                  <a:lnTo>
                    <a:pt x="490" y="910"/>
                  </a:lnTo>
                  <a:lnTo>
                    <a:pt x="496" y="904"/>
                  </a:lnTo>
                  <a:lnTo>
                    <a:pt x="503" y="897"/>
                  </a:lnTo>
                  <a:lnTo>
                    <a:pt x="509" y="884"/>
                  </a:lnTo>
                  <a:lnTo>
                    <a:pt x="509" y="881"/>
                  </a:lnTo>
                  <a:lnTo>
                    <a:pt x="516" y="875"/>
                  </a:lnTo>
                  <a:lnTo>
                    <a:pt x="522" y="868"/>
                  </a:lnTo>
                  <a:lnTo>
                    <a:pt x="522" y="862"/>
                  </a:lnTo>
                  <a:lnTo>
                    <a:pt x="525" y="855"/>
                  </a:lnTo>
                  <a:lnTo>
                    <a:pt x="532" y="849"/>
                  </a:lnTo>
                  <a:lnTo>
                    <a:pt x="532" y="842"/>
                  </a:lnTo>
                  <a:lnTo>
                    <a:pt x="538" y="839"/>
                  </a:lnTo>
                  <a:lnTo>
                    <a:pt x="538" y="833"/>
                  </a:lnTo>
                  <a:lnTo>
                    <a:pt x="545" y="820"/>
                  </a:lnTo>
                  <a:lnTo>
                    <a:pt x="545" y="813"/>
                  </a:lnTo>
                  <a:lnTo>
                    <a:pt x="545" y="807"/>
                  </a:lnTo>
                  <a:lnTo>
                    <a:pt x="551" y="803"/>
                  </a:lnTo>
                  <a:lnTo>
                    <a:pt x="551" y="797"/>
                  </a:lnTo>
                  <a:lnTo>
                    <a:pt x="558" y="790"/>
                  </a:lnTo>
                  <a:lnTo>
                    <a:pt x="558" y="784"/>
                  </a:lnTo>
                  <a:lnTo>
                    <a:pt x="558" y="771"/>
                  </a:lnTo>
                  <a:lnTo>
                    <a:pt x="561" y="765"/>
                  </a:lnTo>
                  <a:lnTo>
                    <a:pt x="561" y="761"/>
                  </a:lnTo>
                  <a:lnTo>
                    <a:pt x="561" y="755"/>
                  </a:lnTo>
                  <a:lnTo>
                    <a:pt x="561" y="748"/>
                  </a:lnTo>
                  <a:lnTo>
                    <a:pt x="561" y="742"/>
                  </a:lnTo>
                  <a:lnTo>
                    <a:pt x="568" y="735"/>
                  </a:lnTo>
                  <a:lnTo>
                    <a:pt x="568" y="729"/>
                  </a:lnTo>
                  <a:lnTo>
                    <a:pt x="568" y="722"/>
                  </a:lnTo>
                  <a:lnTo>
                    <a:pt x="568" y="719"/>
                  </a:lnTo>
                  <a:lnTo>
                    <a:pt x="568" y="713"/>
                  </a:lnTo>
                  <a:lnTo>
                    <a:pt x="568" y="706"/>
                  </a:lnTo>
                  <a:lnTo>
                    <a:pt x="574" y="700"/>
                  </a:lnTo>
                  <a:lnTo>
                    <a:pt x="574" y="693"/>
                  </a:lnTo>
                  <a:lnTo>
                    <a:pt x="574" y="687"/>
                  </a:lnTo>
                  <a:lnTo>
                    <a:pt x="574" y="684"/>
                  </a:lnTo>
                  <a:lnTo>
                    <a:pt x="574" y="677"/>
                  </a:lnTo>
                  <a:lnTo>
                    <a:pt x="574" y="671"/>
                  </a:lnTo>
                  <a:lnTo>
                    <a:pt x="574" y="664"/>
                  </a:lnTo>
                  <a:lnTo>
                    <a:pt x="574" y="658"/>
                  </a:lnTo>
                  <a:lnTo>
                    <a:pt x="574" y="651"/>
                  </a:lnTo>
                  <a:lnTo>
                    <a:pt x="574" y="645"/>
                  </a:lnTo>
                  <a:lnTo>
                    <a:pt x="574" y="641"/>
                  </a:lnTo>
                  <a:lnTo>
                    <a:pt x="574" y="635"/>
                  </a:lnTo>
                  <a:lnTo>
                    <a:pt x="574" y="629"/>
                  </a:lnTo>
                  <a:lnTo>
                    <a:pt x="574" y="622"/>
                  </a:lnTo>
                  <a:lnTo>
                    <a:pt x="574" y="616"/>
                  </a:lnTo>
                  <a:lnTo>
                    <a:pt x="574" y="609"/>
                  </a:lnTo>
                  <a:lnTo>
                    <a:pt x="574" y="606"/>
                  </a:lnTo>
                  <a:lnTo>
                    <a:pt x="574" y="599"/>
                  </a:lnTo>
                  <a:lnTo>
                    <a:pt x="581" y="593"/>
                  </a:lnTo>
                  <a:lnTo>
                    <a:pt x="581" y="586"/>
                  </a:lnTo>
                  <a:lnTo>
                    <a:pt x="581" y="580"/>
                  </a:lnTo>
                  <a:lnTo>
                    <a:pt x="581" y="573"/>
                  </a:lnTo>
                  <a:lnTo>
                    <a:pt x="581" y="567"/>
                  </a:lnTo>
                  <a:lnTo>
                    <a:pt x="581" y="564"/>
                  </a:lnTo>
                  <a:lnTo>
                    <a:pt x="581" y="557"/>
                  </a:lnTo>
                  <a:lnTo>
                    <a:pt x="581" y="551"/>
                  </a:lnTo>
                  <a:lnTo>
                    <a:pt x="581" y="544"/>
                  </a:lnTo>
                  <a:lnTo>
                    <a:pt x="581" y="538"/>
                  </a:lnTo>
                  <a:lnTo>
                    <a:pt x="581" y="531"/>
                  </a:lnTo>
                  <a:lnTo>
                    <a:pt x="581" y="525"/>
                  </a:lnTo>
                  <a:lnTo>
                    <a:pt x="581" y="522"/>
                  </a:lnTo>
                  <a:lnTo>
                    <a:pt x="581" y="515"/>
                  </a:lnTo>
                  <a:lnTo>
                    <a:pt x="581" y="509"/>
                  </a:lnTo>
                  <a:lnTo>
                    <a:pt x="581" y="502"/>
                  </a:lnTo>
                  <a:close/>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189" name="Freeform 35">
              <a:extLst>
                <a:ext uri="{FF2B5EF4-FFF2-40B4-BE49-F238E27FC236}">
                  <a16:creationId xmlns:a16="http://schemas.microsoft.com/office/drawing/2014/main" id="{7F6CCDAB-C05E-A447-B39F-C6D5C60B6478}"/>
                </a:ext>
              </a:extLst>
            </p:cNvPr>
            <p:cNvSpPr>
              <a:spLocks/>
            </p:cNvSpPr>
            <p:nvPr/>
          </p:nvSpPr>
          <p:spPr bwMode="auto">
            <a:xfrm>
              <a:off x="3902" y="2874"/>
              <a:ext cx="581" cy="590"/>
            </a:xfrm>
            <a:custGeom>
              <a:avLst/>
              <a:gdLst>
                <a:gd name="T0" fmla="*/ 574 w 581"/>
                <a:gd name="T1" fmla="*/ 273 h 590"/>
                <a:gd name="T2" fmla="*/ 574 w 581"/>
                <a:gd name="T3" fmla="*/ 240 h 590"/>
                <a:gd name="T4" fmla="*/ 561 w 581"/>
                <a:gd name="T5" fmla="*/ 211 h 590"/>
                <a:gd name="T6" fmla="*/ 558 w 581"/>
                <a:gd name="T7" fmla="*/ 182 h 590"/>
                <a:gd name="T8" fmla="*/ 538 w 581"/>
                <a:gd name="T9" fmla="*/ 153 h 590"/>
                <a:gd name="T10" fmla="*/ 525 w 581"/>
                <a:gd name="T11" fmla="*/ 133 h 590"/>
                <a:gd name="T12" fmla="*/ 509 w 581"/>
                <a:gd name="T13" fmla="*/ 104 h 590"/>
                <a:gd name="T14" fmla="*/ 483 w 581"/>
                <a:gd name="T15" fmla="*/ 85 h 590"/>
                <a:gd name="T16" fmla="*/ 474 w 581"/>
                <a:gd name="T17" fmla="*/ 68 h 590"/>
                <a:gd name="T18" fmla="*/ 448 w 581"/>
                <a:gd name="T19" fmla="*/ 49 h 590"/>
                <a:gd name="T20" fmla="*/ 425 w 581"/>
                <a:gd name="T21" fmla="*/ 39 h 590"/>
                <a:gd name="T22" fmla="*/ 406 w 581"/>
                <a:gd name="T23" fmla="*/ 26 h 590"/>
                <a:gd name="T24" fmla="*/ 383 w 581"/>
                <a:gd name="T25" fmla="*/ 20 h 590"/>
                <a:gd name="T26" fmla="*/ 354 w 581"/>
                <a:gd name="T27" fmla="*/ 13 h 590"/>
                <a:gd name="T28" fmla="*/ 325 w 581"/>
                <a:gd name="T29" fmla="*/ 7 h 590"/>
                <a:gd name="T30" fmla="*/ 292 w 581"/>
                <a:gd name="T31" fmla="*/ 0 h 590"/>
                <a:gd name="T32" fmla="*/ 269 w 581"/>
                <a:gd name="T33" fmla="*/ 7 h 590"/>
                <a:gd name="T34" fmla="*/ 240 w 581"/>
                <a:gd name="T35" fmla="*/ 7 h 590"/>
                <a:gd name="T36" fmla="*/ 208 w 581"/>
                <a:gd name="T37" fmla="*/ 13 h 590"/>
                <a:gd name="T38" fmla="*/ 179 w 581"/>
                <a:gd name="T39" fmla="*/ 26 h 590"/>
                <a:gd name="T40" fmla="*/ 162 w 581"/>
                <a:gd name="T41" fmla="*/ 39 h 590"/>
                <a:gd name="T42" fmla="*/ 137 w 581"/>
                <a:gd name="T43" fmla="*/ 49 h 590"/>
                <a:gd name="T44" fmla="*/ 107 w 581"/>
                <a:gd name="T45" fmla="*/ 68 h 590"/>
                <a:gd name="T46" fmla="*/ 94 w 581"/>
                <a:gd name="T47" fmla="*/ 85 h 590"/>
                <a:gd name="T48" fmla="*/ 65 w 581"/>
                <a:gd name="T49" fmla="*/ 111 h 590"/>
                <a:gd name="T50" fmla="*/ 52 w 581"/>
                <a:gd name="T51" fmla="*/ 133 h 590"/>
                <a:gd name="T52" fmla="*/ 36 w 581"/>
                <a:gd name="T53" fmla="*/ 159 h 590"/>
                <a:gd name="T54" fmla="*/ 23 w 581"/>
                <a:gd name="T55" fmla="*/ 188 h 590"/>
                <a:gd name="T56" fmla="*/ 10 w 581"/>
                <a:gd name="T57" fmla="*/ 217 h 590"/>
                <a:gd name="T58" fmla="*/ 7 w 581"/>
                <a:gd name="T59" fmla="*/ 240 h 590"/>
                <a:gd name="T60" fmla="*/ 7 w 581"/>
                <a:gd name="T61" fmla="*/ 273 h 590"/>
                <a:gd name="T62" fmla="*/ 0 w 581"/>
                <a:gd name="T63" fmla="*/ 295 h 590"/>
                <a:gd name="T64" fmla="*/ 7 w 581"/>
                <a:gd name="T65" fmla="*/ 324 h 590"/>
                <a:gd name="T66" fmla="*/ 7 w 581"/>
                <a:gd name="T67" fmla="*/ 357 h 590"/>
                <a:gd name="T68" fmla="*/ 10 w 581"/>
                <a:gd name="T69" fmla="*/ 379 h 590"/>
                <a:gd name="T70" fmla="*/ 23 w 581"/>
                <a:gd name="T71" fmla="*/ 409 h 590"/>
                <a:gd name="T72" fmla="*/ 36 w 581"/>
                <a:gd name="T73" fmla="*/ 434 h 590"/>
                <a:gd name="T74" fmla="*/ 46 w 581"/>
                <a:gd name="T75" fmla="*/ 451 h 590"/>
                <a:gd name="T76" fmla="*/ 59 w 581"/>
                <a:gd name="T77" fmla="*/ 477 h 590"/>
                <a:gd name="T78" fmla="*/ 85 w 581"/>
                <a:gd name="T79" fmla="*/ 506 h 590"/>
                <a:gd name="T80" fmla="*/ 114 w 581"/>
                <a:gd name="T81" fmla="*/ 528 h 590"/>
                <a:gd name="T82" fmla="*/ 137 w 581"/>
                <a:gd name="T83" fmla="*/ 541 h 590"/>
                <a:gd name="T84" fmla="*/ 156 w 581"/>
                <a:gd name="T85" fmla="*/ 554 h 590"/>
                <a:gd name="T86" fmla="*/ 185 w 581"/>
                <a:gd name="T87" fmla="*/ 564 h 590"/>
                <a:gd name="T88" fmla="*/ 205 w 581"/>
                <a:gd name="T89" fmla="*/ 577 h 590"/>
                <a:gd name="T90" fmla="*/ 234 w 581"/>
                <a:gd name="T91" fmla="*/ 583 h 590"/>
                <a:gd name="T92" fmla="*/ 263 w 581"/>
                <a:gd name="T93" fmla="*/ 590 h 590"/>
                <a:gd name="T94" fmla="*/ 292 w 581"/>
                <a:gd name="T95" fmla="*/ 590 h 590"/>
                <a:gd name="T96" fmla="*/ 325 w 581"/>
                <a:gd name="T97" fmla="*/ 590 h 590"/>
                <a:gd name="T98" fmla="*/ 347 w 581"/>
                <a:gd name="T99" fmla="*/ 583 h 590"/>
                <a:gd name="T100" fmla="*/ 376 w 581"/>
                <a:gd name="T101" fmla="*/ 577 h 590"/>
                <a:gd name="T102" fmla="*/ 402 w 581"/>
                <a:gd name="T103" fmla="*/ 564 h 590"/>
                <a:gd name="T104" fmla="*/ 431 w 581"/>
                <a:gd name="T105" fmla="*/ 554 h 590"/>
                <a:gd name="T106" fmla="*/ 448 w 581"/>
                <a:gd name="T107" fmla="*/ 541 h 590"/>
                <a:gd name="T108" fmla="*/ 467 w 581"/>
                <a:gd name="T109" fmla="*/ 528 h 590"/>
                <a:gd name="T110" fmla="*/ 496 w 581"/>
                <a:gd name="T111" fmla="*/ 499 h 590"/>
                <a:gd name="T112" fmla="*/ 522 w 581"/>
                <a:gd name="T113" fmla="*/ 470 h 590"/>
                <a:gd name="T114" fmla="*/ 538 w 581"/>
                <a:gd name="T115" fmla="*/ 444 h 590"/>
                <a:gd name="T116" fmla="*/ 551 w 581"/>
                <a:gd name="T117" fmla="*/ 428 h 590"/>
                <a:gd name="T118" fmla="*/ 558 w 581"/>
                <a:gd name="T119" fmla="*/ 399 h 590"/>
                <a:gd name="T120" fmla="*/ 568 w 581"/>
                <a:gd name="T121" fmla="*/ 379 h 590"/>
                <a:gd name="T122" fmla="*/ 574 w 581"/>
                <a:gd name="T123" fmla="*/ 350 h 590"/>
                <a:gd name="T124" fmla="*/ 574 w 581"/>
                <a:gd name="T125" fmla="*/ 318 h 59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81" h="590">
                  <a:moveTo>
                    <a:pt x="581" y="295"/>
                  </a:moveTo>
                  <a:lnTo>
                    <a:pt x="581" y="289"/>
                  </a:lnTo>
                  <a:lnTo>
                    <a:pt x="581" y="282"/>
                  </a:lnTo>
                  <a:lnTo>
                    <a:pt x="574" y="279"/>
                  </a:lnTo>
                  <a:lnTo>
                    <a:pt x="574" y="273"/>
                  </a:lnTo>
                  <a:lnTo>
                    <a:pt x="574" y="266"/>
                  </a:lnTo>
                  <a:lnTo>
                    <a:pt x="574" y="260"/>
                  </a:lnTo>
                  <a:lnTo>
                    <a:pt x="574" y="253"/>
                  </a:lnTo>
                  <a:lnTo>
                    <a:pt x="574" y="247"/>
                  </a:lnTo>
                  <a:lnTo>
                    <a:pt x="574" y="240"/>
                  </a:lnTo>
                  <a:lnTo>
                    <a:pt x="574" y="237"/>
                  </a:lnTo>
                  <a:lnTo>
                    <a:pt x="568" y="230"/>
                  </a:lnTo>
                  <a:lnTo>
                    <a:pt x="568" y="224"/>
                  </a:lnTo>
                  <a:lnTo>
                    <a:pt x="568" y="217"/>
                  </a:lnTo>
                  <a:lnTo>
                    <a:pt x="561" y="211"/>
                  </a:lnTo>
                  <a:lnTo>
                    <a:pt x="561" y="204"/>
                  </a:lnTo>
                  <a:lnTo>
                    <a:pt x="561" y="201"/>
                  </a:lnTo>
                  <a:lnTo>
                    <a:pt x="558" y="195"/>
                  </a:lnTo>
                  <a:lnTo>
                    <a:pt x="558" y="188"/>
                  </a:lnTo>
                  <a:lnTo>
                    <a:pt x="558" y="182"/>
                  </a:lnTo>
                  <a:lnTo>
                    <a:pt x="551" y="175"/>
                  </a:lnTo>
                  <a:lnTo>
                    <a:pt x="551" y="169"/>
                  </a:lnTo>
                  <a:lnTo>
                    <a:pt x="545" y="162"/>
                  </a:lnTo>
                  <a:lnTo>
                    <a:pt x="545" y="159"/>
                  </a:lnTo>
                  <a:lnTo>
                    <a:pt x="538" y="153"/>
                  </a:lnTo>
                  <a:lnTo>
                    <a:pt x="538" y="146"/>
                  </a:lnTo>
                  <a:lnTo>
                    <a:pt x="532" y="146"/>
                  </a:lnTo>
                  <a:lnTo>
                    <a:pt x="532" y="140"/>
                  </a:lnTo>
                  <a:lnTo>
                    <a:pt x="532" y="133"/>
                  </a:lnTo>
                  <a:lnTo>
                    <a:pt x="525" y="133"/>
                  </a:lnTo>
                  <a:lnTo>
                    <a:pt x="525" y="127"/>
                  </a:lnTo>
                  <a:lnTo>
                    <a:pt x="522" y="120"/>
                  </a:lnTo>
                  <a:lnTo>
                    <a:pt x="516" y="117"/>
                  </a:lnTo>
                  <a:lnTo>
                    <a:pt x="516" y="111"/>
                  </a:lnTo>
                  <a:lnTo>
                    <a:pt x="509" y="104"/>
                  </a:lnTo>
                  <a:lnTo>
                    <a:pt x="503" y="98"/>
                  </a:lnTo>
                  <a:lnTo>
                    <a:pt x="496" y="91"/>
                  </a:lnTo>
                  <a:lnTo>
                    <a:pt x="490" y="91"/>
                  </a:lnTo>
                  <a:lnTo>
                    <a:pt x="490" y="85"/>
                  </a:lnTo>
                  <a:lnTo>
                    <a:pt x="483" y="85"/>
                  </a:lnTo>
                  <a:lnTo>
                    <a:pt x="483" y="81"/>
                  </a:lnTo>
                  <a:lnTo>
                    <a:pt x="480" y="81"/>
                  </a:lnTo>
                  <a:lnTo>
                    <a:pt x="480" y="75"/>
                  </a:lnTo>
                  <a:lnTo>
                    <a:pt x="474" y="75"/>
                  </a:lnTo>
                  <a:lnTo>
                    <a:pt x="474" y="68"/>
                  </a:lnTo>
                  <a:lnTo>
                    <a:pt x="467" y="68"/>
                  </a:lnTo>
                  <a:lnTo>
                    <a:pt x="461" y="62"/>
                  </a:lnTo>
                  <a:lnTo>
                    <a:pt x="454" y="55"/>
                  </a:lnTo>
                  <a:lnTo>
                    <a:pt x="448" y="55"/>
                  </a:lnTo>
                  <a:lnTo>
                    <a:pt x="448" y="49"/>
                  </a:lnTo>
                  <a:lnTo>
                    <a:pt x="441" y="49"/>
                  </a:lnTo>
                  <a:lnTo>
                    <a:pt x="438" y="43"/>
                  </a:lnTo>
                  <a:lnTo>
                    <a:pt x="431" y="43"/>
                  </a:lnTo>
                  <a:lnTo>
                    <a:pt x="431" y="39"/>
                  </a:lnTo>
                  <a:lnTo>
                    <a:pt x="425" y="39"/>
                  </a:lnTo>
                  <a:lnTo>
                    <a:pt x="419" y="39"/>
                  </a:lnTo>
                  <a:lnTo>
                    <a:pt x="419" y="33"/>
                  </a:lnTo>
                  <a:lnTo>
                    <a:pt x="412" y="33"/>
                  </a:lnTo>
                  <a:lnTo>
                    <a:pt x="406" y="33"/>
                  </a:lnTo>
                  <a:lnTo>
                    <a:pt x="406" y="26"/>
                  </a:lnTo>
                  <a:lnTo>
                    <a:pt x="402" y="26"/>
                  </a:lnTo>
                  <a:lnTo>
                    <a:pt x="396" y="26"/>
                  </a:lnTo>
                  <a:lnTo>
                    <a:pt x="389" y="26"/>
                  </a:lnTo>
                  <a:lnTo>
                    <a:pt x="389" y="20"/>
                  </a:lnTo>
                  <a:lnTo>
                    <a:pt x="383" y="20"/>
                  </a:lnTo>
                  <a:lnTo>
                    <a:pt x="376" y="20"/>
                  </a:lnTo>
                  <a:lnTo>
                    <a:pt x="370" y="13"/>
                  </a:lnTo>
                  <a:lnTo>
                    <a:pt x="363" y="13"/>
                  </a:lnTo>
                  <a:lnTo>
                    <a:pt x="360" y="13"/>
                  </a:lnTo>
                  <a:lnTo>
                    <a:pt x="354" y="13"/>
                  </a:lnTo>
                  <a:lnTo>
                    <a:pt x="347" y="7"/>
                  </a:lnTo>
                  <a:lnTo>
                    <a:pt x="341" y="7"/>
                  </a:lnTo>
                  <a:lnTo>
                    <a:pt x="334" y="7"/>
                  </a:lnTo>
                  <a:lnTo>
                    <a:pt x="328" y="7"/>
                  </a:lnTo>
                  <a:lnTo>
                    <a:pt x="325" y="7"/>
                  </a:lnTo>
                  <a:lnTo>
                    <a:pt x="318" y="7"/>
                  </a:lnTo>
                  <a:lnTo>
                    <a:pt x="312" y="7"/>
                  </a:lnTo>
                  <a:lnTo>
                    <a:pt x="305" y="0"/>
                  </a:lnTo>
                  <a:lnTo>
                    <a:pt x="299" y="0"/>
                  </a:lnTo>
                  <a:lnTo>
                    <a:pt x="292" y="0"/>
                  </a:lnTo>
                  <a:lnTo>
                    <a:pt x="286" y="0"/>
                  </a:lnTo>
                  <a:lnTo>
                    <a:pt x="282" y="0"/>
                  </a:lnTo>
                  <a:lnTo>
                    <a:pt x="276" y="0"/>
                  </a:lnTo>
                  <a:lnTo>
                    <a:pt x="269" y="0"/>
                  </a:lnTo>
                  <a:lnTo>
                    <a:pt x="269" y="7"/>
                  </a:lnTo>
                  <a:lnTo>
                    <a:pt x="263" y="7"/>
                  </a:lnTo>
                  <a:lnTo>
                    <a:pt x="256" y="7"/>
                  </a:lnTo>
                  <a:lnTo>
                    <a:pt x="250" y="7"/>
                  </a:lnTo>
                  <a:lnTo>
                    <a:pt x="244" y="7"/>
                  </a:lnTo>
                  <a:lnTo>
                    <a:pt x="240" y="7"/>
                  </a:lnTo>
                  <a:lnTo>
                    <a:pt x="234" y="7"/>
                  </a:lnTo>
                  <a:lnTo>
                    <a:pt x="227" y="13"/>
                  </a:lnTo>
                  <a:lnTo>
                    <a:pt x="221" y="13"/>
                  </a:lnTo>
                  <a:lnTo>
                    <a:pt x="214" y="13"/>
                  </a:lnTo>
                  <a:lnTo>
                    <a:pt x="208" y="13"/>
                  </a:lnTo>
                  <a:lnTo>
                    <a:pt x="205" y="20"/>
                  </a:lnTo>
                  <a:lnTo>
                    <a:pt x="198" y="20"/>
                  </a:lnTo>
                  <a:lnTo>
                    <a:pt x="192" y="20"/>
                  </a:lnTo>
                  <a:lnTo>
                    <a:pt x="185" y="26"/>
                  </a:lnTo>
                  <a:lnTo>
                    <a:pt x="179" y="26"/>
                  </a:lnTo>
                  <a:lnTo>
                    <a:pt x="172" y="26"/>
                  </a:lnTo>
                  <a:lnTo>
                    <a:pt x="172" y="33"/>
                  </a:lnTo>
                  <a:lnTo>
                    <a:pt x="166" y="33"/>
                  </a:lnTo>
                  <a:lnTo>
                    <a:pt x="162" y="33"/>
                  </a:lnTo>
                  <a:lnTo>
                    <a:pt x="162" y="39"/>
                  </a:lnTo>
                  <a:lnTo>
                    <a:pt x="156" y="39"/>
                  </a:lnTo>
                  <a:lnTo>
                    <a:pt x="150" y="39"/>
                  </a:lnTo>
                  <a:lnTo>
                    <a:pt x="150" y="43"/>
                  </a:lnTo>
                  <a:lnTo>
                    <a:pt x="143" y="43"/>
                  </a:lnTo>
                  <a:lnTo>
                    <a:pt x="137" y="49"/>
                  </a:lnTo>
                  <a:lnTo>
                    <a:pt x="130" y="49"/>
                  </a:lnTo>
                  <a:lnTo>
                    <a:pt x="127" y="55"/>
                  </a:lnTo>
                  <a:lnTo>
                    <a:pt x="120" y="62"/>
                  </a:lnTo>
                  <a:lnTo>
                    <a:pt x="114" y="68"/>
                  </a:lnTo>
                  <a:lnTo>
                    <a:pt x="107" y="68"/>
                  </a:lnTo>
                  <a:lnTo>
                    <a:pt x="107" y="75"/>
                  </a:lnTo>
                  <a:lnTo>
                    <a:pt x="101" y="75"/>
                  </a:lnTo>
                  <a:lnTo>
                    <a:pt x="101" y="81"/>
                  </a:lnTo>
                  <a:lnTo>
                    <a:pt x="94" y="81"/>
                  </a:lnTo>
                  <a:lnTo>
                    <a:pt x="94" y="85"/>
                  </a:lnTo>
                  <a:lnTo>
                    <a:pt x="88" y="85"/>
                  </a:lnTo>
                  <a:lnTo>
                    <a:pt x="85" y="91"/>
                  </a:lnTo>
                  <a:lnTo>
                    <a:pt x="78" y="98"/>
                  </a:lnTo>
                  <a:lnTo>
                    <a:pt x="72" y="104"/>
                  </a:lnTo>
                  <a:lnTo>
                    <a:pt x="65" y="111"/>
                  </a:lnTo>
                  <a:lnTo>
                    <a:pt x="65" y="117"/>
                  </a:lnTo>
                  <a:lnTo>
                    <a:pt x="59" y="117"/>
                  </a:lnTo>
                  <a:lnTo>
                    <a:pt x="59" y="120"/>
                  </a:lnTo>
                  <a:lnTo>
                    <a:pt x="52" y="127"/>
                  </a:lnTo>
                  <a:lnTo>
                    <a:pt x="52" y="133"/>
                  </a:lnTo>
                  <a:lnTo>
                    <a:pt x="46" y="133"/>
                  </a:lnTo>
                  <a:lnTo>
                    <a:pt x="46" y="140"/>
                  </a:lnTo>
                  <a:lnTo>
                    <a:pt x="43" y="146"/>
                  </a:lnTo>
                  <a:lnTo>
                    <a:pt x="43" y="153"/>
                  </a:lnTo>
                  <a:lnTo>
                    <a:pt x="36" y="159"/>
                  </a:lnTo>
                  <a:lnTo>
                    <a:pt x="36" y="162"/>
                  </a:lnTo>
                  <a:lnTo>
                    <a:pt x="30" y="169"/>
                  </a:lnTo>
                  <a:lnTo>
                    <a:pt x="30" y="175"/>
                  </a:lnTo>
                  <a:lnTo>
                    <a:pt x="23" y="182"/>
                  </a:lnTo>
                  <a:lnTo>
                    <a:pt x="23" y="188"/>
                  </a:lnTo>
                  <a:lnTo>
                    <a:pt x="17" y="195"/>
                  </a:lnTo>
                  <a:lnTo>
                    <a:pt x="17" y="201"/>
                  </a:lnTo>
                  <a:lnTo>
                    <a:pt x="17" y="204"/>
                  </a:lnTo>
                  <a:lnTo>
                    <a:pt x="10" y="211"/>
                  </a:lnTo>
                  <a:lnTo>
                    <a:pt x="10" y="217"/>
                  </a:lnTo>
                  <a:lnTo>
                    <a:pt x="10" y="224"/>
                  </a:lnTo>
                  <a:lnTo>
                    <a:pt x="10" y="230"/>
                  </a:lnTo>
                  <a:lnTo>
                    <a:pt x="7" y="230"/>
                  </a:lnTo>
                  <a:lnTo>
                    <a:pt x="7" y="237"/>
                  </a:lnTo>
                  <a:lnTo>
                    <a:pt x="7" y="240"/>
                  </a:lnTo>
                  <a:lnTo>
                    <a:pt x="7" y="247"/>
                  </a:lnTo>
                  <a:lnTo>
                    <a:pt x="7" y="253"/>
                  </a:lnTo>
                  <a:lnTo>
                    <a:pt x="7" y="260"/>
                  </a:lnTo>
                  <a:lnTo>
                    <a:pt x="7" y="266"/>
                  </a:lnTo>
                  <a:lnTo>
                    <a:pt x="7" y="273"/>
                  </a:lnTo>
                  <a:lnTo>
                    <a:pt x="0" y="273"/>
                  </a:lnTo>
                  <a:lnTo>
                    <a:pt x="0" y="279"/>
                  </a:lnTo>
                  <a:lnTo>
                    <a:pt x="0" y="282"/>
                  </a:lnTo>
                  <a:lnTo>
                    <a:pt x="0" y="289"/>
                  </a:lnTo>
                  <a:lnTo>
                    <a:pt x="0" y="295"/>
                  </a:lnTo>
                  <a:lnTo>
                    <a:pt x="0" y="302"/>
                  </a:lnTo>
                  <a:lnTo>
                    <a:pt x="0" y="308"/>
                  </a:lnTo>
                  <a:lnTo>
                    <a:pt x="0" y="315"/>
                  </a:lnTo>
                  <a:lnTo>
                    <a:pt x="0" y="318"/>
                  </a:lnTo>
                  <a:lnTo>
                    <a:pt x="7" y="324"/>
                  </a:lnTo>
                  <a:lnTo>
                    <a:pt x="7" y="331"/>
                  </a:lnTo>
                  <a:lnTo>
                    <a:pt x="7" y="337"/>
                  </a:lnTo>
                  <a:lnTo>
                    <a:pt x="7" y="344"/>
                  </a:lnTo>
                  <a:lnTo>
                    <a:pt x="7" y="350"/>
                  </a:lnTo>
                  <a:lnTo>
                    <a:pt x="7" y="357"/>
                  </a:lnTo>
                  <a:lnTo>
                    <a:pt x="7" y="360"/>
                  </a:lnTo>
                  <a:lnTo>
                    <a:pt x="10" y="360"/>
                  </a:lnTo>
                  <a:lnTo>
                    <a:pt x="10" y="366"/>
                  </a:lnTo>
                  <a:lnTo>
                    <a:pt x="10" y="373"/>
                  </a:lnTo>
                  <a:lnTo>
                    <a:pt x="10" y="379"/>
                  </a:lnTo>
                  <a:lnTo>
                    <a:pt x="17" y="386"/>
                  </a:lnTo>
                  <a:lnTo>
                    <a:pt x="17" y="392"/>
                  </a:lnTo>
                  <a:lnTo>
                    <a:pt x="17" y="399"/>
                  </a:lnTo>
                  <a:lnTo>
                    <a:pt x="23" y="402"/>
                  </a:lnTo>
                  <a:lnTo>
                    <a:pt x="23" y="409"/>
                  </a:lnTo>
                  <a:lnTo>
                    <a:pt x="30" y="415"/>
                  </a:lnTo>
                  <a:lnTo>
                    <a:pt x="30" y="422"/>
                  </a:lnTo>
                  <a:lnTo>
                    <a:pt x="30" y="428"/>
                  </a:lnTo>
                  <a:lnTo>
                    <a:pt x="36" y="428"/>
                  </a:lnTo>
                  <a:lnTo>
                    <a:pt x="36" y="434"/>
                  </a:lnTo>
                  <a:lnTo>
                    <a:pt x="36" y="438"/>
                  </a:lnTo>
                  <a:lnTo>
                    <a:pt x="43" y="438"/>
                  </a:lnTo>
                  <a:lnTo>
                    <a:pt x="43" y="444"/>
                  </a:lnTo>
                  <a:lnTo>
                    <a:pt x="43" y="451"/>
                  </a:lnTo>
                  <a:lnTo>
                    <a:pt x="46" y="451"/>
                  </a:lnTo>
                  <a:lnTo>
                    <a:pt x="46" y="457"/>
                  </a:lnTo>
                  <a:lnTo>
                    <a:pt x="52" y="457"/>
                  </a:lnTo>
                  <a:lnTo>
                    <a:pt x="52" y="464"/>
                  </a:lnTo>
                  <a:lnTo>
                    <a:pt x="59" y="470"/>
                  </a:lnTo>
                  <a:lnTo>
                    <a:pt x="59" y="477"/>
                  </a:lnTo>
                  <a:lnTo>
                    <a:pt x="65" y="480"/>
                  </a:lnTo>
                  <a:lnTo>
                    <a:pt x="72" y="486"/>
                  </a:lnTo>
                  <a:lnTo>
                    <a:pt x="78" y="493"/>
                  </a:lnTo>
                  <a:lnTo>
                    <a:pt x="85" y="499"/>
                  </a:lnTo>
                  <a:lnTo>
                    <a:pt x="85" y="506"/>
                  </a:lnTo>
                  <a:lnTo>
                    <a:pt x="88" y="506"/>
                  </a:lnTo>
                  <a:lnTo>
                    <a:pt x="94" y="512"/>
                  </a:lnTo>
                  <a:lnTo>
                    <a:pt x="101" y="515"/>
                  </a:lnTo>
                  <a:lnTo>
                    <a:pt x="107" y="522"/>
                  </a:lnTo>
                  <a:lnTo>
                    <a:pt x="114" y="528"/>
                  </a:lnTo>
                  <a:lnTo>
                    <a:pt x="120" y="528"/>
                  </a:lnTo>
                  <a:lnTo>
                    <a:pt x="120" y="535"/>
                  </a:lnTo>
                  <a:lnTo>
                    <a:pt x="127" y="535"/>
                  </a:lnTo>
                  <a:lnTo>
                    <a:pt x="130" y="541"/>
                  </a:lnTo>
                  <a:lnTo>
                    <a:pt x="137" y="541"/>
                  </a:lnTo>
                  <a:lnTo>
                    <a:pt x="137" y="548"/>
                  </a:lnTo>
                  <a:lnTo>
                    <a:pt x="143" y="548"/>
                  </a:lnTo>
                  <a:lnTo>
                    <a:pt x="150" y="548"/>
                  </a:lnTo>
                  <a:lnTo>
                    <a:pt x="150" y="554"/>
                  </a:lnTo>
                  <a:lnTo>
                    <a:pt x="156" y="554"/>
                  </a:lnTo>
                  <a:lnTo>
                    <a:pt x="162" y="558"/>
                  </a:lnTo>
                  <a:lnTo>
                    <a:pt x="166" y="558"/>
                  </a:lnTo>
                  <a:lnTo>
                    <a:pt x="172" y="564"/>
                  </a:lnTo>
                  <a:lnTo>
                    <a:pt x="179" y="564"/>
                  </a:lnTo>
                  <a:lnTo>
                    <a:pt x="185" y="564"/>
                  </a:lnTo>
                  <a:lnTo>
                    <a:pt x="185" y="571"/>
                  </a:lnTo>
                  <a:lnTo>
                    <a:pt x="192" y="571"/>
                  </a:lnTo>
                  <a:lnTo>
                    <a:pt x="198" y="571"/>
                  </a:lnTo>
                  <a:lnTo>
                    <a:pt x="205" y="571"/>
                  </a:lnTo>
                  <a:lnTo>
                    <a:pt x="205" y="577"/>
                  </a:lnTo>
                  <a:lnTo>
                    <a:pt x="208" y="577"/>
                  </a:lnTo>
                  <a:lnTo>
                    <a:pt x="214" y="577"/>
                  </a:lnTo>
                  <a:lnTo>
                    <a:pt x="221" y="577"/>
                  </a:lnTo>
                  <a:lnTo>
                    <a:pt x="227" y="583"/>
                  </a:lnTo>
                  <a:lnTo>
                    <a:pt x="234" y="583"/>
                  </a:lnTo>
                  <a:lnTo>
                    <a:pt x="240" y="583"/>
                  </a:lnTo>
                  <a:lnTo>
                    <a:pt x="244" y="583"/>
                  </a:lnTo>
                  <a:lnTo>
                    <a:pt x="250" y="583"/>
                  </a:lnTo>
                  <a:lnTo>
                    <a:pt x="256" y="590"/>
                  </a:lnTo>
                  <a:lnTo>
                    <a:pt x="263" y="590"/>
                  </a:lnTo>
                  <a:lnTo>
                    <a:pt x="269" y="590"/>
                  </a:lnTo>
                  <a:lnTo>
                    <a:pt x="276" y="590"/>
                  </a:lnTo>
                  <a:lnTo>
                    <a:pt x="282" y="590"/>
                  </a:lnTo>
                  <a:lnTo>
                    <a:pt x="286" y="590"/>
                  </a:lnTo>
                  <a:lnTo>
                    <a:pt x="292" y="590"/>
                  </a:lnTo>
                  <a:lnTo>
                    <a:pt x="299" y="590"/>
                  </a:lnTo>
                  <a:lnTo>
                    <a:pt x="305" y="590"/>
                  </a:lnTo>
                  <a:lnTo>
                    <a:pt x="312" y="590"/>
                  </a:lnTo>
                  <a:lnTo>
                    <a:pt x="318" y="590"/>
                  </a:lnTo>
                  <a:lnTo>
                    <a:pt x="325" y="590"/>
                  </a:lnTo>
                  <a:lnTo>
                    <a:pt x="325" y="583"/>
                  </a:lnTo>
                  <a:lnTo>
                    <a:pt x="328" y="583"/>
                  </a:lnTo>
                  <a:lnTo>
                    <a:pt x="334" y="583"/>
                  </a:lnTo>
                  <a:lnTo>
                    <a:pt x="341" y="583"/>
                  </a:lnTo>
                  <a:lnTo>
                    <a:pt x="347" y="583"/>
                  </a:lnTo>
                  <a:lnTo>
                    <a:pt x="354" y="583"/>
                  </a:lnTo>
                  <a:lnTo>
                    <a:pt x="360" y="577"/>
                  </a:lnTo>
                  <a:lnTo>
                    <a:pt x="363" y="577"/>
                  </a:lnTo>
                  <a:lnTo>
                    <a:pt x="370" y="577"/>
                  </a:lnTo>
                  <a:lnTo>
                    <a:pt x="376" y="577"/>
                  </a:lnTo>
                  <a:lnTo>
                    <a:pt x="376" y="571"/>
                  </a:lnTo>
                  <a:lnTo>
                    <a:pt x="383" y="571"/>
                  </a:lnTo>
                  <a:lnTo>
                    <a:pt x="389" y="571"/>
                  </a:lnTo>
                  <a:lnTo>
                    <a:pt x="396" y="564"/>
                  </a:lnTo>
                  <a:lnTo>
                    <a:pt x="402" y="564"/>
                  </a:lnTo>
                  <a:lnTo>
                    <a:pt x="406" y="564"/>
                  </a:lnTo>
                  <a:lnTo>
                    <a:pt x="412" y="558"/>
                  </a:lnTo>
                  <a:lnTo>
                    <a:pt x="419" y="558"/>
                  </a:lnTo>
                  <a:lnTo>
                    <a:pt x="425" y="554"/>
                  </a:lnTo>
                  <a:lnTo>
                    <a:pt x="431" y="554"/>
                  </a:lnTo>
                  <a:lnTo>
                    <a:pt x="431" y="548"/>
                  </a:lnTo>
                  <a:lnTo>
                    <a:pt x="438" y="548"/>
                  </a:lnTo>
                  <a:lnTo>
                    <a:pt x="441" y="548"/>
                  </a:lnTo>
                  <a:lnTo>
                    <a:pt x="441" y="541"/>
                  </a:lnTo>
                  <a:lnTo>
                    <a:pt x="448" y="541"/>
                  </a:lnTo>
                  <a:lnTo>
                    <a:pt x="448" y="535"/>
                  </a:lnTo>
                  <a:lnTo>
                    <a:pt x="454" y="535"/>
                  </a:lnTo>
                  <a:lnTo>
                    <a:pt x="461" y="535"/>
                  </a:lnTo>
                  <a:lnTo>
                    <a:pt x="461" y="528"/>
                  </a:lnTo>
                  <a:lnTo>
                    <a:pt x="467" y="528"/>
                  </a:lnTo>
                  <a:lnTo>
                    <a:pt x="474" y="522"/>
                  </a:lnTo>
                  <a:lnTo>
                    <a:pt x="480" y="515"/>
                  </a:lnTo>
                  <a:lnTo>
                    <a:pt x="483" y="512"/>
                  </a:lnTo>
                  <a:lnTo>
                    <a:pt x="490" y="506"/>
                  </a:lnTo>
                  <a:lnTo>
                    <a:pt x="496" y="499"/>
                  </a:lnTo>
                  <a:lnTo>
                    <a:pt x="503" y="493"/>
                  </a:lnTo>
                  <a:lnTo>
                    <a:pt x="509" y="486"/>
                  </a:lnTo>
                  <a:lnTo>
                    <a:pt x="516" y="480"/>
                  </a:lnTo>
                  <a:lnTo>
                    <a:pt x="516" y="477"/>
                  </a:lnTo>
                  <a:lnTo>
                    <a:pt x="522" y="470"/>
                  </a:lnTo>
                  <a:lnTo>
                    <a:pt x="525" y="464"/>
                  </a:lnTo>
                  <a:lnTo>
                    <a:pt x="525" y="457"/>
                  </a:lnTo>
                  <a:lnTo>
                    <a:pt x="532" y="457"/>
                  </a:lnTo>
                  <a:lnTo>
                    <a:pt x="532" y="451"/>
                  </a:lnTo>
                  <a:lnTo>
                    <a:pt x="538" y="444"/>
                  </a:lnTo>
                  <a:lnTo>
                    <a:pt x="538" y="438"/>
                  </a:lnTo>
                  <a:lnTo>
                    <a:pt x="545" y="438"/>
                  </a:lnTo>
                  <a:lnTo>
                    <a:pt x="545" y="434"/>
                  </a:lnTo>
                  <a:lnTo>
                    <a:pt x="545" y="428"/>
                  </a:lnTo>
                  <a:lnTo>
                    <a:pt x="551" y="428"/>
                  </a:lnTo>
                  <a:lnTo>
                    <a:pt x="551" y="422"/>
                  </a:lnTo>
                  <a:lnTo>
                    <a:pt x="551" y="415"/>
                  </a:lnTo>
                  <a:lnTo>
                    <a:pt x="558" y="409"/>
                  </a:lnTo>
                  <a:lnTo>
                    <a:pt x="558" y="402"/>
                  </a:lnTo>
                  <a:lnTo>
                    <a:pt x="558" y="399"/>
                  </a:lnTo>
                  <a:lnTo>
                    <a:pt x="561" y="399"/>
                  </a:lnTo>
                  <a:lnTo>
                    <a:pt x="561" y="392"/>
                  </a:lnTo>
                  <a:lnTo>
                    <a:pt x="561" y="386"/>
                  </a:lnTo>
                  <a:lnTo>
                    <a:pt x="561" y="379"/>
                  </a:lnTo>
                  <a:lnTo>
                    <a:pt x="568" y="379"/>
                  </a:lnTo>
                  <a:lnTo>
                    <a:pt x="568" y="373"/>
                  </a:lnTo>
                  <a:lnTo>
                    <a:pt x="568" y="366"/>
                  </a:lnTo>
                  <a:lnTo>
                    <a:pt x="568" y="360"/>
                  </a:lnTo>
                  <a:lnTo>
                    <a:pt x="574" y="357"/>
                  </a:lnTo>
                  <a:lnTo>
                    <a:pt x="574" y="350"/>
                  </a:lnTo>
                  <a:lnTo>
                    <a:pt x="574" y="344"/>
                  </a:lnTo>
                  <a:lnTo>
                    <a:pt x="574" y="337"/>
                  </a:lnTo>
                  <a:lnTo>
                    <a:pt x="574" y="331"/>
                  </a:lnTo>
                  <a:lnTo>
                    <a:pt x="574" y="324"/>
                  </a:lnTo>
                  <a:lnTo>
                    <a:pt x="574" y="318"/>
                  </a:lnTo>
                  <a:lnTo>
                    <a:pt x="574" y="315"/>
                  </a:lnTo>
                  <a:lnTo>
                    <a:pt x="581" y="308"/>
                  </a:lnTo>
                  <a:lnTo>
                    <a:pt x="581" y="302"/>
                  </a:lnTo>
                  <a:lnTo>
                    <a:pt x="581" y="295"/>
                  </a:lnTo>
                  <a:close/>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190" name="Freeform 36">
              <a:extLst>
                <a:ext uri="{FF2B5EF4-FFF2-40B4-BE49-F238E27FC236}">
                  <a16:creationId xmlns:a16="http://schemas.microsoft.com/office/drawing/2014/main" id="{A91DE8E6-8F25-3947-BE66-93AF66EFE59E}"/>
                </a:ext>
              </a:extLst>
            </p:cNvPr>
            <p:cNvSpPr>
              <a:spLocks/>
            </p:cNvSpPr>
            <p:nvPr/>
          </p:nvSpPr>
          <p:spPr bwMode="auto">
            <a:xfrm>
              <a:off x="3757" y="2476"/>
              <a:ext cx="726" cy="1390"/>
            </a:xfrm>
            <a:custGeom>
              <a:avLst/>
              <a:gdLst>
                <a:gd name="T0" fmla="*/ 703 w 726"/>
                <a:gd name="T1" fmla="*/ 130 h 1390"/>
                <a:gd name="T2" fmla="*/ 670 w 726"/>
                <a:gd name="T3" fmla="*/ 84 h 1390"/>
                <a:gd name="T4" fmla="*/ 635 w 726"/>
                <a:gd name="T5" fmla="*/ 45 h 1390"/>
                <a:gd name="T6" fmla="*/ 599 w 726"/>
                <a:gd name="T7" fmla="*/ 23 h 1390"/>
                <a:gd name="T8" fmla="*/ 564 w 726"/>
                <a:gd name="T9" fmla="*/ 10 h 1390"/>
                <a:gd name="T10" fmla="*/ 528 w 726"/>
                <a:gd name="T11" fmla="*/ 6 h 1390"/>
                <a:gd name="T12" fmla="*/ 492 w 726"/>
                <a:gd name="T13" fmla="*/ 6 h 1390"/>
                <a:gd name="T14" fmla="*/ 457 w 726"/>
                <a:gd name="T15" fmla="*/ 10 h 1390"/>
                <a:gd name="T16" fmla="*/ 421 w 726"/>
                <a:gd name="T17" fmla="*/ 16 h 1390"/>
                <a:gd name="T18" fmla="*/ 385 w 726"/>
                <a:gd name="T19" fmla="*/ 42 h 1390"/>
                <a:gd name="T20" fmla="*/ 353 w 726"/>
                <a:gd name="T21" fmla="*/ 65 h 1390"/>
                <a:gd name="T22" fmla="*/ 324 w 726"/>
                <a:gd name="T23" fmla="*/ 87 h 1390"/>
                <a:gd name="T24" fmla="*/ 301 w 726"/>
                <a:gd name="T25" fmla="*/ 120 h 1390"/>
                <a:gd name="T26" fmla="*/ 275 w 726"/>
                <a:gd name="T27" fmla="*/ 149 h 1390"/>
                <a:gd name="T28" fmla="*/ 259 w 726"/>
                <a:gd name="T29" fmla="*/ 178 h 1390"/>
                <a:gd name="T30" fmla="*/ 233 w 726"/>
                <a:gd name="T31" fmla="*/ 207 h 1390"/>
                <a:gd name="T32" fmla="*/ 210 w 726"/>
                <a:gd name="T33" fmla="*/ 243 h 1390"/>
                <a:gd name="T34" fmla="*/ 188 w 726"/>
                <a:gd name="T35" fmla="*/ 282 h 1390"/>
                <a:gd name="T36" fmla="*/ 162 w 726"/>
                <a:gd name="T37" fmla="*/ 317 h 1390"/>
                <a:gd name="T38" fmla="*/ 145 w 726"/>
                <a:gd name="T39" fmla="*/ 340 h 1390"/>
                <a:gd name="T40" fmla="*/ 126 w 726"/>
                <a:gd name="T41" fmla="*/ 369 h 1390"/>
                <a:gd name="T42" fmla="*/ 110 w 726"/>
                <a:gd name="T43" fmla="*/ 395 h 1390"/>
                <a:gd name="T44" fmla="*/ 90 w 726"/>
                <a:gd name="T45" fmla="*/ 424 h 1390"/>
                <a:gd name="T46" fmla="*/ 68 w 726"/>
                <a:gd name="T47" fmla="*/ 453 h 1390"/>
                <a:gd name="T48" fmla="*/ 55 w 726"/>
                <a:gd name="T49" fmla="*/ 483 h 1390"/>
                <a:gd name="T50" fmla="*/ 35 w 726"/>
                <a:gd name="T51" fmla="*/ 515 h 1390"/>
                <a:gd name="T52" fmla="*/ 26 w 726"/>
                <a:gd name="T53" fmla="*/ 551 h 1390"/>
                <a:gd name="T54" fmla="*/ 13 w 726"/>
                <a:gd name="T55" fmla="*/ 580 h 1390"/>
                <a:gd name="T56" fmla="*/ 6 w 726"/>
                <a:gd name="T57" fmla="*/ 615 h 1390"/>
                <a:gd name="T58" fmla="*/ 0 w 726"/>
                <a:gd name="T59" fmla="*/ 651 h 1390"/>
                <a:gd name="T60" fmla="*/ 0 w 726"/>
                <a:gd name="T61" fmla="*/ 687 h 1390"/>
                <a:gd name="T62" fmla="*/ 0 w 726"/>
                <a:gd name="T63" fmla="*/ 722 h 1390"/>
                <a:gd name="T64" fmla="*/ 0 w 726"/>
                <a:gd name="T65" fmla="*/ 758 h 1390"/>
                <a:gd name="T66" fmla="*/ 13 w 726"/>
                <a:gd name="T67" fmla="*/ 797 h 1390"/>
                <a:gd name="T68" fmla="*/ 19 w 726"/>
                <a:gd name="T69" fmla="*/ 832 h 1390"/>
                <a:gd name="T70" fmla="*/ 35 w 726"/>
                <a:gd name="T71" fmla="*/ 868 h 1390"/>
                <a:gd name="T72" fmla="*/ 55 w 726"/>
                <a:gd name="T73" fmla="*/ 904 h 1390"/>
                <a:gd name="T74" fmla="*/ 74 w 726"/>
                <a:gd name="T75" fmla="*/ 939 h 1390"/>
                <a:gd name="T76" fmla="*/ 90 w 726"/>
                <a:gd name="T77" fmla="*/ 962 h 1390"/>
                <a:gd name="T78" fmla="*/ 110 w 726"/>
                <a:gd name="T79" fmla="*/ 998 h 1390"/>
                <a:gd name="T80" fmla="*/ 132 w 726"/>
                <a:gd name="T81" fmla="*/ 1030 h 1390"/>
                <a:gd name="T82" fmla="*/ 155 w 726"/>
                <a:gd name="T83" fmla="*/ 1066 h 1390"/>
                <a:gd name="T84" fmla="*/ 181 w 726"/>
                <a:gd name="T85" fmla="*/ 1095 h 1390"/>
                <a:gd name="T86" fmla="*/ 197 w 726"/>
                <a:gd name="T87" fmla="*/ 1118 h 1390"/>
                <a:gd name="T88" fmla="*/ 217 w 726"/>
                <a:gd name="T89" fmla="*/ 1150 h 1390"/>
                <a:gd name="T90" fmla="*/ 233 w 726"/>
                <a:gd name="T91" fmla="*/ 1173 h 1390"/>
                <a:gd name="T92" fmla="*/ 252 w 726"/>
                <a:gd name="T93" fmla="*/ 1202 h 1390"/>
                <a:gd name="T94" fmla="*/ 275 w 726"/>
                <a:gd name="T95" fmla="*/ 1237 h 1390"/>
                <a:gd name="T96" fmla="*/ 301 w 726"/>
                <a:gd name="T97" fmla="*/ 1273 h 1390"/>
                <a:gd name="T98" fmla="*/ 330 w 726"/>
                <a:gd name="T99" fmla="*/ 1305 h 1390"/>
                <a:gd name="T100" fmla="*/ 359 w 726"/>
                <a:gd name="T101" fmla="*/ 1335 h 1390"/>
                <a:gd name="T102" fmla="*/ 389 w 726"/>
                <a:gd name="T103" fmla="*/ 1351 h 1390"/>
                <a:gd name="T104" fmla="*/ 427 w 726"/>
                <a:gd name="T105" fmla="*/ 1370 h 1390"/>
                <a:gd name="T106" fmla="*/ 463 w 726"/>
                <a:gd name="T107" fmla="*/ 1383 h 1390"/>
                <a:gd name="T108" fmla="*/ 499 w 726"/>
                <a:gd name="T109" fmla="*/ 1390 h 1390"/>
                <a:gd name="T110" fmla="*/ 534 w 726"/>
                <a:gd name="T111" fmla="*/ 1383 h 1390"/>
                <a:gd name="T112" fmla="*/ 570 w 726"/>
                <a:gd name="T113" fmla="*/ 1377 h 1390"/>
                <a:gd name="T114" fmla="*/ 606 w 726"/>
                <a:gd name="T115" fmla="*/ 1357 h 1390"/>
                <a:gd name="T116" fmla="*/ 641 w 726"/>
                <a:gd name="T117" fmla="*/ 1335 h 1390"/>
                <a:gd name="T118" fmla="*/ 677 w 726"/>
                <a:gd name="T119" fmla="*/ 1305 h 1390"/>
                <a:gd name="T120" fmla="*/ 706 w 726"/>
                <a:gd name="T121" fmla="*/ 1250 h 139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26" h="1390">
                  <a:moveTo>
                    <a:pt x="726" y="191"/>
                  </a:moveTo>
                  <a:lnTo>
                    <a:pt x="719" y="172"/>
                  </a:lnTo>
                  <a:lnTo>
                    <a:pt x="713" y="162"/>
                  </a:lnTo>
                  <a:lnTo>
                    <a:pt x="706" y="149"/>
                  </a:lnTo>
                  <a:lnTo>
                    <a:pt x="706" y="136"/>
                  </a:lnTo>
                  <a:lnTo>
                    <a:pt x="703" y="130"/>
                  </a:lnTo>
                  <a:lnTo>
                    <a:pt x="696" y="120"/>
                  </a:lnTo>
                  <a:lnTo>
                    <a:pt x="690" y="107"/>
                  </a:lnTo>
                  <a:lnTo>
                    <a:pt x="683" y="100"/>
                  </a:lnTo>
                  <a:lnTo>
                    <a:pt x="683" y="94"/>
                  </a:lnTo>
                  <a:lnTo>
                    <a:pt x="677" y="87"/>
                  </a:lnTo>
                  <a:lnTo>
                    <a:pt x="670" y="84"/>
                  </a:lnTo>
                  <a:lnTo>
                    <a:pt x="667" y="71"/>
                  </a:lnTo>
                  <a:lnTo>
                    <a:pt x="661" y="65"/>
                  </a:lnTo>
                  <a:lnTo>
                    <a:pt x="654" y="65"/>
                  </a:lnTo>
                  <a:lnTo>
                    <a:pt x="648" y="58"/>
                  </a:lnTo>
                  <a:lnTo>
                    <a:pt x="641" y="52"/>
                  </a:lnTo>
                  <a:lnTo>
                    <a:pt x="635" y="45"/>
                  </a:lnTo>
                  <a:lnTo>
                    <a:pt x="628" y="42"/>
                  </a:lnTo>
                  <a:lnTo>
                    <a:pt x="625" y="42"/>
                  </a:lnTo>
                  <a:lnTo>
                    <a:pt x="619" y="36"/>
                  </a:lnTo>
                  <a:lnTo>
                    <a:pt x="612" y="29"/>
                  </a:lnTo>
                  <a:lnTo>
                    <a:pt x="606" y="29"/>
                  </a:lnTo>
                  <a:lnTo>
                    <a:pt x="599" y="23"/>
                  </a:lnTo>
                  <a:lnTo>
                    <a:pt x="593" y="23"/>
                  </a:lnTo>
                  <a:lnTo>
                    <a:pt x="586" y="16"/>
                  </a:lnTo>
                  <a:lnTo>
                    <a:pt x="583" y="16"/>
                  </a:lnTo>
                  <a:lnTo>
                    <a:pt x="576" y="10"/>
                  </a:lnTo>
                  <a:lnTo>
                    <a:pt x="570" y="10"/>
                  </a:lnTo>
                  <a:lnTo>
                    <a:pt x="564" y="10"/>
                  </a:lnTo>
                  <a:lnTo>
                    <a:pt x="557" y="10"/>
                  </a:lnTo>
                  <a:lnTo>
                    <a:pt x="551" y="6"/>
                  </a:lnTo>
                  <a:lnTo>
                    <a:pt x="547" y="6"/>
                  </a:lnTo>
                  <a:lnTo>
                    <a:pt x="541" y="6"/>
                  </a:lnTo>
                  <a:lnTo>
                    <a:pt x="534" y="6"/>
                  </a:lnTo>
                  <a:lnTo>
                    <a:pt x="528" y="6"/>
                  </a:lnTo>
                  <a:lnTo>
                    <a:pt x="521" y="6"/>
                  </a:lnTo>
                  <a:lnTo>
                    <a:pt x="515" y="0"/>
                  </a:lnTo>
                  <a:lnTo>
                    <a:pt x="508" y="0"/>
                  </a:lnTo>
                  <a:lnTo>
                    <a:pt x="505" y="0"/>
                  </a:lnTo>
                  <a:lnTo>
                    <a:pt x="499" y="0"/>
                  </a:lnTo>
                  <a:lnTo>
                    <a:pt x="492" y="6"/>
                  </a:lnTo>
                  <a:lnTo>
                    <a:pt x="486" y="6"/>
                  </a:lnTo>
                  <a:lnTo>
                    <a:pt x="479" y="6"/>
                  </a:lnTo>
                  <a:lnTo>
                    <a:pt x="473" y="6"/>
                  </a:lnTo>
                  <a:lnTo>
                    <a:pt x="470" y="6"/>
                  </a:lnTo>
                  <a:lnTo>
                    <a:pt x="463" y="6"/>
                  </a:lnTo>
                  <a:lnTo>
                    <a:pt x="457" y="10"/>
                  </a:lnTo>
                  <a:lnTo>
                    <a:pt x="450" y="10"/>
                  </a:lnTo>
                  <a:lnTo>
                    <a:pt x="444" y="10"/>
                  </a:lnTo>
                  <a:lnTo>
                    <a:pt x="437" y="10"/>
                  </a:lnTo>
                  <a:lnTo>
                    <a:pt x="431" y="16"/>
                  </a:lnTo>
                  <a:lnTo>
                    <a:pt x="427" y="16"/>
                  </a:lnTo>
                  <a:lnTo>
                    <a:pt x="421" y="16"/>
                  </a:lnTo>
                  <a:lnTo>
                    <a:pt x="414" y="23"/>
                  </a:lnTo>
                  <a:lnTo>
                    <a:pt x="408" y="29"/>
                  </a:lnTo>
                  <a:lnTo>
                    <a:pt x="401" y="29"/>
                  </a:lnTo>
                  <a:lnTo>
                    <a:pt x="395" y="36"/>
                  </a:lnTo>
                  <a:lnTo>
                    <a:pt x="389" y="36"/>
                  </a:lnTo>
                  <a:lnTo>
                    <a:pt x="385" y="42"/>
                  </a:lnTo>
                  <a:lnTo>
                    <a:pt x="379" y="45"/>
                  </a:lnTo>
                  <a:lnTo>
                    <a:pt x="372" y="45"/>
                  </a:lnTo>
                  <a:lnTo>
                    <a:pt x="366" y="52"/>
                  </a:lnTo>
                  <a:lnTo>
                    <a:pt x="359" y="52"/>
                  </a:lnTo>
                  <a:lnTo>
                    <a:pt x="359" y="58"/>
                  </a:lnTo>
                  <a:lnTo>
                    <a:pt x="353" y="65"/>
                  </a:lnTo>
                  <a:lnTo>
                    <a:pt x="350" y="65"/>
                  </a:lnTo>
                  <a:lnTo>
                    <a:pt x="343" y="71"/>
                  </a:lnTo>
                  <a:lnTo>
                    <a:pt x="337" y="78"/>
                  </a:lnTo>
                  <a:lnTo>
                    <a:pt x="330" y="84"/>
                  </a:lnTo>
                  <a:lnTo>
                    <a:pt x="330" y="87"/>
                  </a:lnTo>
                  <a:lnTo>
                    <a:pt x="324" y="87"/>
                  </a:lnTo>
                  <a:lnTo>
                    <a:pt x="317" y="94"/>
                  </a:lnTo>
                  <a:lnTo>
                    <a:pt x="317" y="100"/>
                  </a:lnTo>
                  <a:lnTo>
                    <a:pt x="311" y="100"/>
                  </a:lnTo>
                  <a:lnTo>
                    <a:pt x="307" y="107"/>
                  </a:lnTo>
                  <a:lnTo>
                    <a:pt x="307" y="113"/>
                  </a:lnTo>
                  <a:lnTo>
                    <a:pt x="301" y="120"/>
                  </a:lnTo>
                  <a:lnTo>
                    <a:pt x="295" y="123"/>
                  </a:lnTo>
                  <a:lnTo>
                    <a:pt x="288" y="130"/>
                  </a:lnTo>
                  <a:lnTo>
                    <a:pt x="288" y="136"/>
                  </a:lnTo>
                  <a:lnTo>
                    <a:pt x="282" y="136"/>
                  </a:lnTo>
                  <a:lnTo>
                    <a:pt x="282" y="143"/>
                  </a:lnTo>
                  <a:lnTo>
                    <a:pt x="275" y="149"/>
                  </a:lnTo>
                  <a:lnTo>
                    <a:pt x="275" y="155"/>
                  </a:lnTo>
                  <a:lnTo>
                    <a:pt x="272" y="155"/>
                  </a:lnTo>
                  <a:lnTo>
                    <a:pt x="265" y="162"/>
                  </a:lnTo>
                  <a:lnTo>
                    <a:pt x="265" y="165"/>
                  </a:lnTo>
                  <a:lnTo>
                    <a:pt x="259" y="172"/>
                  </a:lnTo>
                  <a:lnTo>
                    <a:pt x="259" y="178"/>
                  </a:lnTo>
                  <a:lnTo>
                    <a:pt x="252" y="178"/>
                  </a:lnTo>
                  <a:lnTo>
                    <a:pt x="252" y="185"/>
                  </a:lnTo>
                  <a:lnTo>
                    <a:pt x="246" y="191"/>
                  </a:lnTo>
                  <a:lnTo>
                    <a:pt x="246" y="198"/>
                  </a:lnTo>
                  <a:lnTo>
                    <a:pt x="239" y="204"/>
                  </a:lnTo>
                  <a:lnTo>
                    <a:pt x="233" y="207"/>
                  </a:lnTo>
                  <a:lnTo>
                    <a:pt x="233" y="214"/>
                  </a:lnTo>
                  <a:lnTo>
                    <a:pt x="230" y="220"/>
                  </a:lnTo>
                  <a:lnTo>
                    <a:pt x="223" y="227"/>
                  </a:lnTo>
                  <a:lnTo>
                    <a:pt x="223" y="233"/>
                  </a:lnTo>
                  <a:lnTo>
                    <a:pt x="217" y="240"/>
                  </a:lnTo>
                  <a:lnTo>
                    <a:pt x="210" y="243"/>
                  </a:lnTo>
                  <a:lnTo>
                    <a:pt x="210" y="249"/>
                  </a:lnTo>
                  <a:lnTo>
                    <a:pt x="204" y="256"/>
                  </a:lnTo>
                  <a:lnTo>
                    <a:pt x="197" y="262"/>
                  </a:lnTo>
                  <a:lnTo>
                    <a:pt x="197" y="269"/>
                  </a:lnTo>
                  <a:lnTo>
                    <a:pt x="191" y="275"/>
                  </a:lnTo>
                  <a:lnTo>
                    <a:pt x="188" y="282"/>
                  </a:lnTo>
                  <a:lnTo>
                    <a:pt x="188" y="285"/>
                  </a:lnTo>
                  <a:lnTo>
                    <a:pt x="181" y="292"/>
                  </a:lnTo>
                  <a:lnTo>
                    <a:pt x="175" y="298"/>
                  </a:lnTo>
                  <a:lnTo>
                    <a:pt x="175" y="304"/>
                  </a:lnTo>
                  <a:lnTo>
                    <a:pt x="168" y="311"/>
                  </a:lnTo>
                  <a:lnTo>
                    <a:pt x="162" y="317"/>
                  </a:lnTo>
                  <a:lnTo>
                    <a:pt x="162" y="321"/>
                  </a:lnTo>
                  <a:lnTo>
                    <a:pt x="155" y="321"/>
                  </a:lnTo>
                  <a:lnTo>
                    <a:pt x="155" y="327"/>
                  </a:lnTo>
                  <a:lnTo>
                    <a:pt x="152" y="334"/>
                  </a:lnTo>
                  <a:lnTo>
                    <a:pt x="152" y="340"/>
                  </a:lnTo>
                  <a:lnTo>
                    <a:pt x="145" y="340"/>
                  </a:lnTo>
                  <a:lnTo>
                    <a:pt x="145" y="347"/>
                  </a:lnTo>
                  <a:lnTo>
                    <a:pt x="139" y="353"/>
                  </a:lnTo>
                  <a:lnTo>
                    <a:pt x="139" y="360"/>
                  </a:lnTo>
                  <a:lnTo>
                    <a:pt x="132" y="360"/>
                  </a:lnTo>
                  <a:lnTo>
                    <a:pt x="132" y="363"/>
                  </a:lnTo>
                  <a:lnTo>
                    <a:pt x="126" y="369"/>
                  </a:lnTo>
                  <a:lnTo>
                    <a:pt x="120" y="369"/>
                  </a:lnTo>
                  <a:lnTo>
                    <a:pt x="120" y="376"/>
                  </a:lnTo>
                  <a:lnTo>
                    <a:pt x="113" y="382"/>
                  </a:lnTo>
                  <a:lnTo>
                    <a:pt x="113" y="389"/>
                  </a:lnTo>
                  <a:lnTo>
                    <a:pt x="110" y="389"/>
                  </a:lnTo>
                  <a:lnTo>
                    <a:pt x="110" y="395"/>
                  </a:lnTo>
                  <a:lnTo>
                    <a:pt x="103" y="402"/>
                  </a:lnTo>
                  <a:lnTo>
                    <a:pt x="103" y="405"/>
                  </a:lnTo>
                  <a:lnTo>
                    <a:pt x="97" y="405"/>
                  </a:lnTo>
                  <a:lnTo>
                    <a:pt x="97" y="411"/>
                  </a:lnTo>
                  <a:lnTo>
                    <a:pt x="90" y="418"/>
                  </a:lnTo>
                  <a:lnTo>
                    <a:pt x="90" y="424"/>
                  </a:lnTo>
                  <a:lnTo>
                    <a:pt x="84" y="431"/>
                  </a:lnTo>
                  <a:lnTo>
                    <a:pt x="77" y="437"/>
                  </a:lnTo>
                  <a:lnTo>
                    <a:pt x="77" y="441"/>
                  </a:lnTo>
                  <a:lnTo>
                    <a:pt x="74" y="447"/>
                  </a:lnTo>
                  <a:lnTo>
                    <a:pt x="74" y="453"/>
                  </a:lnTo>
                  <a:lnTo>
                    <a:pt x="68" y="453"/>
                  </a:lnTo>
                  <a:lnTo>
                    <a:pt x="68" y="460"/>
                  </a:lnTo>
                  <a:lnTo>
                    <a:pt x="61" y="466"/>
                  </a:lnTo>
                  <a:lnTo>
                    <a:pt x="61" y="473"/>
                  </a:lnTo>
                  <a:lnTo>
                    <a:pt x="61" y="479"/>
                  </a:lnTo>
                  <a:lnTo>
                    <a:pt x="55" y="479"/>
                  </a:lnTo>
                  <a:lnTo>
                    <a:pt x="55" y="483"/>
                  </a:lnTo>
                  <a:lnTo>
                    <a:pt x="48" y="489"/>
                  </a:lnTo>
                  <a:lnTo>
                    <a:pt x="48" y="496"/>
                  </a:lnTo>
                  <a:lnTo>
                    <a:pt x="42" y="502"/>
                  </a:lnTo>
                  <a:lnTo>
                    <a:pt x="42" y="509"/>
                  </a:lnTo>
                  <a:lnTo>
                    <a:pt x="42" y="515"/>
                  </a:lnTo>
                  <a:lnTo>
                    <a:pt x="35" y="515"/>
                  </a:lnTo>
                  <a:lnTo>
                    <a:pt x="35" y="518"/>
                  </a:lnTo>
                  <a:lnTo>
                    <a:pt x="32" y="525"/>
                  </a:lnTo>
                  <a:lnTo>
                    <a:pt x="32" y="531"/>
                  </a:lnTo>
                  <a:lnTo>
                    <a:pt x="32" y="538"/>
                  </a:lnTo>
                  <a:lnTo>
                    <a:pt x="26" y="544"/>
                  </a:lnTo>
                  <a:lnTo>
                    <a:pt x="26" y="551"/>
                  </a:lnTo>
                  <a:lnTo>
                    <a:pt x="26" y="557"/>
                  </a:lnTo>
                  <a:lnTo>
                    <a:pt x="19" y="557"/>
                  </a:lnTo>
                  <a:lnTo>
                    <a:pt x="19" y="560"/>
                  </a:lnTo>
                  <a:lnTo>
                    <a:pt x="19" y="567"/>
                  </a:lnTo>
                  <a:lnTo>
                    <a:pt x="19" y="573"/>
                  </a:lnTo>
                  <a:lnTo>
                    <a:pt x="13" y="580"/>
                  </a:lnTo>
                  <a:lnTo>
                    <a:pt x="13" y="586"/>
                  </a:lnTo>
                  <a:lnTo>
                    <a:pt x="13" y="593"/>
                  </a:lnTo>
                  <a:lnTo>
                    <a:pt x="13" y="599"/>
                  </a:lnTo>
                  <a:lnTo>
                    <a:pt x="6" y="602"/>
                  </a:lnTo>
                  <a:lnTo>
                    <a:pt x="6" y="609"/>
                  </a:lnTo>
                  <a:lnTo>
                    <a:pt x="6" y="615"/>
                  </a:lnTo>
                  <a:lnTo>
                    <a:pt x="6" y="622"/>
                  </a:lnTo>
                  <a:lnTo>
                    <a:pt x="6" y="628"/>
                  </a:lnTo>
                  <a:lnTo>
                    <a:pt x="0" y="635"/>
                  </a:lnTo>
                  <a:lnTo>
                    <a:pt x="0" y="638"/>
                  </a:lnTo>
                  <a:lnTo>
                    <a:pt x="0" y="645"/>
                  </a:lnTo>
                  <a:lnTo>
                    <a:pt x="0" y="651"/>
                  </a:lnTo>
                  <a:lnTo>
                    <a:pt x="0" y="658"/>
                  </a:lnTo>
                  <a:lnTo>
                    <a:pt x="0" y="664"/>
                  </a:lnTo>
                  <a:lnTo>
                    <a:pt x="0" y="671"/>
                  </a:lnTo>
                  <a:lnTo>
                    <a:pt x="0" y="677"/>
                  </a:lnTo>
                  <a:lnTo>
                    <a:pt x="0" y="680"/>
                  </a:lnTo>
                  <a:lnTo>
                    <a:pt x="0" y="687"/>
                  </a:lnTo>
                  <a:lnTo>
                    <a:pt x="0" y="693"/>
                  </a:lnTo>
                  <a:lnTo>
                    <a:pt x="0" y="700"/>
                  </a:lnTo>
                  <a:lnTo>
                    <a:pt x="0" y="706"/>
                  </a:lnTo>
                  <a:lnTo>
                    <a:pt x="0" y="713"/>
                  </a:lnTo>
                  <a:lnTo>
                    <a:pt x="0" y="716"/>
                  </a:lnTo>
                  <a:lnTo>
                    <a:pt x="0" y="722"/>
                  </a:lnTo>
                  <a:lnTo>
                    <a:pt x="0" y="729"/>
                  </a:lnTo>
                  <a:lnTo>
                    <a:pt x="0" y="735"/>
                  </a:lnTo>
                  <a:lnTo>
                    <a:pt x="0" y="742"/>
                  </a:lnTo>
                  <a:lnTo>
                    <a:pt x="0" y="748"/>
                  </a:lnTo>
                  <a:lnTo>
                    <a:pt x="0" y="755"/>
                  </a:lnTo>
                  <a:lnTo>
                    <a:pt x="0" y="758"/>
                  </a:lnTo>
                  <a:lnTo>
                    <a:pt x="6" y="764"/>
                  </a:lnTo>
                  <a:lnTo>
                    <a:pt x="6" y="771"/>
                  </a:lnTo>
                  <a:lnTo>
                    <a:pt x="6" y="777"/>
                  </a:lnTo>
                  <a:lnTo>
                    <a:pt x="6" y="784"/>
                  </a:lnTo>
                  <a:lnTo>
                    <a:pt x="13" y="790"/>
                  </a:lnTo>
                  <a:lnTo>
                    <a:pt x="13" y="797"/>
                  </a:lnTo>
                  <a:lnTo>
                    <a:pt x="13" y="800"/>
                  </a:lnTo>
                  <a:lnTo>
                    <a:pt x="13" y="807"/>
                  </a:lnTo>
                  <a:lnTo>
                    <a:pt x="19" y="813"/>
                  </a:lnTo>
                  <a:lnTo>
                    <a:pt x="19" y="820"/>
                  </a:lnTo>
                  <a:lnTo>
                    <a:pt x="19" y="826"/>
                  </a:lnTo>
                  <a:lnTo>
                    <a:pt x="19" y="832"/>
                  </a:lnTo>
                  <a:lnTo>
                    <a:pt x="26" y="836"/>
                  </a:lnTo>
                  <a:lnTo>
                    <a:pt x="26" y="842"/>
                  </a:lnTo>
                  <a:lnTo>
                    <a:pt x="32" y="849"/>
                  </a:lnTo>
                  <a:lnTo>
                    <a:pt x="32" y="855"/>
                  </a:lnTo>
                  <a:lnTo>
                    <a:pt x="32" y="862"/>
                  </a:lnTo>
                  <a:lnTo>
                    <a:pt x="35" y="868"/>
                  </a:lnTo>
                  <a:lnTo>
                    <a:pt x="35" y="875"/>
                  </a:lnTo>
                  <a:lnTo>
                    <a:pt x="42" y="878"/>
                  </a:lnTo>
                  <a:lnTo>
                    <a:pt x="42" y="884"/>
                  </a:lnTo>
                  <a:lnTo>
                    <a:pt x="48" y="891"/>
                  </a:lnTo>
                  <a:lnTo>
                    <a:pt x="48" y="897"/>
                  </a:lnTo>
                  <a:lnTo>
                    <a:pt x="55" y="904"/>
                  </a:lnTo>
                  <a:lnTo>
                    <a:pt x="55" y="910"/>
                  </a:lnTo>
                  <a:lnTo>
                    <a:pt x="61" y="913"/>
                  </a:lnTo>
                  <a:lnTo>
                    <a:pt x="61" y="920"/>
                  </a:lnTo>
                  <a:lnTo>
                    <a:pt x="68" y="926"/>
                  </a:lnTo>
                  <a:lnTo>
                    <a:pt x="68" y="933"/>
                  </a:lnTo>
                  <a:lnTo>
                    <a:pt x="74" y="939"/>
                  </a:lnTo>
                  <a:lnTo>
                    <a:pt x="74" y="946"/>
                  </a:lnTo>
                  <a:lnTo>
                    <a:pt x="77" y="946"/>
                  </a:lnTo>
                  <a:lnTo>
                    <a:pt x="77" y="952"/>
                  </a:lnTo>
                  <a:lnTo>
                    <a:pt x="84" y="956"/>
                  </a:lnTo>
                  <a:lnTo>
                    <a:pt x="84" y="962"/>
                  </a:lnTo>
                  <a:lnTo>
                    <a:pt x="90" y="962"/>
                  </a:lnTo>
                  <a:lnTo>
                    <a:pt x="90" y="969"/>
                  </a:lnTo>
                  <a:lnTo>
                    <a:pt x="97" y="975"/>
                  </a:lnTo>
                  <a:lnTo>
                    <a:pt x="97" y="981"/>
                  </a:lnTo>
                  <a:lnTo>
                    <a:pt x="103" y="988"/>
                  </a:lnTo>
                  <a:lnTo>
                    <a:pt x="110" y="994"/>
                  </a:lnTo>
                  <a:lnTo>
                    <a:pt x="110" y="998"/>
                  </a:lnTo>
                  <a:lnTo>
                    <a:pt x="113" y="1004"/>
                  </a:lnTo>
                  <a:lnTo>
                    <a:pt x="120" y="1011"/>
                  </a:lnTo>
                  <a:lnTo>
                    <a:pt x="120" y="1017"/>
                  </a:lnTo>
                  <a:lnTo>
                    <a:pt x="126" y="1024"/>
                  </a:lnTo>
                  <a:lnTo>
                    <a:pt x="132" y="1024"/>
                  </a:lnTo>
                  <a:lnTo>
                    <a:pt x="132" y="1030"/>
                  </a:lnTo>
                  <a:lnTo>
                    <a:pt x="139" y="1033"/>
                  </a:lnTo>
                  <a:lnTo>
                    <a:pt x="145" y="1040"/>
                  </a:lnTo>
                  <a:lnTo>
                    <a:pt x="145" y="1046"/>
                  </a:lnTo>
                  <a:lnTo>
                    <a:pt x="152" y="1053"/>
                  </a:lnTo>
                  <a:lnTo>
                    <a:pt x="155" y="1059"/>
                  </a:lnTo>
                  <a:lnTo>
                    <a:pt x="155" y="1066"/>
                  </a:lnTo>
                  <a:lnTo>
                    <a:pt x="162" y="1072"/>
                  </a:lnTo>
                  <a:lnTo>
                    <a:pt x="168" y="1075"/>
                  </a:lnTo>
                  <a:lnTo>
                    <a:pt x="168" y="1082"/>
                  </a:lnTo>
                  <a:lnTo>
                    <a:pt x="175" y="1082"/>
                  </a:lnTo>
                  <a:lnTo>
                    <a:pt x="175" y="1088"/>
                  </a:lnTo>
                  <a:lnTo>
                    <a:pt x="181" y="1095"/>
                  </a:lnTo>
                  <a:lnTo>
                    <a:pt x="181" y="1101"/>
                  </a:lnTo>
                  <a:lnTo>
                    <a:pt x="188" y="1101"/>
                  </a:lnTo>
                  <a:lnTo>
                    <a:pt x="188" y="1108"/>
                  </a:lnTo>
                  <a:lnTo>
                    <a:pt x="191" y="1111"/>
                  </a:lnTo>
                  <a:lnTo>
                    <a:pt x="191" y="1118"/>
                  </a:lnTo>
                  <a:lnTo>
                    <a:pt x="197" y="1118"/>
                  </a:lnTo>
                  <a:lnTo>
                    <a:pt x="197" y="1124"/>
                  </a:lnTo>
                  <a:lnTo>
                    <a:pt x="204" y="1130"/>
                  </a:lnTo>
                  <a:lnTo>
                    <a:pt x="204" y="1137"/>
                  </a:lnTo>
                  <a:lnTo>
                    <a:pt x="210" y="1137"/>
                  </a:lnTo>
                  <a:lnTo>
                    <a:pt x="210" y="1143"/>
                  </a:lnTo>
                  <a:lnTo>
                    <a:pt x="217" y="1150"/>
                  </a:lnTo>
                  <a:lnTo>
                    <a:pt x="217" y="1153"/>
                  </a:lnTo>
                  <a:lnTo>
                    <a:pt x="223" y="1153"/>
                  </a:lnTo>
                  <a:lnTo>
                    <a:pt x="223" y="1160"/>
                  </a:lnTo>
                  <a:lnTo>
                    <a:pt x="230" y="1166"/>
                  </a:lnTo>
                  <a:lnTo>
                    <a:pt x="230" y="1173"/>
                  </a:lnTo>
                  <a:lnTo>
                    <a:pt x="233" y="1173"/>
                  </a:lnTo>
                  <a:lnTo>
                    <a:pt x="233" y="1179"/>
                  </a:lnTo>
                  <a:lnTo>
                    <a:pt x="239" y="1186"/>
                  </a:lnTo>
                  <a:lnTo>
                    <a:pt x="239" y="1192"/>
                  </a:lnTo>
                  <a:lnTo>
                    <a:pt x="246" y="1192"/>
                  </a:lnTo>
                  <a:lnTo>
                    <a:pt x="246" y="1195"/>
                  </a:lnTo>
                  <a:lnTo>
                    <a:pt x="252" y="1202"/>
                  </a:lnTo>
                  <a:lnTo>
                    <a:pt x="252" y="1208"/>
                  </a:lnTo>
                  <a:lnTo>
                    <a:pt x="259" y="1215"/>
                  </a:lnTo>
                  <a:lnTo>
                    <a:pt x="265" y="1221"/>
                  </a:lnTo>
                  <a:lnTo>
                    <a:pt x="265" y="1228"/>
                  </a:lnTo>
                  <a:lnTo>
                    <a:pt x="272" y="1231"/>
                  </a:lnTo>
                  <a:lnTo>
                    <a:pt x="275" y="1237"/>
                  </a:lnTo>
                  <a:lnTo>
                    <a:pt x="282" y="1244"/>
                  </a:lnTo>
                  <a:lnTo>
                    <a:pt x="282" y="1250"/>
                  </a:lnTo>
                  <a:lnTo>
                    <a:pt x="288" y="1257"/>
                  </a:lnTo>
                  <a:lnTo>
                    <a:pt x="295" y="1263"/>
                  </a:lnTo>
                  <a:lnTo>
                    <a:pt x="301" y="1270"/>
                  </a:lnTo>
                  <a:lnTo>
                    <a:pt x="301" y="1273"/>
                  </a:lnTo>
                  <a:lnTo>
                    <a:pt x="307" y="1273"/>
                  </a:lnTo>
                  <a:lnTo>
                    <a:pt x="307" y="1279"/>
                  </a:lnTo>
                  <a:lnTo>
                    <a:pt x="311" y="1286"/>
                  </a:lnTo>
                  <a:lnTo>
                    <a:pt x="317" y="1292"/>
                  </a:lnTo>
                  <a:lnTo>
                    <a:pt x="324" y="1299"/>
                  </a:lnTo>
                  <a:lnTo>
                    <a:pt x="330" y="1305"/>
                  </a:lnTo>
                  <a:lnTo>
                    <a:pt x="337" y="1309"/>
                  </a:lnTo>
                  <a:lnTo>
                    <a:pt x="343" y="1315"/>
                  </a:lnTo>
                  <a:lnTo>
                    <a:pt x="350" y="1322"/>
                  </a:lnTo>
                  <a:lnTo>
                    <a:pt x="353" y="1328"/>
                  </a:lnTo>
                  <a:lnTo>
                    <a:pt x="359" y="1328"/>
                  </a:lnTo>
                  <a:lnTo>
                    <a:pt x="359" y="1335"/>
                  </a:lnTo>
                  <a:lnTo>
                    <a:pt x="366" y="1335"/>
                  </a:lnTo>
                  <a:lnTo>
                    <a:pt x="372" y="1341"/>
                  </a:lnTo>
                  <a:lnTo>
                    <a:pt x="379" y="1348"/>
                  </a:lnTo>
                  <a:lnTo>
                    <a:pt x="385" y="1348"/>
                  </a:lnTo>
                  <a:lnTo>
                    <a:pt x="385" y="1351"/>
                  </a:lnTo>
                  <a:lnTo>
                    <a:pt x="389" y="1351"/>
                  </a:lnTo>
                  <a:lnTo>
                    <a:pt x="395" y="1357"/>
                  </a:lnTo>
                  <a:lnTo>
                    <a:pt x="401" y="1357"/>
                  </a:lnTo>
                  <a:lnTo>
                    <a:pt x="408" y="1364"/>
                  </a:lnTo>
                  <a:lnTo>
                    <a:pt x="414" y="1364"/>
                  </a:lnTo>
                  <a:lnTo>
                    <a:pt x="421" y="1370"/>
                  </a:lnTo>
                  <a:lnTo>
                    <a:pt x="427" y="1370"/>
                  </a:lnTo>
                  <a:lnTo>
                    <a:pt x="431" y="1370"/>
                  </a:lnTo>
                  <a:lnTo>
                    <a:pt x="437" y="1377"/>
                  </a:lnTo>
                  <a:lnTo>
                    <a:pt x="444" y="1377"/>
                  </a:lnTo>
                  <a:lnTo>
                    <a:pt x="450" y="1377"/>
                  </a:lnTo>
                  <a:lnTo>
                    <a:pt x="457" y="1383"/>
                  </a:lnTo>
                  <a:lnTo>
                    <a:pt x="463" y="1383"/>
                  </a:lnTo>
                  <a:lnTo>
                    <a:pt x="470" y="1383"/>
                  </a:lnTo>
                  <a:lnTo>
                    <a:pt x="473" y="1383"/>
                  </a:lnTo>
                  <a:lnTo>
                    <a:pt x="479" y="1383"/>
                  </a:lnTo>
                  <a:lnTo>
                    <a:pt x="486" y="1390"/>
                  </a:lnTo>
                  <a:lnTo>
                    <a:pt x="492" y="1390"/>
                  </a:lnTo>
                  <a:lnTo>
                    <a:pt x="499" y="1390"/>
                  </a:lnTo>
                  <a:lnTo>
                    <a:pt x="505" y="1390"/>
                  </a:lnTo>
                  <a:lnTo>
                    <a:pt x="508" y="1390"/>
                  </a:lnTo>
                  <a:lnTo>
                    <a:pt x="515" y="1390"/>
                  </a:lnTo>
                  <a:lnTo>
                    <a:pt x="521" y="1390"/>
                  </a:lnTo>
                  <a:lnTo>
                    <a:pt x="528" y="1390"/>
                  </a:lnTo>
                  <a:lnTo>
                    <a:pt x="534" y="1383"/>
                  </a:lnTo>
                  <a:lnTo>
                    <a:pt x="541" y="1383"/>
                  </a:lnTo>
                  <a:lnTo>
                    <a:pt x="547" y="1383"/>
                  </a:lnTo>
                  <a:lnTo>
                    <a:pt x="551" y="1383"/>
                  </a:lnTo>
                  <a:lnTo>
                    <a:pt x="557" y="1383"/>
                  </a:lnTo>
                  <a:lnTo>
                    <a:pt x="564" y="1377"/>
                  </a:lnTo>
                  <a:lnTo>
                    <a:pt x="570" y="1377"/>
                  </a:lnTo>
                  <a:lnTo>
                    <a:pt x="576" y="1377"/>
                  </a:lnTo>
                  <a:lnTo>
                    <a:pt x="583" y="1370"/>
                  </a:lnTo>
                  <a:lnTo>
                    <a:pt x="586" y="1370"/>
                  </a:lnTo>
                  <a:lnTo>
                    <a:pt x="593" y="1364"/>
                  </a:lnTo>
                  <a:lnTo>
                    <a:pt x="599" y="1364"/>
                  </a:lnTo>
                  <a:lnTo>
                    <a:pt x="606" y="1357"/>
                  </a:lnTo>
                  <a:lnTo>
                    <a:pt x="612" y="1357"/>
                  </a:lnTo>
                  <a:lnTo>
                    <a:pt x="619" y="1351"/>
                  </a:lnTo>
                  <a:lnTo>
                    <a:pt x="625" y="1351"/>
                  </a:lnTo>
                  <a:lnTo>
                    <a:pt x="628" y="1348"/>
                  </a:lnTo>
                  <a:lnTo>
                    <a:pt x="635" y="1341"/>
                  </a:lnTo>
                  <a:lnTo>
                    <a:pt x="641" y="1335"/>
                  </a:lnTo>
                  <a:lnTo>
                    <a:pt x="648" y="1335"/>
                  </a:lnTo>
                  <a:lnTo>
                    <a:pt x="654" y="1328"/>
                  </a:lnTo>
                  <a:lnTo>
                    <a:pt x="661" y="1322"/>
                  </a:lnTo>
                  <a:lnTo>
                    <a:pt x="667" y="1315"/>
                  </a:lnTo>
                  <a:lnTo>
                    <a:pt x="670" y="1309"/>
                  </a:lnTo>
                  <a:lnTo>
                    <a:pt x="677" y="1305"/>
                  </a:lnTo>
                  <a:lnTo>
                    <a:pt x="683" y="1292"/>
                  </a:lnTo>
                  <a:lnTo>
                    <a:pt x="683" y="1286"/>
                  </a:lnTo>
                  <a:lnTo>
                    <a:pt x="690" y="1279"/>
                  </a:lnTo>
                  <a:lnTo>
                    <a:pt x="696" y="1270"/>
                  </a:lnTo>
                  <a:lnTo>
                    <a:pt x="703" y="1263"/>
                  </a:lnTo>
                  <a:lnTo>
                    <a:pt x="706" y="1250"/>
                  </a:lnTo>
                  <a:lnTo>
                    <a:pt x="706" y="1237"/>
                  </a:lnTo>
                  <a:lnTo>
                    <a:pt x="713" y="1228"/>
                  </a:lnTo>
                  <a:lnTo>
                    <a:pt x="719" y="1215"/>
                  </a:lnTo>
                  <a:lnTo>
                    <a:pt x="726" y="1195"/>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50191" name="Line 37">
              <a:extLst>
                <a:ext uri="{FF2B5EF4-FFF2-40B4-BE49-F238E27FC236}">
                  <a16:creationId xmlns:a16="http://schemas.microsoft.com/office/drawing/2014/main" id="{2A0544BA-BF0C-A147-8920-44A71AA8C1CE}"/>
                </a:ext>
              </a:extLst>
            </p:cNvPr>
            <p:cNvSpPr>
              <a:spLocks noChangeShapeType="1"/>
            </p:cNvSpPr>
            <p:nvPr/>
          </p:nvSpPr>
          <p:spPr bwMode="auto">
            <a:xfrm>
              <a:off x="3326" y="3169"/>
              <a:ext cx="1588" cy="1"/>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50192" name="Line 38">
              <a:extLst>
                <a:ext uri="{FF2B5EF4-FFF2-40B4-BE49-F238E27FC236}">
                  <a16:creationId xmlns:a16="http://schemas.microsoft.com/office/drawing/2014/main" id="{06B25352-2F26-6C49-9B95-C6C94E7E5FB1}"/>
                </a:ext>
              </a:extLst>
            </p:cNvPr>
            <p:cNvSpPr>
              <a:spLocks noChangeShapeType="1"/>
            </p:cNvSpPr>
            <p:nvPr/>
          </p:nvSpPr>
          <p:spPr bwMode="auto">
            <a:xfrm flipV="1">
              <a:off x="4483" y="2061"/>
              <a:ext cx="1" cy="2041"/>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CN"/>
            </a:p>
          </p:txBody>
        </p:sp>
        <p:sp>
          <p:nvSpPr>
            <p:cNvPr id="50193" name="Rectangle 39">
              <a:extLst>
                <a:ext uri="{FF2B5EF4-FFF2-40B4-BE49-F238E27FC236}">
                  <a16:creationId xmlns:a16="http://schemas.microsoft.com/office/drawing/2014/main" id="{DACDA694-934B-EF4D-B44A-B126D7ADE07B}"/>
                </a:ext>
              </a:extLst>
            </p:cNvPr>
            <p:cNvSpPr>
              <a:spLocks noChangeArrowheads="1"/>
            </p:cNvSpPr>
            <p:nvPr/>
          </p:nvSpPr>
          <p:spPr bwMode="auto">
            <a:xfrm>
              <a:off x="4116" y="2777"/>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k</a:t>
              </a:r>
              <a:endParaRPr lang="en-US" altLang="zh-CN" b="1"/>
            </a:p>
          </p:txBody>
        </p:sp>
        <p:sp>
          <p:nvSpPr>
            <p:cNvPr id="50194" name="Rectangle 40">
              <a:extLst>
                <a:ext uri="{FF2B5EF4-FFF2-40B4-BE49-F238E27FC236}">
                  <a16:creationId xmlns:a16="http://schemas.microsoft.com/office/drawing/2014/main" id="{5C765D5C-D06F-E941-B2A7-C38D1C43B1B4}"/>
                </a:ext>
              </a:extLst>
            </p:cNvPr>
            <p:cNvSpPr>
              <a:spLocks noChangeArrowheads="1"/>
            </p:cNvSpPr>
            <p:nvPr/>
          </p:nvSpPr>
          <p:spPr bwMode="auto">
            <a:xfrm>
              <a:off x="4158" y="2777"/>
              <a:ext cx="5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a:t>
              </a:r>
              <a:endParaRPr lang="en-US" altLang="zh-CN" b="1"/>
            </a:p>
          </p:txBody>
        </p:sp>
        <p:sp>
          <p:nvSpPr>
            <p:cNvPr id="50195" name="Rectangle 41">
              <a:extLst>
                <a:ext uri="{FF2B5EF4-FFF2-40B4-BE49-F238E27FC236}">
                  <a16:creationId xmlns:a16="http://schemas.microsoft.com/office/drawing/2014/main" id="{35191D87-7662-7145-9053-13FFADCC26FC}"/>
                </a:ext>
              </a:extLst>
            </p:cNvPr>
            <p:cNvSpPr>
              <a:spLocks noChangeArrowheads="1"/>
            </p:cNvSpPr>
            <p:nvPr/>
          </p:nvSpPr>
          <p:spPr bwMode="auto">
            <a:xfrm>
              <a:off x="4207" y="2777"/>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1</a:t>
              </a:r>
              <a:endParaRPr lang="en-US" altLang="zh-CN" b="1"/>
            </a:p>
          </p:txBody>
        </p:sp>
        <p:sp>
          <p:nvSpPr>
            <p:cNvPr id="50196" name="Rectangle 42">
              <a:extLst>
                <a:ext uri="{FF2B5EF4-FFF2-40B4-BE49-F238E27FC236}">
                  <a16:creationId xmlns:a16="http://schemas.microsoft.com/office/drawing/2014/main" id="{38EE340D-EB57-614E-9296-4D66F5819596}"/>
                </a:ext>
              </a:extLst>
            </p:cNvPr>
            <p:cNvSpPr>
              <a:spLocks noChangeArrowheads="1"/>
            </p:cNvSpPr>
            <p:nvPr/>
          </p:nvSpPr>
          <p:spPr bwMode="auto">
            <a:xfrm>
              <a:off x="4188" y="2567"/>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k</a:t>
              </a:r>
              <a:endParaRPr lang="en-US" altLang="zh-CN" b="1"/>
            </a:p>
          </p:txBody>
        </p:sp>
        <p:sp>
          <p:nvSpPr>
            <p:cNvPr id="50197" name="Rectangle 43">
              <a:extLst>
                <a:ext uri="{FF2B5EF4-FFF2-40B4-BE49-F238E27FC236}">
                  <a16:creationId xmlns:a16="http://schemas.microsoft.com/office/drawing/2014/main" id="{FBF8583C-5096-0842-B931-78E63ED4AF6F}"/>
                </a:ext>
              </a:extLst>
            </p:cNvPr>
            <p:cNvSpPr>
              <a:spLocks noChangeArrowheads="1"/>
            </p:cNvSpPr>
            <p:nvPr/>
          </p:nvSpPr>
          <p:spPr bwMode="auto">
            <a:xfrm>
              <a:off x="4230" y="2567"/>
              <a:ext cx="5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a:t>
              </a:r>
              <a:endParaRPr lang="en-US" altLang="zh-CN" b="1"/>
            </a:p>
          </p:txBody>
        </p:sp>
        <p:sp>
          <p:nvSpPr>
            <p:cNvPr id="50198" name="Rectangle 44">
              <a:extLst>
                <a:ext uri="{FF2B5EF4-FFF2-40B4-BE49-F238E27FC236}">
                  <a16:creationId xmlns:a16="http://schemas.microsoft.com/office/drawing/2014/main" id="{A5A17BB4-6BB5-E947-809E-78447C1BD035}"/>
                </a:ext>
              </a:extLst>
            </p:cNvPr>
            <p:cNvSpPr>
              <a:spLocks noChangeArrowheads="1"/>
            </p:cNvSpPr>
            <p:nvPr/>
          </p:nvSpPr>
          <p:spPr bwMode="auto">
            <a:xfrm>
              <a:off x="4278" y="2567"/>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2</a:t>
              </a:r>
              <a:endParaRPr lang="en-US" altLang="zh-CN" b="1"/>
            </a:p>
          </p:txBody>
        </p:sp>
        <p:sp>
          <p:nvSpPr>
            <p:cNvPr id="50199" name="Rectangle 45">
              <a:extLst>
                <a:ext uri="{FF2B5EF4-FFF2-40B4-BE49-F238E27FC236}">
                  <a16:creationId xmlns:a16="http://schemas.microsoft.com/office/drawing/2014/main" id="{6F8F633A-E3E4-B14C-9424-5FAB64C73E68}"/>
                </a:ext>
              </a:extLst>
            </p:cNvPr>
            <p:cNvSpPr>
              <a:spLocks noChangeArrowheads="1"/>
            </p:cNvSpPr>
            <p:nvPr/>
          </p:nvSpPr>
          <p:spPr bwMode="auto">
            <a:xfrm>
              <a:off x="4298" y="2389"/>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k</a:t>
              </a:r>
              <a:endParaRPr lang="en-US" altLang="zh-CN" b="1"/>
            </a:p>
          </p:txBody>
        </p:sp>
        <p:sp>
          <p:nvSpPr>
            <p:cNvPr id="50200" name="Rectangle 46">
              <a:extLst>
                <a:ext uri="{FF2B5EF4-FFF2-40B4-BE49-F238E27FC236}">
                  <a16:creationId xmlns:a16="http://schemas.microsoft.com/office/drawing/2014/main" id="{4C2597D4-317E-FD46-89BA-3E3E41A8F502}"/>
                </a:ext>
              </a:extLst>
            </p:cNvPr>
            <p:cNvSpPr>
              <a:spLocks noChangeArrowheads="1"/>
            </p:cNvSpPr>
            <p:nvPr/>
          </p:nvSpPr>
          <p:spPr bwMode="auto">
            <a:xfrm>
              <a:off x="4340" y="2389"/>
              <a:ext cx="5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a:t>
              </a:r>
              <a:endParaRPr lang="en-US" altLang="zh-CN" b="1"/>
            </a:p>
          </p:txBody>
        </p:sp>
        <p:sp>
          <p:nvSpPr>
            <p:cNvPr id="50201" name="Rectangle 47">
              <a:extLst>
                <a:ext uri="{FF2B5EF4-FFF2-40B4-BE49-F238E27FC236}">
                  <a16:creationId xmlns:a16="http://schemas.microsoft.com/office/drawing/2014/main" id="{D3A677D8-925D-7F44-90B9-6D2DB4795BF2}"/>
                </a:ext>
              </a:extLst>
            </p:cNvPr>
            <p:cNvSpPr>
              <a:spLocks noChangeArrowheads="1"/>
            </p:cNvSpPr>
            <p:nvPr/>
          </p:nvSpPr>
          <p:spPr bwMode="auto">
            <a:xfrm>
              <a:off x="4389" y="2389"/>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3</a:t>
              </a:r>
              <a:endParaRPr lang="en-US" altLang="zh-CN" b="1"/>
            </a:p>
          </p:txBody>
        </p:sp>
        <p:sp>
          <p:nvSpPr>
            <p:cNvPr id="50202" name="Rectangle 48">
              <a:extLst>
                <a:ext uri="{FF2B5EF4-FFF2-40B4-BE49-F238E27FC236}">
                  <a16:creationId xmlns:a16="http://schemas.microsoft.com/office/drawing/2014/main" id="{A8754F13-D9EF-1840-8586-979274F87D67}"/>
                </a:ext>
              </a:extLst>
            </p:cNvPr>
            <p:cNvSpPr>
              <a:spLocks noChangeArrowheads="1"/>
            </p:cNvSpPr>
            <p:nvPr/>
          </p:nvSpPr>
          <p:spPr bwMode="auto">
            <a:xfrm>
              <a:off x="4291" y="2214"/>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k</a:t>
              </a:r>
              <a:endParaRPr lang="en-US" altLang="zh-CN" b="1"/>
            </a:p>
          </p:txBody>
        </p:sp>
        <p:sp>
          <p:nvSpPr>
            <p:cNvPr id="50203" name="Rectangle 49">
              <a:extLst>
                <a:ext uri="{FF2B5EF4-FFF2-40B4-BE49-F238E27FC236}">
                  <a16:creationId xmlns:a16="http://schemas.microsoft.com/office/drawing/2014/main" id="{FC4FABDA-A464-DA4B-92A0-E7644E3FA325}"/>
                </a:ext>
              </a:extLst>
            </p:cNvPr>
            <p:cNvSpPr>
              <a:spLocks noChangeArrowheads="1"/>
            </p:cNvSpPr>
            <p:nvPr/>
          </p:nvSpPr>
          <p:spPr bwMode="auto">
            <a:xfrm>
              <a:off x="4333" y="2214"/>
              <a:ext cx="5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a:t>
              </a:r>
              <a:endParaRPr lang="en-US" altLang="zh-CN" b="1"/>
            </a:p>
          </p:txBody>
        </p:sp>
        <p:sp>
          <p:nvSpPr>
            <p:cNvPr id="50204" name="Rectangle 50">
              <a:extLst>
                <a:ext uri="{FF2B5EF4-FFF2-40B4-BE49-F238E27FC236}">
                  <a16:creationId xmlns:a16="http://schemas.microsoft.com/office/drawing/2014/main" id="{371B7F15-D9EA-0F44-B833-5537F2321CDA}"/>
                </a:ext>
              </a:extLst>
            </p:cNvPr>
            <p:cNvSpPr>
              <a:spLocks noChangeArrowheads="1"/>
            </p:cNvSpPr>
            <p:nvPr/>
          </p:nvSpPr>
          <p:spPr bwMode="auto">
            <a:xfrm>
              <a:off x="4382" y="2214"/>
              <a:ext cx="4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100" b="1">
                  <a:solidFill>
                    <a:srgbClr val="000000"/>
                  </a:solidFill>
                  <a:latin typeface="Arial" panose="020B0604020202020204" pitchFamily="34" charset="0"/>
                </a:rPr>
                <a:t>4</a:t>
              </a:r>
              <a:endParaRPr lang="en-US" altLang="zh-CN" b="1"/>
            </a:p>
          </p:txBody>
        </p:sp>
        <p:sp>
          <p:nvSpPr>
            <p:cNvPr id="50205" name="Line 51">
              <a:extLst>
                <a:ext uri="{FF2B5EF4-FFF2-40B4-BE49-F238E27FC236}">
                  <a16:creationId xmlns:a16="http://schemas.microsoft.com/office/drawing/2014/main" id="{83579651-526C-C14B-956E-F56F98ADAFCD}"/>
                </a:ext>
              </a:extLst>
            </p:cNvPr>
            <p:cNvSpPr>
              <a:spLocks noChangeShapeType="1"/>
            </p:cNvSpPr>
            <p:nvPr/>
          </p:nvSpPr>
          <p:spPr bwMode="auto">
            <a:xfrm flipV="1">
              <a:off x="4188" y="3140"/>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50206" name="Line 52">
              <a:extLst>
                <a:ext uri="{FF2B5EF4-FFF2-40B4-BE49-F238E27FC236}">
                  <a16:creationId xmlns:a16="http://schemas.microsoft.com/office/drawing/2014/main" id="{DEBFC22C-F5AF-E347-9003-F6CE245648C1}"/>
                </a:ext>
              </a:extLst>
            </p:cNvPr>
            <p:cNvSpPr>
              <a:spLocks noChangeShapeType="1"/>
            </p:cNvSpPr>
            <p:nvPr/>
          </p:nvSpPr>
          <p:spPr bwMode="auto">
            <a:xfrm flipV="1">
              <a:off x="3902" y="3140"/>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50207" name="Line 53">
              <a:extLst>
                <a:ext uri="{FF2B5EF4-FFF2-40B4-BE49-F238E27FC236}">
                  <a16:creationId xmlns:a16="http://schemas.microsoft.com/office/drawing/2014/main" id="{5714F56B-4555-4C43-BBEB-21B03A9F6584}"/>
                </a:ext>
              </a:extLst>
            </p:cNvPr>
            <p:cNvSpPr>
              <a:spLocks noChangeShapeType="1"/>
            </p:cNvSpPr>
            <p:nvPr/>
          </p:nvSpPr>
          <p:spPr bwMode="auto">
            <a:xfrm flipV="1">
              <a:off x="3614" y="3140"/>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50208" name="Rectangle 54">
              <a:extLst>
                <a:ext uri="{FF2B5EF4-FFF2-40B4-BE49-F238E27FC236}">
                  <a16:creationId xmlns:a16="http://schemas.microsoft.com/office/drawing/2014/main" id="{771B5D4D-B25D-AA45-87B4-50003E41B2ED}"/>
                </a:ext>
              </a:extLst>
            </p:cNvPr>
            <p:cNvSpPr>
              <a:spLocks noChangeArrowheads="1"/>
            </p:cNvSpPr>
            <p:nvPr/>
          </p:nvSpPr>
          <p:spPr bwMode="auto">
            <a:xfrm>
              <a:off x="4136" y="3192"/>
              <a:ext cx="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a:t>
              </a:r>
              <a:endParaRPr lang="en-US" altLang="zh-CN" b="1"/>
            </a:p>
          </p:txBody>
        </p:sp>
        <p:sp>
          <p:nvSpPr>
            <p:cNvPr id="50209" name="Rectangle 55">
              <a:extLst>
                <a:ext uri="{FF2B5EF4-FFF2-40B4-BE49-F238E27FC236}">
                  <a16:creationId xmlns:a16="http://schemas.microsoft.com/office/drawing/2014/main" id="{250CE8E0-14DA-4347-B408-D3FDF3FD6E5B}"/>
                </a:ext>
              </a:extLst>
            </p:cNvPr>
            <p:cNvSpPr>
              <a:spLocks noChangeArrowheads="1"/>
            </p:cNvSpPr>
            <p:nvPr/>
          </p:nvSpPr>
          <p:spPr bwMode="auto">
            <a:xfrm>
              <a:off x="4168" y="3192"/>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1</a:t>
              </a:r>
              <a:endParaRPr lang="en-US" altLang="zh-CN" b="1"/>
            </a:p>
          </p:txBody>
        </p:sp>
        <p:sp>
          <p:nvSpPr>
            <p:cNvPr id="50210" name="Rectangle 56">
              <a:extLst>
                <a:ext uri="{FF2B5EF4-FFF2-40B4-BE49-F238E27FC236}">
                  <a16:creationId xmlns:a16="http://schemas.microsoft.com/office/drawing/2014/main" id="{12946370-0CA0-1749-8389-1B42C9E576FF}"/>
                </a:ext>
              </a:extLst>
            </p:cNvPr>
            <p:cNvSpPr>
              <a:spLocks noChangeArrowheads="1"/>
            </p:cNvSpPr>
            <p:nvPr/>
          </p:nvSpPr>
          <p:spPr bwMode="auto">
            <a:xfrm>
              <a:off x="3818" y="3192"/>
              <a:ext cx="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a:t>
              </a:r>
              <a:endParaRPr lang="en-US" altLang="zh-CN" b="1"/>
            </a:p>
          </p:txBody>
        </p:sp>
        <p:sp>
          <p:nvSpPr>
            <p:cNvPr id="50211" name="Rectangle 57">
              <a:extLst>
                <a:ext uri="{FF2B5EF4-FFF2-40B4-BE49-F238E27FC236}">
                  <a16:creationId xmlns:a16="http://schemas.microsoft.com/office/drawing/2014/main" id="{2F5B454E-4DD4-0049-A160-4AD725217F74}"/>
                </a:ext>
              </a:extLst>
            </p:cNvPr>
            <p:cNvSpPr>
              <a:spLocks noChangeArrowheads="1"/>
            </p:cNvSpPr>
            <p:nvPr/>
          </p:nvSpPr>
          <p:spPr bwMode="auto">
            <a:xfrm>
              <a:off x="3851" y="3192"/>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2</a:t>
              </a:r>
              <a:endParaRPr lang="en-US" altLang="zh-CN" b="1"/>
            </a:p>
          </p:txBody>
        </p:sp>
        <p:sp>
          <p:nvSpPr>
            <p:cNvPr id="50212" name="Rectangle 58">
              <a:extLst>
                <a:ext uri="{FF2B5EF4-FFF2-40B4-BE49-F238E27FC236}">
                  <a16:creationId xmlns:a16="http://schemas.microsoft.com/office/drawing/2014/main" id="{42C4A93F-AE39-B14D-836A-591377A74A50}"/>
                </a:ext>
              </a:extLst>
            </p:cNvPr>
            <p:cNvSpPr>
              <a:spLocks noChangeArrowheads="1"/>
            </p:cNvSpPr>
            <p:nvPr/>
          </p:nvSpPr>
          <p:spPr bwMode="auto">
            <a:xfrm>
              <a:off x="3559" y="3192"/>
              <a:ext cx="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a:t>
              </a:r>
              <a:endParaRPr lang="en-US" altLang="zh-CN" b="1"/>
            </a:p>
          </p:txBody>
        </p:sp>
        <p:sp>
          <p:nvSpPr>
            <p:cNvPr id="50213" name="Rectangle 59">
              <a:extLst>
                <a:ext uri="{FF2B5EF4-FFF2-40B4-BE49-F238E27FC236}">
                  <a16:creationId xmlns:a16="http://schemas.microsoft.com/office/drawing/2014/main" id="{507500BD-0E93-0844-AF50-C871D89E9DA6}"/>
                </a:ext>
              </a:extLst>
            </p:cNvPr>
            <p:cNvSpPr>
              <a:spLocks noChangeArrowheads="1"/>
            </p:cNvSpPr>
            <p:nvPr/>
          </p:nvSpPr>
          <p:spPr bwMode="auto">
            <a:xfrm>
              <a:off x="3591" y="3192"/>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3</a:t>
              </a:r>
              <a:endParaRPr lang="en-US" altLang="zh-CN" b="1"/>
            </a:p>
          </p:txBody>
        </p:sp>
        <p:sp>
          <p:nvSpPr>
            <p:cNvPr id="50214" name="Rectangle 60">
              <a:extLst>
                <a:ext uri="{FF2B5EF4-FFF2-40B4-BE49-F238E27FC236}">
                  <a16:creationId xmlns:a16="http://schemas.microsoft.com/office/drawing/2014/main" id="{DC74D5B9-F5AF-AE4F-B7D1-AE5A44E95E49}"/>
                </a:ext>
              </a:extLst>
            </p:cNvPr>
            <p:cNvSpPr>
              <a:spLocks noChangeArrowheads="1"/>
            </p:cNvSpPr>
            <p:nvPr/>
          </p:nvSpPr>
          <p:spPr bwMode="auto">
            <a:xfrm>
              <a:off x="4483" y="2826"/>
              <a:ext cx="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a:t>
              </a:r>
              <a:endParaRPr lang="en-US" altLang="zh-CN" b="1"/>
            </a:p>
          </p:txBody>
        </p:sp>
        <p:sp>
          <p:nvSpPr>
            <p:cNvPr id="50215" name="Rectangle 61">
              <a:extLst>
                <a:ext uri="{FF2B5EF4-FFF2-40B4-BE49-F238E27FC236}">
                  <a16:creationId xmlns:a16="http://schemas.microsoft.com/office/drawing/2014/main" id="{0141D011-E81D-454E-BF40-5016251A809F}"/>
                </a:ext>
              </a:extLst>
            </p:cNvPr>
            <p:cNvSpPr>
              <a:spLocks noChangeArrowheads="1"/>
            </p:cNvSpPr>
            <p:nvPr/>
          </p:nvSpPr>
          <p:spPr bwMode="auto">
            <a:xfrm>
              <a:off x="4483" y="2538"/>
              <a:ext cx="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a:t>
              </a:r>
              <a:endParaRPr lang="en-US" altLang="zh-CN" b="1"/>
            </a:p>
          </p:txBody>
        </p:sp>
        <p:sp>
          <p:nvSpPr>
            <p:cNvPr id="50216" name="Rectangle 62">
              <a:extLst>
                <a:ext uri="{FF2B5EF4-FFF2-40B4-BE49-F238E27FC236}">
                  <a16:creationId xmlns:a16="http://schemas.microsoft.com/office/drawing/2014/main" id="{5685C381-4FE5-D24A-B2AA-0D7558D51E72}"/>
                </a:ext>
              </a:extLst>
            </p:cNvPr>
            <p:cNvSpPr>
              <a:spLocks noChangeArrowheads="1"/>
            </p:cNvSpPr>
            <p:nvPr/>
          </p:nvSpPr>
          <p:spPr bwMode="auto">
            <a:xfrm>
              <a:off x="4483" y="2246"/>
              <a:ext cx="3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a:t>
              </a:r>
              <a:endParaRPr lang="en-US" altLang="zh-CN" b="1"/>
            </a:p>
          </p:txBody>
        </p:sp>
        <p:sp>
          <p:nvSpPr>
            <p:cNvPr id="50217" name="Rectangle 63">
              <a:extLst>
                <a:ext uri="{FF2B5EF4-FFF2-40B4-BE49-F238E27FC236}">
                  <a16:creationId xmlns:a16="http://schemas.microsoft.com/office/drawing/2014/main" id="{AFCC886A-345E-DE44-95AD-8FD87E234BBF}"/>
                </a:ext>
              </a:extLst>
            </p:cNvPr>
            <p:cNvSpPr>
              <a:spLocks noChangeArrowheads="1"/>
            </p:cNvSpPr>
            <p:nvPr/>
          </p:nvSpPr>
          <p:spPr bwMode="auto">
            <a:xfrm>
              <a:off x="4538" y="2826"/>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1</a:t>
              </a:r>
              <a:endParaRPr lang="en-US" altLang="zh-CN" b="1"/>
            </a:p>
          </p:txBody>
        </p:sp>
        <p:sp>
          <p:nvSpPr>
            <p:cNvPr id="50218" name="Rectangle 64">
              <a:extLst>
                <a:ext uri="{FF2B5EF4-FFF2-40B4-BE49-F238E27FC236}">
                  <a16:creationId xmlns:a16="http://schemas.microsoft.com/office/drawing/2014/main" id="{19669154-5728-CB49-AB6D-63B174DD70BA}"/>
                </a:ext>
              </a:extLst>
            </p:cNvPr>
            <p:cNvSpPr>
              <a:spLocks noChangeArrowheads="1"/>
            </p:cNvSpPr>
            <p:nvPr/>
          </p:nvSpPr>
          <p:spPr bwMode="auto">
            <a:xfrm>
              <a:off x="4538" y="2538"/>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2</a:t>
              </a:r>
              <a:endParaRPr lang="en-US" altLang="zh-CN" b="1"/>
            </a:p>
          </p:txBody>
        </p:sp>
        <p:sp>
          <p:nvSpPr>
            <p:cNvPr id="50219" name="Rectangle 65">
              <a:extLst>
                <a:ext uri="{FF2B5EF4-FFF2-40B4-BE49-F238E27FC236}">
                  <a16:creationId xmlns:a16="http://schemas.microsoft.com/office/drawing/2014/main" id="{F68563FC-1C32-3A42-AEBF-20326E07F558}"/>
                </a:ext>
              </a:extLst>
            </p:cNvPr>
            <p:cNvSpPr>
              <a:spLocks noChangeArrowheads="1"/>
            </p:cNvSpPr>
            <p:nvPr/>
          </p:nvSpPr>
          <p:spPr bwMode="auto">
            <a:xfrm>
              <a:off x="4538" y="2246"/>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200" b="1">
                  <a:solidFill>
                    <a:srgbClr val="000000"/>
                  </a:solidFill>
                  <a:latin typeface="Arial" panose="020B0604020202020204" pitchFamily="34" charset="0"/>
                </a:rPr>
                <a:t>3</a:t>
              </a:r>
              <a:endParaRPr lang="en-US" altLang="zh-CN" b="1"/>
            </a:p>
          </p:txBody>
        </p:sp>
        <p:sp>
          <p:nvSpPr>
            <p:cNvPr id="50220" name="Rectangle 70">
              <a:extLst>
                <a:ext uri="{FF2B5EF4-FFF2-40B4-BE49-F238E27FC236}">
                  <a16:creationId xmlns:a16="http://schemas.microsoft.com/office/drawing/2014/main" id="{E1C15D31-F5B5-7040-8CCB-0DEB0D811687}"/>
                </a:ext>
              </a:extLst>
            </p:cNvPr>
            <p:cNvSpPr>
              <a:spLocks noChangeArrowheads="1"/>
            </p:cNvSpPr>
            <p:nvPr/>
          </p:nvSpPr>
          <p:spPr bwMode="auto">
            <a:xfrm>
              <a:off x="4823" y="3192"/>
              <a:ext cx="12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Re</a:t>
              </a:r>
              <a:endParaRPr lang="en-US" altLang="zh-CN" b="1" i="1"/>
            </a:p>
          </p:txBody>
        </p:sp>
        <p:sp>
          <p:nvSpPr>
            <p:cNvPr id="50221" name="Rectangle 71">
              <a:extLst>
                <a:ext uri="{FF2B5EF4-FFF2-40B4-BE49-F238E27FC236}">
                  <a16:creationId xmlns:a16="http://schemas.microsoft.com/office/drawing/2014/main" id="{F206472E-AC32-D14D-B7B4-A46C5BC9CEA1}"/>
                </a:ext>
              </a:extLst>
            </p:cNvPr>
            <p:cNvSpPr>
              <a:spLocks noChangeArrowheads="1"/>
            </p:cNvSpPr>
            <p:nvPr/>
          </p:nvSpPr>
          <p:spPr bwMode="auto">
            <a:xfrm>
              <a:off x="4538" y="2042"/>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1400" b="1" i="1">
                  <a:solidFill>
                    <a:srgbClr val="000000"/>
                  </a:solidFill>
                </a:rPr>
                <a:t>Img</a:t>
              </a:r>
              <a:endParaRPr lang="en-US" altLang="zh-CN" b="1" i="1"/>
            </a:p>
          </p:txBody>
        </p:sp>
      </p:grpSp>
      <p:graphicFrame>
        <p:nvGraphicFramePr>
          <p:cNvPr id="46" name="Object 7">
            <a:extLst>
              <a:ext uri="{FF2B5EF4-FFF2-40B4-BE49-F238E27FC236}">
                <a16:creationId xmlns:a16="http://schemas.microsoft.com/office/drawing/2014/main" id="{33A78E6B-EB12-AD43-8FEA-B404135BEDF8}"/>
              </a:ext>
            </a:extLst>
          </p:cNvPr>
          <p:cNvGraphicFramePr>
            <a:graphicFrameLocks noChangeAspect="1"/>
          </p:cNvGraphicFramePr>
          <p:nvPr/>
        </p:nvGraphicFramePr>
        <p:xfrm>
          <a:off x="827088" y="5661025"/>
          <a:ext cx="7462837" cy="401638"/>
        </p:xfrm>
        <a:graphic>
          <a:graphicData uri="http://schemas.openxmlformats.org/presentationml/2006/ole">
            <mc:AlternateContent xmlns:mc="http://schemas.openxmlformats.org/markup-compatibility/2006">
              <mc:Choice xmlns:v="urn:schemas-microsoft-com:vml" Requires="v">
                <p:oleObj name="Equation" r:id="rId9" imgW="83680300" imgH="4978400" progId="Equation.3">
                  <p:embed/>
                </p:oleObj>
              </mc:Choice>
              <mc:Fallback>
                <p:oleObj name="Equation" r:id="rId9" imgW="83680300" imgH="4978400" progId="Equation.3">
                  <p:embed/>
                  <p:pic>
                    <p:nvPicPr>
                      <p:cNvPr id="46" name="Object 7">
                        <a:extLst>
                          <a:ext uri="{FF2B5EF4-FFF2-40B4-BE49-F238E27FC236}">
                            <a16:creationId xmlns:a16="http://schemas.microsoft.com/office/drawing/2014/main" id="{33A78E6B-EB12-AD43-8FEA-B404135BED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5661025"/>
                        <a:ext cx="74628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81371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6">
                                            <p:txEl>
                                              <p:pRg st="0" end="0"/>
                                            </p:txEl>
                                          </p:spTgt>
                                        </p:tgtEl>
                                        <p:attrNameLst>
                                          <p:attrName>style.visibility</p:attrName>
                                        </p:attrNameLst>
                                      </p:cBhvr>
                                      <p:to>
                                        <p:strVal val="visible"/>
                                      </p:to>
                                    </p:set>
                                    <p:anim calcmode="lin" valueType="num">
                                      <p:cBhvr additive="base">
                                        <p:cTn id="7" dur="500" fill="hold"/>
                                        <p:tgtEl>
                                          <p:spTgt spid="471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710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107">
                                            <p:txEl>
                                              <p:pRg st="0" end="0"/>
                                            </p:txEl>
                                          </p:spTgt>
                                        </p:tgtEl>
                                        <p:attrNameLst>
                                          <p:attrName>style.visibility</p:attrName>
                                        </p:attrNameLst>
                                      </p:cBhvr>
                                      <p:to>
                                        <p:strVal val="visible"/>
                                      </p:to>
                                    </p:set>
                                    <p:anim calcmode="lin" valueType="num">
                                      <p:cBhvr additive="base">
                                        <p:cTn id="13" dur="500" fill="hold"/>
                                        <p:tgtEl>
                                          <p:spTgt spid="4710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7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7113"/>
                                        </p:tgtEl>
                                        <p:attrNameLst>
                                          <p:attrName>style.visibility</p:attrName>
                                        </p:attrNameLst>
                                      </p:cBhvr>
                                      <p:to>
                                        <p:strVal val="visible"/>
                                      </p:to>
                                    </p:set>
                                    <p:anim calcmode="lin" valueType="num">
                                      <p:cBhvr additive="base">
                                        <p:cTn id="19" dur="500" fill="hold"/>
                                        <p:tgtEl>
                                          <p:spTgt spid="47113"/>
                                        </p:tgtEl>
                                        <p:attrNameLst>
                                          <p:attrName>ppt_x</p:attrName>
                                        </p:attrNameLst>
                                      </p:cBhvr>
                                      <p:tavLst>
                                        <p:tav tm="0">
                                          <p:val>
                                            <p:strVal val="0-#ppt_w/2"/>
                                          </p:val>
                                        </p:tav>
                                        <p:tav tm="100000">
                                          <p:val>
                                            <p:strVal val="#ppt_x"/>
                                          </p:val>
                                        </p:tav>
                                      </p:tavLst>
                                    </p:anim>
                                    <p:anim calcmode="lin" valueType="num">
                                      <p:cBhvr additive="base">
                                        <p:cTn id="20" dur="500" fill="hold"/>
                                        <p:tgtEl>
                                          <p:spTgt spid="4711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7114"/>
                                        </p:tgtEl>
                                        <p:attrNameLst>
                                          <p:attrName>style.visibility</p:attrName>
                                        </p:attrNameLst>
                                      </p:cBhvr>
                                      <p:to>
                                        <p:strVal val="visible"/>
                                      </p:to>
                                    </p:set>
                                    <p:anim calcmode="lin" valueType="num">
                                      <p:cBhvr additive="base">
                                        <p:cTn id="25" dur="500" fill="hold"/>
                                        <p:tgtEl>
                                          <p:spTgt spid="47114"/>
                                        </p:tgtEl>
                                        <p:attrNameLst>
                                          <p:attrName>ppt_x</p:attrName>
                                        </p:attrNameLst>
                                      </p:cBhvr>
                                      <p:tavLst>
                                        <p:tav tm="0">
                                          <p:val>
                                            <p:strVal val="0-#ppt_w/2"/>
                                          </p:val>
                                        </p:tav>
                                        <p:tav tm="100000">
                                          <p:val>
                                            <p:strVal val="#ppt_x"/>
                                          </p:val>
                                        </p:tav>
                                      </p:tavLst>
                                    </p:anim>
                                    <p:anim calcmode="lin" valueType="num">
                                      <p:cBhvr additive="base">
                                        <p:cTn id="26" dur="500" fill="hold"/>
                                        <p:tgtEl>
                                          <p:spTgt spid="4711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7118"/>
                                        </p:tgtEl>
                                        <p:attrNameLst>
                                          <p:attrName>style.visibility</p:attrName>
                                        </p:attrNameLst>
                                      </p:cBhvr>
                                      <p:to>
                                        <p:strVal val="visible"/>
                                      </p:to>
                                    </p:set>
                                    <p:anim calcmode="lin" valueType="num">
                                      <p:cBhvr additive="base">
                                        <p:cTn id="31" dur="500" fill="hold"/>
                                        <p:tgtEl>
                                          <p:spTgt spid="47118"/>
                                        </p:tgtEl>
                                        <p:attrNameLst>
                                          <p:attrName>ppt_x</p:attrName>
                                        </p:attrNameLst>
                                      </p:cBhvr>
                                      <p:tavLst>
                                        <p:tav tm="0">
                                          <p:val>
                                            <p:strVal val="0-#ppt_w/2"/>
                                          </p:val>
                                        </p:tav>
                                        <p:tav tm="100000">
                                          <p:val>
                                            <p:strVal val="#ppt_x"/>
                                          </p:val>
                                        </p:tav>
                                      </p:tavLst>
                                    </p:anim>
                                    <p:anim calcmode="lin" valueType="num">
                                      <p:cBhvr additive="base">
                                        <p:cTn id="32" dur="500" fill="hold"/>
                                        <p:tgtEl>
                                          <p:spTgt spid="47118"/>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4" presetClass="entr" presetSubtype="32"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box(out)">
                                      <p:cBhvr>
                                        <p:cTn id="36" dur="500"/>
                                        <p:tgtEl>
                                          <p:spTgt spid="9"/>
                                        </p:tgtEl>
                                      </p:cBhvr>
                                    </p:animEffect>
                                  </p:childTnLst>
                                  <p:subTnLst>
                                    <p:audio>
                                      <p:cMediaNode>
                                        <p:cTn display="0" masterRel="sameClick">
                                          <p:stCondLst>
                                            <p:cond evt="begin" delay="0">
                                              <p:tn val="34"/>
                                            </p:cond>
                                          </p:stCondLst>
                                          <p:endCondLst>
                                            <p:cond evt="onStopAudio" delay="0">
                                              <p:tgtEl>
                                                <p:sldTgt/>
                                              </p:tgtEl>
                                            </p:cond>
                                          </p:endCondLst>
                                        </p:cTn>
                                        <p:tgtEl>
                                          <p:sndTgt r:embed="rId2" name="camera.wav"/>
                                        </p:tgtEl>
                                      </p:cMediaNode>
                                    </p:audio>
                                  </p:sub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blinds(horizontal)">
                                      <p:cBhvr>
                                        <p:cTn id="4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uild="p" autoUpdateAnimBg="0"/>
      <p:bldP spid="47107"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id="{94F5512D-30F6-234B-8249-864DABDAB44F}"/>
              </a:ext>
            </a:extLst>
          </p:cNvPr>
          <p:cNvSpPr txBox="1">
            <a:spLocks noChangeArrowheads="1"/>
          </p:cNvSpPr>
          <p:nvPr/>
        </p:nvSpPr>
        <p:spPr bwMode="auto">
          <a:xfrm>
            <a:off x="1279525" y="554038"/>
            <a:ext cx="64166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just">
              <a:defRPr/>
            </a:pPr>
            <a:endParaRPr lang="en-US" sz="2400" b="1">
              <a:latin typeface="Times New Roman" charset="0"/>
              <a:ea typeface="楷体_GB2312" charset="0"/>
              <a:cs typeface="楷体_GB2312" charset="0"/>
            </a:endParaRPr>
          </a:p>
        </p:txBody>
      </p:sp>
      <p:sp>
        <p:nvSpPr>
          <p:cNvPr id="48133" name="Rectangle 5">
            <a:extLst>
              <a:ext uri="{FF2B5EF4-FFF2-40B4-BE49-F238E27FC236}">
                <a16:creationId xmlns:a16="http://schemas.microsoft.com/office/drawing/2014/main" id="{00A04115-187F-0342-ADC5-2E71B45D3111}"/>
              </a:ext>
            </a:extLst>
          </p:cNvPr>
          <p:cNvSpPr>
            <a:spLocks noChangeArrowheads="1"/>
          </p:cNvSpPr>
          <p:nvPr/>
        </p:nvSpPr>
        <p:spPr bwMode="auto">
          <a:xfrm>
            <a:off x="3948113" y="320040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sp>
        <p:nvSpPr>
          <p:cNvPr id="48136" name="Rectangle 8">
            <a:extLst>
              <a:ext uri="{FF2B5EF4-FFF2-40B4-BE49-F238E27FC236}">
                <a16:creationId xmlns:a16="http://schemas.microsoft.com/office/drawing/2014/main" id="{58D3668E-B706-6C49-8BD1-03F9C194AAAD}"/>
              </a:ext>
            </a:extLst>
          </p:cNvPr>
          <p:cNvSpPr>
            <a:spLocks noChangeArrowheads="1"/>
          </p:cNvSpPr>
          <p:nvPr/>
        </p:nvSpPr>
        <p:spPr bwMode="auto">
          <a:xfrm>
            <a:off x="4300538" y="331470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pSp>
        <p:nvGrpSpPr>
          <p:cNvPr id="48140" name="Group 12">
            <a:extLst>
              <a:ext uri="{FF2B5EF4-FFF2-40B4-BE49-F238E27FC236}">
                <a16:creationId xmlns:a16="http://schemas.microsoft.com/office/drawing/2014/main" id="{ECE1A619-8173-0342-923D-E217FA3DB0FB}"/>
              </a:ext>
            </a:extLst>
          </p:cNvPr>
          <p:cNvGrpSpPr>
            <a:grpSpLocks/>
          </p:cNvGrpSpPr>
          <p:nvPr/>
        </p:nvGrpSpPr>
        <p:grpSpPr bwMode="auto">
          <a:xfrm>
            <a:off x="1165225" y="685800"/>
            <a:ext cx="7216775" cy="2332038"/>
            <a:chOff x="734" y="384"/>
            <a:chExt cx="4354" cy="1518"/>
          </a:xfrm>
        </p:grpSpPr>
        <p:sp>
          <p:nvSpPr>
            <p:cNvPr id="48131" name="Text Box 3">
              <a:extLst>
                <a:ext uri="{FF2B5EF4-FFF2-40B4-BE49-F238E27FC236}">
                  <a16:creationId xmlns:a16="http://schemas.microsoft.com/office/drawing/2014/main" id="{A7C994CB-9B3D-744F-A587-E26BBC0B2643}"/>
                </a:ext>
              </a:extLst>
            </p:cNvPr>
            <p:cNvSpPr txBox="1">
              <a:spLocks noChangeArrowheads="1"/>
            </p:cNvSpPr>
            <p:nvPr/>
          </p:nvSpPr>
          <p:spPr bwMode="auto">
            <a:xfrm>
              <a:off x="806" y="384"/>
              <a:ext cx="3514" cy="2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r>
                <a:rPr lang="zh-CN" altLang="en-US" sz="2400" b="1">
                  <a:solidFill>
                    <a:srgbClr val="000000"/>
                  </a:solidFill>
                </a:rPr>
                <a:t>例</a:t>
              </a:r>
              <a:r>
                <a:rPr lang="en-US" altLang="zh-CN" sz="2400" b="1">
                  <a:solidFill>
                    <a:srgbClr val="000000"/>
                  </a:solidFill>
                </a:rPr>
                <a:t>. </a:t>
              </a:r>
              <a:r>
                <a:rPr lang="zh-CN" altLang="en-US" sz="2400" b="1">
                  <a:solidFill>
                    <a:srgbClr val="000000"/>
                  </a:solidFill>
                </a:rPr>
                <a:t>用四阶</a:t>
              </a:r>
              <a:r>
                <a:rPr lang="en-US" altLang="zh-CN" sz="2400" b="1">
                  <a:solidFill>
                    <a:srgbClr val="000000"/>
                  </a:solidFill>
                  <a:latin typeface="Tahoma" panose="020B0604030504040204" pitchFamily="34" charset="0"/>
                </a:rPr>
                <a:t>R</a:t>
              </a:r>
              <a:r>
                <a:rPr lang="en-US" altLang="zh-CN" sz="2400" b="1">
                  <a:solidFill>
                    <a:srgbClr val="000000"/>
                  </a:solidFill>
                </a:rPr>
                <a:t>—</a:t>
              </a:r>
              <a:r>
                <a:rPr lang="en-US" altLang="zh-CN" sz="2400" b="1">
                  <a:solidFill>
                    <a:srgbClr val="000000"/>
                  </a:solidFill>
                  <a:latin typeface="Tahoma" panose="020B0604030504040204" pitchFamily="34" charset="0"/>
                </a:rPr>
                <a:t>K</a:t>
              </a:r>
              <a:r>
                <a:rPr lang="zh-CN" altLang="en-US" sz="2400" b="1">
                  <a:solidFill>
                    <a:srgbClr val="000000"/>
                  </a:solidFill>
                </a:rPr>
                <a:t>方法求解初值问题</a:t>
              </a:r>
              <a:endParaRPr lang="en-US" altLang="zh-CN" sz="2400" b="1">
                <a:solidFill>
                  <a:srgbClr val="000000"/>
                </a:solidFill>
              </a:endParaRPr>
            </a:p>
          </p:txBody>
        </p:sp>
        <p:graphicFrame>
          <p:nvGraphicFramePr>
            <p:cNvPr id="51210" name="Object 4">
              <a:extLst>
                <a:ext uri="{FF2B5EF4-FFF2-40B4-BE49-F238E27FC236}">
                  <a16:creationId xmlns:a16="http://schemas.microsoft.com/office/drawing/2014/main" id="{E7B939E3-47AE-454D-BC66-47DD4E6F8C50}"/>
                </a:ext>
              </a:extLst>
            </p:cNvPr>
            <p:cNvGraphicFramePr>
              <a:graphicFrameLocks noChangeAspect="1"/>
            </p:cNvGraphicFramePr>
            <p:nvPr/>
          </p:nvGraphicFramePr>
          <p:xfrm>
            <a:off x="1440" y="624"/>
            <a:ext cx="1440" cy="528"/>
          </p:xfrm>
          <a:graphic>
            <a:graphicData uri="http://schemas.openxmlformats.org/presentationml/2006/ole">
              <mc:AlternateContent xmlns:mc="http://schemas.openxmlformats.org/markup-compatibility/2006">
                <mc:Choice xmlns:v="urn:schemas-microsoft-com:vml" Requires="v">
                  <p:oleObj r:id="rId2" imgW="28676600" imgH="10528300" progId="Equation.DSMT4">
                    <p:embed/>
                  </p:oleObj>
                </mc:Choice>
                <mc:Fallback>
                  <p:oleObj r:id="rId2" imgW="28676600" imgH="10528300" progId="Equation.DSMT4">
                    <p:embed/>
                    <p:pic>
                      <p:nvPicPr>
                        <p:cNvPr id="51210" name="Object 4">
                          <a:extLst>
                            <a:ext uri="{FF2B5EF4-FFF2-40B4-BE49-F238E27FC236}">
                              <a16:creationId xmlns:a16="http://schemas.microsoft.com/office/drawing/2014/main" id="{E7B939E3-47AE-454D-BC66-47DD4E6F8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 y="624"/>
                          <a:ext cx="1440"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4" name="Text Box 6">
              <a:extLst>
                <a:ext uri="{FF2B5EF4-FFF2-40B4-BE49-F238E27FC236}">
                  <a16:creationId xmlns:a16="http://schemas.microsoft.com/office/drawing/2014/main" id="{EF0F60AC-79DF-C04F-A826-0A5C7DBAFC09}"/>
                </a:ext>
              </a:extLst>
            </p:cNvPr>
            <p:cNvSpPr txBox="1">
              <a:spLocks noChangeArrowheads="1"/>
            </p:cNvSpPr>
            <p:nvPr/>
          </p:nvSpPr>
          <p:spPr bwMode="auto">
            <a:xfrm>
              <a:off x="734" y="1248"/>
              <a:ext cx="4162" cy="6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50000"/>
                </a:spcBef>
              </a:pPr>
              <a:r>
                <a:rPr lang="zh-CN" altLang="en-US" sz="2400"/>
                <a:t>分别取</a:t>
              </a:r>
              <a:r>
                <a:rPr lang="en-US" altLang="zh-CN" sz="2400">
                  <a:latin typeface="Tahoma" panose="020B0604030504040204" pitchFamily="34" charset="0"/>
                </a:rPr>
                <a:t>h=0.1,0.2</a:t>
              </a:r>
              <a:r>
                <a:rPr lang="zh-CN" altLang="en-US" sz="2400"/>
                <a:t>，将所得结果与准确解</a:t>
              </a:r>
              <a:endParaRPr lang="en-US" altLang="zh-CN" sz="2400"/>
            </a:p>
            <a:p>
              <a:pPr algn="just" eaLnBrk="1" hangingPunct="1">
                <a:spcBef>
                  <a:spcPct val="50000"/>
                </a:spcBef>
              </a:pPr>
              <a:r>
                <a:rPr lang="zh-CN" altLang="en-US" sz="2400"/>
                <a:t>比较，且说明结果</a:t>
              </a:r>
              <a:r>
                <a:rPr lang="en-US" altLang="zh-CN" sz="2400"/>
                <a:t>.</a:t>
              </a:r>
            </a:p>
          </p:txBody>
        </p:sp>
        <p:graphicFrame>
          <p:nvGraphicFramePr>
            <p:cNvPr id="51212" name="Object 7">
              <a:extLst>
                <a:ext uri="{FF2B5EF4-FFF2-40B4-BE49-F238E27FC236}">
                  <a16:creationId xmlns:a16="http://schemas.microsoft.com/office/drawing/2014/main" id="{F59F6BC1-9277-2A48-B0FC-3B365366CC7D}"/>
                </a:ext>
              </a:extLst>
            </p:cNvPr>
            <p:cNvGraphicFramePr>
              <a:graphicFrameLocks noChangeAspect="1"/>
            </p:cNvGraphicFramePr>
            <p:nvPr/>
          </p:nvGraphicFramePr>
          <p:xfrm>
            <a:off x="4320" y="1200"/>
            <a:ext cx="768" cy="323"/>
          </p:xfrm>
          <a:graphic>
            <a:graphicData uri="http://schemas.openxmlformats.org/presentationml/2006/ole">
              <mc:AlternateContent xmlns:mc="http://schemas.openxmlformats.org/markup-compatibility/2006">
                <mc:Choice xmlns:v="urn:schemas-microsoft-com:vml" Requires="v">
                  <p:oleObj r:id="rId4" imgW="12585700" imgH="5270500" progId="Equation.DSMT4">
                    <p:embed/>
                  </p:oleObj>
                </mc:Choice>
                <mc:Fallback>
                  <p:oleObj r:id="rId4" imgW="12585700" imgH="5270500" progId="Equation.DSMT4">
                    <p:embed/>
                    <p:pic>
                      <p:nvPicPr>
                        <p:cNvPr id="51212" name="Object 7">
                          <a:extLst>
                            <a:ext uri="{FF2B5EF4-FFF2-40B4-BE49-F238E27FC236}">
                              <a16:creationId xmlns:a16="http://schemas.microsoft.com/office/drawing/2014/main" id="{F59F6BC1-9277-2A48-B0FC-3B365366CC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0" y="1200"/>
                          <a:ext cx="768"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8137" name="Text Box 9">
            <a:extLst>
              <a:ext uri="{FF2B5EF4-FFF2-40B4-BE49-F238E27FC236}">
                <a16:creationId xmlns:a16="http://schemas.microsoft.com/office/drawing/2014/main" id="{79D0196F-AD54-5F45-BE3E-97A26F10D833}"/>
              </a:ext>
            </a:extLst>
          </p:cNvPr>
          <p:cNvSpPr txBox="1">
            <a:spLocks noChangeArrowheads="1"/>
          </p:cNvSpPr>
          <p:nvPr/>
        </p:nvSpPr>
        <p:spPr bwMode="auto">
          <a:xfrm>
            <a:off x="2133600" y="2971800"/>
            <a:ext cx="5562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50000"/>
              </a:spcBef>
            </a:pPr>
            <a:r>
              <a:rPr lang="zh-CN" altLang="en-US" sz="2400"/>
              <a:t>由四阶</a:t>
            </a:r>
            <a:r>
              <a:rPr lang="en-US" altLang="zh-CN" sz="2400">
                <a:latin typeface="Tahoma" panose="020B0604030504040204" pitchFamily="34" charset="0"/>
              </a:rPr>
              <a:t>R</a:t>
            </a:r>
            <a:r>
              <a:rPr lang="en-US" altLang="zh-CN" sz="2400"/>
              <a:t>—</a:t>
            </a:r>
            <a:r>
              <a:rPr lang="en-US" altLang="zh-CN" sz="2400">
                <a:latin typeface="Tahoma" panose="020B0604030504040204" pitchFamily="34" charset="0"/>
              </a:rPr>
              <a:t>K</a:t>
            </a:r>
            <a:r>
              <a:rPr lang="zh-CN" altLang="en-US" sz="2400"/>
              <a:t>方法的计算公式</a:t>
            </a:r>
            <a:endParaRPr lang="en-US" altLang="zh-CN" sz="2400"/>
          </a:p>
        </p:txBody>
      </p:sp>
      <p:sp>
        <p:nvSpPr>
          <p:cNvPr id="48139" name="Rectangle 11">
            <a:extLst>
              <a:ext uri="{FF2B5EF4-FFF2-40B4-BE49-F238E27FC236}">
                <a16:creationId xmlns:a16="http://schemas.microsoft.com/office/drawing/2014/main" id="{578584A1-896A-7445-9E8A-05704763A7DB}"/>
              </a:ext>
            </a:extLst>
          </p:cNvPr>
          <p:cNvSpPr>
            <a:spLocks noChangeArrowheads="1"/>
          </p:cNvSpPr>
          <p:nvPr/>
        </p:nvSpPr>
        <p:spPr bwMode="auto">
          <a:xfrm>
            <a:off x="3262313" y="2805113"/>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48138" name="Object 10">
            <a:extLst>
              <a:ext uri="{FF2B5EF4-FFF2-40B4-BE49-F238E27FC236}">
                <a16:creationId xmlns:a16="http://schemas.microsoft.com/office/drawing/2014/main" id="{293B7273-5C08-F944-B07D-E3280E4B1E4B}"/>
              </a:ext>
            </a:extLst>
          </p:cNvPr>
          <p:cNvGraphicFramePr>
            <a:graphicFrameLocks noChangeAspect="1"/>
          </p:cNvGraphicFramePr>
          <p:nvPr/>
        </p:nvGraphicFramePr>
        <p:xfrm>
          <a:off x="1981200" y="3429000"/>
          <a:ext cx="5029200" cy="2395538"/>
        </p:xfrm>
        <a:graphic>
          <a:graphicData uri="http://schemas.openxmlformats.org/presentationml/2006/ole">
            <mc:AlternateContent xmlns:mc="http://schemas.openxmlformats.org/markup-compatibility/2006">
              <mc:Choice xmlns:v="urn:schemas-microsoft-com:vml" Requires="v">
                <p:oleObj name="Equation" r:id="rId6" imgW="60274200" imgH="28676600" progId="Equation.3">
                  <p:embed/>
                </p:oleObj>
              </mc:Choice>
              <mc:Fallback>
                <p:oleObj name="Equation" r:id="rId6" imgW="60274200" imgH="28676600" progId="Equation.3">
                  <p:embed/>
                  <p:pic>
                    <p:nvPicPr>
                      <p:cNvPr id="48138" name="Object 10">
                        <a:extLst>
                          <a:ext uri="{FF2B5EF4-FFF2-40B4-BE49-F238E27FC236}">
                            <a16:creationId xmlns:a16="http://schemas.microsoft.com/office/drawing/2014/main" id="{293B7273-5C08-F944-B07D-E3280E4B1E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429000"/>
                        <a:ext cx="5029200" cy="239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1" name="Text Box 13">
            <a:extLst>
              <a:ext uri="{FF2B5EF4-FFF2-40B4-BE49-F238E27FC236}">
                <a16:creationId xmlns:a16="http://schemas.microsoft.com/office/drawing/2014/main" id="{0ABF75F2-BDB7-2F40-89BE-4540AFA7B392}"/>
              </a:ext>
            </a:extLst>
          </p:cNvPr>
          <p:cNvSpPr txBox="1">
            <a:spLocks noChangeArrowheads="1"/>
          </p:cNvSpPr>
          <p:nvPr/>
        </p:nvSpPr>
        <p:spPr bwMode="auto">
          <a:xfrm>
            <a:off x="898525" y="2992438"/>
            <a:ext cx="7969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b="1">
                <a:solidFill>
                  <a:srgbClr val="000000"/>
                </a:solidFill>
              </a:rPr>
              <a:t>解：</a:t>
            </a:r>
            <a:endParaRPr lang="en-US" altLang="zh-CN" sz="2400" b="1">
              <a:solidFill>
                <a:srgbClr val="000000"/>
              </a:solidFill>
            </a:endParaRPr>
          </a:p>
        </p:txBody>
      </p:sp>
    </p:spTree>
    <p:extLst>
      <p:ext uri="{BB962C8B-B14F-4D97-AF65-F5344CB8AC3E}">
        <p14:creationId xmlns:p14="http://schemas.microsoft.com/office/powerpoint/2010/main" val="28033729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8140"/>
                                        </p:tgtEl>
                                        <p:attrNameLst>
                                          <p:attrName>style.visibility</p:attrName>
                                        </p:attrNameLst>
                                      </p:cBhvr>
                                      <p:to>
                                        <p:strVal val="visible"/>
                                      </p:to>
                                    </p:set>
                                    <p:anim calcmode="lin" valueType="num">
                                      <p:cBhvr additive="base">
                                        <p:cTn id="7" dur="500" fill="hold"/>
                                        <p:tgtEl>
                                          <p:spTgt spid="48140"/>
                                        </p:tgtEl>
                                        <p:attrNameLst>
                                          <p:attrName>ppt_x</p:attrName>
                                        </p:attrNameLst>
                                      </p:cBhvr>
                                      <p:tavLst>
                                        <p:tav tm="0">
                                          <p:val>
                                            <p:strVal val="0-#ppt_w/2"/>
                                          </p:val>
                                        </p:tav>
                                        <p:tav tm="100000">
                                          <p:val>
                                            <p:strVal val="#ppt_x"/>
                                          </p:val>
                                        </p:tav>
                                      </p:tavLst>
                                    </p:anim>
                                    <p:anim calcmode="lin" valueType="num">
                                      <p:cBhvr additive="base">
                                        <p:cTn id="8" dur="500" fill="hold"/>
                                        <p:tgtEl>
                                          <p:spTgt spid="481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141">
                                            <p:txEl>
                                              <p:pRg st="0" end="0"/>
                                            </p:txEl>
                                          </p:spTgt>
                                        </p:tgtEl>
                                        <p:attrNameLst>
                                          <p:attrName>style.visibility</p:attrName>
                                        </p:attrNameLst>
                                      </p:cBhvr>
                                      <p:to>
                                        <p:strVal val="visible"/>
                                      </p:to>
                                    </p:set>
                                    <p:anim calcmode="lin" valueType="num">
                                      <p:cBhvr additive="base">
                                        <p:cTn id="13" dur="500" fill="hold"/>
                                        <p:tgtEl>
                                          <p:spTgt spid="4814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814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137">
                                            <p:txEl>
                                              <p:pRg st="0" end="0"/>
                                            </p:txEl>
                                          </p:spTgt>
                                        </p:tgtEl>
                                        <p:attrNameLst>
                                          <p:attrName>style.visibility</p:attrName>
                                        </p:attrNameLst>
                                      </p:cBhvr>
                                      <p:to>
                                        <p:strVal val="visible"/>
                                      </p:to>
                                    </p:set>
                                    <p:anim calcmode="lin" valueType="num">
                                      <p:cBhvr additive="base">
                                        <p:cTn id="19" dur="500" fill="hold"/>
                                        <p:tgtEl>
                                          <p:spTgt spid="4813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81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48138"/>
                                        </p:tgtEl>
                                        <p:attrNameLst>
                                          <p:attrName>style.visibility</p:attrName>
                                        </p:attrNameLst>
                                      </p:cBhvr>
                                      <p:to>
                                        <p:strVal val="visible"/>
                                      </p:to>
                                    </p:set>
                                    <p:animEffect transition="in" filter="dissolve">
                                      <p:cBhvr>
                                        <p:cTn id="25" dur="500"/>
                                        <p:tgtEl>
                                          <p:spTgt spid="48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7" grpId="0" build="p" autoUpdateAnimBg="0"/>
      <p:bldP spid="48141"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F807DF03-654C-024E-96F7-31E6C9FAF795}"/>
              </a:ext>
            </a:extLst>
          </p:cNvPr>
          <p:cNvSpPr txBox="1">
            <a:spLocks noChangeArrowheads="1"/>
          </p:cNvSpPr>
          <p:nvPr/>
        </p:nvSpPr>
        <p:spPr bwMode="auto">
          <a:xfrm>
            <a:off x="250825" y="188913"/>
            <a:ext cx="4664075" cy="52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just" eaLnBrk="1" hangingPunct="1">
              <a:defRPr/>
            </a:pPr>
            <a:r>
              <a:rPr lang="zh-CN" altLang="en-US" b="1"/>
              <a:t>由初值</a:t>
            </a:r>
            <a:r>
              <a:rPr lang="en-US" altLang="zh-CN" b="1">
                <a:latin typeface="Tahoma" charset="0"/>
              </a:rPr>
              <a:t>y</a:t>
            </a:r>
            <a:r>
              <a:rPr lang="en-US" altLang="zh-CN" b="1" baseline="-30000">
                <a:latin typeface="Tahoma" charset="0"/>
              </a:rPr>
              <a:t>0</a:t>
            </a:r>
            <a:r>
              <a:rPr lang="en-US" altLang="zh-CN" b="1">
                <a:latin typeface="Tahoma" charset="0"/>
              </a:rPr>
              <a:t>=1</a:t>
            </a:r>
            <a:r>
              <a:rPr lang="zh-CN" altLang="en-US" b="1"/>
              <a:t>逐次算出下表</a:t>
            </a:r>
            <a:endParaRPr lang="en-US" altLang="zh-CN" b="1"/>
          </a:p>
        </p:txBody>
      </p:sp>
      <p:sp>
        <p:nvSpPr>
          <p:cNvPr id="49156" name="Rectangle 4">
            <a:extLst>
              <a:ext uri="{FF2B5EF4-FFF2-40B4-BE49-F238E27FC236}">
                <a16:creationId xmlns:a16="http://schemas.microsoft.com/office/drawing/2014/main" id="{1858DAB6-9BB1-4C44-80CC-09BFB2131A21}"/>
              </a:ext>
            </a:extLst>
          </p:cNvPr>
          <p:cNvSpPr>
            <a:spLocks noChangeArrowheads="1"/>
          </p:cNvSpPr>
          <p:nvPr/>
        </p:nvSpPr>
        <p:spPr bwMode="auto">
          <a:xfrm>
            <a:off x="2571750" y="24145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楷体_GB2312" charset="0"/>
              <a:cs typeface="楷体_GB2312" charset="0"/>
            </a:endParaRPr>
          </a:p>
        </p:txBody>
      </p:sp>
      <p:graphicFrame>
        <p:nvGraphicFramePr>
          <p:cNvPr id="49155" name="Object 3">
            <a:extLst>
              <a:ext uri="{FF2B5EF4-FFF2-40B4-BE49-F238E27FC236}">
                <a16:creationId xmlns:a16="http://schemas.microsoft.com/office/drawing/2014/main" id="{C8CFD3E7-F3D4-A947-8052-9FD28ECB0F87}"/>
              </a:ext>
            </a:extLst>
          </p:cNvPr>
          <p:cNvGraphicFramePr>
            <a:graphicFrameLocks noChangeAspect="1"/>
          </p:cNvGraphicFramePr>
          <p:nvPr/>
        </p:nvGraphicFramePr>
        <p:xfrm>
          <a:off x="1042988" y="836613"/>
          <a:ext cx="6961187" cy="3482975"/>
        </p:xfrm>
        <a:graphic>
          <a:graphicData uri="http://schemas.openxmlformats.org/presentationml/2006/ole">
            <mc:AlternateContent xmlns:mc="http://schemas.openxmlformats.org/markup-compatibility/2006">
              <mc:Choice xmlns:v="urn:schemas-microsoft-com:vml" Requires="v">
                <p:oleObj name="Equation" r:id="rId2" imgW="4152900" imgH="1993900" progId="Equation.3">
                  <p:embed/>
                </p:oleObj>
              </mc:Choice>
              <mc:Fallback>
                <p:oleObj name="Equation" r:id="rId2" imgW="4152900" imgH="1993900" progId="Equation.3">
                  <p:embed/>
                  <p:pic>
                    <p:nvPicPr>
                      <p:cNvPr id="49155" name="Object 3">
                        <a:extLst>
                          <a:ext uri="{FF2B5EF4-FFF2-40B4-BE49-F238E27FC236}">
                            <a16:creationId xmlns:a16="http://schemas.microsoft.com/office/drawing/2014/main" id="{C8CFD3E7-F3D4-A947-8052-9FD28ECB0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836613"/>
                        <a:ext cx="6961187"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7" name="Text Box 5">
            <a:extLst>
              <a:ext uri="{FF2B5EF4-FFF2-40B4-BE49-F238E27FC236}">
                <a16:creationId xmlns:a16="http://schemas.microsoft.com/office/drawing/2014/main" id="{AE214B32-9187-9042-8220-92AB68468A5E}"/>
              </a:ext>
            </a:extLst>
          </p:cNvPr>
          <p:cNvSpPr txBox="1">
            <a:spLocks noChangeArrowheads="1"/>
          </p:cNvSpPr>
          <p:nvPr/>
        </p:nvSpPr>
        <p:spPr bwMode="auto">
          <a:xfrm>
            <a:off x="395288" y="4437063"/>
            <a:ext cx="8748712" cy="1570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 typeface="Wingdings" pitchFamily="2" charset="2"/>
              <a:buChar char="Ø"/>
            </a:pPr>
            <a:r>
              <a:rPr lang="en-US" altLang="zh-CN" sz="2400" b="1">
                <a:solidFill>
                  <a:srgbClr val="000000"/>
                </a:solidFill>
                <a:latin typeface="宋体" panose="02010600030101010101" pitchFamily="2" charset="-122"/>
              </a:rPr>
              <a:t> </a:t>
            </a:r>
            <a:r>
              <a:rPr lang="zh-CN" altLang="en-US" sz="2400" b="1">
                <a:solidFill>
                  <a:srgbClr val="000000"/>
                </a:solidFill>
                <a:latin typeface="宋体" panose="02010600030101010101" pitchFamily="2" charset="-122"/>
              </a:rPr>
              <a:t>由表中可看出：</a:t>
            </a:r>
            <a:endParaRPr lang="en-US" altLang="zh-CN" sz="2400" b="1">
              <a:solidFill>
                <a:srgbClr val="000000"/>
              </a:solidFill>
              <a:latin typeface="宋体" panose="02010600030101010101" pitchFamily="2" charset="-122"/>
            </a:endParaRPr>
          </a:p>
          <a:p>
            <a:pPr eaLnBrk="1" hangingPunct="1">
              <a:spcBef>
                <a:spcPct val="50000"/>
              </a:spcBef>
              <a:buFont typeface="Wingdings" pitchFamily="2" charset="2"/>
              <a:buChar char="v"/>
            </a:pPr>
            <a:r>
              <a:rPr lang="zh-CN" altLang="en-US" sz="2400" b="1">
                <a:solidFill>
                  <a:srgbClr val="000000"/>
                </a:solidFill>
                <a:latin typeface="宋体" panose="02010600030101010101" pitchFamily="2" charset="-122"/>
              </a:rPr>
              <a:t>当</a:t>
            </a:r>
            <a:r>
              <a:rPr lang="en-US" altLang="zh-CN" sz="2400" b="1">
                <a:solidFill>
                  <a:srgbClr val="000000"/>
                </a:solidFill>
                <a:latin typeface="Tahoma" panose="020B0604030504040204" pitchFamily="34" charset="0"/>
              </a:rPr>
              <a:t>h=0.1,</a:t>
            </a:r>
            <a:r>
              <a:rPr lang="zh-CN" altLang="en-US" sz="2400" b="1">
                <a:solidFill>
                  <a:srgbClr val="000000"/>
                </a:solidFill>
                <a:latin typeface="宋体" panose="02010600030101010101" pitchFamily="2" charset="-122"/>
              </a:rPr>
              <a:t>计算结果的相对误差很大，但计算过程是稳定的</a:t>
            </a:r>
            <a:endParaRPr lang="en-US" altLang="zh-CN" sz="2400" b="1">
              <a:solidFill>
                <a:srgbClr val="000000"/>
              </a:solidFill>
              <a:latin typeface="宋体" panose="02010600030101010101" pitchFamily="2" charset="-122"/>
            </a:endParaRPr>
          </a:p>
          <a:p>
            <a:pPr eaLnBrk="1" hangingPunct="1">
              <a:spcBef>
                <a:spcPct val="50000"/>
              </a:spcBef>
              <a:buFont typeface="Wingdings" pitchFamily="2" charset="2"/>
              <a:buChar char="v"/>
            </a:pPr>
            <a:r>
              <a:rPr lang="zh-CN" altLang="en-US" sz="2400" b="1">
                <a:solidFill>
                  <a:srgbClr val="000000"/>
                </a:solidFill>
                <a:latin typeface="宋体" panose="02010600030101010101" pitchFamily="2" charset="-122"/>
              </a:rPr>
              <a:t>当</a:t>
            </a:r>
            <a:r>
              <a:rPr lang="en-US" altLang="zh-CN" sz="2400" b="1">
                <a:solidFill>
                  <a:srgbClr val="000000"/>
                </a:solidFill>
                <a:latin typeface="Tahoma" panose="020B0604030504040204" pitchFamily="34" charset="0"/>
              </a:rPr>
              <a:t>h=0.2,</a:t>
            </a:r>
            <a:r>
              <a:rPr lang="zh-CN" altLang="en-US" sz="2400" b="1">
                <a:solidFill>
                  <a:srgbClr val="000000"/>
                </a:solidFill>
                <a:latin typeface="宋体" panose="02010600030101010101" pitchFamily="2" charset="-122"/>
              </a:rPr>
              <a:t>计算过程是不稳定的</a:t>
            </a:r>
            <a:r>
              <a:rPr lang="en-US" altLang="zh-CN" sz="2400">
                <a:solidFill>
                  <a:srgbClr val="000000"/>
                </a:solidFill>
                <a:latin typeface="Tahoma" panose="020B0604030504040204" pitchFamily="34" charset="0"/>
              </a:rPr>
              <a:t> </a:t>
            </a:r>
          </a:p>
        </p:txBody>
      </p:sp>
      <p:graphicFrame>
        <p:nvGraphicFramePr>
          <p:cNvPr id="6" name="Object 3">
            <a:extLst>
              <a:ext uri="{FF2B5EF4-FFF2-40B4-BE49-F238E27FC236}">
                <a16:creationId xmlns:a16="http://schemas.microsoft.com/office/drawing/2014/main" id="{F757BFA5-1C29-C44B-9823-AE5EA66BDDA6}"/>
              </a:ext>
            </a:extLst>
          </p:cNvPr>
          <p:cNvGraphicFramePr>
            <a:graphicFrameLocks noChangeAspect="1"/>
          </p:cNvGraphicFramePr>
          <p:nvPr/>
        </p:nvGraphicFramePr>
        <p:xfrm>
          <a:off x="5638800" y="5618163"/>
          <a:ext cx="3100388" cy="773112"/>
        </p:xfrm>
        <a:graphic>
          <a:graphicData uri="http://schemas.openxmlformats.org/presentationml/2006/ole">
            <mc:AlternateContent xmlns:mc="http://schemas.openxmlformats.org/markup-compatibility/2006">
              <mc:Choice xmlns:v="urn:schemas-microsoft-com:vml" Requires="v">
                <p:oleObj name="Equation" r:id="rId4" imgW="1739900" imgH="431800" progId="Equation.3">
                  <p:embed/>
                </p:oleObj>
              </mc:Choice>
              <mc:Fallback>
                <p:oleObj name="Equation" r:id="rId4" imgW="1739900" imgH="431800" progId="Equation.3">
                  <p:embed/>
                  <p:pic>
                    <p:nvPicPr>
                      <p:cNvPr id="6" name="Object 3">
                        <a:extLst>
                          <a:ext uri="{FF2B5EF4-FFF2-40B4-BE49-F238E27FC236}">
                            <a16:creationId xmlns:a16="http://schemas.microsoft.com/office/drawing/2014/main" id="{F757BFA5-1C29-C44B-9823-AE5EA66BDD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5618163"/>
                        <a:ext cx="3100388"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911374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54">
                                            <p:txEl>
                                              <p:pRg st="0" end="0"/>
                                            </p:txEl>
                                          </p:spTgt>
                                        </p:tgtEl>
                                        <p:attrNameLst>
                                          <p:attrName>style.visibility</p:attrName>
                                        </p:attrNameLst>
                                      </p:cBhvr>
                                      <p:to>
                                        <p:strVal val="visible"/>
                                      </p:to>
                                    </p:set>
                                    <p:anim calcmode="lin" valueType="num">
                                      <p:cBhvr additive="base">
                                        <p:cTn id="7" dur="500" fill="hold"/>
                                        <p:tgtEl>
                                          <p:spTgt spid="491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1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49155"/>
                                        </p:tgtEl>
                                        <p:attrNameLst>
                                          <p:attrName>style.visibility</p:attrName>
                                        </p:attrNameLst>
                                      </p:cBhvr>
                                      <p:to>
                                        <p:strVal val="visible"/>
                                      </p:to>
                                    </p:set>
                                    <p:animEffect transition="in" filter="dissolve">
                                      <p:cBhvr>
                                        <p:cTn id="13" dur="500"/>
                                        <p:tgtEl>
                                          <p:spTgt spid="4915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9157">
                                            <p:txEl>
                                              <p:pRg st="0" end="0"/>
                                            </p:txEl>
                                          </p:spTgt>
                                        </p:tgtEl>
                                        <p:attrNameLst>
                                          <p:attrName>style.visibility</p:attrName>
                                        </p:attrNameLst>
                                      </p:cBhvr>
                                      <p:to>
                                        <p:strVal val="visible"/>
                                      </p:to>
                                    </p:set>
                                    <p:anim calcmode="lin" valueType="num">
                                      <p:cBhvr additive="base">
                                        <p:cTn id="18" dur="500" fill="hold"/>
                                        <p:tgtEl>
                                          <p:spTgt spid="49157">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4915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9157">
                                            <p:txEl>
                                              <p:pRg st="1" end="1"/>
                                            </p:txEl>
                                          </p:spTgt>
                                        </p:tgtEl>
                                        <p:attrNameLst>
                                          <p:attrName>style.visibility</p:attrName>
                                        </p:attrNameLst>
                                      </p:cBhvr>
                                      <p:to>
                                        <p:strVal val="visible"/>
                                      </p:to>
                                    </p:set>
                                    <p:anim calcmode="lin" valueType="num">
                                      <p:cBhvr additive="base">
                                        <p:cTn id="24" dur="500" fill="hold"/>
                                        <p:tgtEl>
                                          <p:spTgt spid="49157">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4915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9157">
                                            <p:txEl>
                                              <p:pRg st="2" end="2"/>
                                            </p:txEl>
                                          </p:spTgt>
                                        </p:tgtEl>
                                        <p:attrNameLst>
                                          <p:attrName>style.visibility</p:attrName>
                                        </p:attrNameLst>
                                      </p:cBhvr>
                                      <p:to>
                                        <p:strVal val="visible"/>
                                      </p:to>
                                    </p:set>
                                    <p:anim calcmode="lin" valueType="num">
                                      <p:cBhvr additive="base">
                                        <p:cTn id="30" dur="500" fill="hold"/>
                                        <p:tgtEl>
                                          <p:spTgt spid="49157">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4915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0-#ppt_w/2"/>
                                          </p:val>
                                        </p:tav>
                                        <p:tav tm="100000">
                                          <p:val>
                                            <p:strVal val="#ppt_x"/>
                                          </p:val>
                                        </p:tav>
                                      </p:tavLst>
                                    </p:anim>
                                    <p:anim calcmode="lin" valueType="num">
                                      <p:cBhvr additive="base">
                                        <p:cTn id="37"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build="p" autoUpdateAnimBg="0"/>
      <p:bldP spid="49157"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a:extLst>
              <a:ext uri="{FF2B5EF4-FFF2-40B4-BE49-F238E27FC236}">
                <a16:creationId xmlns:a16="http://schemas.microsoft.com/office/drawing/2014/main" id="{CF893DAD-14BF-7C49-B319-5E2320D13CE7}"/>
              </a:ext>
            </a:extLst>
          </p:cNvPr>
          <p:cNvSpPr txBox="1">
            <a:spLocks noChangeArrowheads="1"/>
          </p:cNvSpPr>
          <p:nvPr/>
        </p:nvSpPr>
        <p:spPr bwMode="auto">
          <a:xfrm>
            <a:off x="4557713" y="-330200"/>
            <a:ext cx="184150"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endParaRPr lang="en-US" altLang="zh-CN" sz="2400">
              <a:solidFill>
                <a:schemeClr val="accent2"/>
              </a:solidFill>
              <a:latin typeface="Times New Roman" charset="0"/>
              <a:ea typeface="楷体_GB2312" charset="0"/>
              <a:cs typeface="楷体_GB2312" charset="0"/>
            </a:endParaRPr>
          </a:p>
          <a:p>
            <a:pPr algn="ctr">
              <a:defRPr/>
            </a:pPr>
            <a:endParaRPr lang="en-US" altLang="zh-CN" sz="2400">
              <a:latin typeface="Tahoma" charset="0"/>
              <a:ea typeface="楷体_GB2312" charset="0"/>
              <a:cs typeface="楷体_GB2312" charset="0"/>
            </a:endParaRPr>
          </a:p>
        </p:txBody>
      </p:sp>
      <p:graphicFrame>
        <p:nvGraphicFramePr>
          <p:cNvPr id="55299" name="Object 3">
            <a:extLst>
              <a:ext uri="{FF2B5EF4-FFF2-40B4-BE49-F238E27FC236}">
                <a16:creationId xmlns:a16="http://schemas.microsoft.com/office/drawing/2014/main" id="{89D5E2FE-30C4-1240-81D4-9D2B981554C5}"/>
              </a:ext>
            </a:extLst>
          </p:cNvPr>
          <p:cNvGraphicFramePr>
            <a:graphicFrameLocks noChangeAspect="1"/>
          </p:cNvGraphicFramePr>
          <p:nvPr/>
        </p:nvGraphicFramePr>
        <p:xfrm>
          <a:off x="1835150" y="2636838"/>
          <a:ext cx="5502275" cy="4265612"/>
        </p:xfrm>
        <a:graphic>
          <a:graphicData uri="http://schemas.openxmlformats.org/presentationml/2006/ole">
            <mc:AlternateContent xmlns:mc="http://schemas.openxmlformats.org/markup-compatibility/2006">
              <mc:Choice xmlns:v="urn:schemas-microsoft-com:vml" Requires="v">
                <p:oleObj name="Equation" r:id="rId2" imgW="2273300" imgH="2476500" progId="Equation.3">
                  <p:embed/>
                </p:oleObj>
              </mc:Choice>
              <mc:Fallback>
                <p:oleObj name="Equation" r:id="rId2" imgW="2273300" imgH="2476500" progId="Equation.3">
                  <p:embed/>
                  <p:pic>
                    <p:nvPicPr>
                      <p:cNvPr id="55299" name="Object 3">
                        <a:extLst>
                          <a:ext uri="{FF2B5EF4-FFF2-40B4-BE49-F238E27FC236}">
                            <a16:creationId xmlns:a16="http://schemas.microsoft.com/office/drawing/2014/main" id="{89D5E2FE-30C4-1240-81D4-9D2B98155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2636838"/>
                        <a:ext cx="5502275" cy="426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2">
            <a:extLst>
              <a:ext uri="{FF2B5EF4-FFF2-40B4-BE49-F238E27FC236}">
                <a16:creationId xmlns:a16="http://schemas.microsoft.com/office/drawing/2014/main" id="{438F78B3-FC4F-D748-BD6F-F354915827AC}"/>
              </a:ext>
            </a:extLst>
          </p:cNvPr>
          <p:cNvSpPr txBox="1">
            <a:spLocks noChangeArrowheads="1"/>
          </p:cNvSpPr>
          <p:nvPr/>
        </p:nvSpPr>
        <p:spPr bwMode="auto">
          <a:xfrm>
            <a:off x="1584325" y="-60325"/>
            <a:ext cx="1841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endParaRPr lang="en-US" sz="2400">
              <a:latin typeface="Tahoma" charset="0"/>
              <a:ea typeface="楷体_GB2312" charset="0"/>
              <a:cs typeface="楷体_GB2312" charset="0"/>
            </a:endParaRPr>
          </a:p>
        </p:txBody>
      </p:sp>
      <p:sp>
        <p:nvSpPr>
          <p:cNvPr id="5" name="Text Box 4">
            <a:extLst>
              <a:ext uri="{FF2B5EF4-FFF2-40B4-BE49-F238E27FC236}">
                <a16:creationId xmlns:a16="http://schemas.microsoft.com/office/drawing/2014/main" id="{AC9ECD9E-C8F6-7345-9598-EDAE22C80A4F}"/>
              </a:ext>
            </a:extLst>
          </p:cNvPr>
          <p:cNvSpPr txBox="1">
            <a:spLocks noChangeArrowheads="1"/>
          </p:cNvSpPr>
          <p:nvPr/>
        </p:nvSpPr>
        <p:spPr bwMode="auto">
          <a:xfrm>
            <a:off x="1143000" y="71438"/>
            <a:ext cx="990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b="1">
                <a:solidFill>
                  <a:srgbClr val="0066FF"/>
                </a:solidFill>
              </a:rPr>
              <a:t>习题</a:t>
            </a:r>
            <a:r>
              <a:rPr lang="en-US" altLang="zh-CN" sz="2400" b="1">
                <a:solidFill>
                  <a:srgbClr val="0066FF"/>
                </a:solidFill>
              </a:rPr>
              <a:t>.</a:t>
            </a:r>
          </a:p>
        </p:txBody>
      </p:sp>
      <p:graphicFrame>
        <p:nvGraphicFramePr>
          <p:cNvPr id="53253" name="Object 5">
            <a:extLst>
              <a:ext uri="{FF2B5EF4-FFF2-40B4-BE49-F238E27FC236}">
                <a16:creationId xmlns:a16="http://schemas.microsoft.com/office/drawing/2014/main" id="{96531333-292D-6145-B761-46C8D7826375}"/>
              </a:ext>
            </a:extLst>
          </p:cNvPr>
          <p:cNvGraphicFramePr>
            <a:graphicFrameLocks noChangeAspect="1"/>
          </p:cNvGraphicFramePr>
          <p:nvPr/>
        </p:nvGraphicFramePr>
        <p:xfrm>
          <a:off x="2268538" y="115888"/>
          <a:ext cx="5118100" cy="2106612"/>
        </p:xfrm>
        <a:graphic>
          <a:graphicData uri="http://schemas.openxmlformats.org/presentationml/2006/ole">
            <mc:AlternateContent xmlns:mc="http://schemas.openxmlformats.org/markup-compatibility/2006">
              <mc:Choice xmlns:v="urn:schemas-microsoft-com:vml" Requires="v">
                <p:oleObj name="Equation" r:id="rId4" imgW="67005200" imgH="26327100" progId="Equation.3">
                  <p:embed/>
                </p:oleObj>
              </mc:Choice>
              <mc:Fallback>
                <p:oleObj name="Equation" r:id="rId4" imgW="67005200" imgH="26327100" progId="Equation.3">
                  <p:embed/>
                  <p:pic>
                    <p:nvPicPr>
                      <p:cNvPr id="53253" name="Object 5">
                        <a:extLst>
                          <a:ext uri="{FF2B5EF4-FFF2-40B4-BE49-F238E27FC236}">
                            <a16:creationId xmlns:a16="http://schemas.microsoft.com/office/drawing/2014/main" id="{96531333-292D-6145-B761-46C8D78263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115888"/>
                        <a:ext cx="5118100" cy="210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8">
            <a:extLst>
              <a:ext uri="{FF2B5EF4-FFF2-40B4-BE49-F238E27FC236}">
                <a16:creationId xmlns:a16="http://schemas.microsoft.com/office/drawing/2014/main" id="{D7935868-15FD-754E-AF22-1C5B3CA31215}"/>
              </a:ext>
            </a:extLst>
          </p:cNvPr>
          <p:cNvSpPr>
            <a:spLocks noChangeArrowheads="1"/>
          </p:cNvSpPr>
          <p:nvPr/>
        </p:nvSpPr>
        <p:spPr bwMode="auto">
          <a:xfrm>
            <a:off x="1116013" y="2276475"/>
            <a:ext cx="5243512"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zh-CN" altLang="en-US" sz="2400" b="1">
                <a:solidFill>
                  <a:srgbClr val="0066FF"/>
                </a:solidFill>
                <a:latin typeface="Times New Roman" charset="0"/>
                <a:ea typeface="ＭＳ Ｐゴシック" charset="0"/>
                <a:cs typeface="楷体_GB2312" charset="0"/>
              </a:rPr>
              <a:t>解</a:t>
            </a:r>
            <a:r>
              <a:rPr lang="en-US" altLang="zh-CN" sz="2400" b="1">
                <a:solidFill>
                  <a:srgbClr val="0066FF"/>
                </a:solidFill>
                <a:latin typeface="Times New Roman" charset="0"/>
                <a:ea typeface="ＭＳ Ｐゴシック" charset="0"/>
                <a:cs typeface="楷体_GB2312" charset="0"/>
              </a:rPr>
              <a:t>: </a:t>
            </a:r>
            <a:r>
              <a:rPr lang="zh-CN" altLang="en-US" sz="2400">
                <a:latin typeface="Times New Roman" charset="0"/>
                <a:ea typeface="ＭＳ Ｐゴシック" charset="0"/>
                <a:cs typeface="楷体_GB2312" charset="0"/>
              </a:rPr>
              <a:t>利用经典的四阶龙格</a:t>
            </a:r>
            <a:r>
              <a:rPr lang="en-US" altLang="zh-CN" sz="2400">
                <a:latin typeface="Times New Roman" charset="0"/>
                <a:ea typeface="ＭＳ Ｐゴシック" charset="0"/>
                <a:cs typeface="楷体_GB2312" charset="0"/>
              </a:rPr>
              <a:t>-</a:t>
            </a:r>
            <a:r>
              <a:rPr lang="zh-CN" altLang="en-US" sz="2400">
                <a:latin typeface="Times New Roman" charset="0"/>
                <a:ea typeface="ＭＳ Ｐゴシック" charset="0"/>
                <a:cs typeface="楷体_GB2312" charset="0"/>
              </a:rPr>
              <a:t>库塔公式有</a:t>
            </a:r>
            <a:endParaRPr lang="en-US" altLang="zh-CN" sz="2400">
              <a:latin typeface="Times New Roman" charset="0"/>
              <a:ea typeface="ＭＳ Ｐゴシック" charset="0"/>
              <a:cs typeface="楷体_GB2312" charset="0"/>
            </a:endParaRPr>
          </a:p>
        </p:txBody>
      </p:sp>
    </p:spTree>
    <p:extLst>
      <p:ext uri="{BB962C8B-B14F-4D97-AF65-F5344CB8AC3E}">
        <p14:creationId xmlns:p14="http://schemas.microsoft.com/office/powerpoint/2010/main" val="23894341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a:extLst>
              <a:ext uri="{FF2B5EF4-FFF2-40B4-BE49-F238E27FC236}">
                <a16:creationId xmlns:a16="http://schemas.microsoft.com/office/drawing/2014/main" id="{240D68D3-685D-374E-8FCF-A64A0BFABC4E}"/>
              </a:ext>
            </a:extLst>
          </p:cNvPr>
          <p:cNvSpPr txBox="1">
            <a:spLocks noChangeArrowheads="1"/>
          </p:cNvSpPr>
          <p:nvPr/>
        </p:nvSpPr>
        <p:spPr bwMode="auto">
          <a:xfrm>
            <a:off x="609600" y="4437063"/>
            <a:ext cx="2338388"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algn="ctr" eaLnBrk="1" hangingPunct="1">
              <a:defRPr/>
            </a:pPr>
            <a:r>
              <a:rPr lang="zh-CN" altLang="en-US" sz="2400"/>
              <a:t>计算结果如下表</a:t>
            </a:r>
            <a:endParaRPr lang="en-US" altLang="zh-CN" sz="2400"/>
          </a:p>
        </p:txBody>
      </p:sp>
      <p:grpSp>
        <p:nvGrpSpPr>
          <p:cNvPr id="56323" name="Group 3">
            <a:extLst>
              <a:ext uri="{FF2B5EF4-FFF2-40B4-BE49-F238E27FC236}">
                <a16:creationId xmlns:a16="http://schemas.microsoft.com/office/drawing/2014/main" id="{FB19E92D-DFD0-C64C-AAE3-10E1D9D579D0}"/>
              </a:ext>
            </a:extLst>
          </p:cNvPr>
          <p:cNvGrpSpPr>
            <a:grpSpLocks/>
          </p:cNvGrpSpPr>
          <p:nvPr/>
        </p:nvGrpSpPr>
        <p:grpSpPr bwMode="auto">
          <a:xfrm>
            <a:off x="1187450" y="4868863"/>
            <a:ext cx="7010400" cy="1828800"/>
            <a:chOff x="528" y="1584"/>
            <a:chExt cx="4800" cy="1488"/>
          </a:xfrm>
        </p:grpSpPr>
        <p:sp>
          <p:nvSpPr>
            <p:cNvPr id="56324" name="Line 4">
              <a:extLst>
                <a:ext uri="{FF2B5EF4-FFF2-40B4-BE49-F238E27FC236}">
                  <a16:creationId xmlns:a16="http://schemas.microsoft.com/office/drawing/2014/main" id="{6353B2EE-C091-8840-96EC-68C162DBC2FE}"/>
                </a:ext>
              </a:extLst>
            </p:cNvPr>
            <p:cNvSpPr>
              <a:spLocks noChangeShapeType="1"/>
            </p:cNvSpPr>
            <p:nvPr/>
          </p:nvSpPr>
          <p:spPr bwMode="auto">
            <a:xfrm>
              <a:off x="624" y="1584"/>
              <a:ext cx="4561"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aphicFrame>
          <p:nvGraphicFramePr>
            <p:cNvPr id="54278" name="Object 5">
              <a:extLst>
                <a:ext uri="{FF2B5EF4-FFF2-40B4-BE49-F238E27FC236}">
                  <a16:creationId xmlns:a16="http://schemas.microsoft.com/office/drawing/2014/main" id="{42101A3A-35CD-D346-824E-F353E63D0E56}"/>
                </a:ext>
              </a:extLst>
            </p:cNvPr>
            <p:cNvGraphicFramePr>
              <a:graphicFrameLocks noChangeAspect="1"/>
            </p:cNvGraphicFramePr>
            <p:nvPr/>
          </p:nvGraphicFramePr>
          <p:xfrm>
            <a:off x="720" y="1680"/>
            <a:ext cx="208" cy="272"/>
          </p:xfrm>
          <a:graphic>
            <a:graphicData uri="http://schemas.openxmlformats.org/presentationml/2006/ole">
              <mc:AlternateContent xmlns:mc="http://schemas.openxmlformats.org/markup-compatibility/2006">
                <mc:Choice xmlns:v="urn:schemas-microsoft-com:vml" Requires="v">
                  <p:oleObj name="Equation" r:id="rId2" imgW="7607300" imgH="9944100" progId="Equation.3">
                    <p:embed/>
                  </p:oleObj>
                </mc:Choice>
                <mc:Fallback>
                  <p:oleObj name="Equation" r:id="rId2" imgW="7607300" imgH="9944100" progId="Equation.3">
                    <p:embed/>
                    <p:pic>
                      <p:nvPicPr>
                        <p:cNvPr id="54278" name="Object 5">
                          <a:extLst>
                            <a:ext uri="{FF2B5EF4-FFF2-40B4-BE49-F238E27FC236}">
                              <a16:creationId xmlns:a16="http://schemas.microsoft.com/office/drawing/2014/main" id="{42101A3A-35CD-D346-824E-F353E63D0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1680"/>
                          <a:ext cx="20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6326" name="Text Box 6">
              <a:extLst>
                <a:ext uri="{FF2B5EF4-FFF2-40B4-BE49-F238E27FC236}">
                  <a16:creationId xmlns:a16="http://schemas.microsoft.com/office/drawing/2014/main" id="{E8197127-EE5B-4349-B83A-DD2DB184D3BE}"/>
                </a:ext>
              </a:extLst>
            </p:cNvPr>
            <p:cNvSpPr txBox="1">
              <a:spLocks noChangeArrowheads="1"/>
            </p:cNvSpPr>
            <p:nvPr/>
          </p:nvSpPr>
          <p:spPr bwMode="auto">
            <a:xfrm>
              <a:off x="1008" y="1680"/>
              <a:ext cx="4186" cy="3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ltLang="zh-CN" sz="2400" dirty="0">
                  <a:latin typeface="Times New Roman" charset="0"/>
                  <a:ea typeface="楷体_GB2312" charset="0"/>
                  <a:cs typeface="楷体_GB2312" charset="0"/>
                </a:rPr>
                <a:t>  </a:t>
              </a:r>
              <a:r>
                <a:rPr lang="en-US" altLang="zh-CN" sz="2000" dirty="0">
                  <a:latin typeface="Times New Roman" charset="0"/>
                  <a:ea typeface="楷体_GB2312" charset="0"/>
                  <a:cs typeface="楷体_GB2312" charset="0"/>
                </a:rPr>
                <a:t>0          0.2         0.4         0.6           0.8             1.0</a:t>
              </a:r>
            </a:p>
          </p:txBody>
        </p:sp>
        <p:sp>
          <p:nvSpPr>
            <p:cNvPr id="56327" name="Line 7">
              <a:extLst>
                <a:ext uri="{FF2B5EF4-FFF2-40B4-BE49-F238E27FC236}">
                  <a16:creationId xmlns:a16="http://schemas.microsoft.com/office/drawing/2014/main" id="{57C7AFE1-5635-564A-98FB-10868E8E3B70}"/>
                </a:ext>
              </a:extLst>
            </p:cNvPr>
            <p:cNvSpPr>
              <a:spLocks noChangeShapeType="1"/>
            </p:cNvSpPr>
            <p:nvPr/>
          </p:nvSpPr>
          <p:spPr bwMode="auto">
            <a:xfrm>
              <a:off x="576" y="2112"/>
              <a:ext cx="4609"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aphicFrame>
          <p:nvGraphicFramePr>
            <p:cNvPr id="54281" name="Object 8">
              <a:extLst>
                <a:ext uri="{FF2B5EF4-FFF2-40B4-BE49-F238E27FC236}">
                  <a16:creationId xmlns:a16="http://schemas.microsoft.com/office/drawing/2014/main" id="{F18517BE-3CB7-F844-AE9E-31A8501CE072}"/>
                </a:ext>
              </a:extLst>
            </p:cNvPr>
            <p:cNvGraphicFramePr>
              <a:graphicFrameLocks noChangeAspect="1"/>
            </p:cNvGraphicFramePr>
            <p:nvPr/>
          </p:nvGraphicFramePr>
          <p:xfrm>
            <a:off x="672" y="2208"/>
            <a:ext cx="216" cy="272"/>
          </p:xfrm>
          <a:graphic>
            <a:graphicData uri="http://schemas.openxmlformats.org/presentationml/2006/ole">
              <mc:AlternateContent xmlns:mc="http://schemas.openxmlformats.org/markup-compatibility/2006">
                <mc:Choice xmlns:v="urn:schemas-microsoft-com:vml" Requires="v">
                  <p:oleObj name="Equation" r:id="rId4" imgW="7899400" imgH="9944100" progId="Equation.3">
                    <p:embed/>
                  </p:oleObj>
                </mc:Choice>
                <mc:Fallback>
                  <p:oleObj name="Equation" r:id="rId4" imgW="7899400" imgH="9944100" progId="Equation.3">
                    <p:embed/>
                    <p:pic>
                      <p:nvPicPr>
                        <p:cNvPr id="54281" name="Object 8">
                          <a:extLst>
                            <a:ext uri="{FF2B5EF4-FFF2-40B4-BE49-F238E27FC236}">
                              <a16:creationId xmlns:a16="http://schemas.microsoft.com/office/drawing/2014/main" id="{F18517BE-3CB7-F844-AE9E-31A8501CE0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 y="2208"/>
                          <a:ext cx="216"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4282" name="Object 9">
              <a:extLst>
                <a:ext uri="{FF2B5EF4-FFF2-40B4-BE49-F238E27FC236}">
                  <a16:creationId xmlns:a16="http://schemas.microsoft.com/office/drawing/2014/main" id="{846E7923-77F9-974F-8DA6-4FF2E9B1DD5B}"/>
                </a:ext>
              </a:extLst>
            </p:cNvPr>
            <p:cNvGraphicFramePr>
              <a:graphicFrameLocks noChangeAspect="1"/>
            </p:cNvGraphicFramePr>
            <p:nvPr/>
          </p:nvGraphicFramePr>
          <p:xfrm>
            <a:off x="528" y="2640"/>
            <a:ext cx="512" cy="272"/>
          </p:xfrm>
          <a:graphic>
            <a:graphicData uri="http://schemas.openxmlformats.org/presentationml/2006/ole">
              <mc:AlternateContent xmlns:mc="http://schemas.openxmlformats.org/markup-compatibility/2006">
                <mc:Choice xmlns:v="urn:schemas-microsoft-com:vml" Requires="v">
                  <p:oleObj name="Equation" r:id="rId6" imgW="18719800" imgH="9944100" progId="Equation.3">
                    <p:embed/>
                  </p:oleObj>
                </mc:Choice>
                <mc:Fallback>
                  <p:oleObj name="Equation" r:id="rId6" imgW="18719800" imgH="9944100" progId="Equation.3">
                    <p:embed/>
                    <p:pic>
                      <p:nvPicPr>
                        <p:cNvPr id="54282" name="Object 9">
                          <a:extLst>
                            <a:ext uri="{FF2B5EF4-FFF2-40B4-BE49-F238E27FC236}">
                              <a16:creationId xmlns:a16="http://schemas.microsoft.com/office/drawing/2014/main" id="{846E7923-77F9-974F-8DA6-4FF2E9B1DD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 y="2640"/>
                          <a:ext cx="51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6330" name="Text Box 10">
              <a:extLst>
                <a:ext uri="{FF2B5EF4-FFF2-40B4-BE49-F238E27FC236}">
                  <a16:creationId xmlns:a16="http://schemas.microsoft.com/office/drawing/2014/main" id="{D3FD1004-8E05-DD43-8C7B-D9A27E54B669}"/>
                </a:ext>
              </a:extLst>
            </p:cNvPr>
            <p:cNvSpPr txBox="1">
              <a:spLocks noChangeArrowheads="1"/>
            </p:cNvSpPr>
            <p:nvPr/>
          </p:nvSpPr>
          <p:spPr bwMode="auto">
            <a:xfrm>
              <a:off x="912" y="2208"/>
              <a:ext cx="4285" cy="3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ltLang="zh-CN" sz="2400">
                  <a:latin typeface="Times New Roman" charset="0"/>
                  <a:ea typeface="楷体_GB2312" charset="0"/>
                  <a:cs typeface="楷体_GB2312" charset="0"/>
                </a:rPr>
                <a:t>     </a:t>
              </a:r>
              <a:r>
                <a:rPr lang="en-US" altLang="zh-CN" sz="2000">
                  <a:latin typeface="Times New Roman" charset="0"/>
                  <a:ea typeface="楷体_GB2312" charset="0"/>
                  <a:cs typeface="楷体_GB2312" charset="0"/>
                </a:rPr>
                <a:t>1    1.18323   1.34167   1.48324  1.61251  1.73205</a:t>
              </a:r>
            </a:p>
          </p:txBody>
        </p:sp>
        <p:sp>
          <p:nvSpPr>
            <p:cNvPr id="56331" name="Text Box 11">
              <a:extLst>
                <a:ext uri="{FF2B5EF4-FFF2-40B4-BE49-F238E27FC236}">
                  <a16:creationId xmlns:a16="http://schemas.microsoft.com/office/drawing/2014/main" id="{D6E99922-8F89-114D-83D0-162CB161494C}"/>
                </a:ext>
              </a:extLst>
            </p:cNvPr>
            <p:cNvSpPr txBox="1">
              <a:spLocks noChangeArrowheads="1"/>
            </p:cNvSpPr>
            <p:nvPr/>
          </p:nvSpPr>
          <p:spPr bwMode="auto">
            <a:xfrm>
              <a:off x="1046" y="2604"/>
              <a:ext cx="4282" cy="3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ltLang="zh-CN" sz="2000">
                  <a:latin typeface="Times New Roman" charset="0"/>
                  <a:ea typeface="楷体_GB2312" charset="0"/>
                  <a:cs typeface="楷体_GB2312" charset="0"/>
                </a:rPr>
                <a:t>  1    1.18322   1.34164   1.48328  1.61245  1.73205</a:t>
              </a:r>
            </a:p>
          </p:txBody>
        </p:sp>
        <p:sp>
          <p:nvSpPr>
            <p:cNvPr id="56332" name="Line 12">
              <a:extLst>
                <a:ext uri="{FF2B5EF4-FFF2-40B4-BE49-F238E27FC236}">
                  <a16:creationId xmlns:a16="http://schemas.microsoft.com/office/drawing/2014/main" id="{7D72D890-9C25-F74B-8E87-92745C6D0F12}"/>
                </a:ext>
              </a:extLst>
            </p:cNvPr>
            <p:cNvSpPr>
              <a:spLocks noChangeShapeType="1"/>
            </p:cNvSpPr>
            <p:nvPr/>
          </p:nvSpPr>
          <p:spPr bwMode="auto">
            <a:xfrm>
              <a:off x="528" y="3072"/>
              <a:ext cx="4657"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a typeface="楷体_GB2312" charset="0"/>
                <a:cs typeface="楷体_GB2312" charset="0"/>
              </a:endParaRPr>
            </a:p>
          </p:txBody>
        </p:sp>
      </p:grpSp>
      <p:sp>
        <p:nvSpPr>
          <p:cNvPr id="54275" name="Rectangle 1">
            <a:extLst>
              <a:ext uri="{FF2B5EF4-FFF2-40B4-BE49-F238E27FC236}">
                <a16:creationId xmlns:a16="http://schemas.microsoft.com/office/drawing/2014/main" id="{3F79364A-C9F8-F44E-B2A7-1E4075632C53}"/>
              </a:ext>
            </a:extLst>
          </p:cNvPr>
          <p:cNvSpPr>
            <a:spLocks noChangeArrowheads="1"/>
          </p:cNvSpPr>
          <p:nvPr/>
        </p:nvSpPr>
        <p:spPr bwMode="auto">
          <a:xfrm>
            <a:off x="2411413" y="188913"/>
            <a:ext cx="6192837"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sz="2000"/>
              <a:t> </a:t>
            </a:r>
          </a:p>
          <a:p>
            <a:pPr eaLnBrk="1" hangingPunct="1"/>
            <a:r>
              <a:rPr lang="is-IS" altLang="en-CN" sz="2000"/>
              <a:t>x(:,1) = 0:0.2:1;</a:t>
            </a:r>
          </a:p>
          <a:p>
            <a:pPr eaLnBrk="1" hangingPunct="1"/>
            <a:r>
              <a:rPr lang="en-US" altLang="en-CN" sz="2000"/>
              <a:t>format long</a:t>
            </a:r>
          </a:p>
          <a:p>
            <a:pPr eaLnBrk="1" hangingPunct="1"/>
            <a:r>
              <a:rPr lang="is-IS" altLang="en-CN" sz="2000"/>
              <a:t>y(:,1) = zeros(6,1);</a:t>
            </a:r>
          </a:p>
          <a:p>
            <a:pPr eaLnBrk="1" hangingPunct="1"/>
            <a:r>
              <a:rPr lang="is-IS" altLang="en-CN" sz="2000"/>
              <a:t>x(1)=0; y(1)=1;</a:t>
            </a:r>
          </a:p>
          <a:p>
            <a:pPr eaLnBrk="1" hangingPunct="1"/>
            <a:r>
              <a:rPr lang="is-IS" altLang="en-CN" sz="2000"/>
              <a:t> </a:t>
            </a:r>
          </a:p>
          <a:p>
            <a:pPr eaLnBrk="1" hangingPunct="1"/>
            <a:r>
              <a:rPr lang="nb-NO" altLang="en-CN" sz="2000"/>
              <a:t>for i = 2:1:6</a:t>
            </a:r>
          </a:p>
          <a:p>
            <a:pPr eaLnBrk="1" hangingPunct="1"/>
            <a:r>
              <a:rPr lang="is-IS" altLang="en-CN" sz="2000"/>
              <a:t>    K1 = y(i-1)-2*x(i-1)/y(i-1);</a:t>
            </a:r>
          </a:p>
          <a:p>
            <a:pPr eaLnBrk="1" hangingPunct="1"/>
            <a:r>
              <a:rPr lang="is-IS" altLang="en-CN" sz="2000"/>
              <a:t>    K2 = y(i-1)+0.1*K1  -2*(x(i-1)+0.1)/(y(i-1)+0.1*K1);</a:t>
            </a:r>
          </a:p>
          <a:p>
            <a:pPr eaLnBrk="1" hangingPunct="1"/>
            <a:r>
              <a:rPr lang="is-IS" altLang="en-CN" sz="2000"/>
              <a:t>    K3 = y(i-1)+0.1*K2  -2*(x(i-1)+0.1)/(y(i-1)+0.1*K2);</a:t>
            </a:r>
          </a:p>
          <a:p>
            <a:pPr eaLnBrk="1" hangingPunct="1"/>
            <a:r>
              <a:rPr lang="is-IS" altLang="en-CN" sz="2000"/>
              <a:t>    K4 = y(i-1)+0.2*K3 -2*(x(i-1)+0.2)/(y(i-1)+0.2*K3);</a:t>
            </a:r>
          </a:p>
          <a:p>
            <a:pPr eaLnBrk="1" hangingPunct="1"/>
            <a:r>
              <a:rPr lang="tr-TR" altLang="en-CN" sz="2000"/>
              <a:t>    y(i) = y(i-1) + 0.1/3*(K1+2*K2+2*K3+K4);</a:t>
            </a:r>
          </a:p>
          <a:p>
            <a:pPr eaLnBrk="1" hangingPunct="1"/>
            <a:r>
              <a:rPr lang="tr-TR" altLang="en-CN" sz="2000"/>
              <a:t>end</a:t>
            </a:r>
          </a:p>
          <a:p>
            <a:pPr eaLnBrk="1" hangingPunct="1"/>
            <a:endParaRPr lang="de-DE" altLang="en-CN" sz="2000"/>
          </a:p>
        </p:txBody>
      </p:sp>
      <p:sp>
        <p:nvSpPr>
          <p:cNvPr id="54276" name="Rectangle 2">
            <a:extLst>
              <a:ext uri="{FF2B5EF4-FFF2-40B4-BE49-F238E27FC236}">
                <a16:creationId xmlns:a16="http://schemas.microsoft.com/office/drawing/2014/main" id="{53C3F687-3174-9D4C-8315-7752D5FAA739}"/>
              </a:ext>
            </a:extLst>
          </p:cNvPr>
          <p:cNvSpPr>
            <a:spLocks noChangeArrowheads="1"/>
          </p:cNvSpPr>
          <p:nvPr/>
        </p:nvSpPr>
        <p:spPr bwMode="auto">
          <a:xfrm>
            <a:off x="2339975" y="14288"/>
            <a:ext cx="3792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zh-CN" altLang="en-US" sz="2400"/>
              <a:t>对该计算过程用</a:t>
            </a:r>
            <a:r>
              <a:rPr lang="en-US" altLang="zh-CN" sz="2400"/>
              <a:t>matlab</a:t>
            </a:r>
            <a:r>
              <a:rPr lang="zh-CN" altLang="en-US" sz="2400"/>
              <a:t>编程</a:t>
            </a:r>
            <a:endParaRPr lang="en-US" altLang="en-CN" sz="2400"/>
          </a:p>
        </p:txBody>
      </p:sp>
    </p:spTree>
    <p:extLst>
      <p:ext uri="{BB962C8B-B14F-4D97-AF65-F5344CB8AC3E}">
        <p14:creationId xmlns:p14="http://schemas.microsoft.com/office/powerpoint/2010/main" val="2999269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anim calcmode="lin" valueType="num">
                                      <p:cBhvr additive="base">
                                        <p:cTn id="7" dur="500" fill="hold"/>
                                        <p:tgtEl>
                                          <p:spTgt spid="563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3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6323"/>
                                        </p:tgtEl>
                                        <p:attrNameLst>
                                          <p:attrName>style.visibility</p:attrName>
                                        </p:attrNameLst>
                                      </p:cBhvr>
                                      <p:to>
                                        <p:strVal val="visible"/>
                                      </p:to>
                                    </p:set>
                                    <p:anim calcmode="lin" valueType="num">
                                      <p:cBhvr additive="base">
                                        <p:cTn id="13" dur="500" fill="hold"/>
                                        <p:tgtEl>
                                          <p:spTgt spid="56323"/>
                                        </p:tgtEl>
                                        <p:attrNameLst>
                                          <p:attrName>ppt_x</p:attrName>
                                        </p:attrNameLst>
                                      </p:cBhvr>
                                      <p:tavLst>
                                        <p:tav tm="0">
                                          <p:val>
                                            <p:strVal val="0-#ppt_w/2"/>
                                          </p:val>
                                        </p:tav>
                                        <p:tav tm="100000">
                                          <p:val>
                                            <p:strVal val="#ppt_x"/>
                                          </p:val>
                                        </p:tav>
                                      </p:tavLst>
                                    </p:anim>
                                    <p:anim calcmode="lin" valueType="num">
                                      <p:cBhvr additive="base">
                                        <p:cTn id="14" dur="500" fill="hold"/>
                                        <p:tgtEl>
                                          <p:spTgt spid="563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8C3AA551-AAA3-F647-9260-092B8FFAB863}"/>
              </a:ext>
            </a:extLst>
          </p:cNvPr>
          <p:cNvSpPr txBox="1">
            <a:spLocks noChangeArrowheads="1"/>
          </p:cNvSpPr>
          <p:nvPr/>
        </p:nvSpPr>
        <p:spPr bwMode="auto">
          <a:xfrm>
            <a:off x="250825" y="115888"/>
            <a:ext cx="6569075" cy="522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marL="457200" indent="-457200" algn="just" eaLnBrk="1" hangingPunct="1">
              <a:buFont typeface="Wingdings" charset="2"/>
              <a:buChar char="²"/>
              <a:defRPr/>
            </a:pPr>
            <a:r>
              <a:rPr lang="zh-CN" altLang="en-US" b="1" dirty="0">
                <a:solidFill>
                  <a:srgbClr val="0000FF"/>
                </a:solidFill>
                <a:cs typeface="Times New Roman" charset="0"/>
              </a:rPr>
              <a:t>上次课程回顾</a:t>
            </a:r>
            <a:endParaRPr lang="zh-TW" altLang="en-US" b="1" dirty="0">
              <a:solidFill>
                <a:srgbClr val="0000FF"/>
              </a:solidFill>
              <a:cs typeface="Times New Roman" charset="0"/>
            </a:endParaRPr>
          </a:p>
        </p:txBody>
      </p:sp>
      <p:grpSp>
        <p:nvGrpSpPr>
          <p:cNvPr id="21508" name="Group 7">
            <a:extLst>
              <a:ext uri="{FF2B5EF4-FFF2-40B4-BE49-F238E27FC236}">
                <a16:creationId xmlns:a16="http://schemas.microsoft.com/office/drawing/2014/main" id="{E948E189-7B1D-CA4F-AD0D-DD07427C2D66}"/>
              </a:ext>
            </a:extLst>
          </p:cNvPr>
          <p:cNvGrpSpPr>
            <a:grpSpLocks/>
          </p:cNvGrpSpPr>
          <p:nvPr/>
        </p:nvGrpSpPr>
        <p:grpSpPr bwMode="auto">
          <a:xfrm>
            <a:off x="2484438" y="685800"/>
            <a:ext cx="3733800" cy="1447800"/>
            <a:chOff x="1392" y="1104"/>
            <a:chExt cx="2352" cy="912"/>
          </a:xfrm>
        </p:grpSpPr>
        <p:sp>
          <p:nvSpPr>
            <p:cNvPr id="13" name="AutoShape 6" descr="再生纸">
              <a:extLst>
                <a:ext uri="{FF2B5EF4-FFF2-40B4-BE49-F238E27FC236}">
                  <a16:creationId xmlns:a16="http://schemas.microsoft.com/office/drawing/2014/main" id="{F31E0A43-3180-7E4B-8613-CCB759E14343}"/>
                </a:ext>
              </a:extLst>
            </p:cNvPr>
            <p:cNvSpPr>
              <a:spLocks noChangeArrowheads="1"/>
            </p:cNvSpPr>
            <p:nvPr/>
          </p:nvSpPr>
          <p:spPr bwMode="auto">
            <a:xfrm>
              <a:off x="1392" y="1104"/>
              <a:ext cx="2352" cy="912"/>
            </a:xfrm>
            <a:prstGeom prst="bevel">
              <a:avLst>
                <a:gd name="adj" fmla="val 6639"/>
              </a:avLst>
            </a:prstGeom>
            <a:blipFill dpi="0" rotWithShape="0">
              <a:blip r:embed="rId2"/>
              <a:srcRect/>
              <a:tile tx="0" ty="0" sx="100000" sy="100000" flip="none" algn="tl"/>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楷体_GB2312" charset="0"/>
                <a:cs typeface="楷体_GB2312" charset="0"/>
              </a:endParaRPr>
            </a:p>
          </p:txBody>
        </p:sp>
        <p:graphicFrame>
          <p:nvGraphicFramePr>
            <p:cNvPr id="55332" name="Object 5">
              <a:extLst>
                <a:ext uri="{FF2B5EF4-FFF2-40B4-BE49-F238E27FC236}">
                  <a16:creationId xmlns:a16="http://schemas.microsoft.com/office/drawing/2014/main" id="{A25B2516-333F-8E4A-A093-BB0BD36D9397}"/>
                </a:ext>
              </a:extLst>
            </p:cNvPr>
            <p:cNvGraphicFramePr>
              <a:graphicFrameLocks noChangeAspect="1"/>
            </p:cNvGraphicFramePr>
            <p:nvPr/>
          </p:nvGraphicFramePr>
          <p:xfrm>
            <a:off x="1488" y="1200"/>
            <a:ext cx="2160" cy="718"/>
          </p:xfrm>
          <a:graphic>
            <a:graphicData uri="http://schemas.openxmlformats.org/presentationml/2006/ole">
              <mc:AlternateContent xmlns:mc="http://schemas.openxmlformats.org/markup-compatibility/2006">
                <mc:Choice xmlns:v="urn:schemas-microsoft-com:vml" Requires="v">
                  <p:oleObj name="Equation" r:id="rId3" imgW="37160200" imgH="14046200" progId="Equation.3">
                    <p:embed/>
                  </p:oleObj>
                </mc:Choice>
                <mc:Fallback>
                  <p:oleObj name="Equation" r:id="rId3" imgW="37160200" imgH="14046200" progId="Equation.3">
                    <p:embed/>
                    <p:pic>
                      <p:nvPicPr>
                        <p:cNvPr id="55332" name="Object 5">
                          <a:extLst>
                            <a:ext uri="{FF2B5EF4-FFF2-40B4-BE49-F238E27FC236}">
                              <a16:creationId xmlns:a16="http://schemas.microsoft.com/office/drawing/2014/main" id="{A25B2516-333F-8E4A-A093-BB0BD36D93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 y="1200"/>
                          <a:ext cx="2160" cy="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62" name="Group 2">
            <a:extLst>
              <a:ext uri="{FF2B5EF4-FFF2-40B4-BE49-F238E27FC236}">
                <a16:creationId xmlns:a16="http://schemas.microsoft.com/office/drawing/2014/main" id="{E0E1FF0A-E05A-9740-A09B-4432882C6378}"/>
              </a:ext>
            </a:extLst>
          </p:cNvPr>
          <p:cNvGrpSpPr>
            <a:grpSpLocks/>
          </p:cNvGrpSpPr>
          <p:nvPr/>
        </p:nvGrpSpPr>
        <p:grpSpPr bwMode="auto">
          <a:xfrm>
            <a:off x="179388" y="2349500"/>
            <a:ext cx="8496300" cy="461963"/>
            <a:chOff x="683568" y="2348880"/>
            <a:chExt cx="7776864" cy="462959"/>
          </a:xfrm>
        </p:grpSpPr>
        <p:sp>
          <p:nvSpPr>
            <p:cNvPr id="63" name="Text Box 2">
              <a:extLst>
                <a:ext uri="{FF2B5EF4-FFF2-40B4-BE49-F238E27FC236}">
                  <a16:creationId xmlns:a16="http://schemas.microsoft.com/office/drawing/2014/main" id="{D8168C10-49DF-A44B-8B13-36E8DB7075F5}"/>
                </a:ext>
              </a:extLst>
            </p:cNvPr>
            <p:cNvSpPr txBox="1">
              <a:spLocks noChangeArrowheads="1"/>
            </p:cNvSpPr>
            <p:nvPr/>
          </p:nvSpPr>
          <p:spPr bwMode="auto">
            <a:xfrm>
              <a:off x="683568" y="2348880"/>
              <a:ext cx="7776864" cy="4629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400">
                  <a:latin typeface="宋体" panose="02010600030101010101" pitchFamily="2" charset="-122"/>
                </a:rPr>
                <a:t> </a:t>
              </a:r>
              <a:r>
                <a:rPr lang="zh-CN" altLang="en-US" sz="2400">
                  <a:latin typeface="宋体" panose="02010600030101010101" pitchFamily="2" charset="-122"/>
                </a:rPr>
                <a:t>将微分方程两端在区间</a:t>
              </a:r>
              <a:r>
                <a:rPr lang="en-US" altLang="zh-CN" sz="2400">
                  <a:latin typeface="宋体" panose="02010600030101010101" pitchFamily="2" charset="-122"/>
                </a:rPr>
                <a:t>                </a:t>
              </a:r>
              <a:r>
                <a:rPr lang="zh-CN" altLang="en-US" sz="2400">
                  <a:latin typeface="宋体" panose="02010600030101010101" pitchFamily="2" charset="-122"/>
                </a:rPr>
                <a:t>上求</a:t>
              </a:r>
              <a:r>
                <a:rPr lang="zh-CN" altLang="en-US" sz="2400">
                  <a:solidFill>
                    <a:srgbClr val="FF0000"/>
                  </a:solidFill>
                  <a:latin typeface="宋体" panose="02010600030101010101" pitchFamily="2" charset="-122"/>
                </a:rPr>
                <a:t>积分</a:t>
              </a:r>
              <a:r>
                <a:rPr lang="zh-CN" altLang="en-US" sz="2400">
                  <a:latin typeface="宋体" panose="02010600030101010101" pitchFamily="2" charset="-122"/>
                </a:rPr>
                <a:t>，方程</a:t>
              </a:r>
              <a:r>
                <a:rPr lang="zh-CN" altLang="en-US" sz="2400">
                  <a:solidFill>
                    <a:srgbClr val="FF0000"/>
                  </a:solidFill>
                  <a:latin typeface="宋体" panose="02010600030101010101" pitchFamily="2" charset="-122"/>
                </a:rPr>
                <a:t>右边</a:t>
              </a:r>
              <a:r>
                <a:rPr lang="zh-CN" altLang="en-US" sz="2400">
                  <a:latin typeface="宋体" panose="02010600030101010101" pitchFamily="2" charset="-122"/>
                </a:rPr>
                <a:t>采用</a:t>
              </a:r>
              <a:r>
                <a:rPr lang="en-US" altLang="zh-CN" sz="2400">
                  <a:latin typeface="宋体" panose="02010600030101010101" pitchFamily="2" charset="-122"/>
                </a:rPr>
                <a:t>        </a:t>
              </a:r>
              <a:endParaRPr lang="en-US" altLang="zh-CN" sz="2400">
                <a:latin typeface="Tahoma" panose="020B0604030504040204" pitchFamily="34" charset="0"/>
              </a:endParaRPr>
            </a:p>
          </p:txBody>
        </p:sp>
        <p:graphicFrame>
          <p:nvGraphicFramePr>
            <p:cNvPr id="55330" name="Object 8">
              <a:extLst>
                <a:ext uri="{FF2B5EF4-FFF2-40B4-BE49-F238E27FC236}">
                  <a16:creationId xmlns:a16="http://schemas.microsoft.com/office/drawing/2014/main" id="{CC40E49D-A55A-8E4F-AE3F-D1CEA97ABE8B}"/>
                </a:ext>
              </a:extLst>
            </p:cNvPr>
            <p:cNvGraphicFramePr>
              <a:graphicFrameLocks noChangeAspect="1"/>
            </p:cNvGraphicFramePr>
            <p:nvPr/>
          </p:nvGraphicFramePr>
          <p:xfrm>
            <a:off x="3913011" y="2420691"/>
            <a:ext cx="1186284" cy="360830"/>
          </p:xfrm>
          <a:graphic>
            <a:graphicData uri="http://schemas.openxmlformats.org/presentationml/2006/ole">
              <mc:AlternateContent xmlns:mc="http://schemas.openxmlformats.org/markup-compatibility/2006">
                <mc:Choice xmlns:v="urn:schemas-microsoft-com:vml" Requires="v">
                  <p:oleObj name="Equation" r:id="rId5" imgW="533400" imgH="241300" progId="Equation.3">
                    <p:embed/>
                  </p:oleObj>
                </mc:Choice>
                <mc:Fallback>
                  <p:oleObj name="Equation" r:id="rId5" imgW="533400" imgH="241300" progId="Equation.3">
                    <p:embed/>
                    <p:pic>
                      <p:nvPicPr>
                        <p:cNvPr id="55330" name="Object 8">
                          <a:extLst>
                            <a:ext uri="{FF2B5EF4-FFF2-40B4-BE49-F238E27FC236}">
                              <a16:creationId xmlns:a16="http://schemas.microsoft.com/office/drawing/2014/main" id="{CC40E49D-A55A-8E4F-AE3F-D1CEA97ABE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3011" y="2420691"/>
                          <a:ext cx="1186284" cy="36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5" name="Text Box 2">
            <a:extLst>
              <a:ext uri="{FF2B5EF4-FFF2-40B4-BE49-F238E27FC236}">
                <a16:creationId xmlns:a16="http://schemas.microsoft.com/office/drawing/2014/main" id="{3CC84912-49E2-E24F-B756-DD796B29417A}"/>
              </a:ext>
            </a:extLst>
          </p:cNvPr>
          <p:cNvSpPr txBox="1">
            <a:spLocks noChangeArrowheads="1"/>
          </p:cNvSpPr>
          <p:nvPr/>
        </p:nvSpPr>
        <p:spPr bwMode="auto">
          <a:xfrm>
            <a:off x="1258888" y="2924175"/>
            <a:ext cx="230505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左矩形公式</a:t>
            </a:r>
            <a:endParaRPr lang="en-US" altLang="zh-CN" sz="2400" dirty="0">
              <a:latin typeface="Tahoma" charset="0"/>
            </a:endParaRPr>
          </a:p>
        </p:txBody>
      </p:sp>
      <p:sp>
        <p:nvSpPr>
          <p:cNvPr id="66" name="Text Box 2">
            <a:extLst>
              <a:ext uri="{FF2B5EF4-FFF2-40B4-BE49-F238E27FC236}">
                <a16:creationId xmlns:a16="http://schemas.microsoft.com/office/drawing/2014/main" id="{7E87DB13-B885-EB42-93D3-B01307D1D63F}"/>
              </a:ext>
            </a:extLst>
          </p:cNvPr>
          <p:cNvSpPr txBox="1">
            <a:spLocks noChangeArrowheads="1"/>
          </p:cNvSpPr>
          <p:nvPr/>
        </p:nvSpPr>
        <p:spPr bwMode="auto">
          <a:xfrm>
            <a:off x="3995738" y="2924175"/>
            <a:ext cx="230505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欧拉公式</a:t>
            </a:r>
            <a:endParaRPr lang="en-US" altLang="zh-CN" sz="2400" dirty="0">
              <a:solidFill>
                <a:schemeClr val="accent2"/>
              </a:solidFill>
              <a:latin typeface="Tahoma" charset="0"/>
            </a:endParaRPr>
          </a:p>
        </p:txBody>
      </p:sp>
      <p:sp>
        <p:nvSpPr>
          <p:cNvPr id="67" name="Rectangle 66">
            <a:extLst>
              <a:ext uri="{FF2B5EF4-FFF2-40B4-BE49-F238E27FC236}">
                <a16:creationId xmlns:a16="http://schemas.microsoft.com/office/drawing/2014/main" id="{2FC33932-9CD9-B94B-84F5-FA948EA11FA4}"/>
              </a:ext>
            </a:extLst>
          </p:cNvPr>
          <p:cNvSpPr>
            <a:spLocks noChangeArrowheads="1"/>
          </p:cNvSpPr>
          <p:nvPr/>
        </p:nvSpPr>
        <p:spPr bwMode="auto">
          <a:xfrm>
            <a:off x="3211513" y="2905125"/>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68" name="Text Box 2">
            <a:extLst>
              <a:ext uri="{FF2B5EF4-FFF2-40B4-BE49-F238E27FC236}">
                <a16:creationId xmlns:a16="http://schemas.microsoft.com/office/drawing/2014/main" id="{0D44939A-B0DD-B04D-A77F-EEABFA1CC518}"/>
              </a:ext>
            </a:extLst>
          </p:cNvPr>
          <p:cNvSpPr txBox="1">
            <a:spLocks noChangeArrowheads="1"/>
          </p:cNvSpPr>
          <p:nvPr/>
        </p:nvSpPr>
        <p:spPr bwMode="auto">
          <a:xfrm>
            <a:off x="1258888" y="3357563"/>
            <a:ext cx="230505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右矩形公式</a:t>
            </a:r>
            <a:endParaRPr lang="en-US" altLang="zh-CN" sz="2400" dirty="0">
              <a:latin typeface="Tahoma" charset="0"/>
            </a:endParaRPr>
          </a:p>
        </p:txBody>
      </p:sp>
      <p:sp>
        <p:nvSpPr>
          <p:cNvPr id="69" name="Text Box 2">
            <a:extLst>
              <a:ext uri="{FF2B5EF4-FFF2-40B4-BE49-F238E27FC236}">
                <a16:creationId xmlns:a16="http://schemas.microsoft.com/office/drawing/2014/main" id="{D26063FF-1ED0-FF49-8CF0-402D251EEA69}"/>
              </a:ext>
            </a:extLst>
          </p:cNvPr>
          <p:cNvSpPr txBox="1">
            <a:spLocks noChangeArrowheads="1"/>
          </p:cNvSpPr>
          <p:nvPr/>
        </p:nvSpPr>
        <p:spPr bwMode="auto">
          <a:xfrm>
            <a:off x="3995738" y="3357563"/>
            <a:ext cx="230505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隐式欧拉公式</a:t>
            </a:r>
            <a:endParaRPr lang="en-US" altLang="zh-CN" sz="2400" dirty="0">
              <a:latin typeface="Tahoma" charset="0"/>
            </a:endParaRPr>
          </a:p>
        </p:txBody>
      </p:sp>
      <p:sp>
        <p:nvSpPr>
          <p:cNvPr id="70" name="Rectangle 69">
            <a:extLst>
              <a:ext uri="{FF2B5EF4-FFF2-40B4-BE49-F238E27FC236}">
                <a16:creationId xmlns:a16="http://schemas.microsoft.com/office/drawing/2014/main" id="{16096462-EBEB-DB49-9D96-96BC18F72DD2}"/>
              </a:ext>
            </a:extLst>
          </p:cNvPr>
          <p:cNvSpPr>
            <a:spLocks noChangeArrowheads="1"/>
          </p:cNvSpPr>
          <p:nvPr/>
        </p:nvSpPr>
        <p:spPr bwMode="auto">
          <a:xfrm>
            <a:off x="3211513" y="3336925"/>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71" name="Text Box 2">
            <a:extLst>
              <a:ext uri="{FF2B5EF4-FFF2-40B4-BE49-F238E27FC236}">
                <a16:creationId xmlns:a16="http://schemas.microsoft.com/office/drawing/2014/main" id="{5E8E4E48-A6C1-AE48-8403-5E26D57766D3}"/>
              </a:ext>
            </a:extLst>
          </p:cNvPr>
          <p:cNvSpPr txBox="1">
            <a:spLocks noChangeArrowheads="1"/>
          </p:cNvSpPr>
          <p:nvPr/>
        </p:nvSpPr>
        <p:spPr bwMode="auto">
          <a:xfrm>
            <a:off x="1258888" y="37893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梯形公式</a:t>
            </a:r>
            <a:endParaRPr lang="en-US" altLang="zh-CN" sz="2400" dirty="0">
              <a:latin typeface="Tahoma" charset="0"/>
            </a:endParaRPr>
          </a:p>
        </p:txBody>
      </p:sp>
      <p:sp>
        <p:nvSpPr>
          <p:cNvPr id="72" name="Text Box 2">
            <a:extLst>
              <a:ext uri="{FF2B5EF4-FFF2-40B4-BE49-F238E27FC236}">
                <a16:creationId xmlns:a16="http://schemas.microsoft.com/office/drawing/2014/main" id="{E087FB89-77F2-D34C-BA54-54D99FC48D48}"/>
              </a:ext>
            </a:extLst>
          </p:cNvPr>
          <p:cNvSpPr txBox="1">
            <a:spLocks noChangeArrowheads="1"/>
          </p:cNvSpPr>
          <p:nvPr/>
        </p:nvSpPr>
        <p:spPr bwMode="auto">
          <a:xfrm>
            <a:off x="3995738" y="37893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梯形公式</a:t>
            </a:r>
            <a:endParaRPr lang="en-US" altLang="zh-CN" sz="2400" dirty="0">
              <a:latin typeface="Tahoma" charset="0"/>
            </a:endParaRPr>
          </a:p>
        </p:txBody>
      </p:sp>
      <p:sp>
        <p:nvSpPr>
          <p:cNvPr id="73" name="Rectangle 72">
            <a:extLst>
              <a:ext uri="{FF2B5EF4-FFF2-40B4-BE49-F238E27FC236}">
                <a16:creationId xmlns:a16="http://schemas.microsoft.com/office/drawing/2014/main" id="{CEB4DFA4-5D41-8F4C-9454-6BCF8F55BA1C}"/>
              </a:ext>
            </a:extLst>
          </p:cNvPr>
          <p:cNvSpPr>
            <a:spLocks noChangeArrowheads="1"/>
          </p:cNvSpPr>
          <p:nvPr/>
        </p:nvSpPr>
        <p:spPr bwMode="auto">
          <a:xfrm>
            <a:off x="3211513" y="3768725"/>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74" name="Text Box 2">
            <a:extLst>
              <a:ext uri="{FF2B5EF4-FFF2-40B4-BE49-F238E27FC236}">
                <a16:creationId xmlns:a16="http://schemas.microsoft.com/office/drawing/2014/main" id="{8E810711-4C9D-7D4F-9C64-CAB2CCE5E441}"/>
              </a:ext>
            </a:extLst>
          </p:cNvPr>
          <p:cNvSpPr txBox="1">
            <a:spLocks noChangeArrowheads="1"/>
          </p:cNvSpPr>
          <p:nvPr/>
        </p:nvSpPr>
        <p:spPr bwMode="auto">
          <a:xfrm>
            <a:off x="179388" y="4292600"/>
            <a:ext cx="8496300"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400">
                <a:latin typeface="宋体" panose="02010600030101010101" pitchFamily="2" charset="-122"/>
              </a:rPr>
              <a:t> </a:t>
            </a:r>
            <a:r>
              <a:rPr lang="zh-CN" altLang="en-US" sz="2400">
                <a:latin typeface="宋体" panose="02010600030101010101" pitchFamily="2" charset="-122"/>
              </a:rPr>
              <a:t>用</a:t>
            </a:r>
            <a:r>
              <a:rPr lang="zh-CN" altLang="en-US" sz="2400">
                <a:solidFill>
                  <a:srgbClr val="FF0000"/>
                </a:solidFill>
                <a:latin typeface="宋体" panose="02010600030101010101" pitchFamily="2" charset="-122"/>
              </a:rPr>
              <a:t>差商</a:t>
            </a:r>
            <a:r>
              <a:rPr lang="zh-CN" altLang="en-US" sz="2400">
                <a:latin typeface="宋体" panose="02010600030101010101" pitchFamily="2" charset="-122"/>
              </a:rPr>
              <a:t>近似导数，方程</a:t>
            </a:r>
            <a:r>
              <a:rPr lang="zh-CN" altLang="en-US" sz="2400">
                <a:solidFill>
                  <a:srgbClr val="FF0000"/>
                </a:solidFill>
                <a:latin typeface="宋体" panose="02010600030101010101" pitchFamily="2" charset="-122"/>
              </a:rPr>
              <a:t>左边</a:t>
            </a:r>
            <a:r>
              <a:rPr lang="zh-CN" altLang="en-US" sz="2400">
                <a:latin typeface="宋体" panose="02010600030101010101" pitchFamily="2" charset="-122"/>
              </a:rPr>
              <a:t>采用</a:t>
            </a:r>
            <a:r>
              <a:rPr lang="en-US" altLang="zh-CN" sz="2400">
                <a:latin typeface="宋体" panose="02010600030101010101" pitchFamily="2" charset="-122"/>
              </a:rPr>
              <a:t>        </a:t>
            </a:r>
            <a:endParaRPr lang="en-US" altLang="zh-CN" sz="2400">
              <a:latin typeface="Tahoma" panose="020B0604030504040204" pitchFamily="34" charset="0"/>
            </a:endParaRPr>
          </a:p>
        </p:txBody>
      </p:sp>
      <p:sp>
        <p:nvSpPr>
          <p:cNvPr id="75" name="Text Box 2">
            <a:extLst>
              <a:ext uri="{FF2B5EF4-FFF2-40B4-BE49-F238E27FC236}">
                <a16:creationId xmlns:a16="http://schemas.microsoft.com/office/drawing/2014/main" id="{380890B3-3A85-8A4B-979F-DE95928A6277}"/>
              </a:ext>
            </a:extLst>
          </p:cNvPr>
          <p:cNvSpPr txBox="1">
            <a:spLocks noChangeArrowheads="1"/>
          </p:cNvSpPr>
          <p:nvPr/>
        </p:nvSpPr>
        <p:spPr bwMode="auto">
          <a:xfrm>
            <a:off x="1258888" y="48688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前向差商</a:t>
            </a:r>
            <a:endParaRPr lang="en-US" altLang="zh-CN" sz="2400" dirty="0">
              <a:latin typeface="Tahoma" charset="0"/>
            </a:endParaRPr>
          </a:p>
        </p:txBody>
      </p:sp>
      <p:sp>
        <p:nvSpPr>
          <p:cNvPr id="76" name="Text Box 2">
            <a:extLst>
              <a:ext uri="{FF2B5EF4-FFF2-40B4-BE49-F238E27FC236}">
                <a16:creationId xmlns:a16="http://schemas.microsoft.com/office/drawing/2014/main" id="{5320F0A0-2A51-2A40-A6E0-F737F2326B86}"/>
              </a:ext>
            </a:extLst>
          </p:cNvPr>
          <p:cNvSpPr txBox="1">
            <a:spLocks noChangeArrowheads="1"/>
          </p:cNvSpPr>
          <p:nvPr/>
        </p:nvSpPr>
        <p:spPr bwMode="auto">
          <a:xfrm>
            <a:off x="3995738" y="48688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欧拉公式</a:t>
            </a:r>
            <a:endParaRPr lang="en-US" altLang="zh-CN" sz="2400" dirty="0">
              <a:latin typeface="Tahoma" charset="0"/>
            </a:endParaRPr>
          </a:p>
        </p:txBody>
      </p:sp>
      <p:sp>
        <p:nvSpPr>
          <p:cNvPr id="77" name="Rectangle 76">
            <a:extLst>
              <a:ext uri="{FF2B5EF4-FFF2-40B4-BE49-F238E27FC236}">
                <a16:creationId xmlns:a16="http://schemas.microsoft.com/office/drawing/2014/main" id="{EFE61D48-A592-374B-88E4-EE43C733BBE7}"/>
              </a:ext>
            </a:extLst>
          </p:cNvPr>
          <p:cNvSpPr>
            <a:spLocks noChangeArrowheads="1"/>
          </p:cNvSpPr>
          <p:nvPr/>
        </p:nvSpPr>
        <p:spPr bwMode="auto">
          <a:xfrm>
            <a:off x="3211513" y="4848225"/>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78" name="Text Box 2">
            <a:extLst>
              <a:ext uri="{FF2B5EF4-FFF2-40B4-BE49-F238E27FC236}">
                <a16:creationId xmlns:a16="http://schemas.microsoft.com/office/drawing/2014/main" id="{16702F4D-BB5B-BF4E-9A6D-7DEC52E81DD2}"/>
              </a:ext>
            </a:extLst>
          </p:cNvPr>
          <p:cNvSpPr txBox="1">
            <a:spLocks noChangeArrowheads="1"/>
          </p:cNvSpPr>
          <p:nvPr/>
        </p:nvSpPr>
        <p:spPr bwMode="auto">
          <a:xfrm>
            <a:off x="1258888" y="53006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后向差商</a:t>
            </a:r>
            <a:endParaRPr lang="en-US" altLang="zh-CN" sz="2400" dirty="0">
              <a:latin typeface="Tahoma" charset="0"/>
            </a:endParaRPr>
          </a:p>
        </p:txBody>
      </p:sp>
      <p:sp>
        <p:nvSpPr>
          <p:cNvPr id="79" name="Text Box 2">
            <a:extLst>
              <a:ext uri="{FF2B5EF4-FFF2-40B4-BE49-F238E27FC236}">
                <a16:creationId xmlns:a16="http://schemas.microsoft.com/office/drawing/2014/main" id="{2AD782F8-6040-AE4E-87F8-A1D45F1EACD9}"/>
              </a:ext>
            </a:extLst>
          </p:cNvPr>
          <p:cNvSpPr txBox="1">
            <a:spLocks noChangeArrowheads="1"/>
          </p:cNvSpPr>
          <p:nvPr/>
        </p:nvSpPr>
        <p:spPr bwMode="auto">
          <a:xfrm>
            <a:off x="3995738" y="53006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隐式欧拉公式</a:t>
            </a:r>
            <a:endParaRPr lang="en-US" altLang="zh-CN" sz="2400" dirty="0">
              <a:latin typeface="Tahoma" charset="0"/>
            </a:endParaRPr>
          </a:p>
        </p:txBody>
      </p:sp>
      <p:sp>
        <p:nvSpPr>
          <p:cNvPr id="80" name="Rectangle 79">
            <a:extLst>
              <a:ext uri="{FF2B5EF4-FFF2-40B4-BE49-F238E27FC236}">
                <a16:creationId xmlns:a16="http://schemas.microsoft.com/office/drawing/2014/main" id="{D96390E5-6807-684E-A490-3FA7A4F841F2}"/>
              </a:ext>
            </a:extLst>
          </p:cNvPr>
          <p:cNvSpPr>
            <a:spLocks noChangeArrowheads="1"/>
          </p:cNvSpPr>
          <p:nvPr/>
        </p:nvSpPr>
        <p:spPr bwMode="auto">
          <a:xfrm>
            <a:off x="3211513" y="5280025"/>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81" name="Text Box 2">
            <a:extLst>
              <a:ext uri="{FF2B5EF4-FFF2-40B4-BE49-F238E27FC236}">
                <a16:creationId xmlns:a16="http://schemas.microsoft.com/office/drawing/2014/main" id="{C205B317-8B9E-5441-9CEC-577C2FF78688}"/>
              </a:ext>
            </a:extLst>
          </p:cNvPr>
          <p:cNvSpPr txBox="1">
            <a:spLocks noChangeArrowheads="1"/>
          </p:cNvSpPr>
          <p:nvPr/>
        </p:nvSpPr>
        <p:spPr bwMode="auto">
          <a:xfrm>
            <a:off x="1258888" y="57324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中心差商</a:t>
            </a:r>
            <a:endParaRPr lang="en-US" altLang="zh-CN" sz="2400" dirty="0">
              <a:latin typeface="Tahoma" charset="0"/>
            </a:endParaRPr>
          </a:p>
        </p:txBody>
      </p:sp>
      <p:sp>
        <p:nvSpPr>
          <p:cNvPr id="82" name="Text Box 2">
            <a:extLst>
              <a:ext uri="{FF2B5EF4-FFF2-40B4-BE49-F238E27FC236}">
                <a16:creationId xmlns:a16="http://schemas.microsoft.com/office/drawing/2014/main" id="{C41E08F3-878B-2C40-96EA-14471B43A6DA}"/>
              </a:ext>
            </a:extLst>
          </p:cNvPr>
          <p:cNvSpPr txBox="1">
            <a:spLocks noChangeArrowheads="1"/>
          </p:cNvSpPr>
          <p:nvPr/>
        </p:nvSpPr>
        <p:spPr bwMode="auto">
          <a:xfrm>
            <a:off x="3995738" y="5732463"/>
            <a:ext cx="23050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中心公式</a:t>
            </a:r>
            <a:endParaRPr lang="en-US" altLang="zh-CN" sz="2400" dirty="0">
              <a:latin typeface="Tahoma" charset="0"/>
            </a:endParaRPr>
          </a:p>
        </p:txBody>
      </p:sp>
      <p:sp>
        <p:nvSpPr>
          <p:cNvPr id="83" name="Rectangle 82">
            <a:extLst>
              <a:ext uri="{FF2B5EF4-FFF2-40B4-BE49-F238E27FC236}">
                <a16:creationId xmlns:a16="http://schemas.microsoft.com/office/drawing/2014/main" id="{D56A125F-48A7-7C4B-9066-EAD7DC0D8AEA}"/>
              </a:ext>
            </a:extLst>
          </p:cNvPr>
          <p:cNvSpPr>
            <a:spLocks noChangeArrowheads="1"/>
          </p:cNvSpPr>
          <p:nvPr/>
        </p:nvSpPr>
        <p:spPr bwMode="auto">
          <a:xfrm>
            <a:off x="3211513" y="5713413"/>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84" name="Text Box 2">
            <a:extLst>
              <a:ext uri="{FF2B5EF4-FFF2-40B4-BE49-F238E27FC236}">
                <a16:creationId xmlns:a16="http://schemas.microsoft.com/office/drawing/2014/main" id="{0F67AF80-E876-0C4F-91B2-CF194F6E5B67}"/>
              </a:ext>
            </a:extLst>
          </p:cNvPr>
          <p:cNvSpPr txBox="1">
            <a:spLocks noChangeArrowheads="1"/>
          </p:cNvSpPr>
          <p:nvPr/>
        </p:nvSpPr>
        <p:spPr bwMode="auto">
          <a:xfrm>
            <a:off x="323850" y="6165850"/>
            <a:ext cx="446405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zh-CN" sz="2400">
                <a:latin typeface="宋体" panose="02010600030101010101" pitchFamily="2" charset="-122"/>
              </a:rPr>
              <a:t> </a:t>
            </a:r>
            <a:r>
              <a:rPr lang="zh-CN" altLang="en-US" sz="2400">
                <a:latin typeface="宋体" panose="02010600030101010101" pitchFamily="2" charset="-122"/>
              </a:rPr>
              <a:t>如何度量这些公式的准确度？</a:t>
            </a:r>
            <a:endParaRPr lang="en-US" altLang="zh-CN" sz="2400">
              <a:latin typeface="Tahoma" panose="020B0604030504040204" pitchFamily="34" charset="0"/>
            </a:endParaRPr>
          </a:p>
        </p:txBody>
      </p:sp>
      <p:sp>
        <p:nvSpPr>
          <p:cNvPr id="85" name="Text Box 2">
            <a:extLst>
              <a:ext uri="{FF2B5EF4-FFF2-40B4-BE49-F238E27FC236}">
                <a16:creationId xmlns:a16="http://schemas.microsoft.com/office/drawing/2014/main" id="{E4F747AC-DD96-C045-9108-1539C2790C97}"/>
              </a:ext>
            </a:extLst>
          </p:cNvPr>
          <p:cNvSpPr txBox="1">
            <a:spLocks noChangeArrowheads="1"/>
          </p:cNvSpPr>
          <p:nvPr/>
        </p:nvSpPr>
        <p:spPr bwMode="auto">
          <a:xfrm>
            <a:off x="4697413" y="6165850"/>
            <a:ext cx="16033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en-US" altLang="zh-CN" sz="2400" dirty="0">
                <a:solidFill>
                  <a:srgbClr val="3333CC"/>
                </a:solidFill>
                <a:latin typeface="Tahoma" charset="0"/>
              </a:rPr>
              <a:t>P</a:t>
            </a:r>
            <a:r>
              <a:rPr lang="zh-CN" altLang="en-US" sz="2400" dirty="0">
                <a:solidFill>
                  <a:srgbClr val="3333CC"/>
                </a:solidFill>
                <a:latin typeface="Tahoma" charset="0"/>
              </a:rPr>
              <a:t>阶精确度</a:t>
            </a:r>
            <a:endParaRPr lang="en-US" altLang="zh-CN" sz="2400" dirty="0">
              <a:solidFill>
                <a:srgbClr val="3333CC"/>
              </a:solidFill>
              <a:latin typeface="Tahoma" charset="0"/>
            </a:endParaRPr>
          </a:p>
        </p:txBody>
      </p:sp>
      <p:sp>
        <p:nvSpPr>
          <p:cNvPr id="86" name="Text Box 2">
            <a:extLst>
              <a:ext uri="{FF2B5EF4-FFF2-40B4-BE49-F238E27FC236}">
                <a16:creationId xmlns:a16="http://schemas.microsoft.com/office/drawing/2014/main" id="{8238C070-4003-8C43-B9F3-2AFBE8785B5C}"/>
              </a:ext>
            </a:extLst>
          </p:cNvPr>
          <p:cNvSpPr txBox="1">
            <a:spLocks noChangeArrowheads="1"/>
          </p:cNvSpPr>
          <p:nvPr/>
        </p:nvSpPr>
        <p:spPr bwMode="auto">
          <a:xfrm>
            <a:off x="5508625" y="2924175"/>
            <a:ext cx="1603375" cy="461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en-US" altLang="zh-CN" sz="2400" dirty="0">
                <a:solidFill>
                  <a:srgbClr val="3333CC"/>
                </a:solidFill>
                <a:latin typeface="Tahoma" charset="0"/>
              </a:rPr>
              <a:t>1</a:t>
            </a:r>
            <a:r>
              <a:rPr lang="zh-CN" altLang="en-US" sz="2400" dirty="0">
                <a:solidFill>
                  <a:srgbClr val="3333CC"/>
                </a:solidFill>
                <a:latin typeface="Tahoma" charset="0"/>
              </a:rPr>
              <a:t>阶</a:t>
            </a:r>
            <a:endParaRPr lang="en-US" altLang="zh-CN" sz="2400" dirty="0">
              <a:solidFill>
                <a:srgbClr val="3333CC"/>
              </a:solidFill>
              <a:latin typeface="Tahoma" charset="0"/>
            </a:endParaRPr>
          </a:p>
        </p:txBody>
      </p:sp>
      <p:sp>
        <p:nvSpPr>
          <p:cNvPr id="87" name="Text Box 2">
            <a:extLst>
              <a:ext uri="{FF2B5EF4-FFF2-40B4-BE49-F238E27FC236}">
                <a16:creationId xmlns:a16="http://schemas.microsoft.com/office/drawing/2014/main" id="{09EB52A7-706F-4D4E-9360-01F4A470A822}"/>
              </a:ext>
            </a:extLst>
          </p:cNvPr>
          <p:cNvSpPr txBox="1">
            <a:spLocks noChangeArrowheads="1"/>
          </p:cNvSpPr>
          <p:nvPr/>
        </p:nvSpPr>
        <p:spPr bwMode="auto">
          <a:xfrm>
            <a:off x="5992813" y="3357563"/>
            <a:ext cx="160337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en-US" altLang="zh-CN" sz="2400" dirty="0">
                <a:solidFill>
                  <a:srgbClr val="3333CC"/>
                </a:solidFill>
                <a:latin typeface="Tahoma" charset="0"/>
              </a:rPr>
              <a:t>1</a:t>
            </a:r>
            <a:r>
              <a:rPr lang="zh-CN" altLang="en-US" sz="2400" dirty="0">
                <a:solidFill>
                  <a:srgbClr val="3333CC"/>
                </a:solidFill>
                <a:latin typeface="Tahoma" charset="0"/>
              </a:rPr>
              <a:t>阶</a:t>
            </a:r>
            <a:endParaRPr lang="en-US" altLang="zh-CN" sz="2400" dirty="0">
              <a:solidFill>
                <a:srgbClr val="3333CC"/>
              </a:solidFill>
              <a:latin typeface="Tahoma" charset="0"/>
            </a:endParaRPr>
          </a:p>
        </p:txBody>
      </p:sp>
      <p:sp>
        <p:nvSpPr>
          <p:cNvPr id="88" name="Text Box 2">
            <a:extLst>
              <a:ext uri="{FF2B5EF4-FFF2-40B4-BE49-F238E27FC236}">
                <a16:creationId xmlns:a16="http://schemas.microsoft.com/office/drawing/2014/main" id="{3FFDB023-CCE3-454B-9423-37AE07E19AC6}"/>
              </a:ext>
            </a:extLst>
          </p:cNvPr>
          <p:cNvSpPr txBox="1">
            <a:spLocks noChangeArrowheads="1"/>
          </p:cNvSpPr>
          <p:nvPr/>
        </p:nvSpPr>
        <p:spPr bwMode="auto">
          <a:xfrm>
            <a:off x="5416550" y="3789363"/>
            <a:ext cx="1603375"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zh-CN" sz="2400" dirty="0">
                <a:solidFill>
                  <a:srgbClr val="3333CC"/>
                </a:solidFill>
                <a:latin typeface="Tahoma" charset="0"/>
              </a:rPr>
              <a:t>2</a:t>
            </a:r>
            <a:r>
              <a:rPr lang="zh-CN" altLang="en-US" sz="2400" dirty="0">
                <a:solidFill>
                  <a:srgbClr val="3333CC"/>
                </a:solidFill>
                <a:latin typeface="Tahoma" charset="0"/>
              </a:rPr>
              <a:t>阶</a:t>
            </a:r>
            <a:endParaRPr lang="en-US" altLang="zh-CN" sz="2400" dirty="0">
              <a:solidFill>
                <a:srgbClr val="3333CC"/>
              </a:solidFill>
              <a:latin typeface="Tahoma" charset="0"/>
            </a:endParaRPr>
          </a:p>
        </p:txBody>
      </p:sp>
      <p:sp>
        <p:nvSpPr>
          <p:cNvPr id="89" name="Text Box 2">
            <a:extLst>
              <a:ext uri="{FF2B5EF4-FFF2-40B4-BE49-F238E27FC236}">
                <a16:creationId xmlns:a16="http://schemas.microsoft.com/office/drawing/2014/main" id="{5E9DFBCA-892C-D643-9433-CCA81B1B0AE0}"/>
              </a:ext>
            </a:extLst>
          </p:cNvPr>
          <p:cNvSpPr txBox="1">
            <a:spLocks noChangeArrowheads="1"/>
          </p:cNvSpPr>
          <p:nvPr/>
        </p:nvSpPr>
        <p:spPr bwMode="auto">
          <a:xfrm>
            <a:off x="5435600" y="5703888"/>
            <a:ext cx="1603375"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zh-CN" sz="2400" dirty="0">
                <a:solidFill>
                  <a:srgbClr val="3333CC"/>
                </a:solidFill>
                <a:latin typeface="Tahoma" charset="0"/>
              </a:rPr>
              <a:t>2</a:t>
            </a:r>
            <a:r>
              <a:rPr lang="zh-CN" altLang="en-US" sz="2400" dirty="0">
                <a:solidFill>
                  <a:srgbClr val="3333CC"/>
                </a:solidFill>
                <a:latin typeface="Tahoma" charset="0"/>
              </a:rPr>
              <a:t>阶</a:t>
            </a:r>
            <a:endParaRPr lang="en-US" altLang="zh-CN" sz="2400" dirty="0">
              <a:solidFill>
                <a:srgbClr val="3333CC"/>
              </a:solidFill>
              <a:latin typeface="Tahoma" charset="0"/>
            </a:endParaRPr>
          </a:p>
        </p:txBody>
      </p:sp>
      <p:sp>
        <p:nvSpPr>
          <p:cNvPr id="90" name="Rectangle 89">
            <a:extLst>
              <a:ext uri="{FF2B5EF4-FFF2-40B4-BE49-F238E27FC236}">
                <a16:creationId xmlns:a16="http://schemas.microsoft.com/office/drawing/2014/main" id="{B3115C90-99F4-D14E-A914-9D7653BD8FB5}"/>
              </a:ext>
            </a:extLst>
          </p:cNvPr>
          <p:cNvSpPr>
            <a:spLocks noChangeArrowheads="1"/>
          </p:cNvSpPr>
          <p:nvPr/>
        </p:nvSpPr>
        <p:spPr bwMode="auto">
          <a:xfrm>
            <a:off x="6164263" y="3789363"/>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91" name="Text Box 2">
            <a:extLst>
              <a:ext uri="{FF2B5EF4-FFF2-40B4-BE49-F238E27FC236}">
                <a16:creationId xmlns:a16="http://schemas.microsoft.com/office/drawing/2014/main" id="{C0282CC7-0901-FA4A-89B7-AF286B174AE9}"/>
              </a:ext>
            </a:extLst>
          </p:cNvPr>
          <p:cNvSpPr txBox="1">
            <a:spLocks noChangeArrowheads="1"/>
          </p:cNvSpPr>
          <p:nvPr/>
        </p:nvSpPr>
        <p:spPr bwMode="auto">
          <a:xfrm>
            <a:off x="6804025" y="3789363"/>
            <a:ext cx="2663825"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改进的欧拉公式</a:t>
            </a:r>
            <a:endParaRPr lang="en-US" altLang="zh-CN" sz="2400" dirty="0">
              <a:solidFill>
                <a:schemeClr val="accent2"/>
              </a:solidFill>
              <a:latin typeface="Tahoma" charset="0"/>
            </a:endParaRPr>
          </a:p>
        </p:txBody>
      </p:sp>
      <p:sp>
        <p:nvSpPr>
          <p:cNvPr id="92" name="Rectangle 91">
            <a:extLst>
              <a:ext uri="{FF2B5EF4-FFF2-40B4-BE49-F238E27FC236}">
                <a16:creationId xmlns:a16="http://schemas.microsoft.com/office/drawing/2014/main" id="{36279B06-C19F-2647-BA40-286AABF367F5}"/>
              </a:ext>
            </a:extLst>
          </p:cNvPr>
          <p:cNvSpPr>
            <a:spLocks noChangeArrowheads="1"/>
          </p:cNvSpPr>
          <p:nvPr/>
        </p:nvSpPr>
        <p:spPr bwMode="auto">
          <a:xfrm rot="5400000">
            <a:off x="7596188" y="4418013"/>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ＭＳ Ｐゴシック" panose="020B0600070205080204" pitchFamily="34" charset="-128"/>
              </a:defRPr>
            </a:lvl1pPr>
            <a:lvl2pPr marL="742950" indent="-285750" eaLnBrk="0" hangingPunct="0">
              <a:defRPr kumimoji="1" sz="2800">
                <a:solidFill>
                  <a:schemeClr val="tx1"/>
                </a:solidFill>
                <a:latin typeface="Times New Roman" panose="02020603050405020304" pitchFamily="18" charset="0"/>
                <a:ea typeface="ＭＳ Ｐゴシック" panose="020B0600070205080204" pitchFamily="34" charset="-128"/>
              </a:defRPr>
            </a:lvl2pPr>
            <a:lvl3pPr marL="11430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3pPr>
            <a:lvl4pPr marL="16002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4pPr>
            <a:lvl5pPr marL="2057400" indent="-228600" eaLnBrk="0" hangingPunct="0">
              <a:defRPr kumimoji="1" sz="28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CN">
                <a:latin typeface="Wingdings" pitchFamily="2" charset="2"/>
              </a:rPr>
              <a:t></a:t>
            </a:r>
            <a:endParaRPr lang="en-US" altLang="en-CN"/>
          </a:p>
        </p:txBody>
      </p:sp>
      <p:sp>
        <p:nvSpPr>
          <p:cNvPr id="93" name="Text Box 2">
            <a:extLst>
              <a:ext uri="{FF2B5EF4-FFF2-40B4-BE49-F238E27FC236}">
                <a16:creationId xmlns:a16="http://schemas.microsoft.com/office/drawing/2014/main" id="{8C56D433-192C-AE4E-94B5-986D48C1C6F8}"/>
              </a:ext>
            </a:extLst>
          </p:cNvPr>
          <p:cNvSpPr txBox="1">
            <a:spLocks noChangeArrowheads="1"/>
          </p:cNvSpPr>
          <p:nvPr/>
        </p:nvSpPr>
        <p:spPr bwMode="auto">
          <a:xfrm>
            <a:off x="6804025" y="5056188"/>
            <a:ext cx="266382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charset="0"/>
                <a:ea typeface="ＭＳ Ｐゴシック" charset="0"/>
                <a:cs typeface="楷体_GB2312" charset="0"/>
              </a:defRPr>
            </a:lvl1pPr>
            <a:lvl2pPr marL="742950" indent="-285750" eaLnBrk="0" hangingPunct="0">
              <a:defRPr kumimoji="1" sz="2800">
                <a:solidFill>
                  <a:schemeClr val="tx1"/>
                </a:solidFill>
                <a:latin typeface="Times New Roman" charset="0"/>
                <a:ea typeface="楷体_GB2312" charset="0"/>
                <a:cs typeface="楷体_GB2312" charset="0"/>
              </a:defRPr>
            </a:lvl2pPr>
            <a:lvl3pPr marL="1143000" indent="-228600" eaLnBrk="0" hangingPunct="0">
              <a:defRPr kumimoji="1" sz="2800">
                <a:solidFill>
                  <a:schemeClr val="tx1"/>
                </a:solidFill>
                <a:latin typeface="Times New Roman" charset="0"/>
                <a:ea typeface="楷体_GB2312" charset="0"/>
                <a:cs typeface="楷体_GB2312" charset="0"/>
              </a:defRPr>
            </a:lvl3pPr>
            <a:lvl4pPr marL="1600200" indent="-228600" eaLnBrk="0" hangingPunct="0">
              <a:defRPr kumimoji="1" sz="2800">
                <a:solidFill>
                  <a:schemeClr val="tx1"/>
                </a:solidFill>
                <a:latin typeface="Times New Roman" charset="0"/>
                <a:ea typeface="楷体_GB2312" charset="0"/>
                <a:cs typeface="楷体_GB2312" charset="0"/>
              </a:defRPr>
            </a:lvl4pPr>
            <a:lvl5pPr marL="2057400" indent="-228600" eaLnBrk="0" hangingPunct="0">
              <a:defRPr kumimoji="1" sz="2800">
                <a:solidFill>
                  <a:schemeClr val="tx1"/>
                </a:solidFill>
                <a:latin typeface="Times New Roman"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charset="0"/>
                <a:ea typeface="楷体_GB2312" charset="0"/>
                <a:cs typeface="楷体_GB2312" charset="0"/>
              </a:defRPr>
            </a:lvl9pPr>
          </a:lstStyle>
          <a:p>
            <a:pPr eaLnBrk="1" hangingPunct="1">
              <a:defRPr/>
            </a:pPr>
            <a:r>
              <a:rPr lang="zh-CN" altLang="en-US" sz="2400" dirty="0">
                <a:latin typeface="Tahoma" charset="0"/>
              </a:rPr>
              <a:t>龙格 </a:t>
            </a:r>
            <a:r>
              <a:rPr lang="en-US" altLang="zh-CN" sz="2400" dirty="0">
                <a:latin typeface="Tahoma" charset="0"/>
              </a:rPr>
              <a:t>- </a:t>
            </a:r>
            <a:r>
              <a:rPr lang="zh-CN" altLang="en-US" sz="2400" dirty="0">
                <a:latin typeface="Tahoma" charset="0"/>
              </a:rPr>
              <a:t>库塔法 </a:t>
            </a:r>
            <a:endParaRPr lang="en-US" altLang="zh-CN" sz="2400" dirty="0">
              <a:solidFill>
                <a:schemeClr val="accent2"/>
              </a:solidFill>
              <a:latin typeface="Tahoma" charset="0"/>
            </a:endParaRPr>
          </a:p>
        </p:txBody>
      </p:sp>
    </p:spTree>
    <p:extLst>
      <p:ext uri="{BB962C8B-B14F-4D97-AF65-F5344CB8AC3E}">
        <p14:creationId xmlns:p14="http://schemas.microsoft.com/office/powerpoint/2010/main" val="10149786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blinds(horizontal)">
                                      <p:cBhvr>
                                        <p:cTn id="7" dur="500"/>
                                        <p:tgtEl>
                                          <p:spTgt spid="215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5"/>
                                        </p:tgtEl>
                                        <p:attrNameLst>
                                          <p:attrName>style.visibility</p:attrName>
                                        </p:attrNameLst>
                                      </p:cBhvr>
                                      <p:to>
                                        <p:strVal val="visible"/>
                                      </p:to>
                                    </p:set>
                                    <p:animEffect transition="in" filter="blinds(horizontal)">
                                      <p:cBhvr>
                                        <p:cTn id="16" dur="500"/>
                                        <p:tgtEl>
                                          <p:spTgt spid="6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blinds(horizontal)">
                                      <p:cBhvr>
                                        <p:cTn id="21" dur="500"/>
                                        <p:tgtEl>
                                          <p:spTgt spid="6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blinds(horizontal)">
                                      <p:cBhvr>
                                        <p:cTn id="26" dur="500"/>
                                        <p:tgtEl>
                                          <p:spTgt spid="6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blinds(horizontal)">
                                      <p:cBhvr>
                                        <p:cTn id="31" dur="500"/>
                                        <p:tgtEl>
                                          <p:spTgt spid="6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70"/>
                                        </p:tgtEl>
                                        <p:attrNameLst>
                                          <p:attrName>style.visibility</p:attrName>
                                        </p:attrNameLst>
                                      </p:cBhvr>
                                      <p:to>
                                        <p:strVal val="visible"/>
                                      </p:to>
                                    </p:set>
                                    <p:animEffect transition="in" filter="blinds(horizontal)">
                                      <p:cBhvr>
                                        <p:cTn id="36" dur="500"/>
                                        <p:tgtEl>
                                          <p:spTgt spid="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69"/>
                                        </p:tgtEl>
                                        <p:attrNameLst>
                                          <p:attrName>style.visibility</p:attrName>
                                        </p:attrNameLst>
                                      </p:cBhvr>
                                      <p:to>
                                        <p:strVal val="visible"/>
                                      </p:to>
                                    </p:set>
                                    <p:animEffect transition="in" filter="blinds(horizontal)">
                                      <p:cBhvr>
                                        <p:cTn id="41" dur="500"/>
                                        <p:tgtEl>
                                          <p:spTgt spid="6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blinds(horizontal)">
                                      <p:cBhvr>
                                        <p:cTn id="46" dur="500"/>
                                        <p:tgtEl>
                                          <p:spTgt spid="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3"/>
                                        </p:tgtEl>
                                        <p:attrNameLst>
                                          <p:attrName>style.visibility</p:attrName>
                                        </p:attrNameLst>
                                      </p:cBhvr>
                                      <p:to>
                                        <p:strVal val="visible"/>
                                      </p:to>
                                    </p:set>
                                    <p:animEffect transition="in" filter="blinds(horizontal)">
                                      <p:cBhvr>
                                        <p:cTn id="51" dur="500"/>
                                        <p:tgtEl>
                                          <p:spTgt spid="7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72"/>
                                        </p:tgtEl>
                                        <p:attrNameLst>
                                          <p:attrName>style.visibility</p:attrName>
                                        </p:attrNameLst>
                                      </p:cBhvr>
                                      <p:to>
                                        <p:strVal val="visible"/>
                                      </p:to>
                                    </p:set>
                                    <p:animEffect transition="in" filter="blinds(horizontal)">
                                      <p:cBhvr>
                                        <p:cTn id="56" dur="500"/>
                                        <p:tgtEl>
                                          <p:spTgt spid="7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74"/>
                                        </p:tgtEl>
                                        <p:attrNameLst>
                                          <p:attrName>style.visibility</p:attrName>
                                        </p:attrNameLst>
                                      </p:cBhvr>
                                      <p:to>
                                        <p:strVal val="visible"/>
                                      </p:to>
                                    </p:set>
                                    <p:animEffect transition="in" filter="blinds(horizontal)">
                                      <p:cBhvr>
                                        <p:cTn id="61" dur="500"/>
                                        <p:tgtEl>
                                          <p:spTgt spid="7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75"/>
                                        </p:tgtEl>
                                        <p:attrNameLst>
                                          <p:attrName>style.visibility</p:attrName>
                                        </p:attrNameLst>
                                      </p:cBhvr>
                                      <p:to>
                                        <p:strVal val="visible"/>
                                      </p:to>
                                    </p:set>
                                    <p:animEffect transition="in" filter="blinds(horizontal)">
                                      <p:cBhvr>
                                        <p:cTn id="66" dur="500"/>
                                        <p:tgtEl>
                                          <p:spTgt spid="7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blinds(horizontal)">
                                      <p:cBhvr>
                                        <p:cTn id="71" dur="500"/>
                                        <p:tgtEl>
                                          <p:spTgt spid="7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76"/>
                                        </p:tgtEl>
                                        <p:attrNameLst>
                                          <p:attrName>style.visibility</p:attrName>
                                        </p:attrNameLst>
                                      </p:cBhvr>
                                      <p:to>
                                        <p:strVal val="visible"/>
                                      </p:to>
                                    </p:set>
                                    <p:animEffect transition="in" filter="blinds(horizontal)">
                                      <p:cBhvr>
                                        <p:cTn id="76" dur="500"/>
                                        <p:tgtEl>
                                          <p:spTgt spid="7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78"/>
                                        </p:tgtEl>
                                        <p:attrNameLst>
                                          <p:attrName>style.visibility</p:attrName>
                                        </p:attrNameLst>
                                      </p:cBhvr>
                                      <p:to>
                                        <p:strVal val="visible"/>
                                      </p:to>
                                    </p:set>
                                    <p:animEffect transition="in" filter="blinds(horizontal)">
                                      <p:cBhvr>
                                        <p:cTn id="81" dur="500"/>
                                        <p:tgtEl>
                                          <p:spTgt spid="78"/>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80"/>
                                        </p:tgtEl>
                                        <p:attrNameLst>
                                          <p:attrName>style.visibility</p:attrName>
                                        </p:attrNameLst>
                                      </p:cBhvr>
                                      <p:to>
                                        <p:strVal val="visible"/>
                                      </p:to>
                                    </p:set>
                                    <p:animEffect transition="in" filter="blinds(horizontal)">
                                      <p:cBhvr>
                                        <p:cTn id="86" dur="500"/>
                                        <p:tgtEl>
                                          <p:spTgt spid="8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79"/>
                                        </p:tgtEl>
                                        <p:attrNameLst>
                                          <p:attrName>style.visibility</p:attrName>
                                        </p:attrNameLst>
                                      </p:cBhvr>
                                      <p:to>
                                        <p:strVal val="visible"/>
                                      </p:to>
                                    </p:set>
                                    <p:animEffect transition="in" filter="blinds(horizontal)">
                                      <p:cBhvr>
                                        <p:cTn id="91" dur="500"/>
                                        <p:tgtEl>
                                          <p:spTgt spid="7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81"/>
                                        </p:tgtEl>
                                        <p:attrNameLst>
                                          <p:attrName>style.visibility</p:attrName>
                                        </p:attrNameLst>
                                      </p:cBhvr>
                                      <p:to>
                                        <p:strVal val="visible"/>
                                      </p:to>
                                    </p:set>
                                    <p:animEffect transition="in" filter="blinds(horizontal)">
                                      <p:cBhvr>
                                        <p:cTn id="96" dur="500"/>
                                        <p:tgtEl>
                                          <p:spTgt spid="81"/>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83"/>
                                        </p:tgtEl>
                                        <p:attrNameLst>
                                          <p:attrName>style.visibility</p:attrName>
                                        </p:attrNameLst>
                                      </p:cBhvr>
                                      <p:to>
                                        <p:strVal val="visible"/>
                                      </p:to>
                                    </p:set>
                                    <p:animEffect transition="in" filter="blinds(horizontal)">
                                      <p:cBhvr>
                                        <p:cTn id="101" dur="500"/>
                                        <p:tgtEl>
                                          <p:spTgt spid="8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82"/>
                                        </p:tgtEl>
                                        <p:attrNameLst>
                                          <p:attrName>style.visibility</p:attrName>
                                        </p:attrNameLst>
                                      </p:cBhvr>
                                      <p:to>
                                        <p:strVal val="visible"/>
                                      </p:to>
                                    </p:set>
                                    <p:animEffect transition="in" filter="blinds(horizontal)">
                                      <p:cBhvr>
                                        <p:cTn id="106" dur="500"/>
                                        <p:tgtEl>
                                          <p:spTgt spid="8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84"/>
                                        </p:tgtEl>
                                        <p:attrNameLst>
                                          <p:attrName>style.visibility</p:attrName>
                                        </p:attrNameLst>
                                      </p:cBhvr>
                                      <p:to>
                                        <p:strVal val="visible"/>
                                      </p:to>
                                    </p:set>
                                    <p:animEffect transition="in" filter="blinds(horizontal)">
                                      <p:cBhvr>
                                        <p:cTn id="111" dur="500"/>
                                        <p:tgtEl>
                                          <p:spTgt spid="84"/>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85"/>
                                        </p:tgtEl>
                                        <p:attrNameLst>
                                          <p:attrName>style.visibility</p:attrName>
                                        </p:attrNameLst>
                                      </p:cBhvr>
                                      <p:to>
                                        <p:strVal val="visible"/>
                                      </p:to>
                                    </p:set>
                                    <p:animEffect transition="in" filter="blinds(horizontal)">
                                      <p:cBhvr>
                                        <p:cTn id="116" dur="500"/>
                                        <p:tgtEl>
                                          <p:spTgt spid="85"/>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3" presetClass="entr" presetSubtype="10" fill="hold" grpId="0" nodeType="clickEffect">
                                  <p:stCondLst>
                                    <p:cond delay="0"/>
                                  </p:stCondLst>
                                  <p:childTnLst>
                                    <p:set>
                                      <p:cBhvr>
                                        <p:cTn id="120" dur="1" fill="hold">
                                          <p:stCondLst>
                                            <p:cond delay="0"/>
                                          </p:stCondLst>
                                        </p:cTn>
                                        <p:tgtEl>
                                          <p:spTgt spid="86"/>
                                        </p:tgtEl>
                                        <p:attrNameLst>
                                          <p:attrName>style.visibility</p:attrName>
                                        </p:attrNameLst>
                                      </p:cBhvr>
                                      <p:to>
                                        <p:strVal val="visible"/>
                                      </p:to>
                                    </p:set>
                                    <p:animEffect transition="in" filter="blinds(horizontal)">
                                      <p:cBhvr>
                                        <p:cTn id="121" dur="500"/>
                                        <p:tgtEl>
                                          <p:spTgt spid="86"/>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87"/>
                                        </p:tgtEl>
                                        <p:attrNameLst>
                                          <p:attrName>style.visibility</p:attrName>
                                        </p:attrNameLst>
                                      </p:cBhvr>
                                      <p:to>
                                        <p:strVal val="visible"/>
                                      </p:to>
                                    </p:set>
                                    <p:animEffect transition="in" filter="blinds(horizontal)">
                                      <p:cBhvr>
                                        <p:cTn id="126" dur="500"/>
                                        <p:tgtEl>
                                          <p:spTgt spid="87"/>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88"/>
                                        </p:tgtEl>
                                        <p:attrNameLst>
                                          <p:attrName>style.visibility</p:attrName>
                                        </p:attrNameLst>
                                      </p:cBhvr>
                                      <p:to>
                                        <p:strVal val="visible"/>
                                      </p:to>
                                    </p:set>
                                    <p:animEffect transition="in" filter="blinds(horizontal)">
                                      <p:cBhvr>
                                        <p:cTn id="131" dur="500"/>
                                        <p:tgtEl>
                                          <p:spTgt spid="88"/>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89"/>
                                        </p:tgtEl>
                                        <p:attrNameLst>
                                          <p:attrName>style.visibility</p:attrName>
                                        </p:attrNameLst>
                                      </p:cBhvr>
                                      <p:to>
                                        <p:strVal val="visible"/>
                                      </p:to>
                                    </p:set>
                                    <p:animEffect transition="in" filter="blinds(horizontal)">
                                      <p:cBhvr>
                                        <p:cTn id="136" dur="500"/>
                                        <p:tgtEl>
                                          <p:spTgt spid="89"/>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3" presetClass="entr" presetSubtype="10" fill="hold" grpId="0" nodeType="clickEffect">
                                  <p:stCondLst>
                                    <p:cond delay="0"/>
                                  </p:stCondLst>
                                  <p:childTnLst>
                                    <p:set>
                                      <p:cBhvr>
                                        <p:cTn id="140" dur="1" fill="hold">
                                          <p:stCondLst>
                                            <p:cond delay="0"/>
                                          </p:stCondLst>
                                        </p:cTn>
                                        <p:tgtEl>
                                          <p:spTgt spid="90"/>
                                        </p:tgtEl>
                                        <p:attrNameLst>
                                          <p:attrName>style.visibility</p:attrName>
                                        </p:attrNameLst>
                                      </p:cBhvr>
                                      <p:to>
                                        <p:strVal val="visible"/>
                                      </p:to>
                                    </p:set>
                                    <p:animEffect transition="in" filter="blinds(horizontal)">
                                      <p:cBhvr>
                                        <p:cTn id="141" dur="500"/>
                                        <p:tgtEl>
                                          <p:spTgt spid="90"/>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3" presetClass="entr" presetSubtype="10" fill="hold" grpId="0" nodeType="clickEffect">
                                  <p:stCondLst>
                                    <p:cond delay="0"/>
                                  </p:stCondLst>
                                  <p:childTnLst>
                                    <p:set>
                                      <p:cBhvr>
                                        <p:cTn id="145" dur="1" fill="hold">
                                          <p:stCondLst>
                                            <p:cond delay="0"/>
                                          </p:stCondLst>
                                        </p:cTn>
                                        <p:tgtEl>
                                          <p:spTgt spid="91"/>
                                        </p:tgtEl>
                                        <p:attrNameLst>
                                          <p:attrName>style.visibility</p:attrName>
                                        </p:attrNameLst>
                                      </p:cBhvr>
                                      <p:to>
                                        <p:strVal val="visible"/>
                                      </p:to>
                                    </p:set>
                                    <p:animEffect transition="in" filter="blinds(horizontal)">
                                      <p:cBhvr>
                                        <p:cTn id="146" dur="500"/>
                                        <p:tgtEl>
                                          <p:spTgt spid="91"/>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3" presetClass="entr" presetSubtype="10" fill="hold" grpId="0" nodeType="clickEffect">
                                  <p:stCondLst>
                                    <p:cond delay="0"/>
                                  </p:stCondLst>
                                  <p:childTnLst>
                                    <p:set>
                                      <p:cBhvr>
                                        <p:cTn id="150" dur="1" fill="hold">
                                          <p:stCondLst>
                                            <p:cond delay="0"/>
                                          </p:stCondLst>
                                        </p:cTn>
                                        <p:tgtEl>
                                          <p:spTgt spid="92"/>
                                        </p:tgtEl>
                                        <p:attrNameLst>
                                          <p:attrName>style.visibility</p:attrName>
                                        </p:attrNameLst>
                                      </p:cBhvr>
                                      <p:to>
                                        <p:strVal val="visible"/>
                                      </p:to>
                                    </p:set>
                                    <p:animEffect transition="in" filter="blinds(horizontal)">
                                      <p:cBhvr>
                                        <p:cTn id="151" dur="500"/>
                                        <p:tgtEl>
                                          <p:spTgt spid="92"/>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3" presetClass="entr" presetSubtype="10" fill="hold" grpId="0" nodeType="clickEffect">
                                  <p:stCondLst>
                                    <p:cond delay="0"/>
                                  </p:stCondLst>
                                  <p:childTnLst>
                                    <p:set>
                                      <p:cBhvr>
                                        <p:cTn id="155" dur="1" fill="hold">
                                          <p:stCondLst>
                                            <p:cond delay="0"/>
                                          </p:stCondLst>
                                        </p:cTn>
                                        <p:tgtEl>
                                          <p:spTgt spid="93"/>
                                        </p:tgtEl>
                                        <p:attrNameLst>
                                          <p:attrName>style.visibility</p:attrName>
                                        </p:attrNameLst>
                                      </p:cBhvr>
                                      <p:to>
                                        <p:strVal val="visible"/>
                                      </p:to>
                                    </p:set>
                                    <p:animEffect transition="in" filter="blinds(horizontal)">
                                      <p:cBhvr>
                                        <p:cTn id="156"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Lst>
  </p:timing>
</p:sld>
</file>

<file path=ppt/theme/theme1.xml><?xml version="1.0" encoding="utf-8"?>
<a:theme xmlns:a="http://schemas.openxmlformats.org/drawingml/2006/main" name="Office Theme">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C7EDCC"/>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13386</TotalTime>
  <Words>3077</Words>
  <Application>Microsoft Macintosh PowerPoint</Application>
  <PresentationFormat>全屏显示(4:3)</PresentationFormat>
  <Paragraphs>610</Paragraphs>
  <Slides>40</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40</vt:i4>
      </vt:variant>
    </vt:vector>
  </HeadingPairs>
  <TitlesOfParts>
    <vt:vector size="54" baseType="lpstr">
      <vt:lpstr>黑体</vt:lpstr>
      <vt:lpstr>楷体_GB2312</vt:lpstr>
      <vt:lpstr>宋体</vt:lpstr>
      <vt:lpstr>宋体</vt:lpstr>
      <vt:lpstr>Arial</vt:lpstr>
      <vt:lpstr>Calibri</vt:lpstr>
      <vt:lpstr>Symbol</vt:lpstr>
      <vt:lpstr>Tahoma</vt:lpstr>
      <vt:lpstr>Times New Roman</vt:lpstr>
      <vt:lpstr>Wingdings</vt:lpstr>
      <vt:lpstr>Office Theme</vt:lpstr>
      <vt:lpstr>Equation</vt:lpstr>
      <vt:lpstr>Equation.3</vt:lpstr>
      <vt:lpstr>Equation.DSMT4</vt:lpstr>
      <vt:lpstr>第八章 常微分方程数值解法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name of your demo] Preparation Plan for 3rd-year Review</dc:title>
  <dc:creator>Frank</dc:creator>
  <cp:lastModifiedBy>Xueming Liu</cp:lastModifiedBy>
  <cp:revision>1825</cp:revision>
  <dcterms:created xsi:type="dcterms:W3CDTF">2006-08-16T00:00:00Z</dcterms:created>
  <dcterms:modified xsi:type="dcterms:W3CDTF">2024-04-07T01:21:12Z</dcterms:modified>
</cp:coreProperties>
</file>