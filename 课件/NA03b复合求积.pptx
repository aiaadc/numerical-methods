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ppt/media/audio4.bin" ContentType="audio/unknown"/>
  <Override PartName="/ppt/media/audio5.bin" ContentType="audio/unknown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01" r:id="rId3"/>
    <p:sldId id="302" r:id="rId4"/>
    <p:sldId id="304" r:id="rId5"/>
    <p:sldId id="305" r:id="rId6"/>
    <p:sldId id="319" r:id="rId7"/>
    <p:sldId id="320" r:id="rId8"/>
    <p:sldId id="372" r:id="rId9"/>
    <p:sldId id="366" r:id="rId10"/>
    <p:sldId id="324" r:id="rId11"/>
    <p:sldId id="325" r:id="rId12"/>
    <p:sldId id="327" r:id="rId13"/>
    <p:sldId id="328" r:id="rId14"/>
    <p:sldId id="373" r:id="rId15"/>
    <p:sldId id="291" r:id="rId16"/>
    <p:sldId id="337" r:id="rId17"/>
    <p:sldId id="338" r:id="rId18"/>
    <p:sldId id="380" r:id="rId19"/>
    <p:sldId id="367" r:id="rId20"/>
    <p:sldId id="369" r:id="rId21"/>
    <p:sldId id="374" r:id="rId22"/>
    <p:sldId id="370" r:id="rId23"/>
    <p:sldId id="375" r:id="rId24"/>
    <p:sldId id="376" r:id="rId25"/>
    <p:sldId id="297" r:id="rId26"/>
    <p:sldId id="298" r:id="rId27"/>
    <p:sldId id="362" r:id="rId28"/>
    <p:sldId id="363" r:id="rId29"/>
    <p:sldId id="364" r:id="rId30"/>
    <p:sldId id="379" r:id="rId31"/>
    <p:sldId id="377" r:id="rId32"/>
    <p:sldId id="37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47"/>
    <p:restoredTop sz="90551"/>
  </p:normalViewPr>
  <p:slideViewPr>
    <p:cSldViewPr>
      <p:cViewPr varScale="1">
        <p:scale>
          <a:sx n="99" d="100"/>
          <a:sy n="99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25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8EE705-C46E-9040-AD1C-B88AA9827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8BA423A-C38C-4444-BC94-363BFC1CA210}" type="slidenum">
              <a:rPr lang="zh-CN" altLang="en-US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5F7E6FFD-D0B6-1A4F-A940-A52CF0854B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7D50246-3751-D14E-90B3-45D2232FB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01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207F4-2CEB-AD42-B230-63EE55A7B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8D645-AA5A-1047-BCE9-00CC6F2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4573E-54FC-004B-B67A-FDB43171E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B4AA231-AAAE-724A-A885-C0DE4EC815F2}" type="slidenum">
              <a:rPr lang="en-US" altLang="zh-CN" sz="1200"/>
              <a:pPr eaLnBrk="1" hangingPunct="1"/>
              <a:t>17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290986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audio" Target="../media/audio2.bin"/><Relationship Id="rId7" Type="http://schemas.openxmlformats.org/officeDocument/2006/relationships/image" Target="../media/image6.emf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4.bin"/><Relationship Id="rId18" Type="http://schemas.openxmlformats.org/officeDocument/2006/relationships/oleObject" Target="../embeddings/oleObject16.bin"/><Relationship Id="rId3" Type="http://schemas.openxmlformats.org/officeDocument/2006/relationships/audio" Target="../media/audio3.bin"/><Relationship Id="rId21" Type="http://schemas.openxmlformats.org/officeDocument/2006/relationships/image" Target="../media/image20.e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emf"/><Relationship Id="rId17" Type="http://schemas.openxmlformats.org/officeDocument/2006/relationships/image" Target="../media/image18.jpeg"/><Relationship Id="rId2" Type="http://schemas.openxmlformats.org/officeDocument/2006/relationships/audio" Target="../media/audio2.bin"/><Relationship Id="rId16" Type="http://schemas.openxmlformats.org/officeDocument/2006/relationships/image" Target="../media/image17.emf"/><Relationship Id="rId20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image" Target="../media/image21.emf"/><Relationship Id="rId10" Type="http://schemas.openxmlformats.org/officeDocument/2006/relationships/image" Target="../media/image14.emf"/><Relationship Id="rId19" Type="http://schemas.openxmlformats.org/officeDocument/2006/relationships/image" Target="../media/image19.emf"/><Relationship Id="rId4" Type="http://schemas.openxmlformats.org/officeDocument/2006/relationships/audio" Target="../media/audio4.bin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emf"/><Relationship Id="rId22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1.emf"/><Relationship Id="rId3" Type="http://schemas.openxmlformats.org/officeDocument/2006/relationships/audio" Target="../media/audio5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27.bin"/><Relationship Id="rId2" Type="http://schemas.openxmlformats.org/officeDocument/2006/relationships/audio" Target="../media/audio2.bin"/><Relationship Id="rId16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11" Type="http://schemas.openxmlformats.org/officeDocument/2006/relationships/oleObject" Target="../embeddings/oleObject24.bin"/><Relationship Id="rId5" Type="http://schemas.openxmlformats.org/officeDocument/2006/relationships/audio" Target="../media/audio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7.emf"/><Relationship Id="rId19" Type="http://schemas.openxmlformats.org/officeDocument/2006/relationships/oleObject" Target="../embeddings/oleObject28.bin"/><Relationship Id="rId4" Type="http://schemas.openxmlformats.org/officeDocument/2006/relationships/audio" Target="../media/audio4.bin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7.emf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4.bin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5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2.emf"/><Relationship Id="rId17" Type="http://schemas.openxmlformats.org/officeDocument/2006/relationships/oleObject" Target="../embeddings/oleObject42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4.emf"/><Relationship Id="rId20" Type="http://schemas.openxmlformats.org/officeDocument/2006/relationships/image" Target="../media/image4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1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NULL"/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53.bin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2.emf"/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59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1.emf"/><Relationship Id="rId5" Type="http://schemas.openxmlformats.org/officeDocument/2006/relationships/image" Target="../media/image59.emf"/><Relationship Id="rId15" Type="http://schemas.openxmlformats.org/officeDocument/2006/relationships/image" Target="../media/image63.e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7.emf"/><Relationship Id="rId14" Type="http://schemas.openxmlformats.org/officeDocument/2006/relationships/oleObject" Target="../embeddings/oleObject6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7.emf"/><Relationship Id="rId3" Type="http://schemas.openxmlformats.org/officeDocument/2006/relationships/audio" Target="../media/audio2.bin"/><Relationship Id="rId7" Type="http://schemas.openxmlformats.org/officeDocument/2006/relationships/image" Target="../media/image64.jpeg"/><Relationship Id="rId12" Type="http://schemas.openxmlformats.org/officeDocument/2006/relationships/oleObject" Target="../embeddings/oleObject63.bin"/><Relationship Id="rId2" Type="http://schemas.openxmlformats.org/officeDocument/2006/relationships/audio" Target="../media/audio5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wav"/><Relationship Id="rId11" Type="http://schemas.openxmlformats.org/officeDocument/2006/relationships/image" Target="../media/image66.emf"/><Relationship Id="rId5" Type="http://schemas.openxmlformats.org/officeDocument/2006/relationships/audio" Target="../media/audio1.bin"/><Relationship Id="rId10" Type="http://schemas.openxmlformats.org/officeDocument/2006/relationships/oleObject" Target="../embeddings/oleObject62.bin"/><Relationship Id="rId4" Type="http://schemas.openxmlformats.org/officeDocument/2006/relationships/audio" Target="../media/audio6.wav"/><Relationship Id="rId9" Type="http://schemas.openxmlformats.org/officeDocument/2006/relationships/image" Target="../media/image6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72.bin"/><Relationship Id="rId3" Type="http://schemas.openxmlformats.org/officeDocument/2006/relationships/image" Target="../media/image68.emf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75.e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2.emf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76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7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4.emf"/><Relationship Id="rId26" Type="http://schemas.openxmlformats.org/officeDocument/2006/relationships/image" Target="../media/image88.e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1.e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3.emf"/><Relationship Id="rId20" Type="http://schemas.openxmlformats.org/officeDocument/2006/relationships/image" Target="../media/image85.emf"/><Relationship Id="rId29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7.e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89.emf"/><Relationship Id="rId10" Type="http://schemas.openxmlformats.org/officeDocument/2006/relationships/image" Target="../media/image80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7.e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2.emf"/><Relationship Id="rId22" Type="http://schemas.openxmlformats.org/officeDocument/2006/relationships/image" Target="../media/image86.emf"/><Relationship Id="rId27" Type="http://schemas.openxmlformats.org/officeDocument/2006/relationships/oleObject" Target="../embeddings/oleObject85.bin"/><Relationship Id="rId30" Type="http://schemas.openxmlformats.org/officeDocument/2006/relationships/image" Target="../media/image9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emf"/><Relationship Id="rId4" Type="http://schemas.openxmlformats.org/officeDocument/2006/relationships/oleObject" Target="../embeddings/oleObject8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8.emf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103.emf"/><Relationship Id="rId7" Type="http://schemas.openxmlformats.org/officeDocument/2006/relationships/image" Target="../media/image105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10.emf"/><Relationship Id="rId2" Type="http://schemas.openxmlformats.org/officeDocument/2006/relationships/oleObject" Target="../embeddings/oleObject90.bin"/><Relationship Id="rId16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7.emf"/><Relationship Id="rId5" Type="http://schemas.openxmlformats.org/officeDocument/2006/relationships/image" Target="../media/image104.emf"/><Relationship Id="rId15" Type="http://schemas.openxmlformats.org/officeDocument/2006/relationships/image" Target="../media/image109.emf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11.e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06.emf"/><Relationship Id="rId14" Type="http://schemas.openxmlformats.org/officeDocument/2006/relationships/oleObject" Target="../embeddings/oleObject9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audio" Target="../media/audio1.bin"/><Relationship Id="rId7" Type="http://schemas.openxmlformats.org/officeDocument/2006/relationships/image" Target="../media/image114.emf"/><Relationship Id="rId12" Type="http://schemas.openxmlformats.org/officeDocument/2006/relationships/image" Target="../media/image117.emf"/><Relationship Id="rId2" Type="http://schemas.openxmlformats.org/officeDocument/2006/relationships/audio" Target="../media/audio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01.bin"/><Relationship Id="rId5" Type="http://schemas.openxmlformats.org/officeDocument/2006/relationships/image" Target="../media/image112.emf"/><Relationship Id="rId10" Type="http://schemas.openxmlformats.org/officeDocument/2006/relationships/image" Target="../media/image116.jpeg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2" Type="http://schemas.openxmlformats.org/officeDocument/2006/relationships/audio" Target="../media/audio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emf"/><Relationship Id="rId5" Type="http://schemas.openxmlformats.org/officeDocument/2006/relationships/oleObject" Target="../embeddings/oleObject102.bin"/><Relationship Id="rId4" Type="http://schemas.openxmlformats.org/officeDocument/2006/relationships/audio" Target="../media/audio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22.emf"/><Relationship Id="rId3" Type="http://schemas.openxmlformats.org/officeDocument/2006/relationships/audio" Target="../media/audio4.bin"/><Relationship Id="rId7" Type="http://schemas.openxmlformats.org/officeDocument/2006/relationships/image" Target="../media/image119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24.emf"/><Relationship Id="rId2" Type="http://schemas.openxmlformats.org/officeDocument/2006/relationships/audio" Target="../media/audio2.bin"/><Relationship Id="rId16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21.emf"/><Relationship Id="rId5" Type="http://schemas.openxmlformats.org/officeDocument/2006/relationships/audio" Target="../media/audio3.bin"/><Relationship Id="rId15" Type="http://schemas.openxmlformats.org/officeDocument/2006/relationships/image" Target="../media/image123.emf"/><Relationship Id="rId10" Type="http://schemas.openxmlformats.org/officeDocument/2006/relationships/oleObject" Target="../embeddings/oleObject105.bin"/><Relationship Id="rId4" Type="http://schemas.openxmlformats.org/officeDocument/2006/relationships/audio" Target="../media/audio1.bin"/><Relationship Id="rId9" Type="http://schemas.openxmlformats.org/officeDocument/2006/relationships/image" Target="../media/image120.emf"/><Relationship Id="rId14" Type="http://schemas.openxmlformats.org/officeDocument/2006/relationships/oleObject" Target="../embeddings/oleObject10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30.emf"/><Relationship Id="rId3" Type="http://schemas.openxmlformats.org/officeDocument/2006/relationships/image" Target="../media/image125.emf"/><Relationship Id="rId7" Type="http://schemas.openxmlformats.org/officeDocument/2006/relationships/image" Target="../media/image127.emf"/><Relationship Id="rId12" Type="http://schemas.openxmlformats.org/officeDocument/2006/relationships/oleObject" Target="../embeddings/oleObject114.bin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29.emf"/><Relationship Id="rId5" Type="http://schemas.openxmlformats.org/officeDocument/2006/relationships/image" Target="../media/image126.emf"/><Relationship Id="rId15" Type="http://schemas.openxmlformats.org/officeDocument/2006/relationships/image" Target="../media/image131.e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28.emf"/><Relationship Id="rId14" Type="http://schemas.openxmlformats.org/officeDocument/2006/relationships/oleObject" Target="../embeddings/oleObject11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image" Target="../media/image132.emf"/><Relationship Id="rId7" Type="http://schemas.openxmlformats.org/officeDocument/2006/relationships/image" Target="../media/image134.e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33.e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3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28.bin"/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43.emf"/><Relationship Id="rId2" Type="http://schemas.openxmlformats.org/officeDocument/2006/relationships/oleObject" Target="../embeddings/oleObject120.bin"/><Relationship Id="rId16" Type="http://schemas.openxmlformats.org/officeDocument/2006/relationships/oleObject" Target="../embeddings/oleObject1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40.emf"/><Relationship Id="rId5" Type="http://schemas.openxmlformats.org/officeDocument/2006/relationships/image" Target="../media/image137.emf"/><Relationship Id="rId15" Type="http://schemas.openxmlformats.org/officeDocument/2006/relationships/image" Target="../media/image142.emf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44.e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2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146.emf"/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4.jpeg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51.emf"/><Relationship Id="rId3" Type="http://schemas.openxmlformats.org/officeDocument/2006/relationships/image" Target="../media/image147.emf"/><Relationship Id="rId7" Type="http://schemas.openxmlformats.org/officeDocument/2006/relationships/image" Target="../media/image149.emf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53.emf"/><Relationship Id="rId2" Type="http://schemas.openxmlformats.org/officeDocument/2006/relationships/oleObject" Target="../embeddings/oleObject130.bin"/><Relationship Id="rId16" Type="http://schemas.openxmlformats.org/officeDocument/2006/relationships/oleObject" Target="../embeddings/oleObject1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91.emf"/><Relationship Id="rId5" Type="http://schemas.openxmlformats.org/officeDocument/2006/relationships/image" Target="../media/image148.emf"/><Relationship Id="rId15" Type="http://schemas.openxmlformats.org/officeDocument/2006/relationships/image" Target="../media/image152.e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50.emf"/><Relationship Id="rId14" Type="http://schemas.openxmlformats.org/officeDocument/2006/relationships/oleObject" Target="../embeddings/oleObject13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59.emf"/><Relationship Id="rId3" Type="http://schemas.openxmlformats.org/officeDocument/2006/relationships/image" Target="../media/image154.emf"/><Relationship Id="rId7" Type="http://schemas.openxmlformats.org/officeDocument/2006/relationships/image" Target="../media/image156.emf"/><Relationship Id="rId12" Type="http://schemas.openxmlformats.org/officeDocument/2006/relationships/oleObject" Target="../embeddings/oleObject142.bin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58.emf"/><Relationship Id="rId5" Type="http://schemas.openxmlformats.org/officeDocument/2006/relationships/image" Target="../media/image155.emf"/><Relationship Id="rId15" Type="http://schemas.openxmlformats.org/officeDocument/2006/relationships/image" Target="../media/image160.emf"/><Relationship Id="rId10" Type="http://schemas.openxmlformats.org/officeDocument/2006/relationships/oleObject" Target="../embeddings/oleObject141.bin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57.emf"/><Relationship Id="rId14" Type="http://schemas.openxmlformats.org/officeDocument/2006/relationships/oleObject" Target="../embeddings/oleObject14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600" b="1" dirty="0">
                <a:latin typeface="SimSun" panose="02010600030101010101" pitchFamily="2" charset="-122"/>
                <a:ea typeface="SimSun" panose="02010600030101010101" pitchFamily="2" charset="-122"/>
              </a:rPr>
              <a:t>复合求</a:t>
            </a:r>
            <a:r>
              <a:rPr lang="zh-CN" altLang="en-CN" sz="6600" b="1" dirty="0">
                <a:latin typeface="SimSun" panose="02010600030101010101" pitchFamily="2" charset="-122"/>
                <a:ea typeface="SimSun" panose="02010600030101010101" pitchFamily="2" charset="-122"/>
              </a:rPr>
              <a:t>积</a:t>
            </a:r>
            <a:br>
              <a:rPr lang="en-US" altLang="zh-CN" sz="60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4800" b="1" dirty="0">
                <a:solidFill>
                  <a:srgbClr val="008000"/>
                </a:solidFill>
                <a:latin typeface="Arial" panose="020B0604020202020204" pitchFamily="34" charset="0"/>
              </a:rPr>
              <a:t>Composite Quadrature</a:t>
            </a:r>
            <a:endParaRPr lang="en-US" sz="4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0"/>
            <a:ext cx="6477000" cy="2901969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电话：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87543563</a:t>
            </a: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办公室：南一楼西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303</a:t>
            </a:r>
          </a:p>
          <a:p>
            <a:pPr>
              <a:lnSpc>
                <a:spcPct val="125000"/>
              </a:lnSpc>
            </a:pPr>
            <a:r>
              <a:rPr lang="en-US" altLang="zh-CN" sz="24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4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1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502AE7D-6F59-EA46-86BC-A2EBEBBAFC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C8EE53E-EE69-1E47-9152-0B57DB5EFB98}" type="datetime1">
              <a:rPr lang="zh-CN" altLang="en-US" sz="1400" smtClean="0">
                <a:ea typeface="宋体" panose="02010600030101010101" pitchFamily="2" charset="-122"/>
              </a:rPr>
              <a:pPr eaLnBrk="1" hangingPunct="1"/>
              <a:t>2024/3/26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C7DCD8F-BE9A-8F40-8956-4469A88A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FC03F5A-B9B8-E940-A835-DF1B1C3637E3}" type="slidenum">
              <a:rPr lang="en-US" altLang="zh-CN" sz="1400">
                <a:ea typeface="宋体" panose="02010600030101010101" pitchFamily="2" charset="-122"/>
              </a:rPr>
              <a:pPr eaLnBrk="1" hangingPunct="1"/>
              <a:t>2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583683" name="Text Box 3">
            <a:extLst>
              <a:ext uri="{FF2B5EF4-FFF2-40B4-BE49-F238E27FC236}">
                <a16:creationId xmlns:a16="http://schemas.microsoft.com/office/drawing/2014/main" id="{2C2A52EC-036D-F140-9543-200B59F1F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628775"/>
            <a:ext cx="727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400"/>
          </a:p>
        </p:txBody>
      </p:sp>
      <p:sp>
        <p:nvSpPr>
          <p:cNvPr id="583684" name="Text Box 4">
            <a:extLst>
              <a:ext uri="{FF2B5EF4-FFF2-40B4-BE49-F238E27FC236}">
                <a16:creationId xmlns:a16="http://schemas.microsoft.com/office/drawing/2014/main" id="{D8FC1412-EB73-CD45-AAD5-84A0BD815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557338"/>
            <a:ext cx="7345362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高次插值有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Runge 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现象</a:t>
            </a:r>
            <a:r>
              <a:rPr lang="en-US" altLang="zh-CN" b="1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高阶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Newton-Cotes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公式会出现</a:t>
            </a:r>
            <a:r>
              <a:rPr lang="zh-CN" altLang="en-US" b="1" dirty="0">
                <a:solidFill>
                  <a:srgbClr val="A5002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数值不稳定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低阶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Newton-Cotes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公式有时又不能满足精度要求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BA52D-E4CD-2C43-996F-BCB2B295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060825"/>
            <a:ext cx="7345362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解决这个矛盾的办法：将积分区间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en-US" altLang="zh-CN" b="1" i="1" dirty="0" err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en-US" altLang="zh-CN" b="1" i="1" dirty="0" err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分成若干小区间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在每个小区间上用低阶求积公式计算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然后将它们加起来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这就是</a:t>
            </a:r>
            <a:r>
              <a:rPr lang="zh-CN" altLang="en-US" b="1" dirty="0">
                <a:solidFill>
                  <a:srgbClr val="FF006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复合求积方法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F4AB75-2B22-BA44-A0EA-BB680C84C99C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复合求积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FFCD2ADC-53EA-E84F-82FF-B0F7298DD42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2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4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7" name="Rectangle 3">
            <a:extLst>
              <a:ext uri="{FF2B5EF4-FFF2-40B4-BE49-F238E27FC236}">
                <a16:creationId xmlns:a16="http://schemas.microsoft.com/office/drawing/2014/main" id="{D3C887A7-4545-074D-89A6-71F865A38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052513"/>
            <a:ext cx="7345362" cy="1177925"/>
          </a:xfrm>
        </p:spPr>
        <p:txBody>
          <a:bodyPr/>
          <a:lstStyle/>
          <a:p>
            <a:pPr marL="0" indent="0" algn="just" eaLnBrk="1" hangingPunct="1">
              <a:buFontTx/>
              <a:buNone/>
              <a:defRPr/>
            </a:pP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对于定积分</a:t>
            </a:r>
            <a:r>
              <a:rPr lang="en-US" altLang="zh-CN" sz="2400">
                <a:latin typeface="黑体" charset="0"/>
                <a:ea typeface="黑体" charset="0"/>
                <a:cs typeface="黑体" charset="0"/>
              </a:rPr>
              <a:t>,</a:t>
            </a: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将积分区间［</a:t>
            </a:r>
            <a:r>
              <a:rPr lang="en-US" altLang="zh-CN" sz="2400" i="1">
                <a:latin typeface="黑体" charset="0"/>
                <a:ea typeface="黑体" charset="0"/>
                <a:cs typeface="黑体" charset="0"/>
              </a:rPr>
              <a:t>a</a:t>
            </a:r>
            <a:r>
              <a:rPr lang="en-US" altLang="zh-CN" sz="2400">
                <a:latin typeface="黑体" charset="0"/>
                <a:ea typeface="黑体" charset="0"/>
                <a:cs typeface="黑体" charset="0"/>
              </a:rPr>
              <a:t>,</a:t>
            </a:r>
            <a:r>
              <a:rPr lang="en-US" altLang="zh-CN" sz="2400" i="1">
                <a:latin typeface="黑体" charset="0"/>
                <a:ea typeface="黑体" charset="0"/>
                <a:cs typeface="黑体" charset="0"/>
              </a:rPr>
              <a:t>b</a:t>
            </a: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］分成</a:t>
            </a:r>
            <a:r>
              <a:rPr lang="en-US" altLang="zh-CN" sz="2400" i="1">
                <a:latin typeface="黑体" charset="0"/>
                <a:ea typeface="黑体" charset="0"/>
                <a:cs typeface="黑体" charset="0"/>
              </a:rPr>
              <a:t>n</a:t>
            </a: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个相等的子区间［</a:t>
            </a:r>
            <a:r>
              <a:rPr lang="en-US" altLang="zh-CN" sz="2400" i="1">
                <a:latin typeface="黑体" charset="0"/>
                <a:ea typeface="黑体" charset="0"/>
                <a:cs typeface="黑体" charset="0"/>
              </a:rPr>
              <a:t>x</a:t>
            </a:r>
            <a:r>
              <a:rPr lang="en-US" altLang="zh-CN" sz="2400" i="1" baseline="-25000">
                <a:latin typeface="黑体" charset="0"/>
                <a:ea typeface="黑体" charset="0"/>
                <a:cs typeface="黑体" charset="0"/>
              </a:rPr>
              <a:t>i</a:t>
            </a:r>
            <a:r>
              <a:rPr lang="en-US" altLang="zh-CN" sz="2400">
                <a:latin typeface="黑体" charset="0"/>
                <a:ea typeface="黑体" charset="0"/>
                <a:cs typeface="黑体" charset="0"/>
              </a:rPr>
              <a:t>,</a:t>
            </a:r>
            <a:r>
              <a:rPr lang="en-US" altLang="zh-CN" sz="2400" i="1">
                <a:latin typeface="黑体" charset="0"/>
                <a:ea typeface="黑体" charset="0"/>
                <a:cs typeface="黑体" charset="0"/>
              </a:rPr>
              <a:t>x</a:t>
            </a:r>
            <a:r>
              <a:rPr lang="en-US" altLang="zh-CN" sz="2400" i="1" baseline="-25000">
                <a:latin typeface="黑体" charset="0"/>
                <a:ea typeface="黑体" charset="0"/>
                <a:cs typeface="黑体" charset="0"/>
              </a:rPr>
              <a:t>i</a:t>
            </a:r>
            <a:r>
              <a:rPr lang="en-US" altLang="zh-CN" sz="2400" baseline="-25000">
                <a:latin typeface="黑体" charset="0"/>
                <a:ea typeface="黑体" charset="0"/>
                <a:cs typeface="黑体" charset="0"/>
              </a:rPr>
              <a:t>+1</a:t>
            </a: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］</a:t>
            </a:r>
            <a:r>
              <a:rPr lang="en-US" altLang="zh-CN" sz="2400">
                <a:latin typeface="黑体" charset="0"/>
                <a:ea typeface="黑体" charset="0"/>
                <a:cs typeface="黑体" charset="0"/>
              </a:rPr>
              <a:t>,</a:t>
            </a: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这里步长</a:t>
            </a:r>
            <a:endParaRPr lang="en-US" altLang="zh-CN" sz="2400">
              <a:latin typeface="黑体" charset="0"/>
              <a:ea typeface="黑体" charset="0"/>
              <a:cs typeface="黑体" charset="0"/>
            </a:endParaRPr>
          </a:p>
        </p:txBody>
      </p:sp>
      <p:graphicFrame>
        <p:nvGraphicFramePr>
          <p:cNvPr id="390148" name="Object 4">
            <a:extLst>
              <a:ext uri="{FF2B5EF4-FFF2-40B4-BE49-F238E27FC236}">
                <a16:creationId xmlns:a16="http://schemas.microsoft.com/office/drawing/2014/main" id="{3AE8D8BC-2D08-3949-B48E-631B889BDF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773238"/>
          <a:ext cx="568801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300" imgH="406400" progId="Equation.3">
                  <p:embed/>
                </p:oleObj>
              </mc:Choice>
              <mc:Fallback>
                <p:oleObj name="Equation" r:id="rId2" imgW="2908300" imgH="406400" progId="Equation.3">
                  <p:embed/>
                  <p:pic>
                    <p:nvPicPr>
                      <p:cNvPr id="390148" name="Object 4">
                        <a:extLst>
                          <a:ext uri="{FF2B5EF4-FFF2-40B4-BE49-F238E27FC236}">
                            <a16:creationId xmlns:a16="http://schemas.microsoft.com/office/drawing/2014/main" id="{3AE8D8BC-2D08-3949-B48E-631B889BDF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773238"/>
                        <a:ext cx="5688013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149" name="Text Box 5">
            <a:extLst>
              <a:ext uri="{FF2B5EF4-FFF2-40B4-BE49-F238E27FC236}">
                <a16:creationId xmlns:a16="http://schemas.microsoft.com/office/drawing/2014/main" id="{28EBF8CB-BE93-8945-9A03-8F3AA8C74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492375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/>
              <a:t>在每一个子区间［</a:t>
            </a:r>
            <a:r>
              <a:rPr lang="en-US" altLang="zh-CN" sz="2400"/>
              <a:t> </a:t>
            </a:r>
            <a:r>
              <a:rPr lang="en-US" altLang="zh-CN" sz="2400" i="1"/>
              <a:t>x</a:t>
            </a:r>
            <a:r>
              <a:rPr lang="en-US" altLang="zh-CN" sz="2400" i="1" baseline="-25000"/>
              <a:t>i</a:t>
            </a:r>
            <a:r>
              <a:rPr lang="en-US" altLang="zh-CN" sz="2400"/>
              <a:t>,</a:t>
            </a:r>
            <a:r>
              <a:rPr lang="en-US" altLang="zh-CN" sz="2400" i="1"/>
              <a:t>x</a:t>
            </a:r>
            <a:r>
              <a:rPr lang="en-US" altLang="zh-CN" sz="2400"/>
              <a:t> 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+1</a:t>
            </a:r>
            <a:r>
              <a:rPr lang="en-US" altLang="zh-CN" sz="2400"/>
              <a:t> </a:t>
            </a:r>
            <a:r>
              <a:rPr lang="zh-CN" altLang="en-US" sz="2400"/>
              <a:t>］上使用梯形公式</a:t>
            </a:r>
            <a:r>
              <a:rPr lang="en-US" altLang="zh-CN" sz="2400"/>
              <a:t>,</a:t>
            </a:r>
            <a:r>
              <a:rPr lang="zh-CN" altLang="en-US" sz="2400"/>
              <a:t>则</a:t>
            </a:r>
            <a:r>
              <a:rPr lang="en-US" altLang="zh-CN" sz="2400"/>
              <a:t> </a:t>
            </a:r>
          </a:p>
        </p:txBody>
      </p:sp>
      <p:graphicFrame>
        <p:nvGraphicFramePr>
          <p:cNvPr id="27" name="Object 136">
            <a:extLst>
              <a:ext uri="{FF2B5EF4-FFF2-40B4-BE49-F238E27FC236}">
                <a16:creationId xmlns:a16="http://schemas.microsoft.com/office/drawing/2014/main" id="{9CEE83AC-948B-0A4B-B903-61A8F56E2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924175"/>
          <a:ext cx="63246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578200" imgH="8775700" progId="Equation.3">
                  <p:embed/>
                </p:oleObj>
              </mc:Choice>
              <mc:Fallback>
                <p:oleObj name="Equation" r:id="rId4" imgW="79578200" imgH="8775700" progId="Equation.3">
                  <p:embed/>
                  <p:pic>
                    <p:nvPicPr>
                      <p:cNvPr id="27" name="Object 136">
                        <a:extLst>
                          <a:ext uri="{FF2B5EF4-FFF2-40B4-BE49-F238E27FC236}">
                            <a16:creationId xmlns:a16="http://schemas.microsoft.com/office/drawing/2014/main" id="{9CEE83AC-948B-0A4B-B903-61A8F56E2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24175"/>
                        <a:ext cx="63246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" name="Picture 4" descr="2">
            <a:extLst>
              <a:ext uri="{FF2B5EF4-FFF2-40B4-BE49-F238E27FC236}">
                <a16:creationId xmlns:a16="http://schemas.microsoft.com/office/drawing/2014/main" id="{0569F0B7-8C77-D245-8CEA-88C0EC81E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857625"/>
            <a:ext cx="4465638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89BBAB5-0EE6-BD4F-B070-FE0F0EC4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复合梯形公式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94B8E3ED-C830-9A40-B9BA-4FB113E423D9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6901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build="p"/>
      <p:bldP spid="3901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00995CE-056E-754D-A3F5-C78CB434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401A0E9-D665-DF4D-8BE7-2EFE64610156}" type="slidenum">
              <a:rPr lang="en-US" altLang="zh-CN" sz="1400">
                <a:ea typeface="宋体" panose="02010600030101010101" pitchFamily="2" charset="-122"/>
              </a:rPr>
              <a:pPr eaLnBrk="1" hangingPunct="1"/>
              <a:t>4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E98DA2E4-2895-7B4B-A675-CF20831D6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120900"/>
            <a:ext cx="7772400" cy="685800"/>
          </a:xfrm>
        </p:spPr>
        <p:txBody>
          <a:bodyPr/>
          <a:lstStyle/>
          <a:p>
            <a:pPr eaLnBrk="1" hangingPunct="1">
              <a:buFont typeface="Wingdings" charset="0"/>
              <a:buNone/>
              <a:defRPr/>
            </a:pP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相加后得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</a:t>
            </a:r>
          </a:p>
        </p:txBody>
      </p:sp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D7CF772A-6736-8249-9499-F2A3CEB20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057275"/>
          <a:ext cx="830103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00500" imgH="419100" progId="Equation.3">
                  <p:embed/>
                </p:oleObj>
              </mc:Choice>
              <mc:Fallback>
                <p:oleObj name="Equation" r:id="rId4" imgW="4000500" imgH="419100" progId="Equation.3">
                  <p:embed/>
                  <p:pic>
                    <p:nvPicPr>
                      <p:cNvPr id="16387" name="Object 3">
                        <a:extLst>
                          <a:ext uri="{FF2B5EF4-FFF2-40B4-BE49-F238E27FC236}">
                            <a16:creationId xmlns:a16="http://schemas.microsoft.com/office/drawing/2014/main" id="{D7CF772A-6736-8249-9499-F2A3CEB20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057275"/>
                        <a:ext cx="8301038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3" name="Object 5">
            <a:extLst>
              <a:ext uri="{FF2B5EF4-FFF2-40B4-BE49-F238E27FC236}">
                <a16:creationId xmlns:a16="http://schemas.microsoft.com/office/drawing/2014/main" id="{AAE14703-FBBA-3041-8D9C-0B14D199C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288" y="2568575"/>
          <a:ext cx="61976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0802500" imgH="20485100" progId="Equation.3">
                  <p:embed/>
                </p:oleObj>
              </mc:Choice>
              <mc:Fallback>
                <p:oleObj name="Equation" r:id="rId6" imgW="70802500" imgH="20485100" progId="Equation.3">
                  <p:embed/>
                  <p:pic>
                    <p:nvPicPr>
                      <p:cNvPr id="391173" name="Object 5">
                        <a:extLst>
                          <a:ext uri="{FF2B5EF4-FFF2-40B4-BE49-F238E27FC236}">
                            <a16:creationId xmlns:a16="http://schemas.microsoft.com/office/drawing/2014/main" id="{AAE14703-FBBA-3041-8D9C-0B14D199C6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2568575"/>
                        <a:ext cx="6197600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AFA84264-1BED-254D-84BA-8C0B78690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245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在每个区间上有</a:t>
            </a:r>
            <a:endParaRPr lang="en-US" altLang="zh-CN" sz="3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C5197437-470C-4949-B09F-63E539091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5085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复合梯形公式为</a:t>
            </a: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4" name="Text Box 140">
            <a:extLst>
              <a:ext uri="{FF2B5EF4-FFF2-40B4-BE49-F238E27FC236}">
                <a16:creationId xmlns:a16="http://schemas.microsoft.com/office/drawing/2014/main" id="{BB0907E1-1F87-7841-837B-7C22C54B2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5245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/>
              <a:t>=</a:t>
            </a:r>
            <a:r>
              <a:rPr lang="en-US" altLang="zh-CN" b="1">
                <a:solidFill>
                  <a:schemeClr val="accent2"/>
                </a:solidFill>
              </a:rPr>
              <a:t> </a:t>
            </a:r>
            <a:r>
              <a:rPr lang="en-US" altLang="zh-CN" b="1" i="1">
                <a:solidFill>
                  <a:schemeClr val="accent2"/>
                </a:solidFill>
              </a:rPr>
              <a:t>T</a:t>
            </a:r>
            <a:r>
              <a:rPr lang="en-US" altLang="zh-CN" b="1" i="1" baseline="-25000">
                <a:solidFill>
                  <a:schemeClr val="accent2"/>
                </a:solidFill>
              </a:rPr>
              <a:t>n</a:t>
            </a:r>
            <a:endParaRPr lang="en-US" altLang="zh-CN" b="1">
              <a:solidFill>
                <a:schemeClr val="accent2"/>
              </a:solidFill>
            </a:endParaRPr>
          </a:p>
        </p:txBody>
      </p:sp>
      <p:graphicFrame>
        <p:nvGraphicFramePr>
          <p:cNvPr id="15" name="Object 138">
            <a:extLst>
              <a:ext uri="{FF2B5EF4-FFF2-40B4-BE49-F238E27FC236}">
                <a16:creationId xmlns:a16="http://schemas.microsoft.com/office/drawing/2014/main" id="{39E3A792-2DB4-9D4D-91E0-6C4D4F6E3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5372100"/>
          <a:ext cx="398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1206400" imgH="9944100" progId="Equation.3">
                  <p:embed/>
                </p:oleObj>
              </mc:Choice>
              <mc:Fallback>
                <p:oleObj name="Equation" r:id="rId8" imgW="51206400" imgH="9944100" progId="Equation.3">
                  <p:embed/>
                  <p:pic>
                    <p:nvPicPr>
                      <p:cNvPr id="15" name="Object 138">
                        <a:extLst>
                          <a:ext uri="{FF2B5EF4-FFF2-40B4-BE49-F238E27FC236}">
                            <a16:creationId xmlns:a16="http://schemas.microsoft.com/office/drawing/2014/main" id="{39E3A792-2DB4-9D4D-91E0-6C4D4F6E38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372100"/>
                        <a:ext cx="398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7">
            <a:extLst>
              <a:ext uri="{FF2B5EF4-FFF2-40B4-BE49-F238E27FC236}">
                <a16:creationId xmlns:a16="http://schemas.microsoft.com/office/drawing/2014/main" id="{86D14741-EF23-A348-BB24-7CC1A44940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5372100"/>
          <a:ext cx="353377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351700" imgH="10528300" progId="Equation.3">
                  <p:embed/>
                </p:oleObj>
              </mc:Choice>
              <mc:Fallback>
                <p:oleObj name="Equation" r:id="rId10" imgW="45351700" imgH="10528300" progId="Equation.3">
                  <p:embed/>
                  <p:pic>
                    <p:nvPicPr>
                      <p:cNvPr id="16" name="Object 137">
                        <a:extLst>
                          <a:ext uri="{FF2B5EF4-FFF2-40B4-BE49-F238E27FC236}">
                            <a16:creationId xmlns:a16="http://schemas.microsoft.com/office/drawing/2014/main" id="{86D14741-EF23-A348-BB24-7CC1A44940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72100"/>
                        <a:ext cx="353377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45">
            <a:extLst>
              <a:ext uri="{FF2B5EF4-FFF2-40B4-BE49-F238E27FC236}">
                <a16:creationId xmlns:a16="http://schemas.microsoft.com/office/drawing/2014/main" id="{CC56EC9E-3723-BB40-9AFB-730DAEB1F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150" y="5153025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18" name="Group 146">
            <a:extLst>
              <a:ext uri="{FF2B5EF4-FFF2-40B4-BE49-F238E27FC236}">
                <a16:creationId xmlns:a16="http://schemas.microsoft.com/office/drawing/2014/main" id="{89AEA835-A53C-8D46-B551-29D6C2900D85}"/>
              </a:ext>
            </a:extLst>
          </p:cNvPr>
          <p:cNvGrpSpPr>
            <a:grpSpLocks/>
          </p:cNvGrpSpPr>
          <p:nvPr/>
        </p:nvGrpSpPr>
        <p:grpSpPr bwMode="auto">
          <a:xfrm>
            <a:off x="6330950" y="5076825"/>
            <a:ext cx="533400" cy="152400"/>
            <a:chOff x="3120" y="1776"/>
            <a:chExt cx="336" cy="96"/>
          </a:xfrm>
        </p:grpSpPr>
        <p:sp>
          <p:nvSpPr>
            <p:cNvPr id="19" name="Oval 147">
              <a:extLst>
                <a:ext uri="{FF2B5EF4-FFF2-40B4-BE49-F238E27FC236}">
                  <a16:creationId xmlns:a16="http://schemas.microsoft.com/office/drawing/2014/main" id="{FA86D423-CE4A-7D49-8345-19E714FAC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20" name="Oval 148">
              <a:extLst>
                <a:ext uri="{FF2B5EF4-FFF2-40B4-BE49-F238E27FC236}">
                  <a16:creationId xmlns:a16="http://schemas.microsoft.com/office/drawing/2014/main" id="{F87DBCA2-775A-3246-A982-40CED8E8C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21" name="Group 149">
            <a:extLst>
              <a:ext uri="{FF2B5EF4-FFF2-40B4-BE49-F238E27FC236}">
                <a16:creationId xmlns:a16="http://schemas.microsoft.com/office/drawing/2014/main" id="{7EEF26DD-F286-2041-BC94-5B15AB76EDF7}"/>
              </a:ext>
            </a:extLst>
          </p:cNvPr>
          <p:cNvGrpSpPr>
            <a:grpSpLocks/>
          </p:cNvGrpSpPr>
          <p:nvPr/>
        </p:nvGrpSpPr>
        <p:grpSpPr bwMode="auto">
          <a:xfrm>
            <a:off x="6711950" y="4924425"/>
            <a:ext cx="533400" cy="152400"/>
            <a:chOff x="3120" y="1776"/>
            <a:chExt cx="336" cy="96"/>
          </a:xfrm>
        </p:grpSpPr>
        <p:sp>
          <p:nvSpPr>
            <p:cNvPr id="22" name="Oval 150">
              <a:extLst>
                <a:ext uri="{FF2B5EF4-FFF2-40B4-BE49-F238E27FC236}">
                  <a16:creationId xmlns:a16="http://schemas.microsoft.com/office/drawing/2014/main" id="{AFFB7AA1-2811-1449-9D90-4D3135757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23" name="Oval 151">
              <a:extLst>
                <a:ext uri="{FF2B5EF4-FFF2-40B4-BE49-F238E27FC236}">
                  <a16:creationId xmlns:a16="http://schemas.microsoft.com/office/drawing/2014/main" id="{07CFD31B-7F31-A04E-A8C2-4A57AB13C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24" name="Group 152">
            <a:extLst>
              <a:ext uri="{FF2B5EF4-FFF2-40B4-BE49-F238E27FC236}">
                <a16:creationId xmlns:a16="http://schemas.microsoft.com/office/drawing/2014/main" id="{0C4C223F-523F-D34D-883B-7B9E3C3EF97C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5076825"/>
            <a:ext cx="533400" cy="152400"/>
            <a:chOff x="3120" y="1776"/>
            <a:chExt cx="336" cy="96"/>
          </a:xfrm>
        </p:grpSpPr>
        <p:sp>
          <p:nvSpPr>
            <p:cNvPr id="25" name="Oval 153">
              <a:extLst>
                <a:ext uri="{FF2B5EF4-FFF2-40B4-BE49-F238E27FC236}">
                  <a16:creationId xmlns:a16="http://schemas.microsoft.com/office/drawing/2014/main" id="{DAA6B17D-FAE3-5547-9BB9-F93422F84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26" name="Oval 154">
              <a:extLst>
                <a:ext uri="{FF2B5EF4-FFF2-40B4-BE49-F238E27FC236}">
                  <a16:creationId xmlns:a16="http://schemas.microsoft.com/office/drawing/2014/main" id="{C6F52B8F-691D-7848-9009-B6898B206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27" name="Group 155">
            <a:extLst>
              <a:ext uri="{FF2B5EF4-FFF2-40B4-BE49-F238E27FC236}">
                <a16:creationId xmlns:a16="http://schemas.microsoft.com/office/drawing/2014/main" id="{71002852-72DC-AD43-BED7-2E99169C1082}"/>
              </a:ext>
            </a:extLst>
          </p:cNvPr>
          <p:cNvGrpSpPr>
            <a:grpSpLocks/>
          </p:cNvGrpSpPr>
          <p:nvPr/>
        </p:nvGrpSpPr>
        <p:grpSpPr bwMode="auto">
          <a:xfrm>
            <a:off x="7473950" y="4924425"/>
            <a:ext cx="533400" cy="152400"/>
            <a:chOff x="3120" y="1776"/>
            <a:chExt cx="336" cy="96"/>
          </a:xfrm>
        </p:grpSpPr>
        <p:sp>
          <p:nvSpPr>
            <p:cNvPr id="28" name="Oval 156">
              <a:extLst>
                <a:ext uri="{FF2B5EF4-FFF2-40B4-BE49-F238E27FC236}">
                  <a16:creationId xmlns:a16="http://schemas.microsoft.com/office/drawing/2014/main" id="{EAC64BAC-4B1A-6940-A5D3-6DF42C930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29" name="Oval 157">
              <a:extLst>
                <a:ext uri="{FF2B5EF4-FFF2-40B4-BE49-F238E27FC236}">
                  <a16:creationId xmlns:a16="http://schemas.microsoft.com/office/drawing/2014/main" id="{CDF53DC5-82B8-CD4B-B65D-2D77400CC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0" name="Group 158">
            <a:extLst>
              <a:ext uri="{FF2B5EF4-FFF2-40B4-BE49-F238E27FC236}">
                <a16:creationId xmlns:a16="http://schemas.microsoft.com/office/drawing/2014/main" id="{7A8D6E9B-D00D-5543-BB6D-C923E7340102}"/>
              </a:ext>
            </a:extLst>
          </p:cNvPr>
          <p:cNvGrpSpPr>
            <a:grpSpLocks/>
          </p:cNvGrpSpPr>
          <p:nvPr/>
        </p:nvGrpSpPr>
        <p:grpSpPr bwMode="auto">
          <a:xfrm>
            <a:off x="7854950" y="5076825"/>
            <a:ext cx="533400" cy="152400"/>
            <a:chOff x="3120" y="1776"/>
            <a:chExt cx="336" cy="96"/>
          </a:xfrm>
        </p:grpSpPr>
        <p:sp>
          <p:nvSpPr>
            <p:cNvPr id="31" name="Oval 159">
              <a:extLst>
                <a:ext uri="{FF2B5EF4-FFF2-40B4-BE49-F238E27FC236}">
                  <a16:creationId xmlns:a16="http://schemas.microsoft.com/office/drawing/2014/main" id="{83D59182-3EC8-2A4D-8B77-04413CBD4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2" name="Oval 160">
              <a:extLst>
                <a:ext uri="{FF2B5EF4-FFF2-40B4-BE49-F238E27FC236}">
                  <a16:creationId xmlns:a16="http://schemas.microsoft.com/office/drawing/2014/main" id="{4E7E09BC-0132-DE44-B49A-24C3DD3B6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839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 build="p"/>
      <p:bldP spid="10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75877C5-C0E1-CE42-8F36-52D431C0E4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E1E84E1-8C32-F74C-8C4A-9A2A32F865D7}" type="datetime1">
              <a:rPr lang="zh-CN" altLang="en-US" sz="1400" smtClean="0">
                <a:ea typeface="宋体" panose="02010600030101010101" pitchFamily="2" charset="-122"/>
              </a:rPr>
              <a:pPr eaLnBrk="1" hangingPunct="1"/>
              <a:t>2024/3/26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443D46-95A5-4041-8B83-61706401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5FFD3A2-8CEA-E942-AB6B-A7BE4A40D491}" type="slidenum">
              <a:rPr lang="en-US" altLang="zh-CN" sz="1400">
                <a:ea typeface="宋体" panose="02010600030101010101" pitchFamily="2" charset="-122"/>
              </a:rPr>
              <a:pPr eaLnBrk="1" hangingPunct="1"/>
              <a:t>5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92194" name="Rectangle 2">
            <a:extLst>
              <a:ext uri="{FF2B5EF4-FFF2-40B4-BE49-F238E27FC236}">
                <a16:creationId xmlns:a16="http://schemas.microsoft.com/office/drawing/2014/main" id="{3112D3D0-CA56-1045-B6DA-6554E0FB0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4005263"/>
            <a:ext cx="7772400" cy="685800"/>
          </a:xfrm>
        </p:spPr>
        <p:txBody>
          <a:bodyPr/>
          <a:lstStyle/>
          <a:p>
            <a:pPr eaLnBrk="1" hangingPunct="1">
              <a:buFont typeface="Wingdings" charset="0"/>
              <a:buNone/>
              <a:defRPr/>
            </a:pP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因而其误差余项可改写为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</a:t>
            </a:r>
          </a:p>
        </p:txBody>
      </p:sp>
      <p:graphicFrame>
        <p:nvGraphicFramePr>
          <p:cNvPr id="392195" name="Object 3">
            <a:extLst>
              <a:ext uri="{FF2B5EF4-FFF2-40B4-BE49-F238E27FC236}">
                <a16:creationId xmlns:a16="http://schemas.microsoft.com/office/drawing/2014/main" id="{4AD3291E-5EB3-A049-AD39-29520DE2F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724400"/>
          <a:ext cx="8331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600" imgH="469900" progId="Equation.3">
                  <p:embed/>
                </p:oleObj>
              </mc:Choice>
              <mc:Fallback>
                <p:oleObj name="Equation" r:id="rId2" imgW="4165600" imgH="469900" progId="Equation.3">
                  <p:embed/>
                  <p:pic>
                    <p:nvPicPr>
                      <p:cNvPr id="392195" name="Object 3">
                        <a:extLst>
                          <a:ext uri="{FF2B5EF4-FFF2-40B4-BE49-F238E27FC236}">
                            <a16:creationId xmlns:a16="http://schemas.microsoft.com/office/drawing/2014/main" id="{4AD3291E-5EB3-A049-AD39-29520DE2FD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724400"/>
                        <a:ext cx="8331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>
            <a:extLst>
              <a:ext uri="{FF2B5EF4-FFF2-40B4-BE49-F238E27FC236}">
                <a16:creationId xmlns:a16="http://schemas.microsoft.com/office/drawing/2014/main" id="{47ED0665-BC43-574A-8F87-1B5B95C3B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89138"/>
            <a:ext cx="7618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400"/>
              <a:t>若</a:t>
            </a:r>
            <a:r>
              <a:rPr lang="en-US" altLang="zh-CN" sz="2400" i="1"/>
              <a:t>f</a:t>
            </a:r>
            <a:r>
              <a:rPr lang="en-US" altLang="zh-CN" sz="2400"/>
              <a:t>″(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在［</a:t>
            </a:r>
            <a:r>
              <a:rPr lang="en-US" altLang="zh-CN" sz="2400" i="1"/>
              <a:t>a</a:t>
            </a:r>
            <a:r>
              <a:rPr lang="en-US" altLang="zh-CN" sz="2400"/>
              <a:t>,</a:t>
            </a:r>
            <a:r>
              <a:rPr lang="en-US" altLang="zh-CN" sz="2400" i="1"/>
              <a:t>b</a:t>
            </a:r>
            <a:r>
              <a:rPr lang="zh-CN" altLang="en-US" sz="2400"/>
              <a:t>］上连续</a:t>
            </a:r>
            <a:r>
              <a:rPr lang="en-US" altLang="zh-CN" sz="2400"/>
              <a:t>,</a:t>
            </a:r>
            <a:r>
              <a:rPr lang="zh-CN" altLang="en-US" sz="2400"/>
              <a:t>由连续函数的介值定理</a:t>
            </a:r>
            <a:r>
              <a:rPr lang="en-US" altLang="zh-CN" sz="2400"/>
              <a:t>,</a:t>
            </a:r>
            <a:r>
              <a:rPr lang="zh-CN" altLang="en-US" sz="2400"/>
              <a:t>存在某一</a:t>
            </a:r>
            <a:r>
              <a:rPr lang="en-US" altLang="zh-CN" sz="2400" i="1"/>
              <a:t>ξ</a:t>
            </a:r>
            <a:r>
              <a:rPr lang="en-US" altLang="zh-CN" sz="2400"/>
              <a:t>∈(</a:t>
            </a:r>
            <a:r>
              <a:rPr lang="en-US" altLang="zh-CN" sz="2400" i="1"/>
              <a:t>a</a:t>
            </a:r>
            <a:r>
              <a:rPr lang="en-US" altLang="zh-CN" sz="2400"/>
              <a:t>,</a:t>
            </a:r>
            <a:r>
              <a:rPr lang="en-US" altLang="zh-CN" sz="2400" i="1"/>
              <a:t>b</a:t>
            </a:r>
            <a:r>
              <a:rPr lang="en-US" altLang="zh-CN" sz="2400"/>
              <a:t>)</a:t>
            </a:r>
            <a:r>
              <a:rPr lang="zh-CN" altLang="en-US" sz="2400"/>
              <a:t>使得</a:t>
            </a:r>
            <a:endParaRPr lang="en-US" altLang="zh-CN" sz="2400"/>
          </a:p>
        </p:txBody>
      </p:sp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88CCA5B0-3E15-9F46-BB69-2E4EE1F4A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2565400"/>
          <a:ext cx="27432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68700" imgH="14046200" progId="Equation.3">
                  <p:embed/>
                </p:oleObj>
              </mc:Choice>
              <mc:Fallback>
                <p:oleObj name="Equation" r:id="rId4" imgW="28968700" imgH="14046200" progId="Equation.3">
                  <p:embed/>
                  <p:pic>
                    <p:nvPicPr>
                      <p:cNvPr id="27" name="Object 8">
                        <a:extLst>
                          <a:ext uri="{FF2B5EF4-FFF2-40B4-BE49-F238E27FC236}">
                            <a16:creationId xmlns:a16="http://schemas.microsoft.com/office/drawing/2014/main" id="{88CCA5B0-3E15-9F46-BB69-2E4EE1F4A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565400"/>
                        <a:ext cx="27432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5">
            <a:extLst>
              <a:ext uri="{FF2B5EF4-FFF2-40B4-BE49-F238E27FC236}">
                <a16:creationId xmlns:a16="http://schemas.microsoft.com/office/drawing/2014/main" id="{9D5665AC-0225-E64B-BBF3-E92BAE03A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549275"/>
          <a:ext cx="18938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800" imgH="469900" progId="Equation.3">
                  <p:embed/>
                </p:oleObj>
              </mc:Choice>
              <mc:Fallback>
                <p:oleObj name="Equation" r:id="rId6" imgW="939800" imgH="469900" progId="Equation.3">
                  <p:embed/>
                  <p:pic>
                    <p:nvPicPr>
                      <p:cNvPr id="17415" name="Object 5">
                        <a:extLst>
                          <a:ext uri="{FF2B5EF4-FFF2-40B4-BE49-F238E27FC236}">
                            <a16:creationId xmlns:a16="http://schemas.microsoft.com/office/drawing/2014/main" id="{9D5665AC-0225-E64B-BBF3-E92BAE03A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49275"/>
                        <a:ext cx="18938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7">
            <a:extLst>
              <a:ext uri="{FF2B5EF4-FFF2-40B4-BE49-F238E27FC236}">
                <a16:creationId xmlns:a16="http://schemas.microsoft.com/office/drawing/2014/main" id="{1DAC906C-8FDE-4F48-95B0-A332E17AC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765175"/>
            <a:ext cx="76184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FF0000"/>
                </a:solidFill>
              </a:rPr>
              <a:t>误差余项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38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build="p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Rectangle 7">
            <a:extLst>
              <a:ext uri="{FF2B5EF4-FFF2-40B4-BE49-F238E27FC236}">
                <a16:creationId xmlns:a16="http://schemas.microsoft.com/office/drawing/2014/main" id="{31FCDF95-94BE-4345-91FF-2E2950970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0"/>
            <a:ext cx="3429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800" b="1">
                <a:ea typeface="宋体" panose="02010600030101010101" pitchFamily="2" charset="-122"/>
              </a:rPr>
              <a:t>§2  Composite Quadrature</a:t>
            </a:r>
          </a:p>
        </p:txBody>
      </p:sp>
      <p:sp>
        <p:nvSpPr>
          <p:cNvPr id="33830" name="Text Box 38">
            <a:extLst>
              <a:ext uri="{FF2B5EF4-FFF2-40B4-BE49-F238E27FC236}">
                <a16:creationId xmlns:a16="http://schemas.microsoft.com/office/drawing/2014/main" id="{3CBD4B3A-C82C-8847-B904-7364AD1B5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  <a:sym typeface="Wingdings" charset="0"/>
              </a:rPr>
              <a:t> 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复化</a:t>
            </a: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 Simpson 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公式：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33831" name="Object 39">
            <a:extLst>
              <a:ext uri="{FF2B5EF4-FFF2-40B4-BE49-F238E27FC236}">
                <a16:creationId xmlns:a16="http://schemas.microsoft.com/office/drawing/2014/main" id="{AA71AA79-FDD7-8045-8729-65BBF246A6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381000"/>
          <a:ext cx="41910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295800" imgH="8775700" progId="Equation.3">
                  <p:embed/>
                </p:oleObj>
              </mc:Choice>
              <mc:Fallback>
                <p:oleObj name="Equation" r:id="rId5" imgW="55295800" imgH="8775700" progId="Equation.3">
                  <p:embed/>
                  <p:pic>
                    <p:nvPicPr>
                      <p:cNvPr id="33831" name="Object 39">
                        <a:extLst>
                          <a:ext uri="{FF2B5EF4-FFF2-40B4-BE49-F238E27FC236}">
                            <a16:creationId xmlns:a16="http://schemas.microsoft.com/office/drawing/2014/main" id="{AA71AA79-FDD7-8045-8729-65BBF246A6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81000"/>
                        <a:ext cx="41910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2" name="Object 40">
            <a:extLst>
              <a:ext uri="{FF2B5EF4-FFF2-40B4-BE49-F238E27FC236}">
                <a16:creationId xmlns:a16="http://schemas.microsoft.com/office/drawing/2014/main" id="{D0D3705C-C592-7C4F-8205-8B0FE50BEA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990600"/>
          <a:ext cx="5486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005200" imgH="9067800" progId="Equation.3">
                  <p:embed/>
                </p:oleObj>
              </mc:Choice>
              <mc:Fallback>
                <p:oleObj name="Equation" r:id="rId7" imgW="67005200" imgH="9067800" progId="Equation.3">
                  <p:embed/>
                  <p:pic>
                    <p:nvPicPr>
                      <p:cNvPr id="33832" name="Object 40">
                        <a:extLst>
                          <a:ext uri="{FF2B5EF4-FFF2-40B4-BE49-F238E27FC236}">
                            <a16:creationId xmlns:a16="http://schemas.microsoft.com/office/drawing/2014/main" id="{D0D3705C-C592-7C4F-8205-8B0FE50BEA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54864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48" name="Group 56">
            <a:extLst>
              <a:ext uri="{FF2B5EF4-FFF2-40B4-BE49-F238E27FC236}">
                <a16:creationId xmlns:a16="http://schemas.microsoft.com/office/drawing/2014/main" id="{200761F9-C05A-FB43-8DB3-77F4DB4F60E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905000"/>
            <a:ext cx="2446338" cy="533400"/>
            <a:chOff x="4032" y="768"/>
            <a:chExt cx="1541" cy="336"/>
          </a:xfrm>
        </p:grpSpPr>
        <p:graphicFrame>
          <p:nvGraphicFramePr>
            <p:cNvPr id="18466" name="Object 42">
              <a:extLst>
                <a:ext uri="{FF2B5EF4-FFF2-40B4-BE49-F238E27FC236}">
                  <a16:creationId xmlns:a16="http://schemas.microsoft.com/office/drawing/2014/main" id="{F137E302-E8CC-5A43-8D9A-62FDBFFD4D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768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686300" imgH="5270500" progId="Equation.3">
                    <p:embed/>
                  </p:oleObj>
                </mc:Choice>
                <mc:Fallback>
                  <p:oleObj name="Equation" r:id="rId9" imgW="4686300" imgH="5270500" progId="Equation.3">
                    <p:embed/>
                    <p:pic>
                      <p:nvPicPr>
                        <p:cNvPr id="18466" name="Object 42">
                          <a:extLst>
                            <a:ext uri="{FF2B5EF4-FFF2-40B4-BE49-F238E27FC236}">
                              <a16:creationId xmlns:a16="http://schemas.microsoft.com/office/drawing/2014/main" id="{F137E302-E8CC-5A43-8D9A-62FDBFFD4D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768"/>
                          <a:ext cx="25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67" name="Group 54">
              <a:extLst>
                <a:ext uri="{FF2B5EF4-FFF2-40B4-BE49-F238E27FC236}">
                  <a16:creationId xmlns:a16="http://schemas.microsoft.com/office/drawing/2014/main" id="{F5452781-53FD-1F43-875B-F5589FF097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128" y="768"/>
              <a:ext cx="1143" cy="34"/>
              <a:chOff x="3408" y="1680"/>
              <a:chExt cx="1632" cy="48"/>
            </a:xfrm>
          </p:grpSpPr>
          <p:sp>
            <p:nvSpPr>
              <p:cNvPr id="33836" name="Line 44">
                <a:extLst>
                  <a:ext uri="{FF2B5EF4-FFF2-40B4-BE49-F238E27FC236}">
                    <a16:creationId xmlns:a16="http://schemas.microsoft.com/office/drawing/2014/main" id="{F3C3950F-51FC-DA49-8417-4D1F39DB92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08" y="1728"/>
                <a:ext cx="8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MS PGothic" charset="0"/>
                  <a:cs typeface="MS PGothic" charset="0"/>
                </a:endParaRPr>
              </a:p>
            </p:txBody>
          </p:sp>
          <p:sp>
            <p:nvSpPr>
              <p:cNvPr id="33837" name="Line 45">
                <a:extLst>
                  <a:ext uri="{FF2B5EF4-FFF2-40B4-BE49-F238E27FC236}">
                    <a16:creationId xmlns:a16="http://schemas.microsoft.com/office/drawing/2014/main" id="{8F5D9C0B-613F-8C46-919B-FD8D91A8B4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25" y="1728"/>
                <a:ext cx="8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MS PGothic" charset="0"/>
                  <a:cs typeface="MS PGothic" charset="0"/>
                </a:endParaRPr>
              </a:p>
            </p:txBody>
          </p:sp>
          <p:sp>
            <p:nvSpPr>
              <p:cNvPr id="33839" name="Line 47">
                <a:extLst>
                  <a:ext uri="{FF2B5EF4-FFF2-40B4-BE49-F238E27FC236}">
                    <a16:creationId xmlns:a16="http://schemas.microsoft.com/office/drawing/2014/main" id="{D70C3190-943E-1046-8526-720460F965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25" y="1680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MS PGothic" charset="0"/>
                  <a:cs typeface="MS PGothic" charset="0"/>
                </a:endParaRPr>
              </a:p>
            </p:txBody>
          </p:sp>
          <p:sp>
            <p:nvSpPr>
              <p:cNvPr id="33840" name="Line 48">
                <a:extLst>
                  <a:ext uri="{FF2B5EF4-FFF2-40B4-BE49-F238E27FC236}">
                    <a16:creationId xmlns:a16="http://schemas.microsoft.com/office/drawing/2014/main" id="{6E68AA54-7FF0-0846-982B-791396EB4F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08" y="1680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MS PGothic" charset="0"/>
                  <a:cs typeface="MS PGothic" charset="0"/>
                </a:endParaRPr>
              </a:p>
            </p:txBody>
          </p:sp>
          <p:sp>
            <p:nvSpPr>
              <p:cNvPr id="33841" name="Line 49">
                <a:extLst>
                  <a:ext uri="{FF2B5EF4-FFF2-40B4-BE49-F238E27FC236}">
                    <a16:creationId xmlns:a16="http://schemas.microsoft.com/office/drawing/2014/main" id="{422FF9F3-C549-D64A-B2D3-35F595D7E43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040" y="1680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imes New Roman" charset="0"/>
                  <a:ea typeface="MS PGothic" charset="0"/>
                  <a:cs typeface="MS PGothic" charset="0"/>
                </a:endParaRPr>
              </a:p>
            </p:txBody>
          </p:sp>
        </p:grpSp>
        <p:graphicFrame>
          <p:nvGraphicFramePr>
            <p:cNvPr id="18468" name="Object 51">
              <a:extLst>
                <a:ext uri="{FF2B5EF4-FFF2-40B4-BE49-F238E27FC236}">
                  <a16:creationId xmlns:a16="http://schemas.microsoft.com/office/drawing/2014/main" id="{52B3559C-5BE9-1149-9219-E605BD728D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768"/>
            <a:ext cx="40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7315200" imgH="6146800" progId="Equation.3">
                    <p:embed/>
                  </p:oleObj>
                </mc:Choice>
                <mc:Fallback>
                  <p:oleObj name="Equation" r:id="rId11" imgW="7315200" imgH="6146800" progId="Equation.3">
                    <p:embed/>
                    <p:pic>
                      <p:nvPicPr>
                        <p:cNvPr id="18468" name="Object 51">
                          <a:extLst>
                            <a:ext uri="{FF2B5EF4-FFF2-40B4-BE49-F238E27FC236}">
                              <a16:creationId xmlns:a16="http://schemas.microsoft.com/office/drawing/2014/main" id="{52B3559C-5BE9-1149-9219-E605BD728D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768"/>
                          <a:ext cx="40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9" name="Object 52">
              <a:extLst>
                <a:ext uri="{FF2B5EF4-FFF2-40B4-BE49-F238E27FC236}">
                  <a16:creationId xmlns:a16="http://schemas.microsoft.com/office/drawing/2014/main" id="{7A1F012A-B0EC-EE45-9F38-2793348D2D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4" y="768"/>
            <a:ext cx="38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023100" imgH="5270500" progId="Equation.3">
                    <p:embed/>
                  </p:oleObj>
                </mc:Choice>
                <mc:Fallback>
                  <p:oleObj name="Equation" r:id="rId13" imgW="7023100" imgH="5270500" progId="Equation.3">
                    <p:embed/>
                    <p:pic>
                      <p:nvPicPr>
                        <p:cNvPr id="18469" name="Object 52">
                          <a:extLst>
                            <a:ext uri="{FF2B5EF4-FFF2-40B4-BE49-F238E27FC236}">
                              <a16:creationId xmlns:a16="http://schemas.microsoft.com/office/drawing/2014/main" id="{7A1F012A-B0EC-EE45-9F38-2793348D2D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768"/>
                          <a:ext cx="38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65" name="Line 73">
            <a:extLst>
              <a:ext uri="{FF2B5EF4-FFF2-40B4-BE49-F238E27FC236}">
                <a16:creationId xmlns:a16="http://schemas.microsoft.com/office/drawing/2014/main" id="{A1303D8C-27C7-274C-BCAA-73D097FD4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133600"/>
            <a:ext cx="3810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33874" name="Group 82">
            <a:extLst>
              <a:ext uri="{FF2B5EF4-FFF2-40B4-BE49-F238E27FC236}">
                <a16:creationId xmlns:a16="http://schemas.microsoft.com/office/drawing/2014/main" id="{C473A584-FB64-5849-A4A1-3450848C276A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017713"/>
            <a:ext cx="914400" cy="228600"/>
            <a:chOff x="576" y="1367"/>
            <a:chExt cx="576" cy="144"/>
          </a:xfrm>
        </p:grpSpPr>
        <p:sp>
          <p:nvSpPr>
            <p:cNvPr id="33866" name="Oval 74">
              <a:extLst>
                <a:ext uri="{FF2B5EF4-FFF2-40B4-BE49-F238E27FC236}">
                  <a16:creationId xmlns:a16="http://schemas.microsoft.com/office/drawing/2014/main" id="{1F0EE42C-F53C-E34A-88DB-EDCE1BDA0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67" name="Oval 75">
              <a:extLst>
                <a:ext uri="{FF2B5EF4-FFF2-40B4-BE49-F238E27FC236}">
                  <a16:creationId xmlns:a16="http://schemas.microsoft.com/office/drawing/2014/main" id="{8F4F7A6C-CC47-CB42-B752-DE24AE17E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367"/>
              <a:ext cx="144" cy="144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charset="0"/>
                  <a:ea typeface="楷体_GB2312" charset="0"/>
                  <a:cs typeface="楷体_GB2312" charset="0"/>
                </a:rPr>
                <a:t>4</a:t>
              </a:r>
            </a:p>
          </p:txBody>
        </p:sp>
        <p:sp>
          <p:nvSpPr>
            <p:cNvPr id="33868" name="Oval 76">
              <a:extLst>
                <a:ext uri="{FF2B5EF4-FFF2-40B4-BE49-F238E27FC236}">
                  <a16:creationId xmlns:a16="http://schemas.microsoft.com/office/drawing/2014/main" id="{A3F76091-BD54-CA4C-A1A1-0F6F53C9B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3875" name="Group 83">
            <a:extLst>
              <a:ext uri="{FF2B5EF4-FFF2-40B4-BE49-F238E27FC236}">
                <a16:creationId xmlns:a16="http://schemas.microsoft.com/office/drawing/2014/main" id="{7398A4B0-C08A-D54B-AF64-B2E6B943F16D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828800"/>
            <a:ext cx="914400" cy="228600"/>
            <a:chOff x="576" y="1367"/>
            <a:chExt cx="576" cy="144"/>
          </a:xfrm>
        </p:grpSpPr>
        <p:sp>
          <p:nvSpPr>
            <p:cNvPr id="33876" name="Oval 84">
              <a:extLst>
                <a:ext uri="{FF2B5EF4-FFF2-40B4-BE49-F238E27FC236}">
                  <a16:creationId xmlns:a16="http://schemas.microsoft.com/office/drawing/2014/main" id="{71DBC5B3-3BA1-B74F-BB54-67738E7B6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77" name="Oval 85">
              <a:extLst>
                <a:ext uri="{FF2B5EF4-FFF2-40B4-BE49-F238E27FC236}">
                  <a16:creationId xmlns:a16="http://schemas.microsoft.com/office/drawing/2014/main" id="{FE65738D-D4EB-8141-938B-23778A899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367"/>
              <a:ext cx="144" cy="144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charset="0"/>
                  <a:ea typeface="楷体_GB2312" charset="0"/>
                  <a:cs typeface="楷体_GB2312" charset="0"/>
                </a:rPr>
                <a:t>4</a:t>
              </a:r>
            </a:p>
          </p:txBody>
        </p:sp>
        <p:sp>
          <p:nvSpPr>
            <p:cNvPr id="33878" name="Oval 86">
              <a:extLst>
                <a:ext uri="{FF2B5EF4-FFF2-40B4-BE49-F238E27FC236}">
                  <a16:creationId xmlns:a16="http://schemas.microsoft.com/office/drawing/2014/main" id="{9C559F96-4605-0145-A1FC-824582FEB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3879" name="Group 87">
            <a:extLst>
              <a:ext uri="{FF2B5EF4-FFF2-40B4-BE49-F238E27FC236}">
                <a16:creationId xmlns:a16="http://schemas.microsoft.com/office/drawing/2014/main" id="{C811D759-1F36-FD4B-B807-607949EA5BA1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017713"/>
            <a:ext cx="914400" cy="228600"/>
            <a:chOff x="576" y="1367"/>
            <a:chExt cx="576" cy="144"/>
          </a:xfrm>
        </p:grpSpPr>
        <p:sp>
          <p:nvSpPr>
            <p:cNvPr id="33880" name="Oval 88">
              <a:extLst>
                <a:ext uri="{FF2B5EF4-FFF2-40B4-BE49-F238E27FC236}">
                  <a16:creationId xmlns:a16="http://schemas.microsoft.com/office/drawing/2014/main" id="{8BA75485-2726-A642-929B-5C45745FB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81" name="Oval 89">
              <a:extLst>
                <a:ext uri="{FF2B5EF4-FFF2-40B4-BE49-F238E27FC236}">
                  <a16:creationId xmlns:a16="http://schemas.microsoft.com/office/drawing/2014/main" id="{1F926165-9920-074C-AA68-F467E988C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367"/>
              <a:ext cx="144" cy="144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charset="0"/>
                  <a:ea typeface="楷体_GB2312" charset="0"/>
                  <a:cs typeface="楷体_GB2312" charset="0"/>
                </a:rPr>
                <a:t>4</a:t>
              </a:r>
            </a:p>
          </p:txBody>
        </p:sp>
        <p:sp>
          <p:nvSpPr>
            <p:cNvPr id="33882" name="Oval 90">
              <a:extLst>
                <a:ext uri="{FF2B5EF4-FFF2-40B4-BE49-F238E27FC236}">
                  <a16:creationId xmlns:a16="http://schemas.microsoft.com/office/drawing/2014/main" id="{C1ACA4D9-5B88-A84F-A1E4-50F81DCE1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3883" name="Group 91">
            <a:extLst>
              <a:ext uri="{FF2B5EF4-FFF2-40B4-BE49-F238E27FC236}">
                <a16:creationId xmlns:a16="http://schemas.microsoft.com/office/drawing/2014/main" id="{3B0CB598-CA18-FF48-9F64-1E5845FBAF05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828800"/>
            <a:ext cx="914400" cy="228600"/>
            <a:chOff x="576" y="1367"/>
            <a:chExt cx="576" cy="144"/>
          </a:xfrm>
        </p:grpSpPr>
        <p:sp>
          <p:nvSpPr>
            <p:cNvPr id="33884" name="Oval 92">
              <a:extLst>
                <a:ext uri="{FF2B5EF4-FFF2-40B4-BE49-F238E27FC236}">
                  <a16:creationId xmlns:a16="http://schemas.microsoft.com/office/drawing/2014/main" id="{CF3EA10B-EB5E-4046-8A18-9A9B8E291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85" name="Oval 93">
              <a:extLst>
                <a:ext uri="{FF2B5EF4-FFF2-40B4-BE49-F238E27FC236}">
                  <a16:creationId xmlns:a16="http://schemas.microsoft.com/office/drawing/2014/main" id="{B50817D7-75B3-4B40-805C-2479F9B11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367"/>
              <a:ext cx="144" cy="144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charset="0"/>
                  <a:ea typeface="楷体_GB2312" charset="0"/>
                  <a:cs typeface="楷体_GB2312" charset="0"/>
                </a:rPr>
                <a:t>4</a:t>
              </a:r>
            </a:p>
          </p:txBody>
        </p:sp>
        <p:sp>
          <p:nvSpPr>
            <p:cNvPr id="33886" name="Oval 94">
              <a:extLst>
                <a:ext uri="{FF2B5EF4-FFF2-40B4-BE49-F238E27FC236}">
                  <a16:creationId xmlns:a16="http://schemas.microsoft.com/office/drawing/2014/main" id="{729DAE13-FA42-474D-AEA4-BC0381C9A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3887" name="Group 95">
            <a:extLst>
              <a:ext uri="{FF2B5EF4-FFF2-40B4-BE49-F238E27FC236}">
                <a16:creationId xmlns:a16="http://schemas.microsoft.com/office/drawing/2014/main" id="{146498CF-224F-F643-97A8-C4B8D72771A3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017713"/>
            <a:ext cx="914400" cy="228600"/>
            <a:chOff x="576" y="1367"/>
            <a:chExt cx="576" cy="144"/>
          </a:xfrm>
        </p:grpSpPr>
        <p:sp>
          <p:nvSpPr>
            <p:cNvPr id="33888" name="Oval 96">
              <a:extLst>
                <a:ext uri="{FF2B5EF4-FFF2-40B4-BE49-F238E27FC236}">
                  <a16:creationId xmlns:a16="http://schemas.microsoft.com/office/drawing/2014/main" id="{7A549464-ACD1-6646-A338-541C00D86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89" name="Oval 97">
              <a:extLst>
                <a:ext uri="{FF2B5EF4-FFF2-40B4-BE49-F238E27FC236}">
                  <a16:creationId xmlns:a16="http://schemas.microsoft.com/office/drawing/2014/main" id="{ED3903F3-CB7E-DF46-A405-BF1E620C2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367"/>
              <a:ext cx="144" cy="144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charset="0"/>
                  <a:ea typeface="楷体_GB2312" charset="0"/>
                  <a:cs typeface="楷体_GB2312" charset="0"/>
                </a:rPr>
                <a:t>4</a:t>
              </a:r>
            </a:p>
          </p:txBody>
        </p:sp>
        <p:sp>
          <p:nvSpPr>
            <p:cNvPr id="33890" name="Oval 98">
              <a:extLst>
                <a:ext uri="{FF2B5EF4-FFF2-40B4-BE49-F238E27FC236}">
                  <a16:creationId xmlns:a16="http://schemas.microsoft.com/office/drawing/2014/main" id="{7C0D745E-4F04-F14E-87D2-74B3A3FD1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3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aphicFrame>
        <p:nvGraphicFramePr>
          <p:cNvPr id="33891" name="Object 99">
            <a:extLst>
              <a:ext uri="{FF2B5EF4-FFF2-40B4-BE49-F238E27FC236}">
                <a16:creationId xmlns:a16="http://schemas.microsoft.com/office/drawing/2014/main" id="{A4A0A108-AD3A-4842-9F7C-FF4A4AF1B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2492375"/>
          <a:ext cx="61341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40100" imgH="457200" progId="Equation.3">
                  <p:embed/>
                </p:oleObj>
              </mc:Choice>
              <mc:Fallback>
                <p:oleObj name="Equation" r:id="rId15" imgW="3340100" imgH="457200" progId="Equation.3">
                  <p:embed/>
                  <p:pic>
                    <p:nvPicPr>
                      <p:cNvPr id="33891" name="Object 99">
                        <a:extLst>
                          <a:ext uri="{FF2B5EF4-FFF2-40B4-BE49-F238E27FC236}">
                            <a16:creationId xmlns:a16="http://schemas.microsoft.com/office/drawing/2014/main" id="{A4A0A108-AD3A-4842-9F7C-FF4A4AF1B8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2492375"/>
                        <a:ext cx="61341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2" name="Text Box 100">
            <a:extLst>
              <a:ext uri="{FF2B5EF4-FFF2-40B4-BE49-F238E27FC236}">
                <a16:creationId xmlns:a16="http://schemas.microsoft.com/office/drawing/2014/main" id="{114D3C65-4682-F340-B6BD-2ED48D310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667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/>
              <a:t>=</a:t>
            </a:r>
            <a:r>
              <a:rPr lang="en-US" altLang="zh-CN" b="1">
                <a:solidFill>
                  <a:schemeClr val="accent2"/>
                </a:solidFill>
              </a:rPr>
              <a:t> </a:t>
            </a:r>
            <a:r>
              <a:rPr lang="en-US" altLang="zh-CN" b="1" i="1">
                <a:solidFill>
                  <a:schemeClr val="accent2"/>
                </a:solidFill>
              </a:rPr>
              <a:t>S</a:t>
            </a:r>
            <a:r>
              <a:rPr lang="en-US" altLang="zh-CN" b="1" i="1" baseline="-25000">
                <a:solidFill>
                  <a:schemeClr val="accent2"/>
                </a:solidFill>
              </a:rPr>
              <a:t>n</a:t>
            </a:r>
            <a:endParaRPr lang="en-US" altLang="zh-CN" b="1">
              <a:solidFill>
                <a:schemeClr val="accent2"/>
              </a:solidFill>
            </a:endParaRPr>
          </a:p>
        </p:txBody>
      </p:sp>
      <p:grpSp>
        <p:nvGrpSpPr>
          <p:cNvPr id="33897" name="Group 105">
            <a:extLst>
              <a:ext uri="{FF2B5EF4-FFF2-40B4-BE49-F238E27FC236}">
                <a16:creationId xmlns:a16="http://schemas.microsoft.com/office/drawing/2014/main" id="{49556EF7-9ACC-A64C-A288-63759EE4FBB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500438"/>
            <a:ext cx="7848600" cy="2438400"/>
            <a:chOff x="432" y="2688"/>
            <a:chExt cx="4944" cy="1536"/>
          </a:xfrm>
        </p:grpSpPr>
        <p:sp>
          <p:nvSpPr>
            <p:cNvPr id="33894" name="AutoShape 102" descr="再生纸">
              <a:extLst>
                <a:ext uri="{FF2B5EF4-FFF2-40B4-BE49-F238E27FC236}">
                  <a16:creationId xmlns:a16="http://schemas.microsoft.com/office/drawing/2014/main" id="{C0BD6489-AF2F-AA4C-BE92-8C932F80D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88"/>
              <a:ext cx="4944" cy="1536"/>
            </a:xfrm>
            <a:prstGeom prst="roundRect">
              <a:avLst>
                <a:gd name="adj" fmla="val 10278"/>
              </a:avLst>
            </a:prstGeom>
            <a:blipFill dpi="0" rotWithShape="0">
              <a:blip r:embed="rId1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400" b="1">
                  <a:solidFill>
                    <a:schemeClr val="accent2"/>
                  </a:solidFill>
                </a:rPr>
                <a:t>注：</a:t>
              </a:r>
              <a:r>
                <a:rPr lang="zh-CN" altLang="en-US" sz="2400" b="1"/>
                <a:t>为方便编程，可采用另一记法：令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n</a:t>
              </a:r>
              <a:r>
                <a:rPr lang="zh-CN" altLang="en-US" sz="2400" b="1" i="1"/>
                <a:t>’</a:t>
              </a:r>
              <a:r>
                <a:rPr lang="en-US" altLang="zh-CN" sz="2400" b="1"/>
                <a:t> = 2</a:t>
              </a:r>
              <a:r>
                <a:rPr lang="en-US" altLang="zh-CN" sz="2400" b="1" i="1"/>
                <a:t>n </a:t>
              </a:r>
              <a:r>
                <a:rPr lang="zh-CN" altLang="en-US" sz="2400" b="1"/>
                <a:t>为偶数，</a:t>
              </a:r>
              <a:r>
                <a:rPr lang="en-US" altLang="zh-CN" sz="2400" b="1"/>
                <a:t>                                             </a:t>
              </a:r>
              <a:r>
                <a:rPr lang="zh-CN" altLang="en-US" sz="2400" b="1"/>
                <a:t>这时</a:t>
              </a:r>
              <a:r>
                <a:rPr lang="en-US" altLang="zh-CN" sz="2400" b="1"/>
                <a:t>                                      </a:t>
              </a:r>
              <a:r>
                <a:rPr lang="zh-CN" altLang="en-US" sz="2400" b="1"/>
                <a:t>，有</a:t>
              </a:r>
              <a:endParaRPr lang="en-US" altLang="zh-CN" sz="24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8449" name="Object 103">
              <a:extLst>
                <a:ext uri="{FF2B5EF4-FFF2-40B4-BE49-F238E27FC236}">
                  <a16:creationId xmlns:a16="http://schemas.microsoft.com/office/drawing/2014/main" id="{58FC987B-3C3D-B743-9F8C-1C18D0872D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3120"/>
            <a:ext cx="1776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1833800" imgH="9067800" progId="Equation.3">
                    <p:embed/>
                  </p:oleObj>
                </mc:Choice>
                <mc:Fallback>
                  <p:oleObj name="Equation" r:id="rId18" imgW="41833800" imgH="9067800" progId="Equation.3">
                    <p:embed/>
                    <p:pic>
                      <p:nvPicPr>
                        <p:cNvPr id="18449" name="Object 103">
                          <a:extLst>
                            <a:ext uri="{FF2B5EF4-FFF2-40B4-BE49-F238E27FC236}">
                              <a16:creationId xmlns:a16="http://schemas.microsoft.com/office/drawing/2014/main" id="{58FC987B-3C3D-B743-9F8C-1C18D0872D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120"/>
                          <a:ext cx="1776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104">
              <a:extLst>
                <a:ext uri="{FF2B5EF4-FFF2-40B4-BE49-F238E27FC236}">
                  <a16:creationId xmlns:a16="http://schemas.microsoft.com/office/drawing/2014/main" id="{1CD83C34-2CAD-B54C-B64E-ECED8C06BF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3552"/>
            <a:ext cx="3637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0510400" imgH="9944100" progId="Equation.3">
                    <p:embed/>
                  </p:oleObj>
                </mc:Choice>
                <mc:Fallback>
                  <p:oleObj name="Equation" r:id="rId20" imgW="70510400" imgH="9944100" progId="Equation.3">
                    <p:embed/>
                    <p:pic>
                      <p:nvPicPr>
                        <p:cNvPr id="18450" name="Object 104">
                          <a:extLst>
                            <a:ext uri="{FF2B5EF4-FFF2-40B4-BE49-F238E27FC236}">
                              <a16:creationId xmlns:a16="http://schemas.microsoft.com/office/drawing/2014/main" id="{1CD83C34-2CAD-B54C-B64E-ECED8C06BF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552"/>
                          <a:ext cx="3637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93" name="Object 101">
            <a:extLst>
              <a:ext uri="{FF2B5EF4-FFF2-40B4-BE49-F238E27FC236}">
                <a16:creationId xmlns:a16="http://schemas.microsoft.com/office/drawing/2014/main" id="{71EF5291-B27A-1A47-A49E-BB9A5FF28C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949950"/>
          <a:ext cx="32194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789100" imgH="10820400" progId="Equation.3">
                  <p:embed/>
                </p:oleObj>
              </mc:Choice>
              <mc:Fallback>
                <p:oleObj name="Equation" r:id="rId22" imgW="39789100" imgH="10820400" progId="Equation.3">
                  <p:embed/>
                  <p:pic>
                    <p:nvPicPr>
                      <p:cNvPr id="33893" name="Object 101">
                        <a:extLst>
                          <a:ext uri="{FF2B5EF4-FFF2-40B4-BE49-F238E27FC236}">
                            <a16:creationId xmlns:a16="http://schemas.microsoft.com/office/drawing/2014/main" id="{71EF5291-B27A-1A47-A49E-BB9A5FF28C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949950"/>
                        <a:ext cx="32194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266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3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0" grpId="0" autoUpdateAnimBg="0"/>
      <p:bldP spid="3389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6CBC1E4E-04E1-A642-AB87-B23A7DB3D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1388" y="3213100"/>
          <a:ext cx="509111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400" imgH="406400" progId="Equation.3">
                  <p:embed/>
                </p:oleObj>
              </mc:Choice>
              <mc:Fallback>
                <p:oleObj name="Equation" r:id="rId2" imgW="2311400" imgH="406400" progId="Equation.3">
                  <p:embed/>
                  <p:pic>
                    <p:nvPicPr>
                      <p:cNvPr id="8194" name="Object 3">
                        <a:extLst>
                          <a:ext uri="{FF2B5EF4-FFF2-40B4-BE49-F238E27FC236}">
                            <a16:creationId xmlns:a16="http://schemas.microsoft.com/office/drawing/2014/main" id="{6CBC1E4E-04E1-A642-AB87-B23A7DB3DC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3213100"/>
                        <a:ext cx="5091112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C8AE2A0F-57AC-A44C-8231-8DDB94680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9813" y="1349375"/>
          <a:ext cx="7024687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5200" imgH="952500" progId="Equation.3">
                  <p:embed/>
                </p:oleObj>
              </mc:Choice>
              <mc:Fallback>
                <p:oleObj name="Equation" r:id="rId4" imgW="3505200" imgH="952500" progId="Equation.3">
                  <p:embed/>
                  <p:pic>
                    <p:nvPicPr>
                      <p:cNvPr id="19458" name="Object 4">
                        <a:extLst>
                          <a:ext uri="{FF2B5EF4-FFF2-40B4-BE49-F238E27FC236}">
                            <a16:creationId xmlns:a16="http://schemas.microsoft.com/office/drawing/2014/main" id="{C8AE2A0F-57AC-A44C-8231-8DDB94680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1349375"/>
                        <a:ext cx="7024687" cy="190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8">
            <a:extLst>
              <a:ext uri="{FF2B5EF4-FFF2-40B4-BE49-F238E27FC236}">
                <a16:creationId xmlns:a16="http://schemas.microsoft.com/office/drawing/2014/main" id="{35F42B02-BE45-DF4D-8F80-BE1A785CF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429000"/>
            <a:ext cx="9239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2600"/>
              <a:t>式中 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312DBCB0-BFB9-4E44-8D07-2A61AE03D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493963"/>
            <a:ext cx="865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=</a:t>
            </a:r>
            <a:r>
              <a:rPr lang="en-US" altLang="zh-CN" b="1">
                <a:solidFill>
                  <a:schemeClr val="accent2"/>
                </a:solidFill>
              </a:rPr>
              <a:t> </a:t>
            </a:r>
            <a:r>
              <a:rPr lang="en-US" altLang="zh-CN" b="1" i="1">
                <a:solidFill>
                  <a:schemeClr val="accent2"/>
                </a:solidFill>
              </a:rPr>
              <a:t>C</a:t>
            </a:r>
            <a:r>
              <a:rPr lang="en-US" altLang="zh-CN" b="1" i="1" baseline="-25000">
                <a:solidFill>
                  <a:schemeClr val="accent2"/>
                </a:solidFill>
              </a:rPr>
              <a:t>n</a:t>
            </a:r>
            <a:endParaRPr lang="en-US" altLang="zh-CN" b="1">
              <a:solidFill>
                <a:schemeClr val="accent2"/>
              </a:solidFill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554A0F55-9DE2-3E44-97E0-6A85518AA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3738"/>
            <a:ext cx="33258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复化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Cotes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公式</a:t>
            </a:r>
            <a:endParaRPr lang="en-US" altLang="en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" name="Object 101">
            <a:extLst>
              <a:ext uri="{FF2B5EF4-FFF2-40B4-BE49-F238E27FC236}">
                <a16:creationId xmlns:a16="http://schemas.microsoft.com/office/drawing/2014/main" id="{FB0A4C29-3A55-9949-B467-CC4A1F4FA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7275" y="4294188"/>
          <a:ext cx="391636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95300" progId="Equation.3">
                  <p:embed/>
                </p:oleObj>
              </mc:Choice>
              <mc:Fallback>
                <p:oleObj name="Equation" r:id="rId6" imgW="1828800" imgH="495300" progId="Equation.3">
                  <p:embed/>
                  <p:pic>
                    <p:nvPicPr>
                      <p:cNvPr id="14" name="Object 101">
                        <a:extLst>
                          <a:ext uri="{FF2B5EF4-FFF2-40B4-BE49-F238E27FC236}">
                            <a16:creationId xmlns:a16="http://schemas.microsoft.com/office/drawing/2014/main" id="{FB0A4C29-3A55-9949-B467-CC4A1F4FA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4294188"/>
                        <a:ext cx="3916363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8809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>
            <a:extLst>
              <a:ext uri="{FF2B5EF4-FFF2-40B4-BE49-F238E27FC236}">
                <a16:creationId xmlns:a16="http://schemas.microsoft.com/office/drawing/2014/main" id="{25BDF925-328F-DF44-B22C-C41A2F23B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Times New Roman" charset="0"/>
                <a:ea typeface="MS PGothic" charset="0"/>
                <a:cs typeface="楷体_GB2312" charset="0"/>
                <a:sym typeface="Wingdings" charset="0"/>
              </a:rPr>
              <a:t> </a:t>
            </a:r>
            <a:r>
              <a:rPr lang="zh-CN" altLang="en-US" sz="2400" b="1" dirty="0">
                <a:latin typeface="Times New Roman" charset="0"/>
                <a:ea typeface="MS PGothic" charset="0"/>
                <a:cs typeface="楷体_GB2312" charset="0"/>
              </a:rPr>
              <a:t>收敛速度：</a:t>
            </a:r>
            <a:endParaRPr lang="en-US" altLang="zh-CN" sz="2400" b="1" dirty="0">
              <a:latin typeface="Times New Roman" charset="0"/>
              <a:ea typeface="MS PGothic" charset="0"/>
              <a:cs typeface="楷体_GB2312" charset="0"/>
            </a:endParaRPr>
          </a:p>
        </p:txBody>
      </p:sp>
      <p:grpSp>
        <p:nvGrpSpPr>
          <p:cNvPr id="34829" name="Group 13">
            <a:extLst>
              <a:ext uri="{FF2B5EF4-FFF2-40B4-BE49-F238E27FC236}">
                <a16:creationId xmlns:a16="http://schemas.microsoft.com/office/drawing/2014/main" id="{AB5B52F5-E742-AA4B-AA80-E867EEA30C1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066800"/>
            <a:ext cx="8382000" cy="1119188"/>
            <a:chOff x="192" y="816"/>
            <a:chExt cx="5280" cy="705"/>
          </a:xfrm>
        </p:grpSpPr>
        <p:sp>
          <p:nvSpPr>
            <p:cNvPr id="34821" name="AutoShape 5" descr="水滴">
              <a:extLst>
                <a:ext uri="{FF2B5EF4-FFF2-40B4-BE49-F238E27FC236}">
                  <a16:creationId xmlns:a16="http://schemas.microsoft.com/office/drawing/2014/main" id="{3C2559AD-C432-4442-B51B-046352985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816"/>
              <a:ext cx="533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zh-CN" altLang="en-US" b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定义</a:t>
              </a:r>
              <a:endParaRPr kumimoji="0" lang="en-US" altLang="zh-CN" b="1">
                <a:solidFill>
                  <a:schemeClr val="accent2"/>
                </a:solidFill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  <p:sp>
          <p:nvSpPr>
            <p:cNvPr id="34822" name="Text Box 6">
              <a:extLst>
                <a:ext uri="{FF2B5EF4-FFF2-40B4-BE49-F238E27FC236}">
                  <a16:creationId xmlns:a16="http://schemas.microsoft.com/office/drawing/2014/main" id="{F6BB3632-649E-AC4F-A329-E3C251394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9"/>
              <a:ext cx="5280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40000"/>
                </a:lnSpc>
                <a:defRPr/>
              </a:pP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　　</a:t>
              </a:r>
              <a:r>
                <a:rPr lang="en-US" altLang="zh-CN" sz="2400" b="1">
                  <a:latin typeface="Times New Roman" charset="0"/>
                  <a:ea typeface="MS PGothic" charset="0"/>
                  <a:cs typeface="楷体_GB2312" charset="0"/>
                </a:rPr>
                <a:t>   </a:t>
              </a: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若一个积分公式的误差满足</a:t>
              </a:r>
              <a:r>
                <a:rPr lang="en-US" altLang="zh-CN" sz="2400" b="1">
                  <a:latin typeface="Times New Roman" charset="0"/>
                  <a:ea typeface="MS PGothic" charset="0"/>
                  <a:cs typeface="楷体_GB2312" charset="0"/>
                </a:rPr>
                <a:t>                            </a:t>
              </a: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且</a:t>
              </a:r>
              <a:r>
                <a:rPr lang="en-US" altLang="zh-CN" sz="2400" b="1" i="1">
                  <a:latin typeface="Times New Roman" charset="0"/>
                  <a:ea typeface="MS PGothic" charset="0"/>
                  <a:cs typeface="楷体_GB2312" charset="0"/>
                </a:rPr>
                <a:t>C </a:t>
              </a:r>
              <a:r>
                <a:rPr lang="en-US" altLang="zh-CN" sz="2400" b="1">
                  <a:latin typeface="Times New Roman" charset="0"/>
                  <a:ea typeface="MS PGothic" charset="0"/>
                  <a:cs typeface="楷体_GB2312" charset="0"/>
                  <a:sym typeface="Symbol" charset="0"/>
                </a:rPr>
                <a:t> 0</a:t>
              </a: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  <a:sym typeface="Symbol" charset="0"/>
                </a:rPr>
                <a:t>，则</a:t>
              </a: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称该公式是</a:t>
              </a:r>
              <a:r>
                <a:rPr lang="en-US" altLang="zh-CN" sz="2400" b="1">
                  <a:latin typeface="Times New Roman" charset="0"/>
                  <a:ea typeface="MS PGothic" charset="0"/>
                  <a:cs typeface="楷体_GB2312" charset="0"/>
                </a:rPr>
                <a:t> </a:t>
              </a:r>
              <a:r>
                <a:rPr lang="en-US" altLang="zh-CN" sz="2400" b="1" i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p</a:t>
              </a:r>
              <a:r>
                <a:rPr lang="en-US" altLang="zh-CN" sz="2400" b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 </a:t>
              </a:r>
              <a:r>
                <a:rPr lang="zh-CN" sz="2400" b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阶收敛</a:t>
              </a:r>
              <a:r>
                <a:rPr lang="zh-CN" sz="2400" b="1">
                  <a:latin typeface="Times New Roman" charset="0"/>
                  <a:ea typeface="MS PGothic" charset="0"/>
                  <a:cs typeface="楷体_GB2312" charset="0"/>
                </a:rPr>
                <a:t>的。</a:t>
              </a:r>
              <a:endParaRPr lang="en-US" altLang="zh-CN" sz="2400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  <p:graphicFrame>
          <p:nvGraphicFramePr>
            <p:cNvPr id="20507" name="Object 11">
              <a:extLst>
                <a:ext uri="{FF2B5EF4-FFF2-40B4-BE49-F238E27FC236}">
                  <a16:creationId xmlns:a16="http://schemas.microsoft.com/office/drawing/2014/main" id="{0D0E2929-4455-D44F-B0DA-50E52546C8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864"/>
            <a:ext cx="123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6619200" imgH="9067800" progId="Equation.3">
                    <p:embed/>
                  </p:oleObj>
                </mc:Choice>
                <mc:Fallback>
                  <p:oleObj name="Equation" r:id="rId7" imgW="26619200" imgH="9067800" progId="Equation.3">
                    <p:embed/>
                    <p:pic>
                      <p:nvPicPr>
                        <p:cNvPr id="20507" name="Object 11">
                          <a:extLst>
                            <a:ext uri="{FF2B5EF4-FFF2-40B4-BE49-F238E27FC236}">
                              <a16:creationId xmlns:a16="http://schemas.microsoft.com/office/drawing/2014/main" id="{0D0E2929-4455-D44F-B0DA-50E52546C8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864"/>
                          <a:ext cx="1233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35" name="Group 19">
            <a:extLst>
              <a:ext uri="{FF2B5EF4-FFF2-40B4-BE49-F238E27FC236}">
                <a16:creationId xmlns:a16="http://schemas.microsoft.com/office/drawing/2014/main" id="{9E9F2784-E86D-7B4B-8869-C2B1DE9E8CE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981200"/>
            <a:ext cx="6172200" cy="701675"/>
            <a:chOff x="432" y="2352"/>
            <a:chExt cx="3888" cy="442"/>
          </a:xfrm>
        </p:grpSpPr>
        <p:graphicFrame>
          <p:nvGraphicFramePr>
            <p:cNvPr id="20501" name="Object 15">
              <a:extLst>
                <a:ext uri="{FF2B5EF4-FFF2-40B4-BE49-F238E27FC236}">
                  <a16:creationId xmlns:a16="http://schemas.microsoft.com/office/drawing/2014/main" id="{65FEB233-6518-3840-A5E6-A944309A54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2448"/>
            <a:ext cx="38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8216800" imgH="5562600" progId="Equation.3">
                    <p:embed/>
                  </p:oleObj>
                </mc:Choice>
                <mc:Fallback>
                  <p:oleObj name="Equation" r:id="rId9" imgW="58216800" imgH="5562600" progId="Equation.3">
                    <p:embed/>
                    <p:pic>
                      <p:nvPicPr>
                        <p:cNvPr id="20501" name="Object 15">
                          <a:extLst>
                            <a:ext uri="{FF2B5EF4-FFF2-40B4-BE49-F238E27FC236}">
                              <a16:creationId xmlns:a16="http://schemas.microsoft.com/office/drawing/2014/main" id="{65FEB233-6518-3840-A5E6-A944309A54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448"/>
                          <a:ext cx="3888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2" name="Text Box 16">
              <a:extLst>
                <a:ext uri="{FF2B5EF4-FFF2-40B4-BE49-F238E27FC236}">
                  <a16:creationId xmlns:a16="http://schemas.microsoft.com/office/drawing/2014/main" id="{2B2F3072-DF09-5941-AD91-5501E33A8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352"/>
              <a:ext cx="38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4000" b="1">
                  <a:latin typeface="Times New Roman" charset="0"/>
                  <a:ea typeface="MS PGothic" charset="0"/>
                  <a:cs typeface="楷体_GB2312" charset="0"/>
                </a:rPr>
                <a:t>~</a:t>
              </a:r>
              <a:endParaRPr lang="en-US" altLang="zh-CN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  <p:sp>
          <p:nvSpPr>
            <p:cNvPr id="34833" name="Text Box 17">
              <a:extLst>
                <a:ext uri="{FF2B5EF4-FFF2-40B4-BE49-F238E27FC236}">
                  <a16:creationId xmlns:a16="http://schemas.microsoft.com/office/drawing/2014/main" id="{117D514E-C204-454A-9659-08FBE79F4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52"/>
              <a:ext cx="38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4000" b="1">
                  <a:latin typeface="Times New Roman" charset="0"/>
                  <a:ea typeface="MS PGothic" charset="0"/>
                  <a:cs typeface="楷体_GB2312" charset="0"/>
                </a:rPr>
                <a:t>~</a:t>
              </a:r>
              <a:endParaRPr lang="en-US" altLang="zh-CN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  <p:sp>
          <p:nvSpPr>
            <p:cNvPr id="34834" name="Text Box 18">
              <a:extLst>
                <a:ext uri="{FF2B5EF4-FFF2-40B4-BE49-F238E27FC236}">
                  <a16:creationId xmlns:a16="http://schemas.microsoft.com/office/drawing/2014/main" id="{C663C479-D95F-354B-BA62-A2342EE98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352"/>
              <a:ext cx="38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4000" b="1">
                  <a:latin typeface="Times New Roman" charset="0"/>
                  <a:ea typeface="MS PGothic" charset="0"/>
                  <a:cs typeface="楷体_GB2312" charset="0"/>
                </a:rPr>
                <a:t>~</a:t>
              </a:r>
              <a:endParaRPr lang="en-US" altLang="zh-CN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</p:grpSp>
      <p:grpSp>
        <p:nvGrpSpPr>
          <p:cNvPr id="34841" name="Group 25">
            <a:extLst>
              <a:ext uri="{FF2B5EF4-FFF2-40B4-BE49-F238E27FC236}">
                <a16:creationId xmlns:a16="http://schemas.microsoft.com/office/drawing/2014/main" id="{223D47D1-B8A7-DA4D-8C7B-FFA1C0C94FD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667000"/>
            <a:ext cx="3590925" cy="714375"/>
            <a:chOff x="288" y="1632"/>
            <a:chExt cx="2262" cy="450"/>
          </a:xfrm>
        </p:grpSpPr>
        <p:sp>
          <p:nvSpPr>
            <p:cNvPr id="34837" name="Text Box 21">
              <a:extLst>
                <a:ext uri="{FF2B5EF4-FFF2-40B4-BE49-F238E27FC236}">
                  <a16:creationId xmlns:a16="http://schemas.microsoft.com/office/drawing/2014/main" id="{26F7FCCE-5932-094D-8952-C715ED3AD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728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例：</a:t>
              </a: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计算</a:t>
              </a:r>
              <a:endParaRPr lang="en-US" altLang="zh-CN" sz="2400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  <p:graphicFrame>
          <p:nvGraphicFramePr>
            <p:cNvPr id="20500" name="Object 22">
              <a:extLst>
                <a:ext uri="{FF2B5EF4-FFF2-40B4-BE49-F238E27FC236}">
                  <a16:creationId xmlns:a16="http://schemas.microsoft.com/office/drawing/2014/main" id="{254268A7-E5A5-1B45-96B8-2EDAABC354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632"/>
            <a:ext cx="1398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777200" imgH="8191500" progId="Equation.3">
                    <p:embed/>
                  </p:oleObj>
                </mc:Choice>
                <mc:Fallback>
                  <p:oleObj name="Equation" r:id="rId11" imgW="20777200" imgH="8191500" progId="Equation.3">
                    <p:embed/>
                    <p:pic>
                      <p:nvPicPr>
                        <p:cNvPr id="20500" name="Object 22">
                          <a:extLst>
                            <a:ext uri="{FF2B5EF4-FFF2-40B4-BE49-F238E27FC236}">
                              <a16:creationId xmlns:a16="http://schemas.microsoft.com/office/drawing/2014/main" id="{254268A7-E5A5-1B45-96B8-2EDAABC354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632"/>
                          <a:ext cx="1398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0" name="Text Box 24">
            <a:extLst>
              <a:ext uri="{FF2B5EF4-FFF2-40B4-BE49-F238E27FC236}">
                <a16:creationId xmlns:a16="http://schemas.microsoft.com/office/drawing/2014/main" id="{B9A92B21-E3CA-E246-85D3-62F5D14BE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81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latin typeface="Times New Roman" charset="0"/>
                <a:ea typeface="MS PGothic" charset="0"/>
                <a:cs typeface="楷体_GB2312" charset="0"/>
              </a:rPr>
              <a:t>解：</a:t>
            </a:r>
            <a:endParaRPr lang="en-US" altLang="zh-CN" sz="2400" b="1">
              <a:solidFill>
                <a:schemeClr val="accent2"/>
              </a:solidFill>
              <a:latin typeface="Times New Roman" charset="0"/>
              <a:ea typeface="MS PGothic" charset="0"/>
              <a:cs typeface="楷体_GB2312" charset="0"/>
            </a:endParaRPr>
          </a:p>
        </p:txBody>
      </p:sp>
      <p:grpSp>
        <p:nvGrpSpPr>
          <p:cNvPr id="34846" name="Group 30">
            <a:extLst>
              <a:ext uri="{FF2B5EF4-FFF2-40B4-BE49-F238E27FC236}">
                <a16:creationId xmlns:a16="http://schemas.microsoft.com/office/drawing/2014/main" id="{4FC1948E-402F-524E-8D20-88027DB1EF1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429000"/>
            <a:ext cx="5638800" cy="801688"/>
            <a:chOff x="720" y="2064"/>
            <a:chExt cx="3552" cy="505"/>
          </a:xfrm>
        </p:grpSpPr>
        <p:graphicFrame>
          <p:nvGraphicFramePr>
            <p:cNvPr id="20496" name="Object 27">
              <a:extLst>
                <a:ext uri="{FF2B5EF4-FFF2-40B4-BE49-F238E27FC236}">
                  <a16:creationId xmlns:a16="http://schemas.microsoft.com/office/drawing/2014/main" id="{25AD4D53-F346-644C-9FFF-03662619C3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064"/>
            <a:ext cx="2385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9149000" imgH="10528300" progId="Equation.3">
                    <p:embed/>
                  </p:oleObj>
                </mc:Choice>
                <mc:Fallback>
                  <p:oleObj name="Equation" r:id="rId13" imgW="49149000" imgH="10528300" progId="Equation.3">
                    <p:embed/>
                    <p:pic>
                      <p:nvPicPr>
                        <p:cNvPr id="20496" name="Object 27">
                          <a:extLst>
                            <a:ext uri="{FF2B5EF4-FFF2-40B4-BE49-F238E27FC236}">
                              <a16:creationId xmlns:a16="http://schemas.microsoft.com/office/drawing/2014/main" id="{25AD4D53-F346-644C-9FFF-03662619C3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064"/>
                          <a:ext cx="2385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7" name="Object 28">
              <a:extLst>
                <a:ext uri="{FF2B5EF4-FFF2-40B4-BE49-F238E27FC236}">
                  <a16:creationId xmlns:a16="http://schemas.microsoft.com/office/drawing/2014/main" id="{976B8FE7-43DF-F74D-AA10-76E3C2F2D1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2112"/>
            <a:ext cx="528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1112500" imgH="9067800" progId="Equation.3">
                    <p:embed/>
                  </p:oleObj>
                </mc:Choice>
                <mc:Fallback>
                  <p:oleObj name="Equation" r:id="rId15" imgW="11112500" imgH="9067800" progId="Equation.3">
                    <p:embed/>
                    <p:pic>
                      <p:nvPicPr>
                        <p:cNvPr id="20497" name="Object 28">
                          <a:extLst>
                            <a:ext uri="{FF2B5EF4-FFF2-40B4-BE49-F238E27FC236}">
                              <a16:creationId xmlns:a16="http://schemas.microsoft.com/office/drawing/2014/main" id="{976B8FE7-43DF-F74D-AA10-76E3C2F2D1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12"/>
                          <a:ext cx="528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5" name="Text Box 29">
              <a:extLst>
                <a:ext uri="{FF2B5EF4-FFF2-40B4-BE49-F238E27FC236}">
                  <a16:creationId xmlns:a16="http://schemas.microsoft.com/office/drawing/2014/main" id="{1C1CBC95-1BC2-4247-B329-32F9E49E2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16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其中</a:t>
              </a:r>
              <a:endParaRPr lang="en-US" altLang="zh-CN" sz="2400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</p:grpSp>
      <p:sp>
        <p:nvSpPr>
          <p:cNvPr id="34847" name="Text Box 31">
            <a:extLst>
              <a:ext uri="{FF2B5EF4-FFF2-40B4-BE49-F238E27FC236}">
                <a16:creationId xmlns:a16="http://schemas.microsoft.com/office/drawing/2014/main" id="{AE83F483-2EC5-9047-AA45-1DC4EFF6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2672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Times New Roman" charset="0"/>
                <a:ea typeface="MS PGothic" charset="0"/>
                <a:cs typeface="楷体_GB2312" charset="0"/>
              </a:rPr>
              <a:t>= </a:t>
            </a:r>
            <a:r>
              <a:rPr lang="en-US" altLang="zh-CN" sz="2400" b="1">
                <a:solidFill>
                  <a:srgbClr val="008000"/>
                </a:solidFill>
                <a:latin typeface="Times New Roman" charset="0"/>
                <a:ea typeface="MS PGothic" charset="0"/>
                <a:cs typeface="楷体_GB2312" charset="0"/>
              </a:rPr>
              <a:t>3.1</a:t>
            </a:r>
            <a:r>
              <a:rPr lang="en-US" altLang="zh-CN" sz="2400" b="1">
                <a:solidFill>
                  <a:srgbClr val="FF0000"/>
                </a:solidFill>
                <a:latin typeface="Times New Roman" charset="0"/>
                <a:ea typeface="MS PGothic" charset="0"/>
                <a:cs typeface="楷体_GB2312" charset="0"/>
              </a:rPr>
              <a:t>38988494</a:t>
            </a:r>
          </a:p>
        </p:txBody>
      </p:sp>
      <p:grpSp>
        <p:nvGrpSpPr>
          <p:cNvPr id="34855" name="Group 39">
            <a:extLst>
              <a:ext uri="{FF2B5EF4-FFF2-40B4-BE49-F238E27FC236}">
                <a16:creationId xmlns:a16="http://schemas.microsoft.com/office/drawing/2014/main" id="{1170CADF-1868-C94B-8D98-80CC50C3C5E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822825"/>
            <a:ext cx="7315200" cy="846138"/>
            <a:chOff x="672" y="2894"/>
            <a:chExt cx="4608" cy="533"/>
          </a:xfrm>
        </p:grpSpPr>
        <p:graphicFrame>
          <p:nvGraphicFramePr>
            <p:cNvPr id="20493" name="Object 33">
              <a:extLst>
                <a:ext uri="{FF2B5EF4-FFF2-40B4-BE49-F238E27FC236}">
                  <a16:creationId xmlns:a16="http://schemas.microsoft.com/office/drawing/2014/main" id="{1C359592-B876-1F47-BEC3-5296087855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894"/>
            <a:ext cx="3600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69049900" imgH="10528300" progId="Equation.3">
                    <p:embed/>
                  </p:oleObj>
                </mc:Choice>
                <mc:Fallback>
                  <p:oleObj name="Equation" r:id="rId17" imgW="69049900" imgH="10528300" progId="Equation.3">
                    <p:embed/>
                    <p:pic>
                      <p:nvPicPr>
                        <p:cNvPr id="20493" name="Object 33">
                          <a:extLst>
                            <a:ext uri="{FF2B5EF4-FFF2-40B4-BE49-F238E27FC236}">
                              <a16:creationId xmlns:a16="http://schemas.microsoft.com/office/drawing/2014/main" id="{1C359592-B876-1F47-BEC3-5296087855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894"/>
                          <a:ext cx="3600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37">
              <a:extLst>
                <a:ext uri="{FF2B5EF4-FFF2-40B4-BE49-F238E27FC236}">
                  <a16:creationId xmlns:a16="http://schemas.microsoft.com/office/drawing/2014/main" id="{8C9799BC-93F0-E447-99F5-9F4A1034E9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2976"/>
            <a:ext cx="528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1112500" imgH="9067800" progId="Equation.3">
                    <p:embed/>
                  </p:oleObj>
                </mc:Choice>
                <mc:Fallback>
                  <p:oleObj name="Equation" r:id="rId19" imgW="11112500" imgH="9067800" progId="Equation.3">
                    <p:embed/>
                    <p:pic>
                      <p:nvPicPr>
                        <p:cNvPr id="20494" name="Object 37">
                          <a:extLst>
                            <a:ext uri="{FF2B5EF4-FFF2-40B4-BE49-F238E27FC236}">
                              <a16:creationId xmlns:a16="http://schemas.microsoft.com/office/drawing/2014/main" id="{8C9799BC-93F0-E447-99F5-9F4A1034E9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976"/>
                          <a:ext cx="528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4" name="Text Box 38">
              <a:extLst>
                <a:ext uri="{FF2B5EF4-FFF2-40B4-BE49-F238E27FC236}">
                  <a16:creationId xmlns:a16="http://schemas.microsoft.com/office/drawing/2014/main" id="{63185828-064E-5D4C-B356-6478C581B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024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>
                  <a:latin typeface="Times New Roman" charset="0"/>
                  <a:ea typeface="MS PGothic" charset="0"/>
                  <a:cs typeface="楷体_GB2312" charset="0"/>
                </a:rPr>
                <a:t>其中</a:t>
              </a:r>
              <a:endParaRPr lang="en-US" altLang="zh-CN" sz="2400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</p:grpSp>
      <p:sp>
        <p:nvSpPr>
          <p:cNvPr id="34856" name="Text Box 40">
            <a:extLst>
              <a:ext uri="{FF2B5EF4-FFF2-40B4-BE49-F238E27FC236}">
                <a16:creationId xmlns:a16="http://schemas.microsoft.com/office/drawing/2014/main" id="{A5FE6367-0C82-AC45-ADFD-6F0FE90CA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7150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Times New Roman" charset="0"/>
                <a:ea typeface="MS PGothic" charset="0"/>
                <a:cs typeface="楷体_GB2312" charset="0"/>
              </a:rPr>
              <a:t>= </a:t>
            </a:r>
            <a:r>
              <a:rPr lang="en-US" altLang="zh-CN" sz="2400" b="1">
                <a:solidFill>
                  <a:srgbClr val="008000"/>
                </a:solidFill>
                <a:latin typeface="Times New Roman" charset="0"/>
                <a:ea typeface="MS PGothic" charset="0"/>
                <a:cs typeface="楷体_GB2312" charset="0"/>
              </a:rPr>
              <a:t>3.141592</a:t>
            </a:r>
            <a:r>
              <a:rPr lang="en-US" altLang="zh-CN" sz="2400" b="1">
                <a:solidFill>
                  <a:srgbClr val="FF0000"/>
                </a:solidFill>
                <a:latin typeface="Times New Roman" charset="0"/>
                <a:ea typeface="MS PGothic" charset="0"/>
                <a:cs typeface="楷体_GB2312" charset="0"/>
              </a:rPr>
              <a:t>502</a:t>
            </a:r>
          </a:p>
        </p:txBody>
      </p:sp>
      <p:grpSp>
        <p:nvGrpSpPr>
          <p:cNvPr id="34859" name="Group 43">
            <a:extLst>
              <a:ext uri="{FF2B5EF4-FFF2-40B4-BE49-F238E27FC236}">
                <a16:creationId xmlns:a16="http://schemas.microsoft.com/office/drawing/2014/main" id="{5E7917F6-F17B-8740-861A-766E524777A0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743200"/>
            <a:ext cx="2216150" cy="1122363"/>
            <a:chOff x="4220" y="1632"/>
            <a:chExt cx="1396" cy="707"/>
          </a:xfrm>
        </p:grpSpPr>
        <p:sp>
          <p:nvSpPr>
            <p:cNvPr id="34858" name="AutoShape 42">
              <a:extLst>
                <a:ext uri="{FF2B5EF4-FFF2-40B4-BE49-F238E27FC236}">
                  <a16:creationId xmlns:a16="http://schemas.microsoft.com/office/drawing/2014/main" id="{7FD0CF27-720B-004B-8595-5A4C298D41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355667">
              <a:off x="4388" y="2027"/>
              <a:ext cx="144" cy="480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  <p:sp>
          <p:nvSpPr>
            <p:cNvPr id="34857" name="AutoShape 41">
              <a:extLst>
                <a:ext uri="{FF2B5EF4-FFF2-40B4-BE49-F238E27FC236}">
                  <a16:creationId xmlns:a16="http://schemas.microsoft.com/office/drawing/2014/main" id="{433C92B3-D80B-9F45-A235-8D2AC4B5F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632"/>
              <a:ext cx="1248" cy="624"/>
            </a:xfrm>
            <a:prstGeom prst="wedgeEllipseCallout">
              <a:avLst>
                <a:gd name="adj1" fmla="val 2403"/>
                <a:gd name="adj2" fmla="val 189421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000" b="1">
                  <a:latin typeface="Times New Roman" charset="0"/>
                  <a:ea typeface="MS PGothic" charset="0"/>
                  <a:cs typeface="楷体_GB2312" charset="0"/>
                </a:rPr>
                <a:t>运算量基本相同</a:t>
              </a:r>
              <a:endParaRPr lang="en-US" altLang="zh-CN" sz="2000" b="1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634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8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utoUpdateAnimBg="0"/>
      <p:bldP spid="34840" grpId="0" autoUpdateAnimBg="0"/>
      <p:bldP spid="34847" grpId="0" autoUpdateAnimBg="0"/>
      <p:bldP spid="3485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40979870-0A76-4042-BA24-E4B4B50F7F3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9750" y="44450"/>
            <a:ext cx="7056438" cy="431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lang="zh-CN" altLang="en-US" sz="2400"/>
              <a:t>例</a:t>
            </a:r>
            <a:r>
              <a:rPr lang="en-US" altLang="zh-CN" sz="2400"/>
              <a:t>2  </a:t>
            </a:r>
            <a:r>
              <a:rPr lang="zh-CN" altLang="en-US" sz="2400"/>
              <a:t>若用复合梯形公式计算积分</a:t>
            </a:r>
            <a:r>
              <a:rPr lang="en-US" altLang="zh-CN" sz="1600"/>
              <a:t>   </a:t>
            </a:r>
          </a:p>
        </p:txBody>
      </p:sp>
      <p:graphicFrame>
        <p:nvGraphicFramePr>
          <p:cNvPr id="21508" name="Object 3">
            <a:extLst>
              <a:ext uri="{FF2B5EF4-FFF2-40B4-BE49-F238E27FC236}">
                <a16:creationId xmlns:a16="http://schemas.microsoft.com/office/drawing/2014/main" id="{D3BEEE40-2477-384B-9EB0-F9EEDD302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76250"/>
          <a:ext cx="1219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96700" imgH="7607300" progId="Equation.3">
                  <p:embed/>
                </p:oleObj>
              </mc:Choice>
              <mc:Fallback>
                <p:oleObj name="Equation" r:id="rId2" imgW="11696700" imgH="7607300" progId="Equation.3">
                  <p:embed/>
                  <p:pic>
                    <p:nvPicPr>
                      <p:cNvPr id="21508" name="Object 3">
                        <a:extLst>
                          <a:ext uri="{FF2B5EF4-FFF2-40B4-BE49-F238E27FC236}">
                            <a16:creationId xmlns:a16="http://schemas.microsoft.com/office/drawing/2014/main" id="{D3BEEE40-2477-384B-9EB0-F9EEDD302F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76250"/>
                        <a:ext cx="1219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0" name="Object 4">
            <a:extLst>
              <a:ext uri="{FF2B5EF4-FFF2-40B4-BE49-F238E27FC236}">
                <a16:creationId xmlns:a16="http://schemas.microsoft.com/office/drawing/2014/main" id="{AA50C2F0-E1CC-2641-8BD0-D48B378DC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1625600"/>
          <a:ext cx="33131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52300" imgH="9652000" progId="Equation.DSMT4">
                  <p:embed/>
                </p:oleObj>
              </mc:Choice>
              <mc:Fallback>
                <p:oleObj name="Equation" r:id="rId4" imgW="37452300" imgH="9652000" progId="Equation.DSMT4">
                  <p:embed/>
                  <p:pic>
                    <p:nvPicPr>
                      <p:cNvPr id="393220" name="Object 4">
                        <a:extLst>
                          <a:ext uri="{FF2B5EF4-FFF2-40B4-BE49-F238E27FC236}">
                            <a16:creationId xmlns:a16="http://schemas.microsoft.com/office/drawing/2014/main" id="{AA50C2F0-E1CC-2641-8BD0-D48B378DC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625600"/>
                        <a:ext cx="33131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21" name="Text Box 5">
            <a:extLst>
              <a:ext uri="{FF2B5EF4-FFF2-40B4-BE49-F238E27FC236}">
                <a16:creationId xmlns:a16="http://schemas.microsoft.com/office/drawing/2014/main" id="{E6F39228-06FB-2E44-A838-EECE69E59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644900"/>
            <a:ext cx="4319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a typeface="宋体" charset="0"/>
                <a:cs typeface="宋体" charset="0"/>
              </a:rPr>
              <a:t> </a:t>
            </a:r>
            <a:r>
              <a:rPr lang="zh-CN" altLang="en-US" sz="2400">
                <a:ea typeface="宋体" charset="0"/>
                <a:cs typeface="宋体" charset="0"/>
              </a:rPr>
              <a:t>当</a:t>
            </a:r>
            <a:r>
              <a:rPr lang="en-US" altLang="zh-CN" sz="2400">
                <a:ea typeface="宋体" charset="0"/>
                <a:cs typeface="宋体" charset="0"/>
              </a:rPr>
              <a:t>0</a:t>
            </a:r>
            <a:r>
              <a:rPr lang="zh-CN" altLang="en-US" sz="2400">
                <a:ea typeface="宋体" charset="0"/>
                <a:cs typeface="宋体" charset="0"/>
              </a:rPr>
              <a:t>＜</a:t>
            </a:r>
            <a:r>
              <a:rPr lang="en-US" altLang="zh-CN" sz="2400">
                <a:ea typeface="宋体" charset="0"/>
                <a:cs typeface="宋体" charset="0"/>
              </a:rPr>
              <a:t>x</a:t>
            </a:r>
            <a:r>
              <a:rPr lang="zh-CN" altLang="en-US" sz="2400">
                <a:ea typeface="宋体" charset="0"/>
                <a:cs typeface="宋体" charset="0"/>
              </a:rPr>
              <a:t>＜</a:t>
            </a:r>
            <a:r>
              <a:rPr lang="en-US" altLang="zh-CN" sz="2400">
                <a:ea typeface="宋体" charset="0"/>
                <a:cs typeface="宋体" charset="0"/>
              </a:rPr>
              <a:t>1</a:t>
            </a:r>
            <a:r>
              <a:rPr lang="zh-CN" altLang="en-US" sz="2400">
                <a:ea typeface="宋体" charset="0"/>
                <a:cs typeface="宋体" charset="0"/>
              </a:rPr>
              <a:t>时</a:t>
            </a:r>
            <a:r>
              <a:rPr lang="en-US" altLang="zh-CN" sz="2400">
                <a:ea typeface="宋体" charset="0"/>
                <a:cs typeface="宋体" charset="0"/>
              </a:rPr>
              <a:t>,</a:t>
            </a:r>
            <a:r>
              <a:rPr lang="zh-CN" altLang="en-US" sz="2400">
                <a:ea typeface="宋体" charset="0"/>
                <a:cs typeface="宋体" charset="0"/>
              </a:rPr>
              <a:t>有</a:t>
            </a:r>
            <a:r>
              <a:rPr lang="en-US" altLang="zh-CN" sz="2400">
                <a:ea typeface="宋体" charset="0"/>
                <a:cs typeface="宋体" charset="0"/>
              </a:rPr>
              <a:t>            </a:t>
            </a:r>
          </a:p>
        </p:txBody>
      </p:sp>
      <p:sp>
        <p:nvSpPr>
          <p:cNvPr id="393222" name="Text Box 6">
            <a:extLst>
              <a:ext uri="{FF2B5EF4-FFF2-40B4-BE49-F238E27FC236}">
                <a16:creationId xmlns:a16="http://schemas.microsoft.com/office/drawing/2014/main" id="{572BC023-379A-3646-B00F-29E03C91F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773238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/>
              <a:t>因为</a:t>
            </a:r>
            <a:r>
              <a:rPr lang="en-US" altLang="zh-CN" sz="2400"/>
              <a:t> </a:t>
            </a:r>
          </a:p>
        </p:txBody>
      </p:sp>
      <p:sp>
        <p:nvSpPr>
          <p:cNvPr id="393223" name="Text Box 7">
            <a:extLst>
              <a:ext uri="{FF2B5EF4-FFF2-40B4-BE49-F238E27FC236}">
                <a16:creationId xmlns:a16="http://schemas.microsoft.com/office/drawing/2014/main" id="{82687A6A-2841-9B40-99EC-EB7B601C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492375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/>
              <a:t>又</a:t>
            </a:r>
            <a:r>
              <a:rPr lang="en-US" altLang="zh-CN" sz="2400"/>
              <a:t> </a:t>
            </a:r>
          </a:p>
        </p:txBody>
      </p:sp>
      <p:sp>
        <p:nvSpPr>
          <p:cNvPr id="393226" name="Text Box 10">
            <a:extLst>
              <a:ext uri="{FF2B5EF4-FFF2-40B4-BE49-F238E27FC236}">
                <a16:creationId xmlns:a16="http://schemas.microsoft.com/office/drawing/2014/main" id="{9417FD0D-5F9E-B84F-9307-07B857FE0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819275"/>
            <a:ext cx="6624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kumimoji="0" lang="zh-CN" altLang="en-US" sz="2400">
                <a:latin typeface="Arial" charset="0"/>
                <a:ea typeface="宋体" charset="0"/>
                <a:cs typeface="宋体" charset="0"/>
              </a:rPr>
              <a:t>解：</a:t>
            </a:r>
            <a:r>
              <a:rPr kumimoji="0" lang="en-US" altLang="zh-CN" sz="2400">
                <a:latin typeface="Arial" charset="0"/>
                <a:ea typeface="宋体" charset="0"/>
                <a:cs typeface="宋体" charset="0"/>
              </a:rPr>
              <a:t>   </a:t>
            </a:r>
            <a:endParaRPr kumimoji="0" lang="en-US" altLang="zh-CN" sz="2400">
              <a:solidFill>
                <a:schemeClr val="bg1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aphicFrame>
        <p:nvGraphicFramePr>
          <p:cNvPr id="393227" name="Object 11">
            <a:extLst>
              <a:ext uri="{FF2B5EF4-FFF2-40B4-BE49-F238E27FC236}">
                <a16:creationId xmlns:a16="http://schemas.microsoft.com/office/drawing/2014/main" id="{203BD2FF-5FA9-314A-B7F3-29FEAC3F863A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555875" y="2420938"/>
          <a:ext cx="5113338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57500" imgH="698500" progId="Equation.3">
                  <p:embed/>
                </p:oleObj>
              </mc:Choice>
              <mc:Fallback>
                <p:oleObj name="Equation" r:id="rId6" imgW="2857500" imgH="698500" progId="Equation.3">
                  <p:embed/>
                  <p:pic>
                    <p:nvPicPr>
                      <p:cNvPr id="393227" name="Object 11">
                        <a:extLst>
                          <a:ext uri="{FF2B5EF4-FFF2-40B4-BE49-F238E27FC236}">
                            <a16:creationId xmlns:a16="http://schemas.microsoft.com/office/drawing/2014/main" id="{203BD2FF-5FA9-314A-B7F3-29FEAC3F86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420938"/>
                        <a:ext cx="5113338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30" name="Text Box 14">
            <a:extLst>
              <a:ext uri="{FF2B5EF4-FFF2-40B4-BE49-F238E27FC236}">
                <a16:creationId xmlns:a16="http://schemas.microsoft.com/office/drawing/2014/main" id="{709A4671-4F49-1044-8D06-AEB220F9A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68413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charset="0"/>
              <a:buNone/>
              <a:defRPr/>
            </a:pPr>
            <a:r>
              <a:rPr kumimoji="0" lang="zh-CN" altLang="en-US" sz="2400">
                <a:latin typeface="Arial" charset="0"/>
                <a:ea typeface="宋体" charset="0"/>
                <a:cs typeface="宋体" charset="0"/>
              </a:rPr>
              <a:t>问积分区间要等分多少才能保证有五位有效数字</a:t>
            </a:r>
            <a:r>
              <a:rPr kumimoji="0" lang="en-US" altLang="zh-CN" sz="2400">
                <a:latin typeface="Arial" charset="0"/>
                <a:ea typeface="宋体" charset="0"/>
                <a:cs typeface="宋体" charset="0"/>
              </a:rPr>
              <a:t>?</a:t>
            </a: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63C615CA-E791-DC4A-AF37-EB0E6587D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644900"/>
          <a:ext cx="1944688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200" imgH="330200" progId="Equation.3">
                  <p:embed/>
                </p:oleObj>
              </mc:Choice>
              <mc:Fallback>
                <p:oleObj name="Equation" r:id="rId8" imgW="965200" imgH="330200" progId="Equation.3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63C615CA-E791-DC4A-AF37-EB0E6587D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644900"/>
                        <a:ext cx="1944688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D600F422-1A6C-E04E-B004-16C73D643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437063"/>
            <a:ext cx="792162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>
                <a:ea typeface="宋体" charset="0"/>
                <a:cs typeface="宋体" charset="0"/>
              </a:rPr>
              <a:t>由于原积分的准确值具有一位整数</a:t>
            </a:r>
            <a:r>
              <a:rPr lang="en-US" altLang="zh-CN" sz="2400">
                <a:ea typeface="宋体" charset="0"/>
                <a:cs typeface="宋体" charset="0"/>
              </a:rPr>
              <a:t>,</a:t>
            </a:r>
            <a:r>
              <a:rPr lang="zh-CN" altLang="en-US" sz="2400">
                <a:ea typeface="宋体" charset="0"/>
                <a:cs typeface="宋体" charset="0"/>
              </a:rPr>
              <a:t>因此要使近似积分值有五位有效数字</a:t>
            </a:r>
            <a:r>
              <a:rPr lang="en-US" altLang="zh-CN" sz="2400">
                <a:ea typeface="宋体" charset="0"/>
                <a:cs typeface="宋体" charset="0"/>
              </a:rPr>
              <a:t>,</a:t>
            </a:r>
            <a:r>
              <a:rPr lang="zh-CN" altLang="en-US" sz="2400">
                <a:ea typeface="宋体" charset="0"/>
                <a:cs typeface="宋体" charset="0"/>
              </a:rPr>
              <a:t>只需取</a:t>
            </a:r>
            <a:r>
              <a:rPr lang="en-US" altLang="zh-CN" sz="2400" i="1">
                <a:ea typeface="宋体" charset="0"/>
                <a:cs typeface="宋体" charset="0"/>
              </a:rPr>
              <a:t>n</a:t>
            </a:r>
            <a:r>
              <a:rPr lang="zh-CN" altLang="en-US" sz="2400">
                <a:ea typeface="宋体" charset="0"/>
                <a:cs typeface="宋体" charset="0"/>
              </a:rPr>
              <a:t>满足</a:t>
            </a:r>
            <a:r>
              <a:rPr lang="en-US" altLang="zh-CN" sz="2000">
                <a:ea typeface="宋体" charset="0"/>
                <a:cs typeface="宋体" charset="0"/>
              </a:rPr>
              <a:t> 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3901FB7C-10BC-8549-9AC9-EB700C621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373688"/>
          <a:ext cx="2039938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945600" imgH="14046200" progId="Equation.3">
                  <p:embed/>
                </p:oleObj>
              </mc:Choice>
              <mc:Fallback>
                <p:oleObj name="Equation" r:id="rId10" imgW="21945600" imgH="14046200" progId="Equation.3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3901FB7C-10BC-8549-9AC9-EB700C621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373688"/>
                        <a:ext cx="2039938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C6D1D44B-6F9F-2C4E-8FB2-90B527413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5949950"/>
          <a:ext cx="1657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51400" imgH="4102100" progId="Equation.3">
                  <p:embed/>
                </p:oleObj>
              </mc:Choice>
              <mc:Fallback>
                <p:oleObj name="Equation" r:id="rId12" imgW="17551400" imgH="4102100" progId="Equation.3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C6D1D44B-6F9F-2C4E-8FB2-90B527413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949950"/>
                        <a:ext cx="1657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A1C9349D-CB47-B34C-8B7B-86587C605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876925"/>
            <a:ext cx="56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latin typeface="Wingdings" pitchFamily="2" charset="2"/>
              </a:rPr>
              <a:t>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7262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9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1" grpId="0"/>
      <p:bldP spid="393222" grpId="0"/>
      <p:bldP spid="393223" grpId="0"/>
      <p:bldP spid="393226" grpId="0"/>
      <p:bldP spid="14" grpId="0" build="p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Text Box 2">
            <a:extLst>
              <a:ext uri="{FF2B5EF4-FFF2-40B4-BE49-F238E27FC236}">
                <a16:creationId xmlns:a16="http://schemas.microsoft.com/office/drawing/2014/main" id="{F53D2CC7-7105-3E4B-A7CE-22ED47D05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445125"/>
            <a:ext cx="43243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区间逐次分半求积法</a:t>
            </a:r>
            <a:endParaRPr lang="en-US" altLang="zh-CN" sz="32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32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自适应复化求积法 </a:t>
            </a:r>
          </a:p>
        </p:txBody>
      </p:sp>
      <p:sp>
        <p:nvSpPr>
          <p:cNvPr id="384003" name="Text Box 3">
            <a:extLst>
              <a:ext uri="{FF2B5EF4-FFF2-40B4-BE49-F238E27FC236}">
                <a16:creationId xmlns:a16="http://schemas.microsoft.com/office/drawing/2014/main" id="{4B331E95-5EB1-1A4E-9942-7BC2917A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57563"/>
            <a:ext cx="8496300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2600" b="1" dirty="0">
                <a:ea typeface="宋体" panose="02010600030101010101" pitchFamily="2" charset="-122"/>
              </a:rPr>
              <a:t>故常采用</a:t>
            </a:r>
            <a:r>
              <a:rPr lang="zh-CN" altLang="en-US" sz="2600" b="1" dirty="0">
                <a:solidFill>
                  <a:srgbClr val="FF0000"/>
                </a:solidFill>
                <a:ea typeface="宋体" panose="02010600030101010101" pitchFamily="2" charset="-122"/>
              </a:rPr>
              <a:t>“事后估计误差”</a:t>
            </a:r>
            <a:r>
              <a:rPr lang="zh-CN" altLang="en-US" sz="2600" b="1" dirty="0">
                <a:ea typeface="宋体" panose="02010600030101010101" pitchFamily="2" charset="-122"/>
              </a:rPr>
              <a:t>的方法。即在步长逐次半分的过程中，反复利用复化求积公式进行计算。并同时查看相继两次计算结果的误差是否达到要求，直到所求得的积分近似值满足精度要求为止。</a:t>
            </a:r>
          </a:p>
        </p:txBody>
      </p:sp>
      <p:sp>
        <p:nvSpPr>
          <p:cNvPr id="384008" name="Rectangle 8">
            <a:extLst>
              <a:ext uri="{FF2B5EF4-FFF2-40B4-BE49-F238E27FC236}">
                <a16:creationId xmlns:a16="http://schemas.microsoft.com/office/drawing/2014/main" id="{1B952717-BDA6-B64D-9731-C41373732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8186738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2D2DB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复化求积公式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是提高精确度的一种有效方法，但在使用</a:t>
            </a:r>
          </a:p>
          <a:p>
            <a:pPr eaLnBrk="1" hangingPunct="1"/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复化型求积公式之前，必须进行先验估计，以确定节点</a:t>
            </a:r>
          </a:p>
          <a:p>
            <a:pPr eaLnBrk="1" hangingPunct="1"/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数目，从而确定合适的等分步长。</a:t>
            </a:r>
            <a:r>
              <a:rPr lang="zh-CN" altLang="en-US" sz="2600" b="1" dirty="0">
                <a:solidFill>
                  <a:srgbClr val="000000"/>
                </a:solidFill>
              </a:rPr>
              <a:t>误差估计困难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B361B0FB-0AD1-144B-9B38-321964746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3886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  <a:cs typeface="楷体_GB2312" charset="0"/>
                <a:sym typeface="Wingdings" charset="0"/>
              </a:rPr>
              <a:t> 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  <a:cs typeface="楷体_GB2312" charset="0"/>
                <a:sym typeface="Wingdings" charset="0"/>
              </a:rPr>
              <a:t>误差估计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  <a:cs typeface="楷体_GB2312" charset="0"/>
              </a:rPr>
              <a:t>：</a:t>
            </a:r>
            <a:endParaRPr lang="en-US" altLang="zh-CN" sz="3200" b="1" dirty="0">
              <a:latin typeface="SimSun" panose="02010600030101010101" pitchFamily="2" charset="-122"/>
              <a:ea typeface="SimSun" panose="02010600030101010101" pitchFamily="2" charset="-122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69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/>
      <p:bldP spid="384003" grpId="0"/>
      <p:bldP spid="38400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>
            <a:extLst>
              <a:ext uri="{FF2B5EF4-FFF2-40B4-BE49-F238E27FC236}">
                <a16:creationId xmlns:a16="http://schemas.microsoft.com/office/drawing/2014/main" id="{3D114863-B87E-B942-ACB1-70A931B10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260350"/>
            <a:ext cx="44942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latin typeface="宋体" charset="0"/>
                <a:ea typeface="宋体" charset="0"/>
                <a:cs typeface="宋体" charset="0"/>
              </a:rPr>
              <a:t>以复合梯形公式算法为例：</a:t>
            </a:r>
          </a:p>
        </p:txBody>
      </p:sp>
      <p:sp>
        <p:nvSpPr>
          <p:cNvPr id="78852" name="Text Box 4">
            <a:extLst>
              <a:ext uri="{FF2B5EF4-FFF2-40B4-BE49-F238E27FC236}">
                <a16:creationId xmlns:a16="http://schemas.microsoft.com/office/drawing/2014/main" id="{CE6E8248-0C34-0D46-B48B-1A8E656A3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1125538"/>
            <a:ext cx="571658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en-US" altLang="zh-CN"/>
              <a:t>1</a:t>
            </a:r>
            <a:r>
              <a:rPr lang="zh-CN" altLang="en-US"/>
              <a:t>、将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]</a:t>
            </a:r>
            <a:r>
              <a:rPr lang="en-US" altLang="zh-CN" i="1"/>
              <a:t>n</a:t>
            </a:r>
            <a:r>
              <a:rPr lang="zh-CN" altLang="en-US"/>
              <a:t>等分，</a:t>
            </a:r>
            <a:r>
              <a:rPr lang="en-US" altLang="zh-CN" i="1"/>
              <a:t>h</a:t>
            </a:r>
            <a:r>
              <a:rPr lang="zh-CN" altLang="en-US"/>
              <a:t>为步长，积分值为</a:t>
            </a:r>
          </a:p>
        </p:txBody>
      </p:sp>
      <p:graphicFrame>
        <p:nvGraphicFramePr>
          <p:cNvPr id="78853" name="Object 5">
            <a:extLst>
              <a:ext uri="{FF2B5EF4-FFF2-40B4-BE49-F238E27FC236}">
                <a16:creationId xmlns:a16="http://schemas.microsoft.com/office/drawing/2014/main" id="{BF0A3B12-BBAF-1A4F-8CB1-2C66F5CEA4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1125538"/>
          <a:ext cx="4159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" imgH="215900" progId="Equation.3">
                  <p:embed/>
                </p:oleObj>
              </mc:Choice>
              <mc:Fallback>
                <p:oleObj name="Equation" r:id="rId3" imgW="165100" imgH="215900" progId="Equation.3">
                  <p:embed/>
                  <p:pic>
                    <p:nvPicPr>
                      <p:cNvPr id="78853" name="Object 5">
                        <a:extLst>
                          <a:ext uri="{FF2B5EF4-FFF2-40B4-BE49-F238E27FC236}">
                            <a16:creationId xmlns:a16="http://schemas.microsoft.com/office/drawing/2014/main" id="{BF0A3B12-BBAF-1A4F-8CB1-2C66F5CEA4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125538"/>
                        <a:ext cx="4159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Text Box 6">
            <a:extLst>
              <a:ext uri="{FF2B5EF4-FFF2-40B4-BE49-F238E27FC236}">
                <a16:creationId xmlns:a16="http://schemas.microsoft.com/office/drawing/2014/main" id="{5D8081A3-0CCF-5147-A357-3F417C91C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73238"/>
            <a:ext cx="87852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en-US" altLang="zh-CN"/>
              <a:t>2</a:t>
            </a:r>
            <a:r>
              <a:rPr lang="zh-CN" altLang="en-US"/>
              <a:t>、再将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]2</a:t>
            </a:r>
            <a:r>
              <a:rPr lang="en-US" altLang="zh-CN" i="1"/>
              <a:t>n</a:t>
            </a:r>
            <a:r>
              <a:rPr lang="zh-CN" altLang="en-US"/>
              <a:t>等分，求得的积分值为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C1A4D8B0-49A2-C847-8286-E08EEC91C9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1844675"/>
          <a:ext cx="4762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900" imgH="215900" progId="Equation.3">
                  <p:embed/>
                </p:oleObj>
              </mc:Choice>
              <mc:Fallback>
                <p:oleObj name="Equation" r:id="rId5" imgW="215900" imgH="215900" progId="Equation.3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C1A4D8B0-49A2-C847-8286-E08EEC91C9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844675"/>
                        <a:ext cx="4762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AB0A48A7-397B-684B-B846-EE5D8BE05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565400"/>
            <a:ext cx="878522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/>
              <a:t>3</a:t>
            </a:r>
            <a:r>
              <a:rPr lang="zh-CN" altLang="en-US"/>
              <a:t>、误差分析</a:t>
            </a:r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E99ED82E-C69A-F74D-83E6-096330B98819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2565400"/>
            <a:ext cx="5111750" cy="806450"/>
            <a:chOff x="1383" y="2160"/>
            <a:chExt cx="3402" cy="599"/>
          </a:xfrm>
        </p:grpSpPr>
        <p:graphicFrame>
          <p:nvGraphicFramePr>
            <p:cNvPr id="23572" name="Object 6">
              <a:extLst>
                <a:ext uri="{FF2B5EF4-FFF2-40B4-BE49-F238E27FC236}">
                  <a16:creationId xmlns:a16="http://schemas.microsoft.com/office/drawing/2014/main" id="{696B8484-D477-CA49-9140-DC41532349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3" y="2160"/>
            <a:ext cx="2223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3642300" imgH="9067800" progId="Equation.3">
                    <p:embed/>
                  </p:oleObj>
                </mc:Choice>
                <mc:Fallback>
                  <p:oleObj name="公式" r:id="rId7" imgW="33642300" imgH="9067800" progId="Equation.3">
                    <p:embed/>
                    <p:pic>
                      <p:nvPicPr>
                        <p:cNvPr id="23572" name="Object 6">
                          <a:extLst>
                            <a:ext uri="{FF2B5EF4-FFF2-40B4-BE49-F238E27FC236}">
                              <a16:creationId xmlns:a16="http://schemas.microsoft.com/office/drawing/2014/main" id="{696B8484-D477-CA49-9140-DC41532349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160"/>
                          <a:ext cx="2223" cy="5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Object 7">
              <a:extLst>
                <a:ext uri="{FF2B5EF4-FFF2-40B4-BE49-F238E27FC236}">
                  <a16:creationId xmlns:a16="http://schemas.microsoft.com/office/drawing/2014/main" id="{149669E9-B3CE-E947-87A7-5D5EA9DA94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2296"/>
            <a:ext cx="90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3754100" imgH="4686300" progId="Equation.3">
                    <p:embed/>
                  </p:oleObj>
                </mc:Choice>
                <mc:Fallback>
                  <p:oleObj name="公式" r:id="rId9" imgW="13754100" imgH="4686300" progId="Equation.3">
                    <p:embed/>
                    <p:pic>
                      <p:nvPicPr>
                        <p:cNvPr id="23573" name="Object 7">
                          <a:extLst>
                            <a:ext uri="{FF2B5EF4-FFF2-40B4-BE49-F238E27FC236}">
                              <a16:creationId xmlns:a16="http://schemas.microsoft.com/office/drawing/2014/main" id="{149669E9-B3CE-E947-87A7-5D5EA9DA94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2296"/>
                          <a:ext cx="907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4">
            <a:extLst>
              <a:ext uri="{FF2B5EF4-FFF2-40B4-BE49-F238E27FC236}">
                <a16:creationId xmlns:a16="http://schemas.microsoft.com/office/drawing/2014/main" id="{78BEC6B1-26A3-D94C-B1C2-39ECBC7FA541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3500438"/>
            <a:ext cx="5227637" cy="879475"/>
            <a:chOff x="1174" y="2740"/>
            <a:chExt cx="3656" cy="599"/>
          </a:xfrm>
        </p:grpSpPr>
        <p:graphicFrame>
          <p:nvGraphicFramePr>
            <p:cNvPr id="23570" name="Object 8">
              <a:extLst>
                <a:ext uri="{FF2B5EF4-FFF2-40B4-BE49-F238E27FC236}">
                  <a16:creationId xmlns:a16="http://schemas.microsoft.com/office/drawing/2014/main" id="{C6C09E83-C015-3B4B-93D1-2E2EB48671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4" y="2740"/>
            <a:ext cx="2551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38620700" imgH="9067800" progId="Equation.3">
                    <p:embed/>
                  </p:oleObj>
                </mc:Choice>
                <mc:Fallback>
                  <p:oleObj name="公式" r:id="rId11" imgW="38620700" imgH="9067800" progId="Equation.3">
                    <p:embed/>
                    <p:pic>
                      <p:nvPicPr>
                        <p:cNvPr id="23570" name="Object 8">
                          <a:extLst>
                            <a:ext uri="{FF2B5EF4-FFF2-40B4-BE49-F238E27FC236}">
                              <a16:creationId xmlns:a16="http://schemas.microsoft.com/office/drawing/2014/main" id="{C6C09E83-C015-3B4B-93D1-2E2EB48671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4" y="2740"/>
                          <a:ext cx="2551" cy="5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Object 9">
              <a:extLst>
                <a:ext uri="{FF2B5EF4-FFF2-40B4-BE49-F238E27FC236}">
                  <a16:creationId xmlns:a16="http://schemas.microsoft.com/office/drawing/2014/main" id="{BFABC684-C216-5046-A206-AC807E3D0F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4" y="2876"/>
            <a:ext cx="92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4046200" imgH="4686300" progId="Equation.3">
                    <p:embed/>
                  </p:oleObj>
                </mc:Choice>
                <mc:Fallback>
                  <p:oleObj name="公式" r:id="rId13" imgW="14046200" imgH="4686300" progId="Equation.3">
                    <p:embed/>
                    <p:pic>
                      <p:nvPicPr>
                        <p:cNvPr id="23571" name="Object 9">
                          <a:extLst>
                            <a:ext uri="{FF2B5EF4-FFF2-40B4-BE49-F238E27FC236}">
                              <a16:creationId xmlns:a16="http://schemas.microsoft.com/office/drawing/2014/main" id="{BFABC684-C216-5046-A206-AC807E3D0F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4" y="2876"/>
                          <a:ext cx="926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10">
            <a:extLst>
              <a:ext uri="{FF2B5EF4-FFF2-40B4-BE49-F238E27FC236}">
                <a16:creationId xmlns:a16="http://schemas.microsoft.com/office/drawing/2014/main" id="{15E2E053-717C-524B-8782-432170D3B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815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ea typeface="宋体" charset="0"/>
                <a:cs typeface="宋体" charset="0"/>
              </a:rPr>
              <a:t>假定</a:t>
            </a:r>
          </a:p>
        </p:txBody>
      </p: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EF745624-79D8-E246-B4B3-4FACFED08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581525"/>
          <a:ext cx="23764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361400" imgH="4686300" progId="Equation.3">
                  <p:embed/>
                </p:oleObj>
              </mc:Choice>
              <mc:Fallback>
                <p:oleObj name="Equation" r:id="rId15" imgW="21361400" imgH="4686300" progId="Equation.3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EF745624-79D8-E246-B4B3-4FACFED08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81525"/>
                        <a:ext cx="23764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>
            <a:extLst>
              <a:ext uri="{FF2B5EF4-FFF2-40B4-BE49-F238E27FC236}">
                <a16:creationId xmlns:a16="http://schemas.microsoft.com/office/drawing/2014/main" id="{C3C11454-AEDC-594B-B094-6C39F1AA5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3736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则有</a:t>
            </a: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134EC15C-E729-884B-96CC-0FE7B51528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425" y="5300663"/>
          <a:ext cx="14541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11200" imgH="431800" progId="Equation.3">
                  <p:embed/>
                </p:oleObj>
              </mc:Choice>
              <mc:Fallback>
                <p:oleObj name="Equation" r:id="rId17" imgW="711200" imgH="431800" progId="Equation.3">
                  <p:embed/>
                  <p:pic>
                    <p:nvPicPr>
                      <p:cNvPr id="18" name="Object 3">
                        <a:extLst>
                          <a:ext uri="{FF2B5EF4-FFF2-40B4-BE49-F238E27FC236}">
                            <a16:creationId xmlns:a16="http://schemas.microsoft.com/office/drawing/2014/main" id="{134EC15C-E729-884B-96CC-0FE7B51528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5300663"/>
                        <a:ext cx="145415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>
            <a:extLst>
              <a:ext uri="{FF2B5EF4-FFF2-40B4-BE49-F238E27FC236}">
                <a16:creationId xmlns:a16="http://schemas.microsoft.com/office/drawing/2014/main" id="{5FB3077F-B42D-CC4B-8B80-33928F2D6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37368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ea typeface="宋体" charset="0"/>
                <a:cs typeface="宋体" charset="0"/>
              </a:rPr>
              <a:t>即</a:t>
            </a: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CEBDBFCA-F4C4-B146-B7AA-94F8D0BB5E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300663"/>
          <a:ext cx="23749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8968700" imgH="9067800" progId="Equation.3">
                  <p:embed/>
                </p:oleObj>
              </mc:Choice>
              <mc:Fallback>
                <p:oleObj name="公式" r:id="rId19" imgW="28968700" imgH="9067800" progId="Equation.3">
                  <p:embed/>
                  <p:pic>
                    <p:nvPicPr>
                      <p:cNvPr id="20" name="Object 5">
                        <a:extLst>
                          <a:ext uri="{FF2B5EF4-FFF2-40B4-BE49-F238E27FC236}">
                            <a16:creationId xmlns:a16="http://schemas.microsoft.com/office/drawing/2014/main" id="{CEBDBFCA-F4C4-B146-B7AA-94F8D0BB5E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300663"/>
                        <a:ext cx="23749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6">
            <a:extLst>
              <a:ext uri="{FF2B5EF4-FFF2-40B4-BE49-F238E27FC236}">
                <a16:creationId xmlns:a16="http://schemas.microsoft.com/office/drawing/2014/main" id="{29AA5EA1-46C1-804F-97EF-B9847CB34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223000"/>
            <a:ext cx="5411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若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i="1" baseline="-25000" dirty="0"/>
              <a:t>n</a:t>
            </a:r>
            <a:r>
              <a:rPr lang="zh-CN" altLang="en-US" dirty="0"/>
              <a:t>与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n</a:t>
            </a:r>
            <a:r>
              <a:rPr lang="zh-CN" altLang="en-US" dirty="0"/>
              <a:t>接近，则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i="1" baseline="-25000" dirty="0"/>
              <a:t>n</a:t>
            </a:r>
            <a:r>
              <a:rPr lang="zh-CN" altLang="en-US" dirty="0"/>
              <a:t>误差很小。</a:t>
            </a:r>
          </a:p>
        </p:txBody>
      </p:sp>
      <p:sp>
        <p:nvSpPr>
          <p:cNvPr id="23568" name="Rectangle 1">
            <a:extLst>
              <a:ext uri="{FF2B5EF4-FFF2-40B4-BE49-F238E27FC236}">
                <a16:creationId xmlns:a16="http://schemas.microsoft.com/office/drawing/2014/main" id="{DA0854A5-4D5F-814E-9D80-BD90A47A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242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zh-CN" altLang="en-US">
                <a:solidFill>
                  <a:srgbClr val="FF0000"/>
                </a:solidFill>
              </a:rPr>
              <a:t>事后估计法</a:t>
            </a:r>
            <a:endParaRPr lang="zh-CN" altLang="en-US"/>
          </a:p>
        </p:txBody>
      </p:sp>
      <p:sp>
        <p:nvSpPr>
          <p:cNvPr id="22" name="AutoShape 51">
            <a:extLst>
              <a:ext uri="{FF2B5EF4-FFF2-40B4-BE49-F238E27FC236}">
                <a16:creationId xmlns:a16="http://schemas.microsoft.com/office/drawing/2014/main" id="{6752DC64-CE62-9242-ABBF-9E15EB173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14800"/>
            <a:ext cx="3810000" cy="1219200"/>
          </a:xfrm>
          <a:prstGeom prst="wedgeEllipseCallout">
            <a:avLst>
              <a:gd name="adj1" fmla="val -16234"/>
              <a:gd name="adj2" fmla="val 64485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 sz="2400" b="1" dirty="0">
                <a:latin typeface="Times New Roman" charset="0"/>
                <a:ea typeface="MS PGothic" charset="0"/>
                <a:cs typeface="楷体_GB2312" charset="0"/>
              </a:rPr>
              <a:t>可用来判断迭代</a:t>
            </a:r>
            <a:endParaRPr lang="en-US" altLang="zh-CN" sz="2400" b="1" dirty="0">
              <a:latin typeface="Times New Roman" charset="0"/>
              <a:ea typeface="MS PGothic" charset="0"/>
              <a:cs typeface="楷体_GB2312" charset="0"/>
            </a:endParaRPr>
          </a:p>
          <a:p>
            <a:pPr algn="ctr">
              <a:defRPr/>
            </a:pPr>
            <a:r>
              <a:rPr lang="zh-CN" altLang="en-US" sz="2400" b="1" dirty="0">
                <a:latin typeface="Times New Roman" charset="0"/>
                <a:ea typeface="MS PGothic" charset="0"/>
                <a:cs typeface="楷体_GB2312" charset="0"/>
              </a:rPr>
              <a:t>是否停止。</a:t>
            </a:r>
            <a:endParaRPr lang="en-US" altLang="zh-CN" sz="2400" b="1" dirty="0">
              <a:latin typeface="Times New Roman" charset="0"/>
              <a:ea typeface="MS PGothic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6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/>
      <p:bldP spid="78852" grpId="0"/>
      <p:bldP spid="78854" grpId="0"/>
      <p:bldP spid="8" grpId="0"/>
      <p:bldP spid="15" grpId="0"/>
      <p:bldP spid="17" grpId="0"/>
      <p:bldP spid="19" grpId="0"/>
      <p:bldP spid="21" grpId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2" name="Text Box 8">
            <a:extLst>
              <a:ext uri="{FF2B5EF4-FFF2-40B4-BE49-F238E27FC236}">
                <a16:creationId xmlns:a16="http://schemas.microsoft.com/office/drawing/2014/main" id="{805B70EC-E75C-F940-BC1A-CB74E23FD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20713"/>
            <a:ext cx="72501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Wingdings" charset="0"/>
              <a:buChar char="Ø"/>
              <a:defRPr/>
            </a:pPr>
            <a:r>
              <a:rPr lang="zh-CN" altLang="en-US"/>
              <a:t>若用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 i="1" baseline="-25000"/>
              <a:t>n</a:t>
            </a:r>
            <a:r>
              <a:rPr lang="zh-CN" altLang="en-US"/>
              <a:t>的近似误差作为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 i="1" baseline="-25000"/>
              <a:t>n</a:t>
            </a:r>
            <a:r>
              <a:rPr lang="zh-CN" altLang="en-US"/>
              <a:t>的一种补偿，得</a:t>
            </a:r>
          </a:p>
        </p:txBody>
      </p:sp>
      <p:graphicFrame>
        <p:nvGraphicFramePr>
          <p:cNvPr id="82953" name="Object 9">
            <a:extLst>
              <a:ext uri="{FF2B5EF4-FFF2-40B4-BE49-F238E27FC236}">
                <a16:creationId xmlns:a16="http://schemas.microsoft.com/office/drawing/2014/main" id="{13E6E415-E172-F048-B508-7EEAB98FC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268413"/>
          <a:ext cx="459581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393700" progId="Equation.3">
                  <p:embed/>
                </p:oleObj>
              </mc:Choice>
              <mc:Fallback>
                <p:oleObj name="Equation" r:id="rId2" imgW="1943100" imgH="393700" progId="Equation.3">
                  <p:embed/>
                  <p:pic>
                    <p:nvPicPr>
                      <p:cNvPr id="82953" name="Object 9">
                        <a:extLst>
                          <a:ext uri="{FF2B5EF4-FFF2-40B4-BE49-F238E27FC236}">
                            <a16:creationId xmlns:a16="http://schemas.microsoft.com/office/drawing/2014/main" id="{13E6E415-E172-F048-B508-7EEAB98FC7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268413"/>
                        <a:ext cx="4595813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Text Box 10">
            <a:extLst>
              <a:ext uri="{FF2B5EF4-FFF2-40B4-BE49-F238E27FC236}">
                <a16:creationId xmlns:a16="http://schemas.microsoft.com/office/drawing/2014/main" id="{F5D19042-84C7-754B-A601-09FC9ACDF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276475"/>
            <a:ext cx="3398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可能是更好的结果。</a:t>
            </a:r>
          </a:p>
        </p:txBody>
      </p:sp>
      <p:sp>
        <p:nvSpPr>
          <p:cNvPr id="82955" name="Text Box 11">
            <a:extLst>
              <a:ext uri="{FF2B5EF4-FFF2-40B4-BE49-F238E27FC236}">
                <a16:creationId xmlns:a16="http://schemas.microsoft.com/office/drawing/2014/main" id="{A2B854E2-314E-9F44-B345-5EF370C87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3089275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ea typeface="宋体" charset="0"/>
                <a:cs typeface="宋体" charset="0"/>
              </a:rPr>
              <a:t>由</a:t>
            </a:r>
          </a:p>
        </p:txBody>
      </p:sp>
      <p:graphicFrame>
        <p:nvGraphicFramePr>
          <p:cNvPr id="82956" name="Object 12">
            <a:extLst>
              <a:ext uri="{FF2B5EF4-FFF2-40B4-BE49-F238E27FC236}">
                <a16:creationId xmlns:a16="http://schemas.microsoft.com/office/drawing/2014/main" id="{E51354CE-44F7-AB4D-8CB6-3FE4F8885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025775"/>
          <a:ext cx="1871662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529800" imgH="9067800" progId="Equation.3">
                  <p:embed/>
                </p:oleObj>
              </mc:Choice>
              <mc:Fallback>
                <p:oleObj name="公式" r:id="rId4" imgW="22529800" imgH="9067800" progId="Equation.3">
                  <p:embed/>
                  <p:pic>
                    <p:nvPicPr>
                      <p:cNvPr id="82956" name="Object 12">
                        <a:extLst>
                          <a:ext uri="{FF2B5EF4-FFF2-40B4-BE49-F238E27FC236}">
                            <a16:creationId xmlns:a16="http://schemas.microsoft.com/office/drawing/2014/main" id="{E51354CE-44F7-AB4D-8CB6-3FE4F8885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025775"/>
                        <a:ext cx="1871662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3">
            <a:extLst>
              <a:ext uri="{FF2B5EF4-FFF2-40B4-BE49-F238E27FC236}">
                <a16:creationId xmlns:a16="http://schemas.microsoft.com/office/drawing/2014/main" id="{12554892-9C6B-9C4F-B3CC-AB7830396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933825"/>
          <a:ext cx="36560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183300" imgH="10236200" progId="Equation.3">
                  <p:embed/>
                </p:oleObj>
              </mc:Choice>
              <mc:Fallback>
                <p:oleObj name="Equation" r:id="rId6" imgW="44183300" imgH="10236200" progId="Equation.3">
                  <p:embed/>
                  <p:pic>
                    <p:nvPicPr>
                      <p:cNvPr id="82957" name="Object 13">
                        <a:extLst>
                          <a:ext uri="{FF2B5EF4-FFF2-40B4-BE49-F238E27FC236}">
                            <a16:creationId xmlns:a16="http://schemas.microsoft.com/office/drawing/2014/main" id="{12554892-9C6B-9C4F-B3CC-AB7830396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933825"/>
                        <a:ext cx="36560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D7879F49-7D23-3F44-A8E6-08D4DC484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857750"/>
          <a:ext cx="53943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81300" imgH="457200" progId="Equation.3">
                  <p:embed/>
                </p:oleObj>
              </mc:Choice>
              <mc:Fallback>
                <p:oleObj name="Equation" r:id="rId8" imgW="2781300" imgH="457200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D7879F49-7D23-3F44-A8E6-08D4DC484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857750"/>
                        <a:ext cx="5394325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06432730-0BFD-5F4D-B18D-FFE23C9871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805488"/>
          <a:ext cx="66833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023100" imgH="4978400" progId="Equation.3">
                  <p:embed/>
                </p:oleObj>
              </mc:Choice>
              <mc:Fallback>
                <p:oleObj name="公式" r:id="rId10" imgW="7023100" imgH="4978400" progId="Equation.3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06432730-0BFD-5F4D-B18D-FFE23C9871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805488"/>
                        <a:ext cx="668338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6">
            <a:extLst>
              <a:ext uri="{FF2B5EF4-FFF2-40B4-BE49-F238E27FC236}">
                <a16:creationId xmlns:a16="http://schemas.microsoft.com/office/drawing/2014/main" id="{13360F44-9C4A-3F43-8527-65808FFAF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6092825"/>
            <a:ext cx="2682875" cy="495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 sz="2600">
                <a:solidFill>
                  <a:schemeClr val="tx2"/>
                </a:solidFill>
                <a:latin typeface="宋体" charset="0"/>
                <a:ea typeface="宋体" charset="0"/>
                <a:cs typeface="宋体" charset="0"/>
              </a:rPr>
              <a:t>复合</a:t>
            </a:r>
            <a:r>
              <a:rPr lang="en-US" altLang="zh-CN" sz="2600">
                <a:solidFill>
                  <a:schemeClr val="tx2"/>
                </a:solidFill>
                <a:latin typeface="宋体" charset="0"/>
                <a:ea typeface="宋体" charset="0"/>
                <a:cs typeface="宋体" charset="0"/>
              </a:rPr>
              <a:t>Simpson</a:t>
            </a:r>
            <a:r>
              <a:rPr lang="zh-CN" altLang="en-US" sz="2600">
                <a:solidFill>
                  <a:schemeClr val="tx2"/>
                </a:solidFill>
                <a:latin typeface="宋体" charset="0"/>
                <a:ea typeface="宋体" charset="0"/>
                <a:cs typeface="宋体" charset="0"/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356327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/>
      <p:bldP spid="82955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6" name="Text Box 8">
            <a:extLst>
              <a:ext uri="{FF2B5EF4-FFF2-40B4-BE49-F238E27FC236}">
                <a16:creationId xmlns:a16="http://schemas.microsoft.com/office/drawing/2014/main" id="{21890D8F-09AE-BD49-8C86-05D562724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33147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zh-CN" altLang="en-US" dirty="0"/>
              <a:t>考察</a:t>
            </a:r>
            <a:r>
              <a:rPr lang="en-US" altLang="zh-CN" dirty="0"/>
              <a:t>Simpson</a:t>
            </a:r>
            <a:r>
              <a:rPr lang="zh-CN" altLang="en-US" dirty="0"/>
              <a:t>公式</a:t>
            </a:r>
          </a:p>
        </p:txBody>
      </p:sp>
      <p:graphicFrame>
        <p:nvGraphicFramePr>
          <p:cNvPr id="83977" name="Object 9">
            <a:extLst>
              <a:ext uri="{FF2B5EF4-FFF2-40B4-BE49-F238E27FC236}">
                <a16:creationId xmlns:a16="http://schemas.microsoft.com/office/drawing/2014/main" id="{92A05DFB-8A9B-7943-8AD3-87C49CF86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716338"/>
          <a:ext cx="150653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135600" imgH="9944100" progId="Equation.3">
                  <p:embed/>
                </p:oleObj>
              </mc:Choice>
              <mc:Fallback>
                <p:oleObj name="公式" r:id="rId2" imgW="18135600" imgH="9944100" progId="Equation.3">
                  <p:embed/>
                  <p:pic>
                    <p:nvPicPr>
                      <p:cNvPr id="83977" name="Object 9">
                        <a:extLst>
                          <a:ext uri="{FF2B5EF4-FFF2-40B4-BE49-F238E27FC236}">
                            <a16:creationId xmlns:a16="http://schemas.microsoft.com/office/drawing/2014/main" id="{92A05DFB-8A9B-7943-8AD3-87C49CF86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16338"/>
                        <a:ext cx="150653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8" name="Text Box 10">
            <a:extLst>
              <a:ext uri="{FF2B5EF4-FFF2-40B4-BE49-F238E27FC236}">
                <a16:creationId xmlns:a16="http://schemas.microsoft.com/office/drawing/2014/main" id="{77C32A5E-064E-7A44-9563-E6B143AAE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384651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ea typeface="宋体" charset="0"/>
                <a:cs typeface="宋体" charset="0"/>
              </a:rPr>
              <a:t>即</a:t>
            </a:r>
          </a:p>
        </p:txBody>
      </p:sp>
      <p:graphicFrame>
        <p:nvGraphicFramePr>
          <p:cNvPr id="83979" name="Object 11">
            <a:extLst>
              <a:ext uri="{FF2B5EF4-FFF2-40B4-BE49-F238E27FC236}">
                <a16:creationId xmlns:a16="http://schemas.microsoft.com/office/drawing/2014/main" id="{CE9D5963-8E3E-D944-A8BB-4F7A636AF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3644900"/>
          <a:ext cx="24352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1100" imgH="406400" progId="Equation.3">
                  <p:embed/>
                </p:oleObj>
              </mc:Choice>
              <mc:Fallback>
                <p:oleObj name="Equation" r:id="rId4" imgW="1181100" imgH="406400" progId="Equation.3">
                  <p:embed/>
                  <p:pic>
                    <p:nvPicPr>
                      <p:cNvPr id="83979" name="Object 11">
                        <a:extLst>
                          <a:ext uri="{FF2B5EF4-FFF2-40B4-BE49-F238E27FC236}">
                            <a16:creationId xmlns:a16="http://schemas.microsoft.com/office/drawing/2014/main" id="{CE9D5963-8E3E-D944-A8BB-4F7A636AFA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644900"/>
                        <a:ext cx="243522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Text Box 12">
            <a:extLst>
              <a:ext uri="{FF2B5EF4-FFF2-40B4-BE49-F238E27FC236}">
                <a16:creationId xmlns:a16="http://schemas.microsoft.com/office/drawing/2014/main" id="{1B990A15-9A54-BD4B-B614-CCA833DB7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4652963"/>
            <a:ext cx="2349500" cy="495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 sz="2600">
                <a:solidFill>
                  <a:schemeClr val="tx2"/>
                </a:solidFill>
                <a:latin typeface="宋体" charset="0"/>
                <a:ea typeface="宋体" charset="0"/>
                <a:cs typeface="宋体" charset="0"/>
              </a:rPr>
              <a:t>复合</a:t>
            </a:r>
            <a:r>
              <a:rPr lang="en-US" altLang="zh-CN" sz="2600">
                <a:solidFill>
                  <a:schemeClr val="tx2"/>
                </a:solidFill>
                <a:latin typeface="宋体" charset="0"/>
                <a:ea typeface="宋体" charset="0"/>
                <a:cs typeface="宋体" charset="0"/>
              </a:rPr>
              <a:t>Cotes</a:t>
            </a:r>
            <a:r>
              <a:rPr lang="zh-CN" altLang="en-US" sz="2600">
                <a:solidFill>
                  <a:schemeClr val="tx2"/>
                </a:solidFill>
                <a:latin typeface="宋体" charset="0"/>
                <a:ea typeface="宋体" charset="0"/>
                <a:cs typeface="宋体" charset="0"/>
              </a:rPr>
              <a:t>公式</a:t>
            </a:r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07655045-67B0-0D43-A5AA-4518B0BA3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516563"/>
          <a:ext cx="2471738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8100" imgH="393700" progId="Equation.3">
                  <p:embed/>
                </p:oleObj>
              </mc:Choice>
              <mc:Fallback>
                <p:oleObj name="Equation" r:id="rId6" imgW="1308100" imgH="393700" progId="Equation.3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07655045-67B0-0D43-A5AA-4518B0BA3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516563"/>
                        <a:ext cx="2471738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8">
            <a:extLst>
              <a:ext uri="{FF2B5EF4-FFF2-40B4-BE49-F238E27FC236}">
                <a16:creationId xmlns:a16="http://schemas.microsoft.com/office/drawing/2014/main" id="{6A823076-02EB-6E48-82DC-E1F870F62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73688"/>
            <a:ext cx="21971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zh-CN" altLang="en-US" dirty="0"/>
              <a:t>误差估计：</a:t>
            </a:r>
          </a:p>
        </p:txBody>
      </p:sp>
      <p:graphicFrame>
        <p:nvGraphicFramePr>
          <p:cNvPr id="23" name="Object 101">
            <a:extLst>
              <a:ext uri="{FF2B5EF4-FFF2-40B4-BE49-F238E27FC236}">
                <a16:creationId xmlns:a16="http://schemas.microsoft.com/office/drawing/2014/main" id="{DFAE738C-313E-3345-AF80-80071AB92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2213" y="981075"/>
          <a:ext cx="310197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700" imgH="457200" progId="Equation.3">
                  <p:embed/>
                </p:oleObj>
              </mc:Choice>
              <mc:Fallback>
                <p:oleObj name="Equation" r:id="rId8" imgW="1663700" imgH="457200" progId="Equation.3">
                  <p:embed/>
                  <p:pic>
                    <p:nvPicPr>
                      <p:cNvPr id="23" name="Object 101">
                        <a:extLst>
                          <a:ext uri="{FF2B5EF4-FFF2-40B4-BE49-F238E27FC236}">
                            <a16:creationId xmlns:a16="http://schemas.microsoft.com/office/drawing/2014/main" id="{DFAE738C-313E-3345-AF80-80071AB921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981075"/>
                        <a:ext cx="310197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1">
            <a:extLst>
              <a:ext uri="{FF2B5EF4-FFF2-40B4-BE49-F238E27FC236}">
                <a16:creationId xmlns:a16="http://schemas.microsoft.com/office/drawing/2014/main" id="{FA76B9BA-4E6E-AC4A-B92E-95A06788F8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1989138"/>
          <a:ext cx="31956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500" imgH="457200" progId="Equation.3">
                  <p:embed/>
                </p:oleObj>
              </mc:Choice>
              <mc:Fallback>
                <p:oleObj name="Equation" r:id="rId10" imgW="1714500" imgH="457200" progId="Equation.3">
                  <p:embed/>
                  <p:pic>
                    <p:nvPicPr>
                      <p:cNvPr id="24" name="Object 101">
                        <a:extLst>
                          <a:ext uri="{FF2B5EF4-FFF2-40B4-BE49-F238E27FC236}">
                            <a16:creationId xmlns:a16="http://schemas.microsoft.com/office/drawing/2014/main" id="{FA76B9BA-4E6E-AC4A-B92E-95A06788F8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989138"/>
                        <a:ext cx="319563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5BA1B26-9302-7B4F-9656-1DAA6C69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2338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/>
              <a:t>类似推导可得</a:t>
            </a:r>
          </a:p>
        </p:txBody>
      </p:sp>
      <p:graphicFrame>
        <p:nvGraphicFramePr>
          <p:cNvPr id="26635" name="Object 26">
            <a:extLst>
              <a:ext uri="{FF2B5EF4-FFF2-40B4-BE49-F238E27FC236}">
                <a16:creationId xmlns:a16="http://schemas.microsoft.com/office/drawing/2014/main" id="{A89BFE0C-A0A7-E34A-9D80-2DD807A57C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0713" y="6030913"/>
          <a:ext cx="1984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" imgH="165100" progId="Equation.3">
                  <p:embed/>
                </p:oleObj>
              </mc:Choice>
              <mc:Fallback>
                <p:oleObj name="Equation" r:id="rId12" imgW="114300" imgH="165100" progId="Equation.3">
                  <p:embed/>
                  <p:pic>
                    <p:nvPicPr>
                      <p:cNvPr id="26635" name="Object 26">
                        <a:extLst>
                          <a:ext uri="{FF2B5EF4-FFF2-40B4-BE49-F238E27FC236}">
                            <a16:creationId xmlns:a16="http://schemas.microsoft.com/office/drawing/2014/main" id="{A89BFE0C-A0A7-E34A-9D80-2DD807A57C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713" y="6030913"/>
                        <a:ext cx="19843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52">
            <a:extLst>
              <a:ext uri="{FF2B5EF4-FFF2-40B4-BE49-F238E27FC236}">
                <a16:creationId xmlns:a16="http://schemas.microsoft.com/office/drawing/2014/main" id="{426DA2A3-9557-5E4C-A9D2-9674FECC3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316538"/>
            <a:ext cx="1447800" cy="15240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rIns="0" bIns="0" anchor="ctr"/>
          <a:lstStyle/>
          <a:p>
            <a:pPr algn="ctr">
              <a:defRPr/>
            </a:pPr>
            <a:r>
              <a:rPr kumimoji="0" lang="zh-CN" altLang="en-US" sz="2400" b="1" dirty="0">
                <a:latin typeface="Times New Roman" charset="0"/>
                <a:ea typeface="MS PGothic" charset="0"/>
                <a:cs typeface="楷体_GB2312" charset="0"/>
              </a:rPr>
              <a:t>练习</a:t>
            </a:r>
            <a:r>
              <a:rPr kumimoji="0" lang="en-US" altLang="zh-CN" sz="2400" b="1" dirty="0">
                <a:latin typeface="Times New Roman" charset="0"/>
                <a:ea typeface="MS PGothic" charset="0"/>
                <a:cs typeface="楷体_GB2312" charset="0"/>
              </a:rPr>
              <a:t>: </a:t>
            </a:r>
          </a:p>
          <a:p>
            <a:pPr algn="ctr">
              <a:defRPr/>
            </a:pPr>
            <a:r>
              <a:rPr kumimoji="0" lang="en-US" altLang="zh-CN" sz="2400" b="1" dirty="0">
                <a:latin typeface="Times New Roman" charset="0"/>
                <a:ea typeface="MS PGothic" charset="0"/>
                <a:cs typeface="楷体_GB2312" charset="0"/>
              </a:rPr>
              <a:t>p.127 </a:t>
            </a:r>
          </a:p>
          <a:p>
            <a:pPr algn="ctr">
              <a:defRPr/>
            </a:pPr>
            <a:r>
              <a:rPr kumimoji="0" lang="en-US" altLang="zh-CN" sz="2400" b="1" dirty="0">
                <a:latin typeface="Times New Roman" charset="0"/>
                <a:ea typeface="MS PGothic" charset="0"/>
                <a:cs typeface="楷体_GB2312" charset="0"/>
              </a:rPr>
              <a:t>#4.6(2)</a:t>
            </a:r>
          </a:p>
        </p:txBody>
      </p:sp>
    </p:spTree>
    <p:extLst>
      <p:ext uri="{BB962C8B-B14F-4D97-AF65-F5344CB8AC3E}">
        <p14:creationId xmlns:p14="http://schemas.microsoft.com/office/powerpoint/2010/main" val="262696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8" grpId="0"/>
      <p:bldP spid="83980" grpId="0" animBg="1"/>
      <p:bldP spid="22" grpId="0"/>
      <p:bldP spid="2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6" name="Text Box 8">
            <a:extLst>
              <a:ext uri="{FF2B5EF4-FFF2-40B4-BE49-F238E27FC236}">
                <a16:creationId xmlns:a16="http://schemas.microsoft.com/office/drawing/2014/main" id="{5EEA03B0-E38B-B046-B319-5811CD3C5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zh-CN" altLang="en-US" dirty="0"/>
              <a:t>考察</a:t>
            </a:r>
            <a:r>
              <a:rPr lang="en-US" altLang="zh-CN" dirty="0"/>
              <a:t>Cotes</a:t>
            </a:r>
            <a:r>
              <a:rPr lang="zh-CN" altLang="en-US" dirty="0"/>
              <a:t>公式</a:t>
            </a:r>
          </a:p>
        </p:txBody>
      </p:sp>
      <p:graphicFrame>
        <p:nvGraphicFramePr>
          <p:cNvPr id="83977" name="Object 9">
            <a:extLst>
              <a:ext uri="{FF2B5EF4-FFF2-40B4-BE49-F238E27FC236}">
                <a16:creationId xmlns:a16="http://schemas.microsoft.com/office/drawing/2014/main" id="{4B375405-1B13-3A4A-AD8E-A14FEA183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3488" y="3716338"/>
          <a:ext cx="155575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800" imgH="431800" progId="Equation.3">
                  <p:embed/>
                </p:oleObj>
              </mc:Choice>
              <mc:Fallback>
                <p:oleObj name="Equation" r:id="rId2" imgW="812800" imgH="431800" progId="Equation.3">
                  <p:embed/>
                  <p:pic>
                    <p:nvPicPr>
                      <p:cNvPr id="83977" name="Object 9">
                        <a:extLst>
                          <a:ext uri="{FF2B5EF4-FFF2-40B4-BE49-F238E27FC236}">
                            <a16:creationId xmlns:a16="http://schemas.microsoft.com/office/drawing/2014/main" id="{4B375405-1B13-3A4A-AD8E-A14FEA183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8" y="3716338"/>
                        <a:ext cx="155575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8" name="Text Box 10">
            <a:extLst>
              <a:ext uri="{FF2B5EF4-FFF2-40B4-BE49-F238E27FC236}">
                <a16:creationId xmlns:a16="http://schemas.microsoft.com/office/drawing/2014/main" id="{43E780DA-4DDA-C94A-9560-0091C247E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384651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ea typeface="宋体" charset="0"/>
                <a:cs typeface="宋体" charset="0"/>
              </a:rPr>
              <a:t>即</a:t>
            </a:r>
          </a:p>
        </p:txBody>
      </p:sp>
      <p:graphicFrame>
        <p:nvGraphicFramePr>
          <p:cNvPr id="83979" name="Object 11">
            <a:extLst>
              <a:ext uri="{FF2B5EF4-FFF2-40B4-BE49-F238E27FC236}">
                <a16:creationId xmlns:a16="http://schemas.microsoft.com/office/drawing/2014/main" id="{0762A2D2-896D-B746-AA1E-D0C0C4170B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8038" y="3644900"/>
          <a:ext cx="19113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100" imgH="406400" progId="Equation.3">
                  <p:embed/>
                </p:oleObj>
              </mc:Choice>
              <mc:Fallback>
                <p:oleObj name="Equation" r:id="rId4" imgW="927100" imgH="406400" progId="Equation.3">
                  <p:embed/>
                  <p:pic>
                    <p:nvPicPr>
                      <p:cNvPr id="83979" name="Object 11">
                        <a:extLst>
                          <a:ext uri="{FF2B5EF4-FFF2-40B4-BE49-F238E27FC236}">
                            <a16:creationId xmlns:a16="http://schemas.microsoft.com/office/drawing/2014/main" id="{0762A2D2-896D-B746-AA1E-D0C0C4170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8" y="3644900"/>
                        <a:ext cx="19113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C92C5D6E-66C8-0446-86E4-FE5C1C099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5516563"/>
          <a:ext cx="2614612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393700" progId="Equation.3">
                  <p:embed/>
                </p:oleObj>
              </mc:Choice>
              <mc:Fallback>
                <p:oleObj name="Equation" r:id="rId6" imgW="1384300" imgH="393700" progId="Equation.3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C92C5D6E-66C8-0446-86E4-FE5C1C0996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516563"/>
                        <a:ext cx="2614612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8">
            <a:extLst>
              <a:ext uri="{FF2B5EF4-FFF2-40B4-BE49-F238E27FC236}">
                <a16:creationId xmlns:a16="http://schemas.microsoft.com/office/drawing/2014/main" id="{A4F26E39-BBC4-8147-AFB1-215CF563F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73688"/>
            <a:ext cx="21971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zh-CN" altLang="en-US" dirty="0"/>
              <a:t>误差估计：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0EEF3-1E79-304C-B571-F3EFBFF1F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2338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/>
              <a:t>类似推导可得</a:t>
            </a:r>
          </a:p>
        </p:txBody>
      </p:sp>
      <p:graphicFrame>
        <p:nvGraphicFramePr>
          <p:cNvPr id="27656" name="Object 26">
            <a:extLst>
              <a:ext uri="{FF2B5EF4-FFF2-40B4-BE49-F238E27FC236}">
                <a16:creationId xmlns:a16="http://schemas.microsoft.com/office/drawing/2014/main" id="{70764FB3-B7F1-E24A-90C3-CF1EE734D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0713" y="6030913"/>
          <a:ext cx="1984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" imgH="165100" progId="Equation.3">
                  <p:embed/>
                </p:oleObj>
              </mc:Choice>
              <mc:Fallback>
                <p:oleObj name="Equation" r:id="rId8" imgW="114300" imgH="165100" progId="Equation.3">
                  <p:embed/>
                  <p:pic>
                    <p:nvPicPr>
                      <p:cNvPr id="27656" name="Object 26">
                        <a:extLst>
                          <a:ext uri="{FF2B5EF4-FFF2-40B4-BE49-F238E27FC236}">
                            <a16:creationId xmlns:a16="http://schemas.microsoft.com/office/drawing/2014/main" id="{70764FB3-B7F1-E24A-90C3-CF1EE734DC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713" y="6030913"/>
                        <a:ext cx="19843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1">
            <a:extLst>
              <a:ext uri="{FF2B5EF4-FFF2-40B4-BE49-F238E27FC236}">
                <a16:creationId xmlns:a16="http://schemas.microsoft.com/office/drawing/2014/main" id="{E22229F8-1644-4740-A3E4-B5BAA65CB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981075"/>
          <a:ext cx="37480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300" imgH="495300" progId="Equation.3">
                  <p:embed/>
                </p:oleObj>
              </mc:Choice>
              <mc:Fallback>
                <p:oleObj name="Equation" r:id="rId10" imgW="1892300" imgH="495300" progId="Equation.3">
                  <p:embed/>
                  <p:pic>
                    <p:nvPicPr>
                      <p:cNvPr id="14" name="Object 101">
                        <a:extLst>
                          <a:ext uri="{FF2B5EF4-FFF2-40B4-BE49-F238E27FC236}">
                            <a16:creationId xmlns:a16="http://schemas.microsoft.com/office/drawing/2014/main" id="{E22229F8-1644-4740-A3E4-B5BAA65CB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981075"/>
                        <a:ext cx="37480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1">
            <a:extLst>
              <a:ext uri="{FF2B5EF4-FFF2-40B4-BE49-F238E27FC236}">
                <a16:creationId xmlns:a16="http://schemas.microsoft.com/office/drawing/2014/main" id="{81C9A90D-AFC4-7F45-97BB-660EBF37C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4863" y="2060575"/>
          <a:ext cx="38481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43100" imgH="495300" progId="Equation.3">
                  <p:embed/>
                </p:oleObj>
              </mc:Choice>
              <mc:Fallback>
                <p:oleObj name="Equation" r:id="rId12" imgW="1943100" imgH="495300" progId="Equation.3">
                  <p:embed/>
                  <p:pic>
                    <p:nvPicPr>
                      <p:cNvPr id="15" name="Object 101">
                        <a:extLst>
                          <a:ext uri="{FF2B5EF4-FFF2-40B4-BE49-F238E27FC236}">
                            <a16:creationId xmlns:a16="http://schemas.microsoft.com/office/drawing/2014/main" id="{81C9A90D-AFC4-7F45-97BB-660EBF37C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2060575"/>
                        <a:ext cx="38481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DA2C4855-040F-494F-8BE3-F41D4EAB28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860800"/>
          <a:ext cx="6286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800" imgH="215900" progId="Equation.3">
                  <p:embed/>
                </p:oleObj>
              </mc:Choice>
              <mc:Fallback>
                <p:oleObj name="Equation" r:id="rId14" imgW="304800" imgH="215900" progId="Equation.3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DA2C4855-040F-494F-8BE3-F41D4EAB28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860800"/>
                        <a:ext cx="6286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2">
            <a:extLst>
              <a:ext uri="{FF2B5EF4-FFF2-40B4-BE49-F238E27FC236}">
                <a16:creationId xmlns:a16="http://schemas.microsoft.com/office/drawing/2014/main" id="{C07FA113-BEB8-6C48-A88E-AAC6E7B71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363" y="4652963"/>
            <a:ext cx="2105025" cy="4635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itchFamily="18" charset="0"/>
                <a:ea typeface="MS PGothic" pitchFamily="34" charset="-128"/>
              </a:rPr>
              <a:t>Romberg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itchFamily="18" charset="0"/>
                <a:ea typeface="MS PGothic" pitchFamily="34" charset="-128"/>
              </a:rPr>
              <a:t>序列</a:t>
            </a:r>
            <a:endParaRPr lang="en-US" altLang="zh-CN" sz="2400" b="1" dirty="0">
              <a:solidFill>
                <a:schemeClr val="accent2"/>
              </a:solidFill>
              <a:latin typeface="Times New Roman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029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8" grpId="0"/>
      <p:bldP spid="22" grpId="0"/>
      <p:bldP spid="2" grpId="0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2CAFD622-CCD9-B74E-BF3D-49FE03146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018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Wingdings" charset="0"/>
              <a:buChar char="Ø"/>
              <a:defRPr/>
            </a:pPr>
            <a:r>
              <a:rPr lang="zh-CN" altLang="en-US" b="1" dirty="0"/>
              <a:t>龙贝格序列</a:t>
            </a:r>
            <a:endParaRPr lang="en-US" altLang="zh-CN" sz="2000" b="1" dirty="0">
              <a:solidFill>
                <a:srgbClr val="008000"/>
              </a:solidFill>
              <a:latin typeface="Arial" charset="0"/>
            </a:endParaRPr>
          </a:p>
        </p:txBody>
      </p:sp>
      <p:sp>
        <p:nvSpPr>
          <p:cNvPr id="38934" name="Text Box 22">
            <a:extLst>
              <a:ext uri="{FF2B5EF4-FFF2-40B4-BE49-F238E27FC236}">
                <a16:creationId xmlns:a16="http://schemas.microsoft.com/office/drawing/2014/main" id="{8A0E175F-1C9F-4F4F-9985-A3394697F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97063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一般有：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grpSp>
        <p:nvGrpSpPr>
          <p:cNvPr id="38937" name="Group 25">
            <a:extLst>
              <a:ext uri="{FF2B5EF4-FFF2-40B4-BE49-F238E27FC236}">
                <a16:creationId xmlns:a16="http://schemas.microsoft.com/office/drawing/2014/main" id="{BFC521B4-EDCE-4440-8F58-119F96FA5508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744663"/>
            <a:ext cx="1752600" cy="838200"/>
            <a:chOff x="1200" y="2304"/>
            <a:chExt cx="1104" cy="528"/>
          </a:xfrm>
        </p:grpSpPr>
        <p:sp>
          <p:nvSpPr>
            <p:cNvPr id="38936" name="AutoShape 24" descr="新闻纸">
              <a:extLst>
                <a:ext uri="{FF2B5EF4-FFF2-40B4-BE49-F238E27FC236}">
                  <a16:creationId xmlns:a16="http://schemas.microsoft.com/office/drawing/2014/main" id="{097316D7-2CCB-5D44-B28E-83BBEDB63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04"/>
              <a:ext cx="1104" cy="528"/>
            </a:xfrm>
            <a:prstGeom prst="bevel">
              <a:avLst>
                <a:gd name="adj" fmla="val 6667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28787" name="Object 23">
              <a:extLst>
                <a:ext uri="{FF2B5EF4-FFF2-40B4-BE49-F238E27FC236}">
                  <a16:creationId xmlns:a16="http://schemas.microsoft.com/office/drawing/2014/main" id="{ACA9ADC1-F3B3-DF46-B206-D9D42F1A45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2352"/>
            <a:ext cx="899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361400" imgH="9067800" progId="Equation.3">
                    <p:embed/>
                  </p:oleObj>
                </mc:Choice>
                <mc:Fallback>
                  <p:oleObj name="Equation" r:id="rId8" imgW="21361400" imgH="9067800" progId="Equation.3">
                    <p:embed/>
                    <p:pic>
                      <p:nvPicPr>
                        <p:cNvPr id="28787" name="Object 23">
                          <a:extLst>
                            <a:ext uri="{FF2B5EF4-FFF2-40B4-BE49-F238E27FC236}">
                              <a16:creationId xmlns:a16="http://schemas.microsoft.com/office/drawing/2014/main" id="{ACA9ADC1-F3B3-DF46-B206-D9D42F1A45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352"/>
                          <a:ext cx="899" cy="4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40" name="Group 28">
            <a:extLst>
              <a:ext uri="{FF2B5EF4-FFF2-40B4-BE49-F238E27FC236}">
                <a16:creationId xmlns:a16="http://schemas.microsoft.com/office/drawing/2014/main" id="{B04668E3-22D5-E54A-91D1-01977AC2A5DE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743075"/>
            <a:ext cx="2057400" cy="838200"/>
            <a:chOff x="2496" y="2325"/>
            <a:chExt cx="1296" cy="528"/>
          </a:xfrm>
        </p:grpSpPr>
        <p:sp>
          <p:nvSpPr>
            <p:cNvPr id="38939" name="AutoShape 27" descr="新闻纸">
              <a:extLst>
                <a:ext uri="{FF2B5EF4-FFF2-40B4-BE49-F238E27FC236}">
                  <a16:creationId xmlns:a16="http://schemas.microsoft.com/office/drawing/2014/main" id="{195FA9CC-53A5-2C47-ADF0-D768C575A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25"/>
              <a:ext cx="1296" cy="528"/>
            </a:xfrm>
            <a:prstGeom prst="bevel">
              <a:avLst>
                <a:gd name="adj" fmla="val 7199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28785" name="Object 26">
              <a:extLst>
                <a:ext uri="{FF2B5EF4-FFF2-40B4-BE49-F238E27FC236}">
                  <a16:creationId xmlns:a16="http://schemas.microsoft.com/office/drawing/2014/main" id="{D53290CE-40A5-9142-B1A1-73E1564B13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2352"/>
            <a:ext cx="1152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282400" imgH="9652000" progId="Equation.3">
                    <p:embed/>
                  </p:oleObj>
                </mc:Choice>
                <mc:Fallback>
                  <p:oleObj name="Equation" r:id="rId10" imgW="24282400" imgH="9652000" progId="Equation.3">
                    <p:embed/>
                    <p:pic>
                      <p:nvPicPr>
                        <p:cNvPr id="28785" name="Object 26">
                          <a:extLst>
                            <a:ext uri="{FF2B5EF4-FFF2-40B4-BE49-F238E27FC236}">
                              <a16:creationId xmlns:a16="http://schemas.microsoft.com/office/drawing/2014/main" id="{D53290CE-40A5-9142-B1A1-73E1564B13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2352"/>
                          <a:ext cx="1152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43" name="Group 31">
            <a:extLst>
              <a:ext uri="{FF2B5EF4-FFF2-40B4-BE49-F238E27FC236}">
                <a16:creationId xmlns:a16="http://schemas.microsoft.com/office/drawing/2014/main" id="{A85474E1-BF69-1643-AC0E-5533328012A7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743075"/>
            <a:ext cx="2019300" cy="838200"/>
            <a:chOff x="3984" y="2325"/>
            <a:chExt cx="1272" cy="528"/>
          </a:xfrm>
        </p:grpSpPr>
        <p:sp>
          <p:nvSpPr>
            <p:cNvPr id="38942" name="AutoShape 30" descr="新闻纸">
              <a:extLst>
                <a:ext uri="{FF2B5EF4-FFF2-40B4-BE49-F238E27FC236}">
                  <a16:creationId xmlns:a16="http://schemas.microsoft.com/office/drawing/2014/main" id="{AC1D5B9B-1649-4048-A417-96FD36F6F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325"/>
              <a:ext cx="1272" cy="528"/>
            </a:xfrm>
            <a:prstGeom prst="bevel">
              <a:avLst>
                <a:gd name="adj" fmla="val 7384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28783" name="Object 29">
              <a:extLst>
                <a:ext uri="{FF2B5EF4-FFF2-40B4-BE49-F238E27FC236}">
                  <a16:creationId xmlns:a16="http://schemas.microsoft.com/office/drawing/2014/main" id="{8121F57C-58E9-324D-8AF3-BB0F3E8783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2352"/>
            <a:ext cx="1104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4574500" imgH="9652000" progId="Equation.3">
                    <p:embed/>
                  </p:oleObj>
                </mc:Choice>
                <mc:Fallback>
                  <p:oleObj name="Equation" r:id="rId12" imgW="24574500" imgH="9652000" progId="Equation.3">
                    <p:embed/>
                    <p:pic>
                      <p:nvPicPr>
                        <p:cNvPr id="28783" name="Object 29">
                          <a:extLst>
                            <a:ext uri="{FF2B5EF4-FFF2-40B4-BE49-F238E27FC236}">
                              <a16:creationId xmlns:a16="http://schemas.microsoft.com/office/drawing/2014/main" id="{8121F57C-58E9-324D-8AF3-BB0F3E8783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352"/>
                          <a:ext cx="1104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44" name="AutoShape 32">
            <a:extLst>
              <a:ext uri="{FF2B5EF4-FFF2-40B4-BE49-F238E27FC236}">
                <a16:creationId xmlns:a16="http://schemas.microsoft.com/office/drawing/2014/main" id="{169D9646-F847-E34B-8EB8-09F8F1431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81075"/>
            <a:ext cx="2667000" cy="533400"/>
          </a:xfrm>
          <a:prstGeom prst="wedgeEllipseCallout">
            <a:avLst>
              <a:gd name="adj1" fmla="val 19644"/>
              <a:gd name="adj2" fmla="val 154167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solidFill>
                  <a:schemeClr val="accent2"/>
                </a:solidFill>
                <a:latin typeface="Times New Roman" charset="0"/>
                <a:ea typeface="宋体" charset="0"/>
              </a:rPr>
              <a:t>Romberg </a:t>
            </a:r>
            <a:r>
              <a:rPr lang="zh-CN" altLang="en-US" sz="2000" b="1">
                <a:solidFill>
                  <a:schemeClr val="accent2"/>
                </a:solidFill>
                <a:latin typeface="Times New Roman" charset="0"/>
                <a:ea typeface="宋体" charset="0"/>
              </a:rPr>
              <a:t>序列</a:t>
            </a:r>
            <a:endParaRPr lang="en-US" altLang="zh-CN" sz="2000" b="1">
              <a:solidFill>
                <a:schemeClr val="accent2"/>
              </a:solidFill>
              <a:latin typeface="Times New Roman" charset="0"/>
              <a:ea typeface="宋体" charset="0"/>
            </a:endParaRPr>
          </a:p>
        </p:txBody>
      </p:sp>
      <p:sp>
        <p:nvSpPr>
          <p:cNvPr id="38946" name="Text Box 34">
            <a:extLst>
              <a:ext uri="{FF2B5EF4-FFF2-40B4-BE49-F238E27FC236}">
                <a16:creationId xmlns:a16="http://schemas.microsoft.com/office/drawing/2014/main" id="{0844178C-F3EE-6647-8F13-DBD70DD14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98875"/>
            <a:ext cx="1828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accent2"/>
                </a:solidFill>
                <a:ea typeface="宋体" charset="0"/>
                <a:cs typeface="宋体" charset="0"/>
                <a:sym typeface="Wingdings" charset="0"/>
              </a:rPr>
              <a:t></a:t>
            </a:r>
            <a:r>
              <a:rPr lang="en-US" altLang="zh-CN" sz="2400" b="1">
                <a:ea typeface="宋体" charset="0"/>
                <a:cs typeface="宋体" charset="0"/>
                <a:sym typeface="Wingdings" charset="0"/>
              </a:rPr>
              <a:t> </a:t>
            </a:r>
            <a:r>
              <a:rPr lang="en-US" altLang="zh-CN" sz="2400" b="1">
                <a:ea typeface="宋体" charset="0"/>
                <a:cs typeface="宋体" charset="0"/>
              </a:rPr>
              <a:t>Romberg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zh-CN" sz="2400" b="1">
                <a:ea typeface="宋体" charset="0"/>
                <a:cs typeface="宋体" charset="0"/>
              </a:rPr>
              <a:t>   </a:t>
            </a:r>
            <a:r>
              <a:rPr lang="zh-CN" altLang="en-US" sz="2400" b="1">
                <a:ea typeface="宋体" charset="0"/>
                <a:cs typeface="宋体" charset="0"/>
              </a:rPr>
              <a:t>算法：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grpSp>
        <p:nvGrpSpPr>
          <p:cNvPr id="39008" name="Group 96">
            <a:extLst>
              <a:ext uri="{FF2B5EF4-FFF2-40B4-BE49-F238E27FC236}">
                <a16:creationId xmlns:a16="http://schemas.microsoft.com/office/drawing/2014/main" id="{83C169D0-3139-A94F-B71A-F05C1A74D15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775075"/>
            <a:ext cx="304800" cy="381000"/>
            <a:chOff x="864" y="3216"/>
            <a:chExt cx="432" cy="240"/>
          </a:xfrm>
        </p:grpSpPr>
        <p:sp>
          <p:nvSpPr>
            <p:cNvPr id="39006" name="Line 94">
              <a:extLst>
                <a:ext uri="{FF2B5EF4-FFF2-40B4-BE49-F238E27FC236}">
                  <a16:creationId xmlns:a16="http://schemas.microsoft.com/office/drawing/2014/main" id="{1909005C-1EBA-444B-9753-45A1E8BFA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43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9007" name="Line 95">
              <a:extLst>
                <a:ext uri="{FF2B5EF4-FFF2-40B4-BE49-F238E27FC236}">
                  <a16:creationId xmlns:a16="http://schemas.microsoft.com/office/drawing/2014/main" id="{39DC1FAF-940E-9D45-8B06-E34389DA0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45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9010" name="Group 98">
            <a:extLst>
              <a:ext uri="{FF2B5EF4-FFF2-40B4-BE49-F238E27FC236}">
                <a16:creationId xmlns:a16="http://schemas.microsoft.com/office/drawing/2014/main" id="{72E43563-47B5-B444-AFEB-80E9AC5586F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232275"/>
            <a:ext cx="304800" cy="381000"/>
            <a:chOff x="864" y="3216"/>
            <a:chExt cx="432" cy="240"/>
          </a:xfrm>
        </p:grpSpPr>
        <p:sp>
          <p:nvSpPr>
            <p:cNvPr id="39011" name="Line 99">
              <a:extLst>
                <a:ext uri="{FF2B5EF4-FFF2-40B4-BE49-F238E27FC236}">
                  <a16:creationId xmlns:a16="http://schemas.microsoft.com/office/drawing/2014/main" id="{8D31567E-D680-7A4E-972E-5FD0672DB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43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9012" name="Line 100">
              <a:extLst>
                <a:ext uri="{FF2B5EF4-FFF2-40B4-BE49-F238E27FC236}">
                  <a16:creationId xmlns:a16="http://schemas.microsoft.com/office/drawing/2014/main" id="{6EA96964-02F3-4640-8A5C-B6DAFEA62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45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9014" name="Group 102">
            <a:extLst>
              <a:ext uri="{FF2B5EF4-FFF2-40B4-BE49-F238E27FC236}">
                <a16:creationId xmlns:a16="http://schemas.microsoft.com/office/drawing/2014/main" id="{F0960C52-60F3-BF45-9B37-6B7E06AB9CF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232275"/>
            <a:ext cx="304800" cy="381000"/>
            <a:chOff x="864" y="3216"/>
            <a:chExt cx="432" cy="240"/>
          </a:xfrm>
        </p:grpSpPr>
        <p:sp>
          <p:nvSpPr>
            <p:cNvPr id="39015" name="Line 103">
              <a:extLst>
                <a:ext uri="{FF2B5EF4-FFF2-40B4-BE49-F238E27FC236}">
                  <a16:creationId xmlns:a16="http://schemas.microsoft.com/office/drawing/2014/main" id="{BC87E6C5-2C40-7047-BE85-4BB8B47F2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43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9016" name="Line 104">
              <a:extLst>
                <a:ext uri="{FF2B5EF4-FFF2-40B4-BE49-F238E27FC236}">
                  <a16:creationId xmlns:a16="http://schemas.microsoft.com/office/drawing/2014/main" id="{B4813CF8-3A8B-A547-BAB7-C9A004A88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45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9018" name="Group 106">
            <a:extLst>
              <a:ext uri="{FF2B5EF4-FFF2-40B4-BE49-F238E27FC236}">
                <a16:creationId xmlns:a16="http://schemas.microsoft.com/office/drawing/2014/main" id="{4A87CA76-19C4-7B44-846E-9084ACD35C0F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689475"/>
            <a:ext cx="304800" cy="381000"/>
            <a:chOff x="864" y="3216"/>
            <a:chExt cx="432" cy="240"/>
          </a:xfrm>
        </p:grpSpPr>
        <p:sp>
          <p:nvSpPr>
            <p:cNvPr id="39019" name="Line 107">
              <a:extLst>
                <a:ext uri="{FF2B5EF4-FFF2-40B4-BE49-F238E27FC236}">
                  <a16:creationId xmlns:a16="http://schemas.microsoft.com/office/drawing/2014/main" id="{247512A8-A276-EF4F-B742-BE6C5FC6D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43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9020" name="Line 108">
              <a:extLst>
                <a:ext uri="{FF2B5EF4-FFF2-40B4-BE49-F238E27FC236}">
                  <a16:creationId xmlns:a16="http://schemas.microsoft.com/office/drawing/2014/main" id="{C7904619-AFD7-4441-9AE6-1F8FBD20F8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45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9023" name="Group 111">
            <a:extLst>
              <a:ext uri="{FF2B5EF4-FFF2-40B4-BE49-F238E27FC236}">
                <a16:creationId xmlns:a16="http://schemas.microsoft.com/office/drawing/2014/main" id="{186EF67C-5092-1A4E-9D38-BC28144E517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689475"/>
            <a:ext cx="304800" cy="381000"/>
            <a:chOff x="864" y="3216"/>
            <a:chExt cx="432" cy="240"/>
          </a:xfrm>
        </p:grpSpPr>
        <p:sp>
          <p:nvSpPr>
            <p:cNvPr id="39024" name="Line 112">
              <a:extLst>
                <a:ext uri="{FF2B5EF4-FFF2-40B4-BE49-F238E27FC236}">
                  <a16:creationId xmlns:a16="http://schemas.microsoft.com/office/drawing/2014/main" id="{9E46C2E3-B676-1E49-8554-3F374CE0E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43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9025" name="Line 113">
              <a:extLst>
                <a:ext uri="{FF2B5EF4-FFF2-40B4-BE49-F238E27FC236}">
                  <a16:creationId xmlns:a16="http://schemas.microsoft.com/office/drawing/2014/main" id="{21D57077-E22C-8644-AE06-6E2879DA4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45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9026" name="Group 114">
            <a:extLst>
              <a:ext uri="{FF2B5EF4-FFF2-40B4-BE49-F238E27FC236}">
                <a16:creationId xmlns:a16="http://schemas.microsoft.com/office/drawing/2014/main" id="{D0EFEA86-0F2A-944E-B883-5CEC6F05463D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4689475"/>
            <a:ext cx="304800" cy="381000"/>
            <a:chOff x="864" y="3216"/>
            <a:chExt cx="432" cy="240"/>
          </a:xfrm>
        </p:grpSpPr>
        <p:sp>
          <p:nvSpPr>
            <p:cNvPr id="39027" name="Line 115">
              <a:extLst>
                <a:ext uri="{FF2B5EF4-FFF2-40B4-BE49-F238E27FC236}">
                  <a16:creationId xmlns:a16="http://schemas.microsoft.com/office/drawing/2014/main" id="{1A30F3BD-B513-5A46-95A6-51A445B70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43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9028" name="Line 116">
              <a:extLst>
                <a:ext uri="{FF2B5EF4-FFF2-40B4-BE49-F238E27FC236}">
                  <a16:creationId xmlns:a16="http://schemas.microsoft.com/office/drawing/2014/main" id="{F8A0ED7C-9E63-934E-A362-F59E55BC4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456"/>
              <a:ext cx="43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sp>
        <p:nvSpPr>
          <p:cNvPr id="39029" name="AutoShape 117">
            <a:extLst>
              <a:ext uri="{FF2B5EF4-FFF2-40B4-BE49-F238E27FC236}">
                <a16:creationId xmlns:a16="http://schemas.microsoft.com/office/drawing/2014/main" id="{7F51DD1B-BFCB-FA4E-AC27-5570345EC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46475"/>
            <a:ext cx="1066800" cy="381000"/>
          </a:xfrm>
          <a:prstGeom prst="diamond">
            <a:avLst/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8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</a:rPr>
              <a:t>&lt; </a:t>
            </a:r>
            <a:r>
              <a:rPr lang="en-US" altLang="zh-CN" sz="1800" b="1" i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 </a:t>
            </a:r>
            <a:r>
              <a:rPr lang="en-US" altLang="zh-CN" sz="18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?</a:t>
            </a:r>
            <a:endParaRPr lang="en-US" altLang="zh-CN" sz="1800" b="1">
              <a:solidFill>
                <a:schemeClr val="accent2"/>
              </a:solidFill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39030" name="AutoShape 118">
            <a:extLst>
              <a:ext uri="{FF2B5EF4-FFF2-40B4-BE49-F238E27FC236}">
                <a16:creationId xmlns:a16="http://schemas.microsoft.com/office/drawing/2014/main" id="{4B13EEDE-7066-0F4F-BBD0-DA7D4742D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003675"/>
            <a:ext cx="1066800" cy="381000"/>
          </a:xfrm>
          <a:prstGeom prst="diamond">
            <a:avLst/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8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</a:rPr>
              <a:t>&lt; </a:t>
            </a:r>
            <a:r>
              <a:rPr lang="en-US" altLang="zh-CN" sz="1800" b="1" i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 </a:t>
            </a:r>
            <a:r>
              <a:rPr lang="en-US" altLang="zh-CN" sz="18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?</a:t>
            </a:r>
            <a:endParaRPr lang="en-US" altLang="zh-CN" sz="1800" b="1">
              <a:solidFill>
                <a:schemeClr val="accent2"/>
              </a:solidFill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39031" name="AutoShape 119">
            <a:extLst>
              <a:ext uri="{FF2B5EF4-FFF2-40B4-BE49-F238E27FC236}">
                <a16:creationId xmlns:a16="http://schemas.microsoft.com/office/drawing/2014/main" id="{9AB53234-6817-B744-A288-B846E10C2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460875"/>
            <a:ext cx="1066800" cy="381000"/>
          </a:xfrm>
          <a:prstGeom prst="diamond">
            <a:avLst/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8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</a:rPr>
              <a:t>&lt; </a:t>
            </a:r>
            <a:r>
              <a:rPr lang="en-US" altLang="zh-CN" sz="1800" b="1" i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 </a:t>
            </a:r>
            <a:r>
              <a:rPr lang="en-US" altLang="zh-CN" sz="18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?</a:t>
            </a:r>
            <a:endParaRPr lang="en-US" altLang="zh-CN" sz="1800" b="1">
              <a:solidFill>
                <a:schemeClr val="accent2"/>
              </a:solidFill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39032" name="Text Box 120">
            <a:extLst>
              <a:ext uri="{FF2B5EF4-FFF2-40B4-BE49-F238E27FC236}">
                <a16:creationId xmlns:a16="http://schemas.microsoft.com/office/drawing/2014/main" id="{1619C3F9-8F2E-0743-ACF5-182B2E9AB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070475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… … … … … …</a:t>
            </a:r>
          </a:p>
        </p:txBody>
      </p:sp>
      <p:grpSp>
        <p:nvGrpSpPr>
          <p:cNvPr id="39096" name="Group 184">
            <a:extLst>
              <a:ext uri="{FF2B5EF4-FFF2-40B4-BE49-F238E27FC236}">
                <a16:creationId xmlns:a16="http://schemas.microsoft.com/office/drawing/2014/main" id="{84813EDE-D0E5-9340-8F09-48772156EEA9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470275"/>
            <a:ext cx="1346200" cy="409575"/>
            <a:chOff x="1584" y="2823"/>
            <a:chExt cx="848" cy="258"/>
          </a:xfrm>
        </p:grpSpPr>
        <p:sp>
          <p:nvSpPr>
            <p:cNvPr id="38948" name="Text Box 36">
              <a:extLst>
                <a:ext uri="{FF2B5EF4-FFF2-40B4-BE49-F238E27FC236}">
                  <a16:creationId xmlns:a16="http://schemas.microsoft.com/office/drawing/2014/main" id="{FBB0A2BC-475B-C841-B356-9443B0835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823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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T</a:t>
              </a:r>
              <a:r>
                <a:rPr lang="en-US" altLang="zh-CN" sz="2000" b="1" baseline="-25000"/>
                <a:t>1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64" name="Group 128">
              <a:extLst>
                <a:ext uri="{FF2B5EF4-FFF2-40B4-BE49-F238E27FC236}">
                  <a16:creationId xmlns:a16="http://schemas.microsoft.com/office/drawing/2014/main" id="{5E2C60D3-A61F-D849-B38F-8934925E4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832"/>
              <a:ext cx="272" cy="249"/>
              <a:chOff x="4478" y="354"/>
              <a:chExt cx="272" cy="249"/>
            </a:xfrm>
          </p:grpSpPr>
          <p:sp>
            <p:nvSpPr>
              <p:cNvPr id="28765" name="Rectangle 122">
                <a:extLst>
                  <a:ext uri="{FF2B5EF4-FFF2-40B4-BE49-F238E27FC236}">
                    <a16:creationId xmlns:a16="http://schemas.microsoft.com/office/drawing/2014/main" id="{06FD29BF-C96E-9D43-A42E-646F9B7D3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6" name="Rectangle 123">
                <a:extLst>
                  <a:ext uri="{FF2B5EF4-FFF2-40B4-BE49-F238E27FC236}">
                    <a16:creationId xmlns:a16="http://schemas.microsoft.com/office/drawing/2014/main" id="{B930BD8A-6EF1-B049-9622-5CF0F532B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7" name="Rectangle 124">
                <a:extLst>
                  <a:ext uri="{FF2B5EF4-FFF2-40B4-BE49-F238E27FC236}">
                    <a16:creationId xmlns:a16="http://schemas.microsoft.com/office/drawing/2014/main" id="{26D47EAA-A898-BA41-9A89-F4DC72D7C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8" name="Rectangle 125">
                <a:extLst>
                  <a:ext uri="{FF2B5EF4-FFF2-40B4-BE49-F238E27FC236}">
                    <a16:creationId xmlns:a16="http://schemas.microsoft.com/office/drawing/2014/main" id="{E2DAA6DF-7760-004E-8FE3-E22DDDC9F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9" name="Rectangle 126">
                <a:extLst>
                  <a:ext uri="{FF2B5EF4-FFF2-40B4-BE49-F238E27FC236}">
                    <a16:creationId xmlns:a16="http://schemas.microsoft.com/office/drawing/2014/main" id="{1A8582C6-913A-B548-B53B-0CFF54F65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102" name="Group 190">
            <a:extLst>
              <a:ext uri="{FF2B5EF4-FFF2-40B4-BE49-F238E27FC236}">
                <a16:creationId xmlns:a16="http://schemas.microsoft.com/office/drawing/2014/main" id="{DE6CC169-A41C-5542-95E7-B63F2945709C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841875"/>
            <a:ext cx="1346200" cy="396875"/>
            <a:chOff x="1440" y="3696"/>
            <a:chExt cx="848" cy="250"/>
          </a:xfrm>
        </p:grpSpPr>
        <p:sp>
          <p:nvSpPr>
            <p:cNvPr id="39004" name="Text Box 92">
              <a:extLst>
                <a:ext uri="{FF2B5EF4-FFF2-40B4-BE49-F238E27FC236}">
                  <a16:creationId xmlns:a16="http://schemas.microsoft.com/office/drawing/2014/main" id="{8E1A3457-587C-3443-BEA1-77F867F54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69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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T</a:t>
              </a:r>
              <a:r>
                <a:rPr lang="en-US" altLang="zh-CN" sz="2000" b="1" baseline="-25000"/>
                <a:t>8 </a:t>
              </a:r>
              <a:r>
                <a:rPr lang="en-US" altLang="zh-CN" sz="2000" b="1"/>
                <a:t>=</a:t>
              </a:r>
              <a:endParaRPr lang="en-US" altLang="zh-CN" sz="2000" b="1" baseline="-25000"/>
            </a:p>
          </p:txBody>
        </p:sp>
        <p:grpSp>
          <p:nvGrpSpPr>
            <p:cNvPr id="28757" name="Group 130">
              <a:extLst>
                <a:ext uri="{FF2B5EF4-FFF2-40B4-BE49-F238E27FC236}">
                  <a16:creationId xmlns:a16="http://schemas.microsoft.com/office/drawing/2014/main" id="{A95730D2-2BF9-2B44-9968-026B12D0F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3696"/>
              <a:ext cx="272" cy="249"/>
              <a:chOff x="4478" y="354"/>
              <a:chExt cx="272" cy="249"/>
            </a:xfrm>
          </p:grpSpPr>
          <p:sp>
            <p:nvSpPr>
              <p:cNvPr id="28758" name="Rectangle 131">
                <a:extLst>
                  <a:ext uri="{FF2B5EF4-FFF2-40B4-BE49-F238E27FC236}">
                    <a16:creationId xmlns:a16="http://schemas.microsoft.com/office/drawing/2014/main" id="{F5339C3C-7C29-C44C-9748-DFF7BC4FD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59" name="Rectangle 132">
                <a:extLst>
                  <a:ext uri="{FF2B5EF4-FFF2-40B4-BE49-F238E27FC236}">
                    <a16:creationId xmlns:a16="http://schemas.microsoft.com/office/drawing/2014/main" id="{D904600E-597F-024D-840D-D3B591614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3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0" name="Rectangle 133">
                <a:extLst>
                  <a:ext uri="{FF2B5EF4-FFF2-40B4-BE49-F238E27FC236}">
                    <a16:creationId xmlns:a16="http://schemas.microsoft.com/office/drawing/2014/main" id="{9AA4D025-6C71-D348-A4A8-7FEA0B81C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1" name="Rectangle 134">
                <a:extLst>
                  <a:ext uri="{FF2B5EF4-FFF2-40B4-BE49-F238E27FC236}">
                    <a16:creationId xmlns:a16="http://schemas.microsoft.com/office/drawing/2014/main" id="{53FE1CE0-1B97-554C-B0CE-C6A6D06D7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62" name="Rectangle 135">
                <a:extLst>
                  <a:ext uri="{FF2B5EF4-FFF2-40B4-BE49-F238E27FC236}">
                    <a16:creationId xmlns:a16="http://schemas.microsoft.com/office/drawing/2014/main" id="{6271EB94-0985-424C-8F44-9FC556A46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099" name="Group 187">
            <a:extLst>
              <a:ext uri="{FF2B5EF4-FFF2-40B4-BE49-F238E27FC236}">
                <a16:creationId xmlns:a16="http://schemas.microsoft.com/office/drawing/2014/main" id="{F3789F97-64F5-D748-9989-34895151CC30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384675"/>
            <a:ext cx="1346200" cy="396875"/>
            <a:chOff x="1440" y="3408"/>
            <a:chExt cx="848" cy="250"/>
          </a:xfrm>
        </p:grpSpPr>
        <p:sp>
          <p:nvSpPr>
            <p:cNvPr id="39003" name="Text Box 91">
              <a:extLst>
                <a:ext uri="{FF2B5EF4-FFF2-40B4-BE49-F238E27FC236}">
                  <a16:creationId xmlns:a16="http://schemas.microsoft.com/office/drawing/2014/main" id="{2941EB79-AF46-0F4C-B28A-CCDA529A4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40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  </a:t>
              </a:r>
              <a:r>
                <a:rPr lang="en-US" altLang="zh-CN" sz="2000" b="1" i="1"/>
                <a:t>T</a:t>
              </a:r>
              <a:r>
                <a:rPr lang="en-US" altLang="zh-CN" sz="2000" b="1" baseline="-25000"/>
                <a:t>4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50" name="Group 136">
              <a:extLst>
                <a:ext uri="{FF2B5EF4-FFF2-40B4-BE49-F238E27FC236}">
                  <a16:creationId xmlns:a16="http://schemas.microsoft.com/office/drawing/2014/main" id="{9FECADEB-758F-BE4F-B2F5-94035AF377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3408"/>
              <a:ext cx="272" cy="249"/>
              <a:chOff x="4478" y="354"/>
              <a:chExt cx="272" cy="249"/>
            </a:xfrm>
          </p:grpSpPr>
          <p:sp>
            <p:nvSpPr>
              <p:cNvPr id="28751" name="Rectangle 137">
                <a:extLst>
                  <a:ext uri="{FF2B5EF4-FFF2-40B4-BE49-F238E27FC236}">
                    <a16:creationId xmlns:a16="http://schemas.microsoft.com/office/drawing/2014/main" id="{062D75AF-B036-1749-BC94-EC7D2F2D6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52" name="Rectangle 138">
                <a:extLst>
                  <a:ext uri="{FF2B5EF4-FFF2-40B4-BE49-F238E27FC236}">
                    <a16:creationId xmlns:a16="http://schemas.microsoft.com/office/drawing/2014/main" id="{666A6CF8-76A1-F24C-BABA-55B13EA6C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53" name="Rectangle 139">
                <a:extLst>
                  <a:ext uri="{FF2B5EF4-FFF2-40B4-BE49-F238E27FC236}">
                    <a16:creationId xmlns:a16="http://schemas.microsoft.com/office/drawing/2014/main" id="{1C1C1DD6-766A-9042-9A34-08D4719DF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54" name="Rectangle 140">
                <a:extLst>
                  <a:ext uri="{FF2B5EF4-FFF2-40B4-BE49-F238E27FC236}">
                    <a16:creationId xmlns:a16="http://schemas.microsoft.com/office/drawing/2014/main" id="{CACA5938-1747-B649-B817-DE2D6F437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55" name="Rectangle 141">
                <a:extLst>
                  <a:ext uri="{FF2B5EF4-FFF2-40B4-BE49-F238E27FC236}">
                    <a16:creationId xmlns:a16="http://schemas.microsoft.com/office/drawing/2014/main" id="{82BA6933-FF75-A748-86E7-1428230DF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097" name="Group 185">
            <a:extLst>
              <a:ext uri="{FF2B5EF4-FFF2-40B4-BE49-F238E27FC236}">
                <a16:creationId xmlns:a16="http://schemas.microsoft.com/office/drawing/2014/main" id="{8A533434-8045-4946-A743-06455A277726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927475"/>
            <a:ext cx="1346200" cy="409575"/>
            <a:chOff x="1584" y="3111"/>
            <a:chExt cx="848" cy="258"/>
          </a:xfrm>
        </p:grpSpPr>
        <p:sp>
          <p:nvSpPr>
            <p:cNvPr id="39002" name="Text Box 90">
              <a:extLst>
                <a:ext uri="{FF2B5EF4-FFF2-40B4-BE49-F238E27FC236}">
                  <a16:creationId xmlns:a16="http://schemas.microsoft.com/office/drawing/2014/main" id="{9E3700BB-C667-594B-AB6B-7B8A297CC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111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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T</a:t>
              </a:r>
              <a:r>
                <a:rPr lang="en-US" altLang="zh-CN" sz="2000" b="1" baseline="-25000"/>
                <a:t>2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43" name="Group 142">
              <a:extLst>
                <a:ext uri="{FF2B5EF4-FFF2-40B4-BE49-F238E27FC236}">
                  <a16:creationId xmlns:a16="http://schemas.microsoft.com/office/drawing/2014/main" id="{985CDAC3-5D44-8A4A-B396-855738E38F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20"/>
              <a:ext cx="272" cy="249"/>
              <a:chOff x="4478" y="354"/>
              <a:chExt cx="272" cy="249"/>
            </a:xfrm>
          </p:grpSpPr>
          <p:sp>
            <p:nvSpPr>
              <p:cNvPr id="28744" name="Rectangle 143">
                <a:extLst>
                  <a:ext uri="{FF2B5EF4-FFF2-40B4-BE49-F238E27FC236}">
                    <a16:creationId xmlns:a16="http://schemas.microsoft.com/office/drawing/2014/main" id="{44B07B2E-BC34-4146-B6A5-8070DE83E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45" name="Rectangle 144">
                <a:extLst>
                  <a:ext uri="{FF2B5EF4-FFF2-40B4-BE49-F238E27FC236}">
                    <a16:creationId xmlns:a16="http://schemas.microsoft.com/office/drawing/2014/main" id="{DD57D471-318A-1941-BC24-E27700779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46" name="Rectangle 145">
                <a:extLst>
                  <a:ext uri="{FF2B5EF4-FFF2-40B4-BE49-F238E27FC236}">
                    <a16:creationId xmlns:a16="http://schemas.microsoft.com/office/drawing/2014/main" id="{DEFEE92F-175D-DB46-A42A-A66F3E883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47" name="Rectangle 146">
                <a:extLst>
                  <a:ext uri="{FF2B5EF4-FFF2-40B4-BE49-F238E27FC236}">
                    <a16:creationId xmlns:a16="http://schemas.microsoft.com/office/drawing/2014/main" id="{37C2CD2B-EBBC-634D-B538-CD40A5EF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48" name="Rectangle 147">
                <a:extLst>
                  <a:ext uri="{FF2B5EF4-FFF2-40B4-BE49-F238E27FC236}">
                    <a16:creationId xmlns:a16="http://schemas.microsoft.com/office/drawing/2014/main" id="{B054C393-9142-1848-9C42-AAF3CAC17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098" name="Group 186">
            <a:extLst>
              <a:ext uri="{FF2B5EF4-FFF2-40B4-BE49-F238E27FC236}">
                <a16:creationId xmlns:a16="http://schemas.microsoft.com/office/drawing/2014/main" id="{CC1A6965-A0C6-7E4F-9A58-7E2CF5207818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927475"/>
            <a:ext cx="1346200" cy="409575"/>
            <a:chOff x="2544" y="3111"/>
            <a:chExt cx="848" cy="258"/>
          </a:xfrm>
        </p:grpSpPr>
        <p:sp>
          <p:nvSpPr>
            <p:cNvPr id="39009" name="Text Box 97">
              <a:extLst>
                <a:ext uri="{FF2B5EF4-FFF2-40B4-BE49-F238E27FC236}">
                  <a16:creationId xmlns:a16="http://schemas.microsoft.com/office/drawing/2014/main" id="{09690121-F1B4-7B4A-8200-54244964A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111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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S</a:t>
              </a:r>
              <a:r>
                <a:rPr lang="en-US" altLang="zh-CN" sz="2000" b="1" baseline="-25000"/>
                <a:t>1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36" name="Group 148">
              <a:extLst>
                <a:ext uri="{FF2B5EF4-FFF2-40B4-BE49-F238E27FC236}">
                  <a16:creationId xmlns:a16="http://schemas.microsoft.com/office/drawing/2014/main" id="{73854DF6-6787-8A40-8FF7-6B4E12CDE5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120"/>
              <a:ext cx="272" cy="249"/>
              <a:chOff x="4478" y="354"/>
              <a:chExt cx="272" cy="249"/>
            </a:xfrm>
          </p:grpSpPr>
          <p:sp>
            <p:nvSpPr>
              <p:cNvPr id="28737" name="Rectangle 149">
                <a:extLst>
                  <a:ext uri="{FF2B5EF4-FFF2-40B4-BE49-F238E27FC236}">
                    <a16:creationId xmlns:a16="http://schemas.microsoft.com/office/drawing/2014/main" id="{2BF9D15D-F86B-1C44-9A3C-B575E478C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38" name="Rectangle 150">
                <a:extLst>
                  <a:ext uri="{FF2B5EF4-FFF2-40B4-BE49-F238E27FC236}">
                    <a16:creationId xmlns:a16="http://schemas.microsoft.com/office/drawing/2014/main" id="{F615AA24-CE8C-D64A-AAE1-2BF7CDCBE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39" name="Rectangle 151">
                <a:extLst>
                  <a:ext uri="{FF2B5EF4-FFF2-40B4-BE49-F238E27FC236}">
                    <a16:creationId xmlns:a16="http://schemas.microsoft.com/office/drawing/2014/main" id="{15A36943-B174-444D-A66E-15B5A5D84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40" name="Rectangle 152">
                <a:extLst>
                  <a:ext uri="{FF2B5EF4-FFF2-40B4-BE49-F238E27FC236}">
                    <a16:creationId xmlns:a16="http://schemas.microsoft.com/office/drawing/2014/main" id="{41D5152C-6423-E142-843C-5874F4B78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41" name="Rectangle 153">
                <a:extLst>
                  <a:ext uri="{FF2B5EF4-FFF2-40B4-BE49-F238E27FC236}">
                    <a16:creationId xmlns:a16="http://schemas.microsoft.com/office/drawing/2014/main" id="{7C14AB37-E225-3F4F-8378-4517294BD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105" name="Group 193">
            <a:extLst>
              <a:ext uri="{FF2B5EF4-FFF2-40B4-BE49-F238E27FC236}">
                <a16:creationId xmlns:a16="http://schemas.microsoft.com/office/drawing/2014/main" id="{583BA409-5BA6-8D4C-84CE-6FC76284F7C7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4841875"/>
            <a:ext cx="1346200" cy="396875"/>
            <a:chOff x="4608" y="3696"/>
            <a:chExt cx="848" cy="250"/>
          </a:xfrm>
        </p:grpSpPr>
        <p:sp>
          <p:nvSpPr>
            <p:cNvPr id="39005" name="Text Box 93">
              <a:extLst>
                <a:ext uri="{FF2B5EF4-FFF2-40B4-BE49-F238E27FC236}">
                  <a16:creationId xmlns:a16="http://schemas.microsoft.com/office/drawing/2014/main" id="{784D5070-CDAC-344E-BEB4-DA5CF404C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69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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R</a:t>
              </a:r>
              <a:r>
                <a:rPr lang="en-US" altLang="zh-CN" sz="2000" b="1" baseline="-25000"/>
                <a:t>1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29" name="Group 154">
              <a:extLst>
                <a:ext uri="{FF2B5EF4-FFF2-40B4-BE49-F238E27FC236}">
                  <a16:creationId xmlns:a16="http://schemas.microsoft.com/office/drawing/2014/main" id="{6562B616-38B9-9343-A3FE-6905D33D2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3696"/>
              <a:ext cx="272" cy="249"/>
              <a:chOff x="4478" y="354"/>
              <a:chExt cx="272" cy="249"/>
            </a:xfrm>
          </p:grpSpPr>
          <p:sp>
            <p:nvSpPr>
              <p:cNvPr id="28730" name="Rectangle 155">
                <a:extLst>
                  <a:ext uri="{FF2B5EF4-FFF2-40B4-BE49-F238E27FC236}">
                    <a16:creationId xmlns:a16="http://schemas.microsoft.com/office/drawing/2014/main" id="{10321680-5CFB-A641-826E-0B2A1EE6D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31" name="Rectangle 156">
                <a:extLst>
                  <a:ext uri="{FF2B5EF4-FFF2-40B4-BE49-F238E27FC236}">
                    <a16:creationId xmlns:a16="http://schemas.microsoft.com/office/drawing/2014/main" id="{AEE4FFB1-1A29-DD46-8D45-8474F4055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32" name="Rectangle 157">
                <a:extLst>
                  <a:ext uri="{FF2B5EF4-FFF2-40B4-BE49-F238E27FC236}">
                    <a16:creationId xmlns:a16="http://schemas.microsoft.com/office/drawing/2014/main" id="{8434FD7B-E0E9-B447-9185-1E2FF2A0A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33" name="Rectangle 158">
                <a:extLst>
                  <a:ext uri="{FF2B5EF4-FFF2-40B4-BE49-F238E27FC236}">
                    <a16:creationId xmlns:a16="http://schemas.microsoft.com/office/drawing/2014/main" id="{3E1EB21E-9CEB-4D4C-88F8-0A8E07B3A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3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34" name="Rectangle 159">
                <a:extLst>
                  <a:ext uri="{FF2B5EF4-FFF2-40B4-BE49-F238E27FC236}">
                    <a16:creationId xmlns:a16="http://schemas.microsoft.com/office/drawing/2014/main" id="{F4A0BBD0-3B8E-2541-A3B7-CDF51C6012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100" name="Group 188">
            <a:extLst>
              <a:ext uri="{FF2B5EF4-FFF2-40B4-BE49-F238E27FC236}">
                <a16:creationId xmlns:a16="http://schemas.microsoft.com/office/drawing/2014/main" id="{71BEBDFF-82BA-8147-8BBA-DD93FAA5A02E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384675"/>
            <a:ext cx="1346200" cy="396875"/>
            <a:chOff x="2496" y="3408"/>
            <a:chExt cx="848" cy="250"/>
          </a:xfrm>
        </p:grpSpPr>
        <p:sp>
          <p:nvSpPr>
            <p:cNvPr id="39013" name="Text Box 101">
              <a:extLst>
                <a:ext uri="{FF2B5EF4-FFF2-40B4-BE49-F238E27FC236}">
                  <a16:creationId xmlns:a16="http://schemas.microsoft.com/office/drawing/2014/main" id="{FB56AF83-F36B-294B-8A4A-7F3436311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408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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S</a:t>
              </a:r>
              <a:r>
                <a:rPr lang="en-US" altLang="zh-CN" sz="2000" b="1" baseline="-25000"/>
                <a:t>2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22" name="Group 160">
              <a:extLst>
                <a:ext uri="{FF2B5EF4-FFF2-40B4-BE49-F238E27FC236}">
                  <a16:creationId xmlns:a16="http://schemas.microsoft.com/office/drawing/2014/main" id="{FD5D900D-27D6-FF4D-83BE-5E895C00B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408"/>
              <a:ext cx="272" cy="249"/>
              <a:chOff x="4478" y="354"/>
              <a:chExt cx="272" cy="249"/>
            </a:xfrm>
          </p:grpSpPr>
          <p:sp>
            <p:nvSpPr>
              <p:cNvPr id="28723" name="Rectangle 161">
                <a:extLst>
                  <a:ext uri="{FF2B5EF4-FFF2-40B4-BE49-F238E27FC236}">
                    <a16:creationId xmlns:a16="http://schemas.microsoft.com/office/drawing/2014/main" id="{83BB4675-AFD0-7045-9DC4-87E016E88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24" name="Rectangle 162">
                <a:extLst>
                  <a:ext uri="{FF2B5EF4-FFF2-40B4-BE49-F238E27FC236}">
                    <a16:creationId xmlns:a16="http://schemas.microsoft.com/office/drawing/2014/main" id="{0CCEB9BC-BBE1-6946-9249-BEB51FF5E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25" name="Rectangle 163">
                <a:extLst>
                  <a:ext uri="{FF2B5EF4-FFF2-40B4-BE49-F238E27FC236}">
                    <a16:creationId xmlns:a16="http://schemas.microsoft.com/office/drawing/2014/main" id="{D58BF52A-209B-4D48-BE83-1A4338F21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26" name="Rectangle 164">
                <a:extLst>
                  <a:ext uri="{FF2B5EF4-FFF2-40B4-BE49-F238E27FC236}">
                    <a16:creationId xmlns:a16="http://schemas.microsoft.com/office/drawing/2014/main" id="{0E60E536-77C0-D643-9CF5-595699CBE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27" name="Rectangle 165">
                <a:extLst>
                  <a:ext uri="{FF2B5EF4-FFF2-40B4-BE49-F238E27FC236}">
                    <a16:creationId xmlns:a16="http://schemas.microsoft.com/office/drawing/2014/main" id="{7CAA5900-08D3-0649-8B44-3FB4FB260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101" name="Group 189">
            <a:extLst>
              <a:ext uri="{FF2B5EF4-FFF2-40B4-BE49-F238E27FC236}">
                <a16:creationId xmlns:a16="http://schemas.microsoft.com/office/drawing/2014/main" id="{801C24FE-292B-AF4C-93C3-536648F32CC4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384675"/>
            <a:ext cx="1346200" cy="396875"/>
            <a:chOff x="3552" y="3408"/>
            <a:chExt cx="848" cy="250"/>
          </a:xfrm>
        </p:grpSpPr>
        <p:sp>
          <p:nvSpPr>
            <p:cNvPr id="39017" name="Text Box 105">
              <a:extLst>
                <a:ext uri="{FF2B5EF4-FFF2-40B4-BE49-F238E27FC236}">
                  <a16:creationId xmlns:a16="http://schemas.microsoft.com/office/drawing/2014/main" id="{3E19B067-82B8-874D-9770-C98EEDD14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408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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C</a:t>
              </a:r>
              <a:r>
                <a:rPr lang="en-US" altLang="zh-CN" sz="2000" b="1" baseline="-25000"/>
                <a:t>1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15" name="Group 166">
              <a:extLst>
                <a:ext uri="{FF2B5EF4-FFF2-40B4-BE49-F238E27FC236}">
                  <a16:creationId xmlns:a16="http://schemas.microsoft.com/office/drawing/2014/main" id="{C73E4899-25F5-CF4C-AFBD-5031746AB4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3408"/>
              <a:ext cx="272" cy="249"/>
              <a:chOff x="4478" y="354"/>
              <a:chExt cx="272" cy="249"/>
            </a:xfrm>
          </p:grpSpPr>
          <p:sp>
            <p:nvSpPr>
              <p:cNvPr id="28716" name="Rectangle 167">
                <a:extLst>
                  <a:ext uri="{FF2B5EF4-FFF2-40B4-BE49-F238E27FC236}">
                    <a16:creationId xmlns:a16="http://schemas.microsoft.com/office/drawing/2014/main" id="{4E3629E4-10EE-C84F-A03E-53FF6E2ED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7" name="Rectangle 168">
                <a:extLst>
                  <a:ext uri="{FF2B5EF4-FFF2-40B4-BE49-F238E27FC236}">
                    <a16:creationId xmlns:a16="http://schemas.microsoft.com/office/drawing/2014/main" id="{83AEE733-3071-5340-9225-F70CE3E6F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8" name="Rectangle 169">
                <a:extLst>
                  <a:ext uri="{FF2B5EF4-FFF2-40B4-BE49-F238E27FC236}">
                    <a16:creationId xmlns:a16="http://schemas.microsoft.com/office/drawing/2014/main" id="{2CABF595-79FC-7342-B420-534AC8452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9" name="Rectangle 170">
                <a:extLst>
                  <a:ext uri="{FF2B5EF4-FFF2-40B4-BE49-F238E27FC236}">
                    <a16:creationId xmlns:a16="http://schemas.microsoft.com/office/drawing/2014/main" id="{ED45CE4E-115C-4E4E-BA49-3E017E949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20" name="Rectangle 171">
                <a:extLst>
                  <a:ext uri="{FF2B5EF4-FFF2-40B4-BE49-F238E27FC236}">
                    <a16:creationId xmlns:a16="http://schemas.microsoft.com/office/drawing/2014/main" id="{9639D832-FF92-B74F-BD73-016CCF271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104" name="Group 192">
            <a:extLst>
              <a:ext uri="{FF2B5EF4-FFF2-40B4-BE49-F238E27FC236}">
                <a16:creationId xmlns:a16="http://schemas.microsoft.com/office/drawing/2014/main" id="{D0A87A28-969E-7144-8866-87234F2EFC0E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841875"/>
            <a:ext cx="1346200" cy="396875"/>
            <a:chOff x="3552" y="3696"/>
            <a:chExt cx="848" cy="250"/>
          </a:xfrm>
        </p:grpSpPr>
        <p:sp>
          <p:nvSpPr>
            <p:cNvPr id="39021" name="Text Box 109">
              <a:extLst>
                <a:ext uri="{FF2B5EF4-FFF2-40B4-BE49-F238E27FC236}">
                  <a16:creationId xmlns:a16="http://schemas.microsoft.com/office/drawing/2014/main" id="{180520A3-A761-4142-9A6E-76E14B00B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69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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C</a:t>
              </a:r>
              <a:r>
                <a:rPr lang="en-US" altLang="zh-CN" sz="2000" b="1" baseline="-25000"/>
                <a:t>2 </a:t>
              </a:r>
              <a:r>
                <a:rPr lang="en-US" altLang="zh-CN" sz="2000" b="1"/>
                <a:t>=</a:t>
              </a:r>
              <a:endParaRPr lang="en-US" altLang="zh-CN" sz="2000" b="1" baseline="-25000"/>
            </a:p>
          </p:txBody>
        </p:sp>
        <p:grpSp>
          <p:nvGrpSpPr>
            <p:cNvPr id="28708" name="Group 172">
              <a:extLst>
                <a:ext uri="{FF2B5EF4-FFF2-40B4-BE49-F238E27FC236}">
                  <a16:creationId xmlns:a16="http://schemas.microsoft.com/office/drawing/2014/main" id="{858DF4AD-B1C4-A14F-ACC4-9D0E55538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3696"/>
              <a:ext cx="272" cy="249"/>
              <a:chOff x="4478" y="354"/>
              <a:chExt cx="272" cy="249"/>
            </a:xfrm>
          </p:grpSpPr>
          <p:sp>
            <p:nvSpPr>
              <p:cNvPr id="28709" name="Rectangle 173">
                <a:extLst>
                  <a:ext uri="{FF2B5EF4-FFF2-40B4-BE49-F238E27FC236}">
                    <a16:creationId xmlns:a16="http://schemas.microsoft.com/office/drawing/2014/main" id="{7F4EFA0A-660F-4344-ABF4-5E880A829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0" name="Rectangle 174">
                <a:extLst>
                  <a:ext uri="{FF2B5EF4-FFF2-40B4-BE49-F238E27FC236}">
                    <a16:creationId xmlns:a16="http://schemas.microsoft.com/office/drawing/2014/main" id="{A3BEC3A0-10CD-2040-851B-0BA745BD8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1" name="Rectangle 175">
                <a:extLst>
                  <a:ext uri="{FF2B5EF4-FFF2-40B4-BE49-F238E27FC236}">
                    <a16:creationId xmlns:a16="http://schemas.microsoft.com/office/drawing/2014/main" id="{7B62075E-A83F-E44A-AF53-D197AE97B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2" name="Rectangle 176">
                <a:extLst>
                  <a:ext uri="{FF2B5EF4-FFF2-40B4-BE49-F238E27FC236}">
                    <a16:creationId xmlns:a16="http://schemas.microsoft.com/office/drawing/2014/main" id="{84623F9E-6A0A-C749-8522-D5AD6CB94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13" name="Rectangle 177">
                <a:extLst>
                  <a:ext uri="{FF2B5EF4-FFF2-40B4-BE49-F238E27FC236}">
                    <a16:creationId xmlns:a16="http://schemas.microsoft.com/office/drawing/2014/main" id="{092105AE-1AFF-DE4B-8EAA-E71E3FD0B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39103" name="Group 191">
            <a:extLst>
              <a:ext uri="{FF2B5EF4-FFF2-40B4-BE49-F238E27FC236}">
                <a16:creationId xmlns:a16="http://schemas.microsoft.com/office/drawing/2014/main" id="{0C950015-DDB1-564E-BFF0-B8C9E83295D0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841875"/>
            <a:ext cx="1346200" cy="396875"/>
            <a:chOff x="2496" y="3696"/>
            <a:chExt cx="848" cy="250"/>
          </a:xfrm>
        </p:grpSpPr>
        <p:sp>
          <p:nvSpPr>
            <p:cNvPr id="39022" name="Text Box 110">
              <a:extLst>
                <a:ext uri="{FF2B5EF4-FFF2-40B4-BE49-F238E27FC236}">
                  <a16:creationId xmlns:a16="http://schemas.microsoft.com/office/drawing/2014/main" id="{628234F3-CA31-354B-A62B-13F450531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69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ym typeface="Wingdings" charset="0"/>
                </a:rPr>
                <a:t></a:t>
              </a:r>
              <a:r>
                <a:rPr lang="en-US" altLang="zh-CN" sz="2000" b="1"/>
                <a:t>  </a:t>
              </a:r>
              <a:r>
                <a:rPr lang="en-US" altLang="zh-CN" sz="2000" b="1" i="1"/>
                <a:t>S</a:t>
              </a:r>
              <a:r>
                <a:rPr lang="en-US" altLang="zh-CN" sz="2000" b="1" baseline="-25000"/>
                <a:t>4 </a:t>
              </a:r>
              <a:r>
                <a:rPr lang="en-US" altLang="zh-CN" sz="2000" b="1"/>
                <a:t>=</a:t>
              </a:r>
              <a:endParaRPr lang="en-US" altLang="zh-CN" b="1"/>
            </a:p>
          </p:txBody>
        </p:sp>
        <p:grpSp>
          <p:nvGrpSpPr>
            <p:cNvPr id="28701" name="Group 178">
              <a:extLst>
                <a:ext uri="{FF2B5EF4-FFF2-40B4-BE49-F238E27FC236}">
                  <a16:creationId xmlns:a16="http://schemas.microsoft.com/office/drawing/2014/main" id="{DC170F50-1171-9741-AD05-BACE63BD3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696"/>
              <a:ext cx="272" cy="249"/>
              <a:chOff x="4478" y="354"/>
              <a:chExt cx="272" cy="249"/>
            </a:xfrm>
          </p:grpSpPr>
          <p:sp>
            <p:nvSpPr>
              <p:cNvPr id="28702" name="Rectangle 179">
                <a:extLst>
                  <a:ext uri="{FF2B5EF4-FFF2-40B4-BE49-F238E27FC236}">
                    <a16:creationId xmlns:a16="http://schemas.microsoft.com/office/drawing/2014/main" id="{B531F4A0-8B3F-EC4A-A254-246E763BF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03" name="Rectangle 180">
                <a:extLst>
                  <a:ext uri="{FF2B5EF4-FFF2-40B4-BE49-F238E27FC236}">
                    <a16:creationId xmlns:a16="http://schemas.microsoft.com/office/drawing/2014/main" id="{72E645D1-E292-2240-A20B-C3D3E67A44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54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04" name="Rectangle 181">
                <a:extLst>
                  <a:ext uri="{FF2B5EF4-FFF2-40B4-BE49-F238E27FC236}">
                    <a16:creationId xmlns:a16="http://schemas.microsoft.com/office/drawing/2014/main" id="{B76E51A3-942A-E242-8E30-08D584181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2" y="354"/>
                <a:ext cx="35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05" name="Rectangle 182">
                <a:extLst>
                  <a:ext uri="{FF2B5EF4-FFF2-40B4-BE49-F238E27FC236}">
                    <a16:creationId xmlns:a16="http://schemas.microsoft.com/office/drawing/2014/main" id="{D43E2086-B136-864C-8E39-92FAF3D0E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47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706" name="Rectangle 183">
                <a:extLst>
                  <a:ext uri="{FF2B5EF4-FFF2-40B4-BE49-F238E27FC236}">
                    <a16:creationId xmlns:a16="http://schemas.microsoft.com/office/drawing/2014/main" id="{D4CC2A92-572F-5045-AB32-BEAA6062E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8" y="370"/>
                <a:ext cx="10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1" i="1">
                    <a:solidFill>
                      <a:schemeClr val="accent2"/>
                    </a:solidFill>
                  </a:rPr>
                  <a:t>T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549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8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9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90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9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9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39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9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500"/>
                                        <p:tgtEl>
                                          <p:spTgt spid="39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9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34" grpId="0" autoUpdateAnimBg="0"/>
      <p:bldP spid="38944" grpId="0" animBg="1" autoUpdateAnimBg="0"/>
      <p:bldP spid="38946" grpId="0" autoUpdateAnimBg="0"/>
      <p:bldP spid="39029" grpId="0" animBg="1" autoUpdateAnimBg="0"/>
      <p:bldP spid="39030" grpId="0" animBg="1" autoUpdateAnimBg="0"/>
      <p:bldP spid="39031" grpId="0" animBg="1" autoUpdateAnimBg="0"/>
      <p:bldP spid="3903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>
            <a:extLst>
              <a:ext uri="{FF2B5EF4-FFF2-40B4-BE49-F238E27FC236}">
                <a16:creationId xmlns:a16="http://schemas.microsoft.com/office/drawing/2014/main" id="{F18F9A3E-0C34-214A-B95C-12BE53EC8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3400"/>
            <a:ext cx="77914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：用</a:t>
            </a:r>
            <a:r>
              <a:rPr lang="en-US" altLang="zh-CN" b="1">
                <a:ea typeface="黑体" panose="02010609060101010101" pitchFamily="49" charset="-122"/>
              </a:rPr>
              <a:t>Romberg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算法计算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，计算到</a:t>
            </a:r>
          </a:p>
        </p:txBody>
      </p:sp>
      <p:graphicFrame>
        <p:nvGraphicFramePr>
          <p:cNvPr id="7220" name="Group 52">
            <a:extLst>
              <a:ext uri="{FF2B5EF4-FFF2-40B4-BE49-F238E27FC236}">
                <a16:creationId xmlns:a16="http://schemas.microsoft.com/office/drawing/2014/main" id="{ABE64129-5A41-E34F-890C-E9FEAC37741F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447800"/>
          <a:ext cx="8839200" cy="1287463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983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x</a:t>
                      </a: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0.125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0.25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0.375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0.625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0.75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0.875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6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f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(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x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)</a:t>
                      </a: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0.9973978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0.9896158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0.9767267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0.958851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0.9361556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0.9088516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0.8771925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0.8414709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733" name="Object 39">
            <a:extLst>
              <a:ext uri="{FF2B5EF4-FFF2-40B4-BE49-F238E27FC236}">
                <a16:creationId xmlns:a16="http://schemas.microsoft.com/office/drawing/2014/main" id="{66968831-9317-CD4F-B9BC-32018F536D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395288"/>
          <a:ext cx="16462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798800" imgH="9067800" progId="Equation.3">
                  <p:embed/>
                </p:oleObj>
              </mc:Choice>
              <mc:Fallback>
                <p:oleObj name="公式" r:id="rId2" imgW="15798800" imgH="9067800" progId="Equation.3">
                  <p:embed/>
                  <p:pic>
                    <p:nvPicPr>
                      <p:cNvPr id="29733" name="Object 39">
                        <a:extLst>
                          <a:ext uri="{FF2B5EF4-FFF2-40B4-BE49-F238E27FC236}">
                            <a16:creationId xmlns:a16="http://schemas.microsoft.com/office/drawing/2014/main" id="{66968831-9317-CD4F-B9BC-32018F536D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395288"/>
                        <a:ext cx="164623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08" name="Rectangle 40">
            <a:extLst>
              <a:ext uri="{FF2B5EF4-FFF2-40B4-BE49-F238E27FC236}">
                <a16:creationId xmlns:a16="http://schemas.microsoft.com/office/drawing/2014/main" id="{6CF91DA9-B7E0-B447-BCA9-8524F003D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71800"/>
            <a:ext cx="38512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解：计算过程如下表：</a:t>
            </a:r>
          </a:p>
        </p:txBody>
      </p:sp>
      <p:grpSp>
        <p:nvGrpSpPr>
          <p:cNvPr id="7219" name="Group 51">
            <a:extLst>
              <a:ext uri="{FF2B5EF4-FFF2-40B4-BE49-F238E27FC236}">
                <a16:creationId xmlns:a16="http://schemas.microsoft.com/office/drawing/2014/main" id="{2248E0DB-DF25-DD4A-9F45-0D0F7CBB98A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719513"/>
            <a:ext cx="4876800" cy="1924050"/>
            <a:chOff x="720" y="2343"/>
            <a:chExt cx="3072" cy="1212"/>
          </a:xfrm>
        </p:grpSpPr>
        <p:graphicFrame>
          <p:nvGraphicFramePr>
            <p:cNvPr id="29737" name="Object 41">
              <a:extLst>
                <a:ext uri="{FF2B5EF4-FFF2-40B4-BE49-F238E27FC236}">
                  <a16:creationId xmlns:a16="http://schemas.microsoft.com/office/drawing/2014/main" id="{226E42A7-4E77-F642-A8E9-633AB8F324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448"/>
            <a:ext cx="492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731000" imgH="4978400" progId="Equation.3">
                    <p:embed/>
                  </p:oleObj>
                </mc:Choice>
                <mc:Fallback>
                  <p:oleObj name="公式" r:id="rId4" imgW="6731000" imgH="4978400" progId="Equation.3">
                    <p:embed/>
                    <p:pic>
                      <p:nvPicPr>
                        <p:cNvPr id="29737" name="Object 41">
                          <a:extLst>
                            <a:ext uri="{FF2B5EF4-FFF2-40B4-BE49-F238E27FC236}">
                              <a16:creationId xmlns:a16="http://schemas.microsoft.com/office/drawing/2014/main" id="{226E42A7-4E77-F642-A8E9-633AB8F324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448"/>
                          <a:ext cx="492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8" name="Object 42">
              <a:extLst>
                <a:ext uri="{FF2B5EF4-FFF2-40B4-BE49-F238E27FC236}">
                  <a16:creationId xmlns:a16="http://schemas.microsoft.com/office/drawing/2014/main" id="{31E89AA5-3960-CB47-BA2E-4A7AA8E874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3072"/>
            <a:ext cx="519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7023100" imgH="4978400" progId="Equation.3">
                    <p:embed/>
                  </p:oleObj>
                </mc:Choice>
                <mc:Fallback>
                  <p:oleObj name="公式" r:id="rId6" imgW="7023100" imgH="4978400" progId="Equation.3">
                    <p:embed/>
                    <p:pic>
                      <p:nvPicPr>
                        <p:cNvPr id="29738" name="Object 42">
                          <a:extLst>
                            <a:ext uri="{FF2B5EF4-FFF2-40B4-BE49-F238E27FC236}">
                              <a16:creationId xmlns:a16="http://schemas.microsoft.com/office/drawing/2014/main" id="{31E89AA5-3960-CB47-BA2E-4A7AA8E874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072"/>
                          <a:ext cx="519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9" name="Object 43">
              <a:extLst>
                <a:ext uri="{FF2B5EF4-FFF2-40B4-BE49-F238E27FC236}">
                  <a16:creationId xmlns:a16="http://schemas.microsoft.com/office/drawing/2014/main" id="{9C34D872-6920-364B-8A72-F10C35FA7D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88" y="2343"/>
            <a:ext cx="1404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2529800" imgH="9067800" progId="Equation.3">
                    <p:embed/>
                  </p:oleObj>
                </mc:Choice>
                <mc:Fallback>
                  <p:oleObj name="公式" r:id="rId8" imgW="22529800" imgH="9067800" progId="Equation.3">
                    <p:embed/>
                    <p:pic>
                      <p:nvPicPr>
                        <p:cNvPr id="29739" name="Object 43">
                          <a:extLst>
                            <a:ext uri="{FF2B5EF4-FFF2-40B4-BE49-F238E27FC236}">
                              <a16:creationId xmlns:a16="http://schemas.microsoft.com/office/drawing/2014/main" id="{9C34D872-6920-364B-8A72-F10C35FA7D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8" y="2343"/>
                          <a:ext cx="1404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0" name="Object 44">
              <a:extLst>
                <a:ext uri="{FF2B5EF4-FFF2-40B4-BE49-F238E27FC236}">
                  <a16:creationId xmlns:a16="http://schemas.microsoft.com/office/drawing/2014/main" id="{4EFF47D8-D88F-E64F-B39C-01D560D3D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2505"/>
            <a:ext cx="120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8719800" imgH="4102100" progId="Equation.3">
                    <p:embed/>
                  </p:oleObj>
                </mc:Choice>
                <mc:Fallback>
                  <p:oleObj name="公式" r:id="rId10" imgW="18719800" imgH="4102100" progId="Equation.3">
                    <p:embed/>
                    <p:pic>
                      <p:nvPicPr>
                        <p:cNvPr id="29740" name="Object 44">
                          <a:extLst>
                            <a:ext uri="{FF2B5EF4-FFF2-40B4-BE49-F238E27FC236}">
                              <a16:creationId xmlns:a16="http://schemas.microsoft.com/office/drawing/2014/main" id="{4EFF47D8-D88F-E64F-B39C-01D560D3DB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505"/>
                          <a:ext cx="120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1" name="Object 45">
              <a:extLst>
                <a:ext uri="{FF2B5EF4-FFF2-40B4-BE49-F238E27FC236}">
                  <a16:creationId xmlns:a16="http://schemas.microsoft.com/office/drawing/2014/main" id="{20DBF1CB-BD5D-2746-B3BA-B17AAA858A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24" y="2970"/>
            <a:ext cx="405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438900" imgH="9067800" progId="Equation.3">
                    <p:embed/>
                  </p:oleObj>
                </mc:Choice>
                <mc:Fallback>
                  <p:oleObj name="公式" r:id="rId12" imgW="6438900" imgH="9067800" progId="Equation.3">
                    <p:embed/>
                    <p:pic>
                      <p:nvPicPr>
                        <p:cNvPr id="29741" name="Object 45">
                          <a:extLst>
                            <a:ext uri="{FF2B5EF4-FFF2-40B4-BE49-F238E27FC236}">
                              <a16:creationId xmlns:a16="http://schemas.microsoft.com/office/drawing/2014/main" id="{20DBF1CB-BD5D-2746-B3BA-B17AAA858A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2970"/>
                          <a:ext cx="405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2" name="Object 46">
              <a:extLst>
                <a:ext uri="{FF2B5EF4-FFF2-40B4-BE49-F238E27FC236}">
                  <a16:creationId xmlns:a16="http://schemas.microsoft.com/office/drawing/2014/main" id="{203242F9-6B9A-C94A-A214-F8ACAE26DA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988"/>
            <a:ext cx="1008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6090900" imgH="9067800" progId="Equation.3">
                    <p:embed/>
                  </p:oleObj>
                </mc:Choice>
                <mc:Fallback>
                  <p:oleObj name="公式" r:id="rId14" imgW="16090900" imgH="9067800" progId="Equation.3">
                    <p:embed/>
                    <p:pic>
                      <p:nvPicPr>
                        <p:cNvPr id="29742" name="Object 46">
                          <a:extLst>
                            <a:ext uri="{FF2B5EF4-FFF2-40B4-BE49-F238E27FC236}">
                              <a16:creationId xmlns:a16="http://schemas.microsoft.com/office/drawing/2014/main" id="{203242F9-6B9A-C94A-A214-F8ACAE26DA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988"/>
                          <a:ext cx="1008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3" name="Object 47">
              <a:extLst>
                <a:ext uri="{FF2B5EF4-FFF2-40B4-BE49-F238E27FC236}">
                  <a16:creationId xmlns:a16="http://schemas.microsoft.com/office/drawing/2014/main" id="{403DCC23-1186-FA42-BF85-CF136E7588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3150"/>
            <a:ext cx="120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8719800" imgH="4102100" progId="Equation.3">
                    <p:embed/>
                  </p:oleObj>
                </mc:Choice>
                <mc:Fallback>
                  <p:oleObj name="Equation" r:id="rId16" imgW="18719800" imgH="4102100" progId="Equation.3">
                    <p:embed/>
                    <p:pic>
                      <p:nvPicPr>
                        <p:cNvPr id="29743" name="Object 47">
                          <a:extLst>
                            <a:ext uri="{FF2B5EF4-FFF2-40B4-BE49-F238E27FC236}">
                              <a16:creationId xmlns:a16="http://schemas.microsoft.com/office/drawing/2014/main" id="{403DCC23-1186-FA42-BF85-CF136E7588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3150"/>
                          <a:ext cx="120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736" name="Object 42">
            <a:extLst>
              <a:ext uri="{FF2B5EF4-FFF2-40B4-BE49-F238E27FC236}">
                <a16:creationId xmlns:a16="http://schemas.microsoft.com/office/drawing/2014/main" id="{48FB102F-90F2-E246-8303-CF9EA58938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620713"/>
          <a:ext cx="4794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800" imgH="203200" progId="Equation.3">
                  <p:embed/>
                </p:oleObj>
              </mc:Choice>
              <mc:Fallback>
                <p:oleObj name="Equation" r:id="rId18" imgW="177800" imgH="203200" progId="Equation.3">
                  <p:embed/>
                  <p:pic>
                    <p:nvPicPr>
                      <p:cNvPr id="29736" name="Object 42">
                        <a:extLst>
                          <a:ext uri="{FF2B5EF4-FFF2-40B4-BE49-F238E27FC236}">
                            <a16:creationId xmlns:a16="http://schemas.microsoft.com/office/drawing/2014/main" id="{48FB102F-90F2-E246-8303-CF9EA58938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620713"/>
                        <a:ext cx="4794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449755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0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73D0983B-FE6F-B24E-A8A3-1AA7334B2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2835275"/>
            <a:ext cx="1841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F26D4EAB-299E-B643-B8D9-2E8040EF4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225" y="2835275"/>
            <a:ext cx="1841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187396" name="Rectangle 4">
            <a:extLst>
              <a:ext uri="{FF2B5EF4-FFF2-40B4-BE49-F238E27FC236}">
                <a16:creationId xmlns:a16="http://schemas.microsoft.com/office/drawing/2014/main" id="{649D85D4-7195-9C43-AE70-2D3A741CB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050" y="2835275"/>
            <a:ext cx="1841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187397" name="Rectangle 5">
            <a:extLst>
              <a:ext uri="{FF2B5EF4-FFF2-40B4-BE49-F238E27FC236}">
                <a16:creationId xmlns:a16="http://schemas.microsoft.com/office/drawing/2014/main" id="{EDC7261E-1E14-884D-AF68-C2568A560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835275"/>
            <a:ext cx="1841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187398" name="Rectangle 6">
            <a:extLst>
              <a:ext uri="{FF2B5EF4-FFF2-40B4-BE49-F238E27FC236}">
                <a16:creationId xmlns:a16="http://schemas.microsoft.com/office/drawing/2014/main" id="{974BBAAD-0D33-C74B-8776-50ED1FB23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2835275"/>
            <a:ext cx="1841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30726" name="Object 32">
            <a:extLst>
              <a:ext uri="{FF2B5EF4-FFF2-40B4-BE49-F238E27FC236}">
                <a16:creationId xmlns:a16="http://schemas.microsoft.com/office/drawing/2014/main" id="{913CC853-ACEF-8049-8D1B-FDB58ED23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413" y="2200275"/>
          <a:ext cx="8143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023100" imgH="5270500" progId="Equation.3">
                  <p:embed/>
                </p:oleObj>
              </mc:Choice>
              <mc:Fallback>
                <p:oleObj name="公式" r:id="rId3" imgW="7023100" imgH="5270500" progId="Equation.3">
                  <p:embed/>
                  <p:pic>
                    <p:nvPicPr>
                      <p:cNvPr id="30726" name="Object 32">
                        <a:extLst>
                          <a:ext uri="{FF2B5EF4-FFF2-40B4-BE49-F238E27FC236}">
                            <a16:creationId xmlns:a16="http://schemas.microsoft.com/office/drawing/2014/main" id="{913CC853-ACEF-8049-8D1B-FDB58ED23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2200275"/>
                        <a:ext cx="8143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33">
            <a:extLst>
              <a:ext uri="{FF2B5EF4-FFF2-40B4-BE49-F238E27FC236}">
                <a16:creationId xmlns:a16="http://schemas.microsoft.com/office/drawing/2014/main" id="{5CE9A594-0E78-C946-97A0-3F7466E410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790575"/>
          <a:ext cx="10668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652000" imgH="9067800" progId="Equation.3">
                  <p:embed/>
                </p:oleObj>
              </mc:Choice>
              <mc:Fallback>
                <p:oleObj name="公式" r:id="rId5" imgW="9652000" imgH="9067800" progId="Equation.3">
                  <p:embed/>
                  <p:pic>
                    <p:nvPicPr>
                      <p:cNvPr id="30727" name="Object 33">
                        <a:extLst>
                          <a:ext uri="{FF2B5EF4-FFF2-40B4-BE49-F238E27FC236}">
                            <a16:creationId xmlns:a16="http://schemas.microsoft.com/office/drawing/2014/main" id="{5CE9A594-0E78-C946-97A0-3F7466E410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790575"/>
                        <a:ext cx="10668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34">
            <a:extLst>
              <a:ext uri="{FF2B5EF4-FFF2-40B4-BE49-F238E27FC236}">
                <a16:creationId xmlns:a16="http://schemas.microsoft.com/office/drawing/2014/main" id="{371FA0C6-FA65-AF45-8E94-6528BAFC8E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019175"/>
          <a:ext cx="8064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023100" imgH="4978400" progId="Equation.3">
                  <p:embed/>
                </p:oleObj>
              </mc:Choice>
              <mc:Fallback>
                <p:oleObj name="公式" r:id="rId7" imgW="7023100" imgH="4978400" progId="Equation.3">
                  <p:embed/>
                  <p:pic>
                    <p:nvPicPr>
                      <p:cNvPr id="30728" name="Object 34">
                        <a:extLst>
                          <a:ext uri="{FF2B5EF4-FFF2-40B4-BE49-F238E27FC236}">
                            <a16:creationId xmlns:a16="http://schemas.microsoft.com/office/drawing/2014/main" id="{371FA0C6-FA65-AF45-8E94-6528BAFC8E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19175"/>
                        <a:ext cx="8064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35">
            <a:extLst>
              <a:ext uri="{FF2B5EF4-FFF2-40B4-BE49-F238E27FC236}">
                <a16:creationId xmlns:a16="http://schemas.microsoft.com/office/drawing/2014/main" id="{10970FFB-D2B6-EB4E-BDA8-1C388A0577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357188"/>
          <a:ext cx="560388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270500" imgH="13169900" progId="Equation.3">
                  <p:embed/>
                </p:oleObj>
              </mc:Choice>
              <mc:Fallback>
                <p:oleObj name="公式" r:id="rId9" imgW="5270500" imgH="13169900" progId="Equation.3">
                  <p:embed/>
                  <p:pic>
                    <p:nvPicPr>
                      <p:cNvPr id="30729" name="Object 35">
                        <a:extLst>
                          <a:ext uri="{FF2B5EF4-FFF2-40B4-BE49-F238E27FC236}">
                            <a16:creationId xmlns:a16="http://schemas.microsoft.com/office/drawing/2014/main" id="{10970FFB-D2B6-EB4E-BDA8-1C388A0577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57188"/>
                        <a:ext cx="560388" cy="140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36">
            <a:extLst>
              <a:ext uri="{FF2B5EF4-FFF2-40B4-BE49-F238E27FC236}">
                <a16:creationId xmlns:a16="http://schemas.microsoft.com/office/drawing/2014/main" id="{61D05D32-48A4-D649-AF95-A5814FFCA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042988"/>
          <a:ext cx="29257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7800300" imgH="4686300" progId="Equation.3">
                  <p:embed/>
                </p:oleObj>
              </mc:Choice>
              <mc:Fallback>
                <p:oleObj name="公式" r:id="rId11" imgW="27800300" imgH="4686300" progId="Equation.3">
                  <p:embed/>
                  <p:pic>
                    <p:nvPicPr>
                      <p:cNvPr id="30730" name="Object 36">
                        <a:extLst>
                          <a:ext uri="{FF2B5EF4-FFF2-40B4-BE49-F238E27FC236}">
                            <a16:creationId xmlns:a16="http://schemas.microsoft.com/office/drawing/2014/main" id="{61D05D32-48A4-D649-AF95-A5814FFCA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042988"/>
                        <a:ext cx="29257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37">
            <a:extLst>
              <a:ext uri="{FF2B5EF4-FFF2-40B4-BE49-F238E27FC236}">
                <a16:creationId xmlns:a16="http://schemas.microsoft.com/office/drawing/2014/main" id="{BD622A7A-C637-634A-A41E-E96471DFE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1042988"/>
          <a:ext cx="19812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8719800" imgH="4102100" progId="Equation.3">
                  <p:embed/>
                </p:oleObj>
              </mc:Choice>
              <mc:Fallback>
                <p:oleObj name="公式" r:id="rId13" imgW="18719800" imgH="4102100" progId="Equation.3">
                  <p:embed/>
                  <p:pic>
                    <p:nvPicPr>
                      <p:cNvPr id="30731" name="Object 37">
                        <a:extLst>
                          <a:ext uri="{FF2B5EF4-FFF2-40B4-BE49-F238E27FC236}">
                            <a16:creationId xmlns:a16="http://schemas.microsoft.com/office/drawing/2014/main" id="{BD622A7A-C637-634A-A41E-E96471DFEC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042988"/>
                        <a:ext cx="19812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38">
            <a:extLst>
              <a:ext uri="{FF2B5EF4-FFF2-40B4-BE49-F238E27FC236}">
                <a16:creationId xmlns:a16="http://schemas.microsoft.com/office/drawing/2014/main" id="{6DCB4304-E022-484D-9439-0EB61CED3C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985963"/>
          <a:ext cx="10668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9652000" imgH="9067800" progId="Equation.3">
                  <p:embed/>
                </p:oleObj>
              </mc:Choice>
              <mc:Fallback>
                <p:oleObj name="公式" r:id="rId15" imgW="9652000" imgH="9067800" progId="Equation.3">
                  <p:embed/>
                  <p:pic>
                    <p:nvPicPr>
                      <p:cNvPr id="30732" name="Object 38">
                        <a:extLst>
                          <a:ext uri="{FF2B5EF4-FFF2-40B4-BE49-F238E27FC236}">
                            <a16:creationId xmlns:a16="http://schemas.microsoft.com/office/drawing/2014/main" id="{6DCB4304-E022-484D-9439-0EB61CED3C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5963"/>
                        <a:ext cx="10668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39">
            <a:extLst>
              <a:ext uri="{FF2B5EF4-FFF2-40B4-BE49-F238E27FC236}">
                <a16:creationId xmlns:a16="http://schemas.microsoft.com/office/drawing/2014/main" id="{A130A681-926F-6444-B8AD-F62F9C3C2E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2675" y="1633538"/>
          <a:ext cx="411163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102100" imgH="13169900" progId="Equation.3">
                  <p:embed/>
                </p:oleObj>
              </mc:Choice>
              <mc:Fallback>
                <p:oleObj name="公式" r:id="rId17" imgW="4102100" imgH="13169900" progId="Equation.3">
                  <p:embed/>
                  <p:pic>
                    <p:nvPicPr>
                      <p:cNvPr id="30733" name="Object 39">
                        <a:extLst>
                          <a:ext uri="{FF2B5EF4-FFF2-40B4-BE49-F238E27FC236}">
                            <a16:creationId xmlns:a16="http://schemas.microsoft.com/office/drawing/2014/main" id="{A130A681-926F-6444-B8AD-F62F9C3C2E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1633538"/>
                        <a:ext cx="411163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40">
            <a:extLst>
              <a:ext uri="{FF2B5EF4-FFF2-40B4-BE49-F238E27FC236}">
                <a16:creationId xmlns:a16="http://schemas.microsoft.com/office/drawing/2014/main" id="{6B31DD63-8185-0C49-BAB4-F106D53AD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286000"/>
          <a:ext cx="6400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64947800" imgH="4686300" progId="Equation.3">
                  <p:embed/>
                </p:oleObj>
              </mc:Choice>
              <mc:Fallback>
                <p:oleObj name="公式" r:id="rId19" imgW="64947800" imgH="4686300" progId="Equation.3">
                  <p:embed/>
                  <p:pic>
                    <p:nvPicPr>
                      <p:cNvPr id="30734" name="Object 40">
                        <a:extLst>
                          <a:ext uri="{FF2B5EF4-FFF2-40B4-BE49-F238E27FC236}">
                            <a16:creationId xmlns:a16="http://schemas.microsoft.com/office/drawing/2014/main" id="{6B31DD63-8185-0C49-BAB4-F106D53AD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6400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41">
            <a:extLst>
              <a:ext uri="{FF2B5EF4-FFF2-40B4-BE49-F238E27FC236}">
                <a16:creationId xmlns:a16="http://schemas.microsoft.com/office/drawing/2014/main" id="{FB41F68F-811F-C04A-98CB-B745C05C94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019425"/>
          <a:ext cx="19050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8719800" imgH="4102100" progId="Equation.3">
                  <p:embed/>
                </p:oleObj>
              </mc:Choice>
              <mc:Fallback>
                <p:oleObj name="公式" r:id="rId21" imgW="18719800" imgH="4102100" progId="Equation.3">
                  <p:embed/>
                  <p:pic>
                    <p:nvPicPr>
                      <p:cNvPr id="30735" name="Object 41">
                        <a:extLst>
                          <a:ext uri="{FF2B5EF4-FFF2-40B4-BE49-F238E27FC236}">
                            <a16:creationId xmlns:a16="http://schemas.microsoft.com/office/drawing/2014/main" id="{FB41F68F-811F-C04A-98CB-B745C05C94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019425"/>
                        <a:ext cx="19050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79" name="Group 87">
            <a:extLst>
              <a:ext uri="{FF2B5EF4-FFF2-40B4-BE49-F238E27FC236}">
                <a16:creationId xmlns:a16="http://schemas.microsoft.com/office/drawing/2014/main" id="{11E80F3E-3857-5A4B-B3EE-43A5ACDEDBAD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3500438"/>
          <a:ext cx="8569325" cy="2584450"/>
        </p:xfrm>
        <a:graphic>
          <a:graphicData uri="http://schemas.openxmlformats.org/drawingml/2006/table">
            <a:tbl>
              <a:tblPr/>
              <a:tblGrid>
                <a:gridCol w="64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k</a:t>
                      </a: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Times New Roman" charset="0"/>
                        <a:ea typeface="宋体" charset="0"/>
                        <a:cs typeface="Times New Roman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宋体" charset="0"/>
                        <a:cs typeface="宋体" charset="0"/>
                      </a:endParaRPr>
                    </a:p>
                  </a:txBody>
                  <a:tcPr marL="91444" marR="9144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7468" name="Object 76">
            <a:extLst>
              <a:ext uri="{FF2B5EF4-FFF2-40B4-BE49-F238E27FC236}">
                <a16:creationId xmlns:a16="http://schemas.microsoft.com/office/drawing/2014/main" id="{F346EF59-8100-6E4D-88A1-09885A64B2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603625"/>
          <a:ext cx="4857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3200" imgH="228600" progId="Equation.3">
                  <p:embed/>
                </p:oleObj>
              </mc:Choice>
              <mc:Fallback>
                <p:oleObj name="Equation" r:id="rId23" imgW="203200" imgH="228600" progId="Equation.3">
                  <p:embed/>
                  <p:pic>
                    <p:nvPicPr>
                      <p:cNvPr id="187468" name="Object 76">
                        <a:extLst>
                          <a:ext uri="{FF2B5EF4-FFF2-40B4-BE49-F238E27FC236}">
                            <a16:creationId xmlns:a16="http://schemas.microsoft.com/office/drawing/2014/main" id="{F346EF59-8100-6E4D-88A1-09885A64B2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603625"/>
                        <a:ext cx="4857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72" name="Rectangle 80">
            <a:extLst>
              <a:ext uri="{FF2B5EF4-FFF2-40B4-BE49-F238E27FC236}">
                <a16:creationId xmlns:a16="http://schemas.microsoft.com/office/drawing/2014/main" id="{64DA2F53-2096-1743-996E-22FA05421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4357688"/>
            <a:ext cx="1905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0.9207355</a:t>
            </a:r>
            <a:endParaRPr lang="en-US" altLang="zh-CN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0.9397933</a:t>
            </a:r>
            <a:endParaRPr lang="en-US" altLang="zh-CN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0.9445135</a:t>
            </a:r>
            <a:endParaRPr lang="en-US" altLang="zh-CN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0.9456909</a:t>
            </a:r>
          </a:p>
        </p:txBody>
      </p:sp>
      <p:sp>
        <p:nvSpPr>
          <p:cNvPr id="187473" name="Rectangle 81">
            <a:extLst>
              <a:ext uri="{FF2B5EF4-FFF2-40B4-BE49-F238E27FC236}">
                <a16:creationId xmlns:a16="http://schemas.microsoft.com/office/drawing/2014/main" id="{D35AB202-8EF5-F241-A0E9-AE16843DC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475138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0.9461459</a:t>
            </a:r>
          </a:p>
        </p:txBody>
      </p:sp>
      <p:sp>
        <p:nvSpPr>
          <p:cNvPr id="187474" name="Rectangle 82">
            <a:extLst>
              <a:ext uri="{FF2B5EF4-FFF2-40B4-BE49-F238E27FC236}">
                <a16:creationId xmlns:a16="http://schemas.microsoft.com/office/drawing/2014/main" id="{C4B919D7-2018-2C4B-86F9-E3FCC8907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520858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0.9460869</a:t>
            </a:r>
          </a:p>
        </p:txBody>
      </p:sp>
      <p:sp>
        <p:nvSpPr>
          <p:cNvPr id="187475" name="Rectangle 83">
            <a:extLst>
              <a:ext uri="{FF2B5EF4-FFF2-40B4-BE49-F238E27FC236}">
                <a16:creationId xmlns:a16="http://schemas.microsoft.com/office/drawing/2014/main" id="{9EECFC43-E908-C945-9CFB-B0C06EB81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561498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0.9460833</a:t>
            </a:r>
          </a:p>
        </p:txBody>
      </p:sp>
      <p:sp>
        <p:nvSpPr>
          <p:cNvPr id="187476" name="Rectangle 84">
            <a:extLst>
              <a:ext uri="{FF2B5EF4-FFF2-40B4-BE49-F238E27FC236}">
                <a16:creationId xmlns:a16="http://schemas.microsoft.com/office/drawing/2014/main" id="{78746871-1700-1C4F-A571-2128E68AC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20858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0.9460830</a:t>
            </a:r>
          </a:p>
        </p:txBody>
      </p:sp>
      <p:sp>
        <p:nvSpPr>
          <p:cNvPr id="187477" name="Rectangle 85">
            <a:extLst>
              <a:ext uri="{FF2B5EF4-FFF2-40B4-BE49-F238E27FC236}">
                <a16:creationId xmlns:a16="http://schemas.microsoft.com/office/drawing/2014/main" id="{5F129BD9-49CC-7748-B632-8C74B3C20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558958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0.9460831</a:t>
            </a:r>
          </a:p>
        </p:txBody>
      </p:sp>
      <p:sp>
        <p:nvSpPr>
          <p:cNvPr id="187478" name="Rectangle 86">
            <a:extLst>
              <a:ext uri="{FF2B5EF4-FFF2-40B4-BE49-F238E27FC236}">
                <a16:creationId xmlns:a16="http://schemas.microsoft.com/office/drawing/2014/main" id="{6C466C47-F0E2-874D-8AD1-B47F9C51C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653088"/>
            <a:ext cx="169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0.9460831</a:t>
            </a:r>
          </a:p>
        </p:txBody>
      </p:sp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A5B84FBF-3ED9-F04A-9A5D-DEC1FA7E85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573463"/>
          <a:ext cx="16430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66800" imgH="406400" progId="Equation.3">
                  <p:embed/>
                </p:oleObj>
              </mc:Choice>
              <mc:Fallback>
                <p:oleObj name="Equation" r:id="rId25" imgW="1066800" imgH="406400" progId="Equation.3">
                  <p:embed/>
                  <p:pic>
                    <p:nvPicPr>
                      <p:cNvPr id="29" name="Object 23">
                        <a:extLst>
                          <a:ext uri="{FF2B5EF4-FFF2-40B4-BE49-F238E27FC236}">
                            <a16:creationId xmlns:a16="http://schemas.microsoft.com/office/drawing/2014/main" id="{A5B84FBF-3ED9-F04A-9A5D-DEC1FA7E8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573463"/>
                        <a:ext cx="1643062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6">
            <a:extLst>
              <a:ext uri="{FF2B5EF4-FFF2-40B4-BE49-F238E27FC236}">
                <a16:creationId xmlns:a16="http://schemas.microsoft.com/office/drawing/2014/main" id="{F4F2FDE1-05EF-1942-88EA-9403C5782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500438"/>
          <a:ext cx="21590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44600" imgH="431800" progId="Equation.3">
                  <p:embed/>
                </p:oleObj>
              </mc:Choice>
              <mc:Fallback>
                <p:oleObj name="Equation" r:id="rId27" imgW="1244600" imgH="431800" progId="Equation.3">
                  <p:embed/>
                  <p:pic>
                    <p:nvPicPr>
                      <p:cNvPr id="30" name="Object 26">
                        <a:extLst>
                          <a:ext uri="{FF2B5EF4-FFF2-40B4-BE49-F238E27FC236}">
                            <a16:creationId xmlns:a16="http://schemas.microsoft.com/office/drawing/2014/main" id="{F4F2FDE1-05EF-1942-88EA-9403C5782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500438"/>
                        <a:ext cx="21590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9">
            <a:extLst>
              <a:ext uri="{FF2B5EF4-FFF2-40B4-BE49-F238E27FC236}">
                <a16:creationId xmlns:a16="http://schemas.microsoft.com/office/drawing/2014/main" id="{6CBB43A0-6A5A-234B-B67F-F0111A723F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3500438"/>
          <a:ext cx="20859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70000" imgH="431800" progId="Equation.3">
                  <p:embed/>
                </p:oleObj>
              </mc:Choice>
              <mc:Fallback>
                <p:oleObj name="Equation" r:id="rId29" imgW="1270000" imgH="431800" progId="Equation.3">
                  <p:embed/>
                  <p:pic>
                    <p:nvPicPr>
                      <p:cNvPr id="31" name="Object 29">
                        <a:extLst>
                          <a:ext uri="{FF2B5EF4-FFF2-40B4-BE49-F238E27FC236}">
                            <a16:creationId xmlns:a16="http://schemas.microsoft.com/office/drawing/2014/main" id="{6CBB43A0-6A5A-234B-B67F-F0111A723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500438"/>
                        <a:ext cx="20859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86795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8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7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7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8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8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8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8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8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72" grpId="0"/>
      <p:bldP spid="187473" grpId="0"/>
      <p:bldP spid="187474" grpId="0"/>
      <p:bldP spid="187475" grpId="0"/>
      <p:bldP spid="187476" grpId="0"/>
      <p:bldP spid="187477" grpId="0"/>
      <p:bldP spid="1874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>
            <a:extLst>
              <a:ext uri="{FF2B5EF4-FFF2-40B4-BE49-F238E27FC236}">
                <a16:creationId xmlns:a16="http://schemas.microsoft.com/office/drawing/2014/main" id="{8142748B-EF2E-4241-B15B-F0449FC0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2617788"/>
            <a:ext cx="7632700" cy="595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b="1">
                <a:solidFill>
                  <a:srgbClr val="3333FF"/>
                </a:solidFill>
              </a:rPr>
              <a:t>课上习题</a:t>
            </a:r>
            <a:r>
              <a:rPr lang="en-US" altLang="zh-CN" b="1">
                <a:solidFill>
                  <a:srgbClr val="3333FF"/>
                </a:solidFill>
              </a:rPr>
              <a:t>:</a:t>
            </a:r>
            <a:r>
              <a:rPr lang="en-US" altLang="zh-CN" b="1"/>
              <a:t> </a:t>
            </a:r>
            <a:r>
              <a:rPr lang="zh-CN" altLang="en-US" b="1"/>
              <a:t>利用</a:t>
            </a:r>
            <a:r>
              <a:rPr lang="en-US" altLang="zh-CN" b="1"/>
              <a:t>Romberg</a:t>
            </a:r>
            <a:r>
              <a:rPr lang="zh-CN" altLang="en-US" b="1"/>
              <a:t>算法计算</a:t>
            </a:r>
            <a:r>
              <a:rPr lang="en-US" altLang="zh-CN" b="1"/>
              <a:t>                    </a:t>
            </a:r>
          </a:p>
        </p:txBody>
      </p:sp>
      <p:graphicFrame>
        <p:nvGraphicFramePr>
          <p:cNvPr id="45063" name="Object 13">
            <a:extLst>
              <a:ext uri="{FF2B5EF4-FFF2-40B4-BE49-F238E27FC236}">
                <a16:creationId xmlns:a16="http://schemas.microsoft.com/office/drawing/2014/main" id="{538FF39E-B816-CF4B-81F2-814F57D18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867065"/>
              </p:ext>
            </p:extLst>
          </p:nvPr>
        </p:nvGraphicFramePr>
        <p:xfrm>
          <a:off x="6386512" y="2589213"/>
          <a:ext cx="1944688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69300" imgH="9067800" progId="Equation.DSMT4">
                  <p:embed/>
                </p:oleObj>
              </mc:Choice>
              <mc:Fallback>
                <p:oleObj name="Equation" r:id="rId2" imgW="21069300" imgH="9067800" progId="Equation.DSMT4">
                  <p:embed/>
                  <p:pic>
                    <p:nvPicPr>
                      <p:cNvPr id="45063" name="Object 13">
                        <a:extLst>
                          <a:ext uri="{FF2B5EF4-FFF2-40B4-BE49-F238E27FC236}">
                            <a16:creationId xmlns:a16="http://schemas.microsoft.com/office/drawing/2014/main" id="{538FF39E-B816-CF4B-81F2-814F57D18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512" y="2589213"/>
                        <a:ext cx="1944688" cy="836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5" name="Rectangle 15">
            <a:extLst>
              <a:ext uri="{FF2B5EF4-FFF2-40B4-BE49-F238E27FC236}">
                <a16:creationId xmlns:a16="http://schemas.microsoft.com/office/drawing/2014/main" id="{7A1BE118-1A3D-C342-8CE7-D31C742FB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200400"/>
            <a:ext cx="15017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charset="0"/>
                <a:ea typeface="MS PGothic" charset="0"/>
                <a:cs typeface="MS PGothic" charset="0"/>
              </a:rPr>
              <a:t>计算到</a:t>
            </a:r>
            <a:r>
              <a:rPr lang="en-US" altLang="zh-CN" sz="2400" b="1" dirty="0">
                <a:latin typeface="Times New Roman" charset="0"/>
                <a:ea typeface="MS PGothic" charset="0"/>
                <a:cs typeface="MS PGothic" charset="0"/>
              </a:rPr>
              <a:t>R</a:t>
            </a:r>
            <a:r>
              <a:rPr lang="en-US" altLang="zh-CN" sz="2400" b="1" baseline="-25000" dirty="0">
                <a:latin typeface="Times New Roman" charset="0"/>
                <a:ea typeface="MS PGothic" charset="0"/>
                <a:cs typeface="MS PGothic" charset="0"/>
              </a:rPr>
              <a:t>1</a:t>
            </a:r>
            <a:r>
              <a:rPr lang="en-US" altLang="zh-CN" sz="2400" b="1" dirty="0"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5751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>
            <a:extLst>
              <a:ext uri="{FF2B5EF4-FFF2-40B4-BE49-F238E27FC236}">
                <a16:creationId xmlns:a16="http://schemas.microsoft.com/office/drawing/2014/main" id="{5EEA3F45-A7E9-6A4F-87DC-5A5AFD590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4284662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EB4D2F-CFA4-1140-B1B1-A3F93E198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765175"/>
            <a:ext cx="4464050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4EB399-1671-1A43-97E0-56D2895C3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41888"/>
            <a:ext cx="4394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>
            <a:extLst>
              <a:ext uri="{FF2B5EF4-FFF2-40B4-BE49-F238E27FC236}">
                <a16:creationId xmlns:a16="http://schemas.microsoft.com/office/drawing/2014/main" id="{5C209DF9-0015-4F47-B04A-CDBA9FAFD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437063"/>
            <a:ext cx="3025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数值积分公式</a:t>
            </a:r>
            <a:endParaRPr lang="en-US" altLang="zh-CN" sz="28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MS PGothic" charset="0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8D1BE86-2F2A-1B4C-A32A-E5F18156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8913"/>
            <a:ext cx="30241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梯形公式求积分</a:t>
            </a:r>
            <a:endParaRPr lang="en-US" altLang="zh-CN" sz="28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MS PGothic" charset="0"/>
            </a:endParaRP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70032B64-DAD6-CB4B-B789-6D07A1CB1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92825"/>
            <a:ext cx="7921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latin typeface="宋体" charset="0"/>
                <a:ea typeface="宋体" charset="0"/>
                <a:cs typeface="宋体" charset="0"/>
              </a:rPr>
              <a:t>如何确定求积节点和求积系数使该公式更精确？</a:t>
            </a:r>
            <a:endParaRPr lang="en-US" altLang="zh-CN" sz="2400" b="1">
              <a:solidFill>
                <a:schemeClr val="accent2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03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AACC6-4DBE-0646-9D02-C14BD7D2E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325688"/>
            <a:ext cx="617220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7F035B-9289-7746-A1FE-E848943EE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5699125"/>
            <a:ext cx="5486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E53BC47-0690-F041-83AB-83D7A2783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018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en-US" altLang="zh-CN" dirty="0">
                <a:solidFill>
                  <a:srgbClr val="FF0000"/>
                </a:solidFill>
              </a:rPr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</a:t>
            </a:r>
            <a:r>
              <a:rPr lang="en-US" altLang="zh-CN" dirty="0"/>
              <a:t> (n=1)</a:t>
            </a:r>
            <a:endParaRPr lang="en-US" altLang="zh-CN" sz="2000" b="1" dirty="0">
              <a:solidFill>
                <a:srgbClr val="008000"/>
              </a:solidFill>
              <a:latin typeface="Arial" charset="0"/>
            </a:endParaRPr>
          </a:p>
        </p:txBody>
      </p:sp>
      <p:pic>
        <p:nvPicPr>
          <p:cNvPr id="33796" name="Picture 6">
            <a:extLst>
              <a:ext uri="{FF2B5EF4-FFF2-40B4-BE49-F238E27FC236}">
                <a16:creationId xmlns:a16="http://schemas.microsoft.com/office/drawing/2014/main" id="{EA278029-A2EE-0543-AA97-B1096A114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765175"/>
            <a:ext cx="4394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8">
            <a:extLst>
              <a:ext uri="{FF2B5EF4-FFF2-40B4-BE49-F238E27FC236}">
                <a16:creationId xmlns:a16="http://schemas.microsoft.com/office/drawing/2014/main" id="{0CCBFAED-2D26-A140-A78C-785387FEB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773238"/>
            <a:ext cx="7920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确定求积节点和求积系数使该公式具有</a:t>
            </a:r>
            <a:r>
              <a:rPr lang="en-US" altLang="zh-CN" sz="2400" b="1">
                <a:ea typeface="宋体" charset="0"/>
                <a:cs typeface="宋体" charset="0"/>
              </a:rPr>
              <a:t>2n+1</a:t>
            </a:r>
            <a:r>
              <a:rPr lang="zh-CN" altLang="en-US" sz="2400" b="1">
                <a:ea typeface="宋体" charset="0"/>
                <a:cs typeface="宋体" charset="0"/>
              </a:rPr>
              <a:t>阶代数精度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4AA10-2C14-D44B-946C-6AA2303C3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857875"/>
            <a:ext cx="5667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CN">
                <a:latin typeface="Wingdings" pitchFamily="2" charset="2"/>
              </a:rPr>
              <a:t></a:t>
            </a:r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415488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>
            <a:extLst>
              <a:ext uri="{FF2B5EF4-FFF2-40B4-BE49-F238E27FC236}">
                <a16:creationId xmlns:a16="http://schemas.microsoft.com/office/drawing/2014/main" id="{D018FC19-C0D6-4B49-BC6E-2FDF9B397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549275"/>
            <a:ext cx="8228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时，可得两点</a:t>
            </a:r>
            <a:r>
              <a:rPr lang="en-US" altLang="zh-CN" dirty="0"/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求积公式：</a:t>
            </a:r>
          </a:p>
        </p:txBody>
      </p:sp>
      <p:graphicFrame>
        <p:nvGraphicFramePr>
          <p:cNvPr id="98307" name="Object 3">
            <a:extLst>
              <a:ext uri="{FF2B5EF4-FFF2-40B4-BE49-F238E27FC236}">
                <a16:creationId xmlns:a16="http://schemas.microsoft.com/office/drawing/2014/main" id="{7A140BF5-2314-504C-8271-79B04B4393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177925"/>
          <a:ext cx="42465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294300" imgH="9652000" progId="Equation.3">
                  <p:embed/>
                </p:oleObj>
              </mc:Choice>
              <mc:Fallback>
                <p:oleObj name="Equation" r:id="rId2" imgW="43294300" imgH="9652000" progId="Equation.3">
                  <p:embed/>
                  <p:pic>
                    <p:nvPicPr>
                      <p:cNvPr id="98307" name="Object 3">
                        <a:extLst>
                          <a:ext uri="{FF2B5EF4-FFF2-40B4-BE49-F238E27FC236}">
                            <a16:creationId xmlns:a16="http://schemas.microsoft.com/office/drawing/2014/main" id="{7A140BF5-2314-504C-8271-79B04B439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77925"/>
                        <a:ext cx="424656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8" name="Text Box 4">
            <a:extLst>
              <a:ext uri="{FF2B5EF4-FFF2-40B4-BE49-F238E27FC236}">
                <a16:creationId xmlns:a16="http://schemas.microsoft.com/office/drawing/2014/main" id="{BAEEF953-B6FE-284C-AB2F-53279DAE6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2132013"/>
            <a:ext cx="6673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en-US" altLang="zh-CN" i="1" dirty="0"/>
              <a:t>n</a:t>
            </a:r>
            <a:r>
              <a:rPr lang="en-US" altLang="zh-CN" dirty="0"/>
              <a:t>=2</a:t>
            </a:r>
            <a:r>
              <a:rPr lang="zh-CN" altLang="en-US" dirty="0"/>
              <a:t>时，三点</a:t>
            </a:r>
            <a:r>
              <a:rPr lang="en-US" altLang="zh-CN" dirty="0"/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求积公式：</a:t>
            </a:r>
          </a:p>
        </p:txBody>
      </p:sp>
      <p:graphicFrame>
        <p:nvGraphicFramePr>
          <p:cNvPr id="98309" name="Object 5">
            <a:extLst>
              <a:ext uri="{FF2B5EF4-FFF2-40B4-BE49-F238E27FC236}">
                <a16:creationId xmlns:a16="http://schemas.microsoft.com/office/drawing/2014/main" id="{0AA94BCE-EA1E-0B43-A3E5-36C256EEE1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778125"/>
          <a:ext cx="60467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071500" imgH="9944100" progId="Equation.3">
                  <p:embed/>
                </p:oleObj>
              </mc:Choice>
              <mc:Fallback>
                <p:oleObj name="公式" r:id="rId4" imgW="64071500" imgH="9944100" progId="Equation.3">
                  <p:embed/>
                  <p:pic>
                    <p:nvPicPr>
                      <p:cNvPr id="98309" name="Object 5">
                        <a:extLst>
                          <a:ext uri="{FF2B5EF4-FFF2-40B4-BE49-F238E27FC236}">
                            <a16:creationId xmlns:a16="http://schemas.microsoft.com/office/drawing/2014/main" id="{0AA94BCE-EA1E-0B43-A3E5-36C256EEE1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778125"/>
                        <a:ext cx="60467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Text Box 6">
            <a:extLst>
              <a:ext uri="{FF2B5EF4-FFF2-40B4-BE49-F238E27FC236}">
                <a16:creationId xmlns:a16="http://schemas.microsoft.com/office/drawing/2014/main" id="{A1A1E774-CAEE-9A4A-8DA3-A24FA67F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076700"/>
            <a:ext cx="7956550" cy="97155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其他</a:t>
            </a:r>
            <a:r>
              <a:rPr lang="en-US" altLang="zh-CN" dirty="0"/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求积公式的节点和系数参看教材</a:t>
            </a:r>
            <a:r>
              <a:rPr lang="en-US" altLang="zh-CN" dirty="0"/>
              <a:t>116</a:t>
            </a:r>
            <a:r>
              <a:rPr lang="zh-CN" altLang="en-US" dirty="0"/>
              <a:t>页。</a:t>
            </a:r>
          </a:p>
        </p:txBody>
      </p:sp>
    </p:spTree>
    <p:extLst>
      <p:ext uri="{BB962C8B-B14F-4D97-AF65-F5344CB8AC3E}">
        <p14:creationId xmlns:p14="http://schemas.microsoft.com/office/powerpoint/2010/main" val="190722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/>
      <p:bldP spid="983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9C2EB918-56C8-CC4D-B264-5122BF5E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908050"/>
            <a:ext cx="45593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4234A7-533A-4E43-A142-4B9FA5204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420938"/>
            <a:ext cx="4470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E59CE5-A3C6-4A43-ACFC-F2D75869E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3357563"/>
            <a:ext cx="457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72F1DD-5B29-B647-847B-6CBC0DADFA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021263"/>
            <a:ext cx="64389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8">
            <a:extLst>
              <a:ext uri="{FF2B5EF4-FFF2-40B4-BE49-F238E27FC236}">
                <a16:creationId xmlns:a16="http://schemas.microsoft.com/office/drawing/2014/main" id="{4A413D47-B8F5-2847-80B9-0BE49BD6F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7921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例：用不同积分公式求解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D6252656-4887-EF4B-9809-1B21C9B82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44675"/>
            <a:ext cx="79200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解：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9" name="Text Box 18">
            <a:extLst>
              <a:ext uri="{FF2B5EF4-FFF2-40B4-BE49-F238E27FC236}">
                <a16:creationId xmlns:a16="http://schemas.microsoft.com/office/drawing/2014/main" id="{80135BD6-F95C-F64E-95C4-4A0A193DD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420938"/>
            <a:ext cx="7921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高斯公式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EFC08FA8-AE2B-2D45-B9FF-83CADA9CD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429000"/>
            <a:ext cx="7921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梯形公式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72F8DA7C-D1F2-BA49-AD23-9E177915B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08500"/>
            <a:ext cx="79200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辛普森公式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3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D30C9BF5-098D-0448-B41F-59BA5C456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94" y="150813"/>
            <a:ext cx="7850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注意：</a:t>
            </a:r>
            <a:r>
              <a:rPr lang="zh-CN" altLang="en-US" sz="2400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当积分区间不是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[-1,1]</a:t>
            </a:r>
            <a:r>
              <a:rPr lang="zh-CN" altLang="en-US" sz="2400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时，可如前作变换</a:t>
            </a:r>
            <a:endParaRPr lang="zh-CN" altLang="en-US" sz="2400" dirty="0"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36866" name="Object 8">
            <a:extLst>
              <a:ext uri="{FF2B5EF4-FFF2-40B4-BE49-F238E27FC236}">
                <a16:creationId xmlns:a16="http://schemas.microsoft.com/office/drawing/2014/main" id="{B7281598-67C1-6045-92CC-D686EB677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836613"/>
          <a:ext cx="25209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19200" imgH="9359900" progId="Equation.3">
                  <p:embed/>
                </p:oleObj>
              </mc:Choice>
              <mc:Fallback>
                <p:oleObj name="Equation" r:id="rId2" imgW="26619200" imgH="9359900" progId="Equation.3">
                  <p:embed/>
                  <p:pic>
                    <p:nvPicPr>
                      <p:cNvPr id="36866" name="Object 8">
                        <a:extLst>
                          <a:ext uri="{FF2B5EF4-FFF2-40B4-BE49-F238E27FC236}">
                            <a16:creationId xmlns:a16="http://schemas.microsoft.com/office/drawing/2014/main" id="{B7281598-67C1-6045-92CC-D686EB677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836613"/>
                        <a:ext cx="25209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2">
            <a:extLst>
              <a:ext uri="{FF2B5EF4-FFF2-40B4-BE49-F238E27FC236}">
                <a16:creationId xmlns:a16="http://schemas.microsoft.com/office/drawing/2014/main" id="{A2C19E28-701C-174D-83AD-DBC744C32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00213"/>
          <a:ext cx="849788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21200" imgH="508000" progId="Equation.3">
                  <p:embed/>
                </p:oleObj>
              </mc:Choice>
              <mc:Fallback>
                <p:oleObj name="Equation" r:id="rId4" imgW="4521200" imgH="508000" progId="Equation.3">
                  <p:embed/>
                  <p:pic>
                    <p:nvPicPr>
                      <p:cNvPr id="36867" name="Object 2">
                        <a:extLst>
                          <a:ext uri="{FF2B5EF4-FFF2-40B4-BE49-F238E27FC236}">
                            <a16:creationId xmlns:a16="http://schemas.microsoft.com/office/drawing/2014/main" id="{A2C19E28-701C-174D-83AD-DBC744C32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8497888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7B89A04A-F17B-4B43-A391-2BF5FD04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0675"/>
            <a:ext cx="2490788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3200" b="1"/>
              <a:t>解：作变换</a:t>
            </a:r>
            <a:endParaRPr lang="zh-CN" altLang="en-US" sz="3200" b="1">
              <a:latin typeface="Arial" panose="020B0604020202020204" pitchFamily="34" charset="0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A9FB1D45-F1A0-054A-BB0E-8C7F6C5C0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674938"/>
          <a:ext cx="1400175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6000" imgH="546100" progId="Equation.DSMT4">
                  <p:embed/>
                </p:oleObj>
              </mc:Choice>
              <mc:Fallback>
                <p:oleObj name="Equation" r:id="rId6" imgW="1016000" imgH="5461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A9FB1D45-F1A0-054A-BB0E-8C7F6C5C0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674938"/>
                        <a:ext cx="1400175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C948248E-B165-A94B-A4E2-3F349CECE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746375"/>
          <a:ext cx="465931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11500" imgH="571500" progId="Equation.DSMT4">
                  <p:embed/>
                </p:oleObj>
              </mc:Choice>
              <mc:Fallback>
                <p:oleObj name="Equation" r:id="rId8" imgW="3111500" imgH="57150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C948248E-B165-A94B-A4E2-3F349CECE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746375"/>
                        <a:ext cx="465931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C47B78B5-7B6A-8B43-90EE-4EE753548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535363"/>
          <a:ext cx="3144837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700" imgH="546100" progId="Equation.DSMT4">
                  <p:embed/>
                </p:oleObj>
              </mc:Choice>
              <mc:Fallback>
                <p:oleObj name="Equation" r:id="rId10" imgW="1917700" imgH="546100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C47B78B5-7B6A-8B43-90EE-4EE753548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35363"/>
                        <a:ext cx="3144837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732010E2-69FA-314E-A804-5E0CEBE5C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842000"/>
          <a:ext cx="74168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29100" imgH="546100" progId="Equation.DSMT4">
                  <p:embed/>
                </p:oleObj>
              </mc:Choice>
              <mc:Fallback>
                <p:oleObj name="Equation" r:id="rId12" imgW="4229100" imgH="54610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732010E2-69FA-314E-A804-5E0CEBE5CC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42000"/>
                        <a:ext cx="74168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479560E5-E289-724E-BFCC-BCE56F52A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4618038"/>
          <a:ext cx="1863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300" imgH="292100" progId="Equation.DSMT4">
                  <p:embed/>
                </p:oleObj>
              </mc:Choice>
              <mc:Fallback>
                <p:oleObj name="Equation" r:id="rId14" imgW="1130300" imgH="292100" progId="Equation.DSMT4">
                  <p:embed/>
                  <p:pic>
                    <p:nvPicPr>
                      <p:cNvPr id="10" name="Object 13">
                        <a:extLst>
                          <a:ext uri="{FF2B5EF4-FFF2-40B4-BE49-F238E27FC236}">
                            <a16:creationId xmlns:a16="http://schemas.microsoft.com/office/drawing/2014/main" id="{479560E5-E289-724E-BFCC-BCE56F52A7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618038"/>
                        <a:ext cx="1863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CB206651-45BA-D44E-9B8F-02F7D8CF45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546600"/>
          <a:ext cx="5118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149000" imgH="5854700" progId="Equation.DSMT4">
                  <p:embed/>
                </p:oleObj>
              </mc:Choice>
              <mc:Fallback>
                <p:oleObj name="Equation" r:id="rId16" imgW="49149000" imgH="585470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CB206651-45BA-D44E-9B8F-02F7D8CF4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46600"/>
                        <a:ext cx="5118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9DA2A6DF-8AEA-5646-B0E4-D32485FE8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122863"/>
          <a:ext cx="335121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181800" imgH="9359900" progId="Equation.3">
                  <p:embed/>
                </p:oleObj>
              </mc:Choice>
              <mc:Fallback>
                <p:oleObj name="Equation" r:id="rId18" imgW="32181800" imgH="9359900" progId="Equation.3">
                  <p:embed/>
                  <p:pic>
                    <p:nvPicPr>
                      <p:cNvPr id="12" name="Object 15">
                        <a:extLst>
                          <a:ext uri="{FF2B5EF4-FFF2-40B4-BE49-F238E27FC236}">
                            <a16:creationId xmlns:a16="http://schemas.microsoft.com/office/drawing/2014/main" id="{9DA2A6DF-8AEA-5646-B0E4-D32485FE84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122863"/>
                        <a:ext cx="335121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35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01249235-76EE-6A47-A673-7171B3FB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018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/>
              <a:t>§4  </a:t>
            </a:r>
            <a:r>
              <a:rPr lang="zh-CN" altLang="en-US" b="1"/>
              <a:t>高斯型积分</a:t>
            </a:r>
            <a:r>
              <a:rPr lang="en-US" altLang="zh-CN" b="1"/>
              <a:t> 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Gaussian Quadrature */</a:t>
            </a:r>
          </a:p>
        </p:txBody>
      </p:sp>
      <p:grpSp>
        <p:nvGrpSpPr>
          <p:cNvPr id="43014" name="Group 6">
            <a:extLst>
              <a:ext uri="{FF2B5EF4-FFF2-40B4-BE49-F238E27FC236}">
                <a16:creationId xmlns:a16="http://schemas.microsoft.com/office/drawing/2014/main" id="{47F06322-A748-E340-ADC6-F5695F39F314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196975"/>
            <a:ext cx="6553200" cy="1444625"/>
            <a:chOff x="336" y="480"/>
            <a:chExt cx="4128" cy="910"/>
          </a:xfrm>
        </p:grpSpPr>
        <p:graphicFrame>
          <p:nvGraphicFramePr>
            <p:cNvPr id="37899" name="Object 3">
              <a:extLst>
                <a:ext uri="{FF2B5EF4-FFF2-40B4-BE49-F238E27FC236}">
                  <a16:creationId xmlns:a16="http://schemas.microsoft.com/office/drawing/2014/main" id="{7C3202E0-88E2-E543-A99C-0C2B157D5B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5" y="888"/>
            <a:ext cx="2256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3002200" imgH="9944100" progId="Equation.3">
                    <p:embed/>
                  </p:oleObj>
                </mc:Choice>
                <mc:Fallback>
                  <p:oleObj name="Equation" r:id="rId4" imgW="43002200" imgH="9944100" progId="Equation.3">
                    <p:embed/>
                    <p:pic>
                      <p:nvPicPr>
                        <p:cNvPr id="37899" name="Object 3">
                          <a:extLst>
                            <a:ext uri="{FF2B5EF4-FFF2-40B4-BE49-F238E27FC236}">
                              <a16:creationId xmlns:a16="http://schemas.microsoft.com/office/drawing/2014/main" id="{7C3202E0-88E2-E543-A99C-0C2B157D5B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888"/>
                          <a:ext cx="2256" cy="5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7900" name="Picture 4" descr="DARTS">
              <a:extLst>
                <a:ext uri="{FF2B5EF4-FFF2-40B4-BE49-F238E27FC236}">
                  <a16:creationId xmlns:a16="http://schemas.microsoft.com/office/drawing/2014/main" id="{60D34A65-4DD4-1C4D-97D7-32B4747A8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480"/>
              <a:ext cx="624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3" name="Text Box 5">
              <a:extLst>
                <a:ext uri="{FF2B5EF4-FFF2-40B4-BE49-F238E27FC236}">
                  <a16:creationId xmlns:a16="http://schemas.microsoft.com/office/drawing/2014/main" id="{8C344DFF-1314-D54D-94AE-F2A6BE7F3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480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Times New Roman" charset="0"/>
                  <a:ea typeface="MS PGothic" charset="0"/>
                  <a:cs typeface="楷体_GB2312" charset="0"/>
                </a:rPr>
                <a:t>构造具有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2</a:t>
              </a:r>
              <a:r>
                <a:rPr lang="en-US" altLang="zh-CN" sz="2400" b="1" i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n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+1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楷体_GB2312" charset="0"/>
                </a:rPr>
                <a:t>次代数精度的求积公式</a:t>
              </a:r>
              <a:endParaRPr lang="en-US" altLang="zh-CN" sz="2400" b="1" dirty="0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</p:grpSp>
      <p:grpSp>
        <p:nvGrpSpPr>
          <p:cNvPr id="43024" name="Group 16">
            <a:extLst>
              <a:ext uri="{FF2B5EF4-FFF2-40B4-BE49-F238E27FC236}">
                <a16:creationId xmlns:a16="http://schemas.microsoft.com/office/drawing/2014/main" id="{980B079E-C7F1-534F-8146-78E0DBF6FF1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636838"/>
            <a:ext cx="8001000" cy="1552575"/>
            <a:chOff x="384" y="1200"/>
            <a:chExt cx="5040" cy="978"/>
          </a:xfrm>
        </p:grpSpPr>
        <p:sp>
          <p:nvSpPr>
            <p:cNvPr id="43016" name="Text Box 8">
              <a:extLst>
                <a:ext uri="{FF2B5EF4-FFF2-40B4-BE49-F238E27FC236}">
                  <a16:creationId xmlns:a16="http://schemas.microsoft.com/office/drawing/2014/main" id="{40198865-8A1C-5543-BCC7-B4F126F15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200"/>
              <a:ext cx="4512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2400" b="1"/>
                <a:t>将节点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x</a:t>
              </a:r>
              <a:r>
                <a:rPr lang="en-US" altLang="zh-CN" sz="2400" b="1" baseline="-25000">
                  <a:solidFill>
                    <a:srgbClr val="FF0000"/>
                  </a:solidFill>
                </a:rPr>
                <a:t>0 </a:t>
              </a:r>
              <a:r>
                <a:rPr lang="en-US" altLang="zh-CN" sz="2400" b="1">
                  <a:solidFill>
                    <a:srgbClr val="FF0000"/>
                  </a:solidFill>
                </a:rPr>
                <a:t>…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x</a:t>
              </a:r>
              <a:r>
                <a:rPr lang="en-US" altLang="zh-CN" sz="2400" b="1" i="1" baseline="-25000">
                  <a:solidFill>
                    <a:srgbClr val="FF0000"/>
                  </a:solidFill>
                </a:rPr>
                <a:t>n</a:t>
              </a:r>
              <a:r>
                <a:rPr lang="en-US" altLang="zh-CN" sz="2400" b="1" baseline="-25000"/>
                <a:t> </a:t>
              </a:r>
              <a:r>
                <a:rPr lang="zh-CN" altLang="en-US" sz="2400" b="1"/>
                <a:t>以及系数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  <a:r>
                <a:rPr lang="en-US" altLang="zh-CN" sz="2400" b="1" baseline="-25000">
                  <a:solidFill>
                    <a:srgbClr val="FF0000"/>
                  </a:solidFill>
                </a:rPr>
                <a:t>0 </a:t>
              </a:r>
              <a:r>
                <a:rPr lang="en-US" altLang="zh-CN" sz="2400" b="1">
                  <a:solidFill>
                    <a:srgbClr val="FF0000"/>
                  </a:solidFill>
                </a:rPr>
                <a:t>…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  <a:r>
                <a:rPr lang="en-US" altLang="zh-CN" sz="2400" b="1" i="1" baseline="-25000">
                  <a:solidFill>
                    <a:srgbClr val="FF0000"/>
                  </a:solidFill>
                </a:rPr>
                <a:t>n</a:t>
              </a:r>
              <a:r>
                <a:rPr lang="en-US" altLang="zh-CN" sz="2400" b="1" i="1" baseline="-25000"/>
                <a:t> </a:t>
              </a:r>
              <a:r>
                <a:rPr lang="zh-CN" altLang="en-US" sz="2400" b="1"/>
                <a:t>都作为待定系数。令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f </a:t>
              </a:r>
              <a:r>
                <a:rPr lang="en-US" altLang="zh-CN" sz="2400" b="1">
                  <a:solidFill>
                    <a:schemeClr val="accent2"/>
                  </a:solidFill>
                </a:rPr>
                <a:t>(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>
                  <a:solidFill>
                    <a:schemeClr val="accent2"/>
                  </a:solidFill>
                </a:rPr>
                <a:t>) = 1,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>
                  <a:solidFill>
                    <a:schemeClr val="accent2"/>
                  </a:solidFill>
                </a:rPr>
                <a:t>,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zh-CN" sz="2400" b="1">
                  <a:solidFill>
                    <a:schemeClr val="accent2"/>
                  </a:solidFill>
                </a:rPr>
                <a:t>, …,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zh-CN" sz="2400" b="1" i="1" baseline="30000">
                  <a:solidFill>
                    <a:schemeClr val="accent2"/>
                  </a:solidFill>
                </a:rPr>
                <a:t>n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+1</a:t>
              </a:r>
              <a:r>
                <a:rPr lang="en-US" altLang="zh-CN" sz="2400" b="1" baseline="30000"/>
                <a:t> </a:t>
              </a:r>
              <a:r>
                <a:rPr lang="zh-CN" altLang="en-US" sz="2400" b="1"/>
                <a:t>代入可求解，得到的公式具有</a:t>
              </a:r>
              <a:r>
                <a:rPr lang="en-US" altLang="zh-CN" sz="2400" b="1">
                  <a:solidFill>
                    <a:schemeClr val="accent2"/>
                  </a:solidFill>
                </a:rPr>
                <a:t>2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400" b="1">
                  <a:solidFill>
                    <a:schemeClr val="accent2"/>
                  </a:solidFill>
                </a:rPr>
                <a:t>+1 </a:t>
              </a:r>
              <a:r>
                <a:rPr lang="zh-CN" altLang="en-US" sz="2400" b="1"/>
                <a:t>次代数精度。这样的节点称为</a:t>
              </a:r>
              <a:r>
                <a:rPr lang="en-US" altLang="zh-CN" sz="2400" b="1">
                  <a:solidFill>
                    <a:schemeClr val="accent2"/>
                  </a:solidFill>
                </a:rPr>
                <a:t>Gauss </a:t>
              </a:r>
              <a:r>
                <a:rPr lang="zh-CN" altLang="en-US" sz="2400" b="1">
                  <a:solidFill>
                    <a:schemeClr val="accent2"/>
                  </a:solidFill>
                </a:rPr>
                <a:t>点</a:t>
              </a:r>
              <a:r>
                <a:rPr lang="zh-CN" altLang="en-US" sz="2400" b="1"/>
                <a:t>，公式称为</a:t>
              </a:r>
              <a:r>
                <a:rPr lang="en-US" altLang="zh-CN" sz="2400" b="1">
                  <a:solidFill>
                    <a:schemeClr val="accent2"/>
                  </a:solidFill>
                </a:rPr>
                <a:t>Gauss </a:t>
              </a:r>
              <a:r>
                <a:rPr lang="zh-CN" altLang="en-US" sz="2400" b="1">
                  <a:solidFill>
                    <a:schemeClr val="accent2"/>
                  </a:solidFill>
                </a:rPr>
                <a:t>型求积公式</a:t>
              </a:r>
              <a:r>
                <a:rPr lang="zh-CN" altLang="en-US" sz="2400" b="1"/>
                <a:t>。</a:t>
              </a:r>
              <a:endParaRPr lang="en-US" altLang="zh-CN" sz="2400" b="1"/>
            </a:p>
          </p:txBody>
        </p:sp>
        <p:pic>
          <p:nvPicPr>
            <p:cNvPr id="37898" name="Picture 15" descr="LIGHT">
              <a:extLst>
                <a:ext uri="{FF2B5EF4-FFF2-40B4-BE49-F238E27FC236}">
                  <a16:creationId xmlns:a16="http://schemas.microsoft.com/office/drawing/2014/main" id="{C8E1E8F0-9116-9345-9055-1ADC05C363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248"/>
              <a:ext cx="407" cy="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0" name="Group 46">
            <a:extLst>
              <a:ext uri="{FF2B5EF4-FFF2-40B4-BE49-F238E27FC236}">
                <a16:creationId xmlns:a16="http://schemas.microsoft.com/office/drawing/2014/main" id="{B90B5331-0D3C-D84F-9EF2-36547343AF39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581525"/>
            <a:ext cx="8305800" cy="1187450"/>
            <a:chOff x="240" y="144"/>
            <a:chExt cx="5232" cy="748"/>
          </a:xfrm>
        </p:grpSpPr>
        <p:sp>
          <p:nvSpPr>
            <p:cNvPr id="51" name="Text Box 5">
              <a:extLst>
                <a:ext uri="{FF2B5EF4-FFF2-40B4-BE49-F238E27FC236}">
                  <a16:creationId xmlns:a16="http://schemas.microsoft.com/office/drawing/2014/main" id="{6A3C7BE0-D3CA-404E-8631-BAEDC7C13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44"/>
              <a:ext cx="523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b="1"/>
                <a:t>　　　</a:t>
              </a:r>
              <a:r>
                <a:rPr lang="en-US" altLang="zh-CN" sz="2400" b="1"/>
                <a:t>      </a:t>
              </a:r>
              <a:r>
                <a:rPr lang="en-US" altLang="zh-CN" sz="2400" b="1" i="1"/>
                <a:t>x</a:t>
              </a:r>
              <a:r>
                <a:rPr lang="en-US" altLang="zh-CN" sz="2400" b="1" baseline="-25000"/>
                <a:t>0 </a:t>
              </a:r>
              <a:r>
                <a:rPr lang="en-US" altLang="zh-CN" sz="2400" b="1"/>
                <a:t>… </a:t>
              </a:r>
              <a:r>
                <a:rPr lang="en-US" altLang="zh-CN" sz="2400" b="1" i="1"/>
                <a:t>x</a:t>
              </a:r>
              <a:r>
                <a:rPr lang="en-US" altLang="zh-CN" sz="2400" b="1" i="1" baseline="-25000"/>
                <a:t>n</a:t>
              </a:r>
              <a:r>
                <a:rPr lang="en-US" altLang="zh-CN" sz="2400" b="1" i="1" baseline="-25000">
                  <a:solidFill>
                    <a:srgbClr val="FF0000"/>
                  </a:solidFill>
                </a:rPr>
                <a:t> </a:t>
              </a:r>
              <a:r>
                <a:rPr lang="zh-CN" altLang="en-US" sz="2400" b="1"/>
                <a:t>为</a:t>
              </a:r>
              <a:r>
                <a:rPr lang="en-US" altLang="zh-CN" sz="2400" b="1"/>
                <a:t> Gauss </a:t>
              </a:r>
              <a:r>
                <a:rPr lang="zh-CN" altLang="en-US" sz="2400" b="1"/>
                <a:t>点</a:t>
              </a:r>
              <a:r>
                <a:rPr lang="en-US" altLang="zh-CN" sz="2400" b="1"/>
                <a:t> </a:t>
              </a:r>
              <a:r>
                <a:rPr lang="en-US" altLang="zh-CN" sz="2400" b="1">
                  <a:solidFill>
                    <a:schemeClr val="accent2"/>
                  </a:solidFill>
                  <a:sym typeface="Symbol" pitchFamily="2" charset="2"/>
                </a:rPr>
                <a:t></a:t>
              </a:r>
              <a:r>
                <a:rPr lang="en-US" altLang="zh-CN" sz="2400" b="1">
                  <a:sym typeface="Symbol" pitchFamily="2" charset="2"/>
                </a:rPr>
                <a:t>                               </a:t>
              </a:r>
              <a:r>
                <a:rPr lang="zh-CN" altLang="en-US" sz="2400" b="1"/>
                <a:t>与任意次数不大于</a:t>
              </a:r>
              <a:r>
                <a:rPr lang="en-US" altLang="zh-CN" sz="2400" b="1" i="1"/>
                <a:t>n</a:t>
              </a:r>
              <a:r>
                <a:rPr lang="en-US" altLang="zh-CN" sz="2400" b="1"/>
                <a:t> </a:t>
              </a:r>
              <a:r>
                <a:rPr lang="zh-CN" altLang="en-US" sz="2400" b="1"/>
                <a:t>的多项式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P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>
                  <a:solidFill>
                    <a:schemeClr val="accent2"/>
                  </a:solidFill>
                </a:rPr>
                <a:t>（带权）正交</a:t>
              </a:r>
              <a:r>
                <a:rPr lang="zh-CN" altLang="en-US" sz="2400" b="1"/>
                <a:t>。</a:t>
              </a:r>
              <a:endParaRPr lang="en-US" altLang="zh-CN" sz="2400" b="1"/>
            </a:p>
          </p:txBody>
        </p:sp>
        <p:graphicFrame>
          <p:nvGraphicFramePr>
            <p:cNvPr id="37895" name="Object 6">
              <a:extLst>
                <a:ext uri="{FF2B5EF4-FFF2-40B4-BE49-F238E27FC236}">
                  <a16:creationId xmlns:a16="http://schemas.microsoft.com/office/drawing/2014/main" id="{5AA3ABD9-A908-534A-9808-95B1EED665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8" y="144"/>
            <a:ext cx="1491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8092400" imgH="9944100" progId="Equation.3">
                    <p:embed/>
                  </p:oleObj>
                </mc:Choice>
                <mc:Fallback>
                  <p:oleObj name="Equation" r:id="rId8" imgW="28092400" imgH="9944100" progId="Equation.3">
                    <p:embed/>
                    <p:pic>
                      <p:nvPicPr>
                        <p:cNvPr id="37895" name="Object 6">
                          <a:extLst>
                            <a:ext uri="{FF2B5EF4-FFF2-40B4-BE49-F238E27FC236}">
                              <a16:creationId xmlns:a16="http://schemas.microsoft.com/office/drawing/2014/main" id="{5AA3ABD9-A908-534A-9808-95B1EED665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144"/>
                          <a:ext cx="1491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AutoShape 45" descr="白色大理石">
              <a:extLst>
                <a:ext uri="{FF2B5EF4-FFF2-40B4-BE49-F238E27FC236}">
                  <a16:creationId xmlns:a16="http://schemas.microsoft.com/office/drawing/2014/main" id="{F1F7EEC6-5942-9E4E-B334-584C93B16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92"/>
              <a:ext cx="624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1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</a:endParaRPr>
            </a:p>
          </p:txBody>
        </p:sp>
      </p:grp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3C24E690-2254-4C4F-A151-FBDE676EC0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0850" y="5972175"/>
          <a:ext cx="28511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900" imgH="330200" progId="Equation.3">
                  <p:embed/>
                </p:oleObj>
              </mc:Choice>
              <mc:Fallback>
                <p:oleObj name="Equation" r:id="rId11" imgW="1485900" imgH="330200" progId="Equation.3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3C24E690-2254-4C4F-A151-FBDE676EC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5972175"/>
                        <a:ext cx="28511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175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D196F46-D10B-BF4F-87FA-3C4AD998C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0"/>
            <a:ext cx="3429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800" b="1">
                <a:ea typeface="宋体" panose="02010600030101010101" pitchFamily="2" charset="-122"/>
              </a:rPr>
              <a:t>§4  Gaussian Quadrature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8B6C0958-EAB6-D041-808C-282289000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83058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7850" indent="-5778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sym typeface="Wingdings" pitchFamily="2" charset="2"/>
              </a:rPr>
              <a:t> </a:t>
            </a:r>
            <a:r>
              <a:rPr lang="zh-CN" altLang="en-US" sz="2400" b="1"/>
              <a:t>正交多项式族</a:t>
            </a:r>
            <a:r>
              <a:rPr lang="en-US" altLang="zh-CN" sz="2400" b="1"/>
              <a:t>{ </a:t>
            </a:r>
            <a:r>
              <a:rPr lang="en-US" altLang="zh-CN" sz="2400" b="1" i="1">
                <a:sym typeface="Symbol" pitchFamily="2" charset="2"/>
              </a:rPr>
              <a:t></a:t>
            </a:r>
            <a:r>
              <a:rPr lang="en-US" altLang="zh-CN" sz="2400" b="1" baseline="-25000">
                <a:sym typeface="Symbol" pitchFamily="2" charset="2"/>
              </a:rPr>
              <a:t>0</a:t>
            </a:r>
            <a:r>
              <a:rPr lang="en-US" altLang="zh-CN" sz="2400" b="1">
                <a:sym typeface="Symbol" pitchFamily="2" charset="2"/>
              </a:rPr>
              <a:t>, </a:t>
            </a:r>
            <a:r>
              <a:rPr lang="en-US" altLang="zh-CN" sz="2400" b="1" i="1">
                <a:sym typeface="Symbol" pitchFamily="2" charset="2"/>
              </a:rPr>
              <a:t></a:t>
            </a:r>
            <a:r>
              <a:rPr lang="en-US" altLang="zh-CN" sz="2400" b="1" baseline="-25000">
                <a:sym typeface="Symbol" pitchFamily="2" charset="2"/>
              </a:rPr>
              <a:t>1</a:t>
            </a:r>
            <a:r>
              <a:rPr lang="en-US" altLang="zh-CN" sz="2400" b="1">
                <a:sym typeface="Symbol" pitchFamily="2" charset="2"/>
              </a:rPr>
              <a:t>, …, </a:t>
            </a:r>
            <a:r>
              <a:rPr lang="en-US" altLang="zh-CN" sz="2400" b="1" i="1">
                <a:sym typeface="Symbol" pitchFamily="2" charset="2"/>
              </a:rPr>
              <a:t></a:t>
            </a:r>
            <a:r>
              <a:rPr lang="en-US" altLang="zh-CN" sz="2400" b="1" i="1" baseline="-25000">
                <a:sym typeface="Symbol" pitchFamily="2" charset="2"/>
              </a:rPr>
              <a:t>n</a:t>
            </a:r>
            <a:r>
              <a:rPr lang="en-US" altLang="zh-CN" sz="2400" b="1">
                <a:sym typeface="Symbol" pitchFamily="2" charset="2"/>
              </a:rPr>
              <a:t>, …</a:t>
            </a:r>
            <a:r>
              <a:rPr lang="en-US" altLang="zh-CN" sz="2400" b="1"/>
              <a:t> }</a:t>
            </a:r>
            <a:r>
              <a:rPr lang="zh-CN" altLang="en-US" sz="2400" b="1"/>
              <a:t>有性质：任意次数不大于</a:t>
            </a:r>
            <a:r>
              <a:rPr lang="en-US" altLang="zh-CN" sz="2400" b="1" i="1">
                <a:solidFill>
                  <a:schemeClr val="accent2"/>
                </a:solidFill>
              </a:rPr>
              <a:t>n</a:t>
            </a:r>
            <a:r>
              <a:rPr lang="en-US" altLang="zh-CN" sz="2400" b="1"/>
              <a:t> </a:t>
            </a:r>
            <a:r>
              <a:rPr lang="zh-CN" altLang="en-US" sz="2400" b="1"/>
              <a:t>的多项式</a:t>
            </a:r>
            <a:r>
              <a:rPr lang="en-US" altLang="zh-CN" sz="2400" b="1"/>
              <a:t> </a:t>
            </a:r>
            <a:r>
              <a:rPr lang="en-US" altLang="zh-CN" sz="2400" b="1" i="1"/>
              <a:t>P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必与</a:t>
            </a:r>
            <a:r>
              <a:rPr lang="en-US" altLang="zh-CN" sz="2400" b="1" i="1">
                <a:solidFill>
                  <a:schemeClr val="accent2"/>
                </a:solidFill>
                <a:sym typeface="Symbol" pitchFamily="2" charset="2"/>
              </a:rPr>
              <a:t></a:t>
            </a:r>
            <a:r>
              <a:rPr lang="en-US" altLang="zh-CN" sz="2400" b="1" i="1" baseline="-25000">
                <a:solidFill>
                  <a:schemeClr val="accent2"/>
                </a:solidFill>
                <a:sym typeface="Symbol" pitchFamily="2" charset="2"/>
              </a:rPr>
              <a:t>n</a:t>
            </a:r>
            <a:r>
              <a:rPr lang="en-US" altLang="zh-CN" sz="2400" b="1" baseline="-25000">
                <a:solidFill>
                  <a:schemeClr val="accent2"/>
                </a:solidFill>
                <a:sym typeface="Symbol" pitchFamily="2" charset="2"/>
              </a:rPr>
              <a:t>+1</a:t>
            </a:r>
            <a:r>
              <a:rPr lang="en-US" altLang="zh-CN" sz="2400" b="1" baseline="-25000">
                <a:sym typeface="Symbol" pitchFamily="2" charset="2"/>
              </a:rPr>
              <a:t> </a:t>
            </a:r>
            <a:r>
              <a:rPr lang="zh-CN" altLang="en-US" sz="2400" b="1"/>
              <a:t>正交。</a:t>
            </a:r>
            <a:endParaRPr lang="en-US" altLang="zh-CN" sz="2400" b="1"/>
          </a:p>
        </p:txBody>
      </p:sp>
      <p:grpSp>
        <p:nvGrpSpPr>
          <p:cNvPr id="45062" name="Group 6">
            <a:extLst>
              <a:ext uri="{FF2B5EF4-FFF2-40B4-BE49-F238E27FC236}">
                <a16:creationId xmlns:a16="http://schemas.microsoft.com/office/drawing/2014/main" id="{FDD4015F-2693-4447-9062-2AA7CEC021A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47800"/>
            <a:ext cx="7924800" cy="457200"/>
            <a:chOff x="432" y="912"/>
            <a:chExt cx="4992" cy="288"/>
          </a:xfrm>
        </p:grpSpPr>
        <p:sp>
          <p:nvSpPr>
            <p:cNvPr id="45060" name="AutoShape 4">
              <a:extLst>
                <a:ext uri="{FF2B5EF4-FFF2-40B4-BE49-F238E27FC236}">
                  <a16:creationId xmlns:a16="http://schemas.microsoft.com/office/drawing/2014/main" id="{9318C1AB-49E5-6F4D-AA73-77159FB8D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0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45061" name="Text Box 5">
              <a:extLst>
                <a:ext uri="{FF2B5EF4-FFF2-40B4-BE49-F238E27FC236}">
                  <a16:creationId xmlns:a16="http://schemas.microsoft.com/office/drawing/2014/main" id="{C2002B07-CFCC-C94C-88EC-CDAD1DC62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912"/>
              <a:ext cx="47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/>
                <a:t>若取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w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为其中的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charset="0"/>
                </a:rPr>
                <a:t></a:t>
              </a:r>
              <a:r>
                <a:rPr lang="en-US" altLang="zh-CN" sz="2400" b="1" i="1" baseline="-25000">
                  <a:solidFill>
                    <a:schemeClr val="accent2"/>
                  </a:solidFill>
                  <a:sym typeface="Symbol" charset="0"/>
                </a:rPr>
                <a:t>n</a:t>
              </a:r>
              <a:r>
                <a:rPr lang="en-US" altLang="zh-CN" sz="2400" b="1" baseline="-25000">
                  <a:solidFill>
                    <a:schemeClr val="accent2"/>
                  </a:solidFill>
                  <a:sym typeface="Symbol" charset="0"/>
                </a:rPr>
                <a:t>+1</a:t>
              </a:r>
              <a:r>
                <a:rPr lang="zh-CN" altLang="en-US" sz="2400" b="1"/>
                <a:t>，则</a:t>
              </a:r>
              <a:r>
                <a:rPr lang="en-US" altLang="zh-CN" sz="2400" b="1" i="1">
                  <a:solidFill>
                    <a:srgbClr val="FF0000"/>
                  </a:solidFill>
                  <a:sym typeface="Symbol" charset="0"/>
                </a:rPr>
                <a:t></a:t>
              </a:r>
              <a:r>
                <a:rPr lang="en-US" altLang="zh-CN" sz="2400" b="1" i="1" baseline="-25000">
                  <a:solidFill>
                    <a:srgbClr val="FF0000"/>
                  </a:solidFill>
                  <a:sym typeface="Symbol" charset="0"/>
                </a:rPr>
                <a:t>n</a:t>
              </a:r>
              <a:r>
                <a:rPr lang="en-US" altLang="zh-CN" sz="2400" b="1" baseline="-25000">
                  <a:solidFill>
                    <a:srgbClr val="FF0000"/>
                  </a:solidFill>
                  <a:sym typeface="Symbol" charset="0"/>
                </a:rPr>
                <a:t>+1</a:t>
              </a:r>
              <a:r>
                <a:rPr lang="zh-CN" altLang="en-US" sz="2400" b="1">
                  <a:solidFill>
                    <a:srgbClr val="FF0000"/>
                  </a:solidFill>
                </a:rPr>
                <a:t>的根</a:t>
              </a:r>
              <a:r>
                <a:rPr lang="zh-CN" altLang="en-US" sz="2400" b="1"/>
                <a:t>就是</a:t>
              </a:r>
              <a:r>
                <a:rPr lang="en-US" altLang="zh-CN" sz="2400" b="1"/>
                <a:t> Gauss </a:t>
              </a:r>
              <a:r>
                <a:rPr lang="zh-CN" altLang="en-US" sz="2400" b="1"/>
                <a:t>点。</a:t>
              </a:r>
              <a:endParaRPr lang="en-US" altLang="zh-CN" sz="2400" b="1"/>
            </a:p>
          </p:txBody>
        </p:sp>
      </p:grpSp>
      <p:grpSp>
        <p:nvGrpSpPr>
          <p:cNvPr id="45098" name="Group 42">
            <a:extLst>
              <a:ext uri="{FF2B5EF4-FFF2-40B4-BE49-F238E27FC236}">
                <a16:creationId xmlns:a16="http://schemas.microsoft.com/office/drawing/2014/main" id="{2ADEB873-6856-6946-A018-552F5796B53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5400675" cy="595313"/>
            <a:chOff x="288" y="1248"/>
            <a:chExt cx="3402" cy="375"/>
          </a:xfrm>
        </p:grpSpPr>
        <p:sp>
          <p:nvSpPr>
            <p:cNvPr id="45064" name="Text Box 8">
              <a:extLst>
                <a:ext uri="{FF2B5EF4-FFF2-40B4-BE49-F238E27FC236}">
                  <a16:creationId xmlns:a16="http://schemas.microsoft.com/office/drawing/2014/main" id="{9020CFC8-0ECE-C44E-A634-14E455648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296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a typeface="宋体" charset="0"/>
                  <a:cs typeface="宋体" charset="0"/>
                </a:rPr>
                <a:t>例：</a:t>
              </a:r>
              <a:endParaRPr lang="en-US" altLang="zh-CN" sz="2400" b="1" dirty="0">
                <a:ea typeface="宋体" charset="0"/>
                <a:cs typeface="宋体" charset="0"/>
              </a:endParaRPr>
            </a:p>
          </p:txBody>
        </p:sp>
        <p:grpSp>
          <p:nvGrpSpPr>
            <p:cNvPr id="39067" name="Group 12">
              <a:extLst>
                <a:ext uri="{FF2B5EF4-FFF2-40B4-BE49-F238E27FC236}">
                  <a16:creationId xmlns:a16="http://schemas.microsoft.com/office/drawing/2014/main" id="{20ACC084-C09D-F044-A1DB-E53FE3210E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248"/>
              <a:ext cx="2394" cy="375"/>
              <a:chOff x="1036" y="3112"/>
              <a:chExt cx="2394" cy="375"/>
            </a:xfrm>
          </p:grpSpPr>
          <p:sp>
            <p:nvSpPr>
              <p:cNvPr id="39068" name="Line 13">
                <a:extLst>
                  <a:ext uri="{FF2B5EF4-FFF2-40B4-BE49-F238E27FC236}">
                    <a16:creationId xmlns:a16="http://schemas.microsoft.com/office/drawing/2014/main" id="{679A4AC0-39ED-784E-A282-4AF7E2CC0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4" y="3323"/>
                <a:ext cx="22" cy="14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69" name="Line 14">
                <a:extLst>
                  <a:ext uri="{FF2B5EF4-FFF2-40B4-BE49-F238E27FC236}">
                    <a16:creationId xmlns:a16="http://schemas.microsoft.com/office/drawing/2014/main" id="{8E339965-8F3D-1541-BD21-B9EACF672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6" y="3327"/>
                <a:ext cx="31" cy="6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70" name="Line 15">
                <a:extLst>
                  <a:ext uri="{FF2B5EF4-FFF2-40B4-BE49-F238E27FC236}">
                    <a16:creationId xmlns:a16="http://schemas.microsoft.com/office/drawing/2014/main" id="{843FAD9F-E726-704F-8CF8-98DF5C094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0" y="3202"/>
                <a:ext cx="42" cy="18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71" name="Line 16">
                <a:extLst>
                  <a:ext uri="{FF2B5EF4-FFF2-40B4-BE49-F238E27FC236}">
                    <a16:creationId xmlns:a16="http://schemas.microsoft.com/office/drawing/2014/main" id="{A26EE8FD-5531-6A43-856B-4982FAB5B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2" y="3202"/>
                <a:ext cx="122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72" name="Rectangle 17">
                <a:extLst>
                  <a:ext uri="{FF2B5EF4-FFF2-40B4-BE49-F238E27FC236}">
                    <a16:creationId xmlns:a16="http://schemas.microsoft.com/office/drawing/2014/main" id="{93D28A0A-B06A-3B4B-B1D7-54A0023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3137"/>
                <a:ext cx="77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3500" b="1">
                    <a:solidFill>
                      <a:srgbClr val="000000"/>
                    </a:solidFill>
                    <a:latin typeface="Symbol" pitchFamily="2" charset="2"/>
                    <a:sym typeface="Symbol" pitchFamily="2" charset="2"/>
                  </a:rPr>
                  <a:t></a:t>
                </a:r>
                <a:endParaRPr lang="en-US" altLang="zh-CN"/>
              </a:p>
            </p:txBody>
          </p:sp>
          <p:sp>
            <p:nvSpPr>
              <p:cNvPr id="39073" name="Rectangle 18">
                <a:extLst>
                  <a:ext uri="{FF2B5EF4-FFF2-40B4-BE49-F238E27FC236}">
                    <a16:creationId xmlns:a16="http://schemas.microsoft.com/office/drawing/2014/main" id="{DEC3EF50-C9FF-974A-943C-CF8874FED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1" y="3164"/>
                <a:ext cx="10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  <a:latin typeface="Symbol" pitchFamily="2" charset="2"/>
                  </a:rPr>
                  <a:t>+</a:t>
                </a:r>
                <a:endParaRPr lang="en-US" altLang="zh-CN"/>
              </a:p>
            </p:txBody>
          </p:sp>
          <p:sp>
            <p:nvSpPr>
              <p:cNvPr id="39074" name="Rectangle 19">
                <a:extLst>
                  <a:ext uri="{FF2B5EF4-FFF2-40B4-BE49-F238E27FC236}">
                    <a16:creationId xmlns:a16="http://schemas.microsoft.com/office/drawing/2014/main" id="{B3E68A6D-F3AB-EA4C-B468-B6F2FB679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0" y="3164"/>
                <a:ext cx="10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  <a:latin typeface="Symbol" pitchFamily="2" charset="2"/>
                    <a:sym typeface="Symbol" pitchFamily="2" charset="2"/>
                  </a:rPr>
                  <a:t></a:t>
                </a:r>
                <a:endParaRPr lang="en-US" altLang="zh-CN"/>
              </a:p>
            </p:txBody>
          </p:sp>
          <p:sp>
            <p:nvSpPr>
              <p:cNvPr id="39075" name="Rectangle 20">
                <a:extLst>
                  <a:ext uri="{FF2B5EF4-FFF2-40B4-BE49-F238E27FC236}">
                    <a16:creationId xmlns:a16="http://schemas.microsoft.com/office/drawing/2014/main" id="{479EB99E-4774-124C-A1D2-0981E3D7C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6" y="3112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39076" name="Rectangle 21">
                <a:extLst>
                  <a:ext uri="{FF2B5EF4-FFF2-40B4-BE49-F238E27FC236}">
                    <a16:creationId xmlns:a16="http://schemas.microsoft.com/office/drawing/2014/main" id="{2ECB86EC-184B-BE44-B13E-DB7174DC8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6" y="3353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39077" name="Rectangle 22">
                <a:extLst>
                  <a:ext uri="{FF2B5EF4-FFF2-40B4-BE49-F238E27FC236}">
                    <a16:creationId xmlns:a16="http://schemas.microsoft.com/office/drawing/2014/main" id="{012C7335-EFAC-914D-A98D-B2914D2D2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1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1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78" name="Rectangle 23">
                <a:extLst>
                  <a:ext uri="{FF2B5EF4-FFF2-40B4-BE49-F238E27FC236}">
                    <a16:creationId xmlns:a16="http://schemas.microsoft.com/office/drawing/2014/main" id="{FFAB67FF-69DF-1C41-96F3-EC25A8484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1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79" name="Rectangle 24">
                <a:extLst>
                  <a:ext uri="{FF2B5EF4-FFF2-40B4-BE49-F238E27FC236}">
                    <a16:creationId xmlns:a16="http://schemas.microsoft.com/office/drawing/2014/main" id="{029EF336-6CDF-254C-96CA-B4E611CA7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0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80" name="Rectangle 25">
                <a:extLst>
                  <a:ext uri="{FF2B5EF4-FFF2-40B4-BE49-F238E27FC236}">
                    <a16:creationId xmlns:a16="http://schemas.microsoft.com/office/drawing/2014/main" id="{064690BF-0805-0246-A7FC-02F2C8C36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0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81" name="Rectangle 26">
                <a:extLst>
                  <a:ext uri="{FF2B5EF4-FFF2-40B4-BE49-F238E27FC236}">
                    <a16:creationId xmlns:a16="http://schemas.microsoft.com/office/drawing/2014/main" id="{CF0F30D4-D30F-4C4D-B733-55CE3707B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39082" name="Rectangle 27">
                <a:extLst>
                  <a:ext uri="{FF2B5EF4-FFF2-40B4-BE49-F238E27FC236}">
                    <a16:creationId xmlns:a16="http://schemas.microsoft.com/office/drawing/2014/main" id="{EF10B943-63BF-AA40-9489-5E7817FC2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0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39083" name="Rectangle 28">
                <a:extLst>
                  <a:ext uri="{FF2B5EF4-FFF2-40B4-BE49-F238E27FC236}">
                    <a16:creationId xmlns:a16="http://schemas.microsoft.com/office/drawing/2014/main" id="{3B44D20E-127C-AF42-9CCB-3A84F4C4D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39084" name="Rectangle 29">
                <a:extLst>
                  <a:ext uri="{FF2B5EF4-FFF2-40B4-BE49-F238E27FC236}">
                    <a16:creationId xmlns:a16="http://schemas.microsoft.com/office/drawing/2014/main" id="{CA87B91C-1013-8649-A942-4F738621C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39085" name="Rectangle 30">
                <a:extLst>
                  <a:ext uri="{FF2B5EF4-FFF2-40B4-BE49-F238E27FC236}">
                    <a16:creationId xmlns:a16="http://schemas.microsoft.com/office/drawing/2014/main" id="{95438F68-EF03-B747-8E9B-748E07E39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39086" name="Rectangle 31">
                <a:extLst>
                  <a:ext uri="{FF2B5EF4-FFF2-40B4-BE49-F238E27FC236}">
                    <a16:creationId xmlns:a16="http://schemas.microsoft.com/office/drawing/2014/main" id="{BE4854D4-8676-674E-AF96-FBFEF992D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9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39087" name="Rectangle 32">
                <a:extLst>
                  <a:ext uri="{FF2B5EF4-FFF2-40B4-BE49-F238E27FC236}">
                    <a16:creationId xmlns:a16="http://schemas.microsoft.com/office/drawing/2014/main" id="{88F4F024-71BE-0643-A14D-6E051B387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7" y="3185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x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88" name="Rectangle 33">
                <a:extLst>
                  <a:ext uri="{FF2B5EF4-FFF2-40B4-BE49-F238E27FC236}">
                    <a16:creationId xmlns:a16="http://schemas.microsoft.com/office/drawing/2014/main" id="{D02D3CF8-FCB3-6843-BF2E-4D1BEFD41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39089" name="Rectangle 34">
                <a:extLst>
                  <a:ext uri="{FF2B5EF4-FFF2-40B4-BE49-F238E27FC236}">
                    <a16:creationId xmlns:a16="http://schemas.microsoft.com/office/drawing/2014/main" id="{0E645FEB-C755-934A-9DAA-397A56E53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1" y="3185"/>
                <a:ext cx="12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A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90" name="Rectangle 35">
                <a:extLst>
                  <a:ext uri="{FF2B5EF4-FFF2-40B4-BE49-F238E27FC236}">
                    <a16:creationId xmlns:a16="http://schemas.microsoft.com/office/drawing/2014/main" id="{96FCE3AC-A912-C247-AC17-F7D272F57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0" y="3185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x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91" name="Rectangle 36">
                <a:extLst>
                  <a:ext uri="{FF2B5EF4-FFF2-40B4-BE49-F238E27FC236}">
                    <a16:creationId xmlns:a16="http://schemas.microsoft.com/office/drawing/2014/main" id="{846006E7-8C4C-5A49-9BED-8B496A45B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39092" name="Rectangle 37">
                <a:extLst>
                  <a:ext uri="{FF2B5EF4-FFF2-40B4-BE49-F238E27FC236}">
                    <a16:creationId xmlns:a16="http://schemas.microsoft.com/office/drawing/2014/main" id="{E6BA380B-675C-EB49-B1BF-14F4BE9F1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7" y="3185"/>
                <a:ext cx="12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A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93" name="Rectangle 38">
                <a:extLst>
                  <a:ext uri="{FF2B5EF4-FFF2-40B4-BE49-F238E27FC236}">
                    <a16:creationId xmlns:a16="http://schemas.microsoft.com/office/drawing/2014/main" id="{1CF60353-43C3-B04C-8C4B-BF0532B75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6" y="3185"/>
                <a:ext cx="184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dx</a:t>
                </a:r>
                <a:endParaRPr lang="en-US" altLang="zh-CN"/>
              </a:p>
            </p:txBody>
          </p:sp>
          <p:sp>
            <p:nvSpPr>
              <p:cNvPr id="39094" name="Rectangle 39">
                <a:extLst>
                  <a:ext uri="{FF2B5EF4-FFF2-40B4-BE49-F238E27FC236}">
                    <a16:creationId xmlns:a16="http://schemas.microsoft.com/office/drawing/2014/main" id="{83DFB9F4-E2FD-9A4B-8E2B-6B1017E3D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5" y="3185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39095" name="Rectangle 40">
                <a:extLst>
                  <a:ext uri="{FF2B5EF4-FFF2-40B4-BE49-F238E27FC236}">
                    <a16:creationId xmlns:a16="http://schemas.microsoft.com/office/drawing/2014/main" id="{46E63B38-BEA3-1346-A2A0-A54EE1B02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39096" name="Rectangle 41">
                <a:extLst>
                  <a:ext uri="{FF2B5EF4-FFF2-40B4-BE49-F238E27FC236}">
                    <a16:creationId xmlns:a16="http://schemas.microsoft.com/office/drawing/2014/main" id="{46366323-75F2-FD4A-8FA3-E9BDB825C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168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</p:grpSp>
      </p:grpSp>
      <p:sp>
        <p:nvSpPr>
          <p:cNvPr id="45100" name="Text Box 44">
            <a:extLst>
              <a:ext uri="{FF2B5EF4-FFF2-40B4-BE49-F238E27FC236}">
                <a16:creationId xmlns:a16="http://schemas.microsoft.com/office/drawing/2014/main" id="{130CDE72-5231-0A47-8B8E-E0A3B7BC7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670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rgbClr val="008000"/>
                </a:solidFill>
              </a:rPr>
              <a:t>Step 1</a:t>
            </a:r>
            <a:r>
              <a:rPr lang="zh-CN" altLang="en-US" sz="2000" b="1">
                <a:solidFill>
                  <a:srgbClr val="008000"/>
                </a:solidFill>
              </a:rPr>
              <a:t>：</a:t>
            </a:r>
            <a:r>
              <a:rPr lang="zh-CN" altLang="en-US" sz="2400" b="1"/>
              <a:t>构造正交多项式</a:t>
            </a:r>
            <a:r>
              <a:rPr lang="en-US" altLang="zh-CN" sz="2400" b="1" i="1">
                <a:solidFill>
                  <a:srgbClr val="FF0000"/>
                </a:solidFill>
                <a:sym typeface="Symbol" charset="0"/>
              </a:rPr>
              <a:t></a:t>
            </a:r>
            <a:r>
              <a:rPr lang="en-US" altLang="zh-CN" sz="2400" b="1" baseline="-25000">
                <a:solidFill>
                  <a:srgbClr val="FF0000"/>
                </a:solidFill>
                <a:sym typeface="Symbol" charset="0"/>
              </a:rPr>
              <a:t>2</a:t>
            </a:r>
          </a:p>
        </p:txBody>
      </p:sp>
      <p:grpSp>
        <p:nvGrpSpPr>
          <p:cNvPr id="45134" name="Group 78">
            <a:extLst>
              <a:ext uri="{FF2B5EF4-FFF2-40B4-BE49-F238E27FC236}">
                <a16:creationId xmlns:a16="http://schemas.microsoft.com/office/drawing/2014/main" id="{6C2C2A15-4C27-A74A-A1E7-079F2F62C85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124200"/>
            <a:ext cx="5665788" cy="457200"/>
            <a:chOff x="1008" y="1968"/>
            <a:chExt cx="3569" cy="288"/>
          </a:xfrm>
        </p:grpSpPr>
        <p:sp>
          <p:nvSpPr>
            <p:cNvPr id="4" name="Text Box 46">
              <a:extLst>
                <a:ext uri="{FF2B5EF4-FFF2-40B4-BE49-F238E27FC236}">
                  <a16:creationId xmlns:a16="http://schemas.microsoft.com/office/drawing/2014/main" id="{2AF46673-A7A0-6546-870E-CEAB64DF2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9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宋体" charset="0"/>
                  <a:cs typeface="宋体" charset="0"/>
                </a:rPr>
                <a:t>设</a:t>
              </a:r>
              <a:endParaRPr lang="en-US" altLang="zh-CN" sz="2400" b="1">
                <a:ea typeface="宋体" charset="0"/>
                <a:cs typeface="宋体" charset="0"/>
              </a:endParaRPr>
            </a:p>
          </p:txBody>
        </p:sp>
        <p:sp>
          <p:nvSpPr>
            <p:cNvPr id="39036" name="Rectangle 48">
              <a:extLst>
                <a:ext uri="{FF2B5EF4-FFF2-40B4-BE49-F238E27FC236}">
                  <a16:creationId xmlns:a16="http://schemas.microsoft.com/office/drawing/2014/main" id="{97871FB4-AFE5-D242-BE39-8FB0650A1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2005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9037" name="Rectangle 49">
              <a:extLst>
                <a:ext uri="{FF2B5EF4-FFF2-40B4-BE49-F238E27FC236}">
                  <a16:creationId xmlns:a16="http://schemas.microsoft.com/office/drawing/2014/main" id="{0F47BA5B-32AF-6C4E-9476-F80BF5AED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4" y="20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0000"/>
                  </a:solidFill>
                </a:rPr>
                <a:t>b</a:t>
              </a:r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38" name="Rectangle 50">
              <a:extLst>
                <a:ext uri="{FF2B5EF4-FFF2-40B4-BE49-F238E27FC236}">
                  <a16:creationId xmlns:a16="http://schemas.microsoft.com/office/drawing/2014/main" id="{F45F7462-DD0D-CC44-AC99-73956AD53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39" name="Rectangle 51">
              <a:extLst>
                <a:ext uri="{FF2B5EF4-FFF2-40B4-BE49-F238E27FC236}">
                  <a16:creationId xmlns:a16="http://schemas.microsoft.com/office/drawing/2014/main" id="{4B05C23B-EDB5-0B47-99BB-B7C41DA9B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0" name="Rectangle 52">
              <a:extLst>
                <a:ext uri="{FF2B5EF4-FFF2-40B4-BE49-F238E27FC236}">
                  <a16:creationId xmlns:a16="http://schemas.microsoft.com/office/drawing/2014/main" id="{8D55288A-AAC2-A14F-AB65-EB50EE7CC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8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9041" name="Rectangle 53">
              <a:extLst>
                <a:ext uri="{FF2B5EF4-FFF2-40B4-BE49-F238E27FC236}">
                  <a16:creationId xmlns:a16="http://schemas.microsoft.com/office/drawing/2014/main" id="{37EDE45E-CE7D-0149-A19A-8366916CD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7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2" name="Rectangle 54">
              <a:extLst>
                <a:ext uri="{FF2B5EF4-FFF2-40B4-BE49-F238E27FC236}">
                  <a16:creationId xmlns:a16="http://schemas.microsoft.com/office/drawing/2014/main" id="{731653B7-FF5F-C245-8E27-7769AC19E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3" name="Rectangle 55">
              <a:extLst>
                <a:ext uri="{FF2B5EF4-FFF2-40B4-BE49-F238E27FC236}">
                  <a16:creationId xmlns:a16="http://schemas.microsoft.com/office/drawing/2014/main" id="{13E841A9-6DB6-7345-A9FB-4CE51DBA6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4" name="Rectangle 56">
              <a:extLst>
                <a:ext uri="{FF2B5EF4-FFF2-40B4-BE49-F238E27FC236}">
                  <a16:creationId xmlns:a16="http://schemas.microsoft.com/office/drawing/2014/main" id="{FAD53BB0-57E5-194E-BAAA-51BEA40C6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45" name="Rectangle 57">
              <a:extLst>
                <a:ext uri="{FF2B5EF4-FFF2-40B4-BE49-F238E27FC236}">
                  <a16:creationId xmlns:a16="http://schemas.microsoft.com/office/drawing/2014/main" id="{9119B21C-4B04-B94C-82FA-D9C14BA93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46" name="Rectangle 58">
              <a:extLst>
                <a:ext uri="{FF2B5EF4-FFF2-40B4-BE49-F238E27FC236}">
                  <a16:creationId xmlns:a16="http://schemas.microsoft.com/office/drawing/2014/main" id="{E9FCDDD6-0E13-7244-8395-3E2B41DAC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47" name="Rectangle 59">
              <a:extLst>
                <a:ext uri="{FF2B5EF4-FFF2-40B4-BE49-F238E27FC236}">
                  <a16:creationId xmlns:a16="http://schemas.microsoft.com/office/drawing/2014/main" id="{9B311456-24A4-9D4B-8046-F25F9ACFE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48" name="Rectangle 60">
              <a:extLst>
                <a:ext uri="{FF2B5EF4-FFF2-40B4-BE49-F238E27FC236}">
                  <a16:creationId xmlns:a16="http://schemas.microsoft.com/office/drawing/2014/main" id="{FF1E3E74-2032-E744-8C8A-F59781885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49" name="Rectangle 61">
              <a:extLst>
                <a:ext uri="{FF2B5EF4-FFF2-40B4-BE49-F238E27FC236}">
                  <a16:creationId xmlns:a16="http://schemas.microsoft.com/office/drawing/2014/main" id="{E6C95B7D-2E3C-A44D-B1CD-DBA532B19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50" name="Rectangle 62">
              <a:extLst>
                <a:ext uri="{FF2B5EF4-FFF2-40B4-BE49-F238E27FC236}">
                  <a16:creationId xmlns:a16="http://schemas.microsoft.com/office/drawing/2014/main" id="{298B52CB-D39C-D045-9BC0-FE5442439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1988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9051" name="Rectangle 63">
              <a:extLst>
                <a:ext uri="{FF2B5EF4-FFF2-40B4-BE49-F238E27FC236}">
                  <a16:creationId xmlns:a16="http://schemas.microsoft.com/office/drawing/2014/main" id="{F627945F-CC04-8149-BDF0-65F5DFC06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1" y="212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9052" name="Rectangle 64">
              <a:extLst>
                <a:ext uri="{FF2B5EF4-FFF2-40B4-BE49-F238E27FC236}">
                  <a16:creationId xmlns:a16="http://schemas.microsoft.com/office/drawing/2014/main" id="{6F8A19F5-3D02-8E40-9DB0-F66034466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2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9053" name="Rectangle 65">
              <a:extLst>
                <a:ext uri="{FF2B5EF4-FFF2-40B4-BE49-F238E27FC236}">
                  <a16:creationId xmlns:a16="http://schemas.microsoft.com/office/drawing/2014/main" id="{96289EC5-459C-284E-A031-30A635A04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12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54" name="Rectangle 66">
              <a:extLst>
                <a:ext uri="{FF2B5EF4-FFF2-40B4-BE49-F238E27FC236}">
                  <a16:creationId xmlns:a16="http://schemas.microsoft.com/office/drawing/2014/main" id="{89D7499C-0561-2047-9F53-ABD299E68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6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55" name="Rectangle 67">
              <a:extLst>
                <a:ext uri="{FF2B5EF4-FFF2-40B4-BE49-F238E27FC236}">
                  <a16:creationId xmlns:a16="http://schemas.microsoft.com/office/drawing/2014/main" id="{98DD3605-814E-AE4C-B66B-ECFFF0C1F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56" name="Rectangle 68">
              <a:extLst>
                <a:ext uri="{FF2B5EF4-FFF2-40B4-BE49-F238E27FC236}">
                  <a16:creationId xmlns:a16="http://schemas.microsoft.com/office/drawing/2014/main" id="{F42849CE-F13B-BD4D-B0CF-9BD94C1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2005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9057" name="Rectangle 69">
              <a:extLst>
                <a:ext uri="{FF2B5EF4-FFF2-40B4-BE49-F238E27FC236}">
                  <a16:creationId xmlns:a16="http://schemas.microsoft.com/office/drawing/2014/main" id="{17A2BEB9-4C31-4D44-B3D3-CE222678D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58" name="Rectangle 70">
              <a:extLst>
                <a:ext uri="{FF2B5EF4-FFF2-40B4-BE49-F238E27FC236}">
                  <a16:creationId xmlns:a16="http://schemas.microsoft.com/office/drawing/2014/main" id="{3F37A935-3E8A-3442-B95C-719A4504A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59" name="Rectangle 71">
              <a:extLst>
                <a:ext uri="{FF2B5EF4-FFF2-40B4-BE49-F238E27FC236}">
                  <a16:creationId xmlns:a16="http://schemas.microsoft.com/office/drawing/2014/main" id="{73C169E3-6F00-334F-AEE3-90DCC38D5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2005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9060" name="Rectangle 72">
              <a:extLst>
                <a:ext uri="{FF2B5EF4-FFF2-40B4-BE49-F238E27FC236}">
                  <a16:creationId xmlns:a16="http://schemas.microsoft.com/office/drawing/2014/main" id="{81145C19-96FC-9447-8CA2-422A817C0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39061" name="Rectangle 73">
              <a:extLst>
                <a:ext uri="{FF2B5EF4-FFF2-40B4-BE49-F238E27FC236}">
                  <a16:creationId xmlns:a16="http://schemas.microsoft.com/office/drawing/2014/main" id="{50F549FB-D01D-264E-A241-8E0E1DB34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0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62" name="Rectangle 74">
              <a:extLst>
                <a:ext uri="{FF2B5EF4-FFF2-40B4-BE49-F238E27FC236}">
                  <a16:creationId xmlns:a16="http://schemas.microsoft.com/office/drawing/2014/main" id="{18815838-4B58-1E47-8C7C-ABD2F8FA3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63" name="Rectangle 75">
              <a:extLst>
                <a:ext uri="{FF2B5EF4-FFF2-40B4-BE49-F238E27FC236}">
                  <a16:creationId xmlns:a16="http://schemas.microsoft.com/office/drawing/2014/main" id="{0E83CE33-885D-1B46-AB5D-FA6D8CBDD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1983"/>
              <a:ext cx="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64" name="Rectangle 76">
              <a:extLst>
                <a:ext uri="{FF2B5EF4-FFF2-40B4-BE49-F238E27FC236}">
                  <a16:creationId xmlns:a16="http://schemas.microsoft.com/office/drawing/2014/main" id="{6192045A-76E1-934E-8E63-67AE7172F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983"/>
              <a:ext cx="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65" name="Rectangle 77">
              <a:extLst>
                <a:ext uri="{FF2B5EF4-FFF2-40B4-BE49-F238E27FC236}">
                  <a16:creationId xmlns:a16="http://schemas.microsoft.com/office/drawing/2014/main" id="{3D5CDAF9-AEAA-164E-A217-334A9C103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7" y="1983"/>
              <a:ext cx="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</p:grpSp>
      <p:sp>
        <p:nvSpPr>
          <p:cNvPr id="45156" name="Rectangle 100">
            <a:extLst>
              <a:ext uri="{FF2B5EF4-FFF2-40B4-BE49-F238E27FC236}">
                <a16:creationId xmlns:a16="http://schemas.microsoft.com/office/drawing/2014/main" id="{DF95415A-CB0C-CB4E-A8BF-770DEDD2E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10000"/>
            <a:ext cx="2635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1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</a:t>
            </a:r>
          </a:p>
        </p:txBody>
      </p:sp>
      <p:sp>
        <p:nvSpPr>
          <p:cNvPr id="45159" name="Rectangle 103">
            <a:extLst>
              <a:ext uri="{FF2B5EF4-FFF2-40B4-BE49-F238E27FC236}">
                <a16:creationId xmlns:a16="http://schemas.microsoft.com/office/drawing/2014/main" id="{1C9A593A-16FA-614F-B2A4-9625ADFAA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810000"/>
            <a:ext cx="2635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1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</a:t>
            </a:r>
            <a:endParaRPr lang="en-US" altLang="zh-CN"/>
          </a:p>
        </p:txBody>
      </p:sp>
      <p:grpSp>
        <p:nvGrpSpPr>
          <p:cNvPr id="45171" name="Group 115">
            <a:extLst>
              <a:ext uri="{FF2B5EF4-FFF2-40B4-BE49-F238E27FC236}">
                <a16:creationId xmlns:a16="http://schemas.microsoft.com/office/drawing/2014/main" id="{FFC1B6D4-6695-D348-A198-019746522683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657600"/>
            <a:ext cx="771525" cy="687388"/>
            <a:chOff x="4091" y="2314"/>
            <a:chExt cx="486" cy="433"/>
          </a:xfrm>
        </p:grpSpPr>
        <p:sp>
          <p:nvSpPr>
            <p:cNvPr id="39029" name="Line 84">
              <a:extLst>
                <a:ext uri="{FF2B5EF4-FFF2-40B4-BE49-F238E27FC236}">
                  <a16:creationId xmlns:a16="http://schemas.microsoft.com/office/drawing/2014/main" id="{3080B1FD-A8D6-D346-8213-05E050774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522"/>
              <a:ext cx="1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30" name="Rectangle 85">
              <a:extLst>
                <a:ext uri="{FF2B5EF4-FFF2-40B4-BE49-F238E27FC236}">
                  <a16:creationId xmlns:a16="http://schemas.microsoft.com/office/drawing/2014/main" id="{D32BC3F3-0A6F-1448-9200-85739E1F2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54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39031" name="Rectangle 86">
              <a:extLst>
                <a:ext uri="{FF2B5EF4-FFF2-40B4-BE49-F238E27FC236}">
                  <a16:creationId xmlns:a16="http://schemas.microsoft.com/office/drawing/2014/main" id="{01248142-918C-DC42-9C77-213F9350C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1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39032" name="Rectangle 98">
              <a:extLst>
                <a:ext uri="{FF2B5EF4-FFF2-40B4-BE49-F238E27FC236}">
                  <a16:creationId xmlns:a16="http://schemas.microsoft.com/office/drawing/2014/main" id="{5FC77307-6AEB-224B-BDE0-FF9CDE831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-</a:t>
              </a:r>
              <a:endParaRPr lang="en-US" altLang="zh-CN"/>
            </a:p>
          </p:txBody>
        </p:sp>
        <p:sp>
          <p:nvSpPr>
            <p:cNvPr id="39033" name="Rectangle 99">
              <a:extLst>
                <a:ext uri="{FF2B5EF4-FFF2-40B4-BE49-F238E27FC236}">
                  <a16:creationId xmlns:a16="http://schemas.microsoft.com/office/drawing/2014/main" id="{D3B62954-9184-DF47-89F5-973162889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34" name="Rectangle 106">
              <a:extLst>
                <a:ext uri="{FF2B5EF4-FFF2-40B4-BE49-F238E27FC236}">
                  <a16:creationId xmlns:a16="http://schemas.microsoft.com/office/drawing/2014/main" id="{0DE8BD35-339D-0D4A-94D6-71A9D113A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45170" name="Group 114">
            <a:extLst>
              <a:ext uri="{FF2B5EF4-FFF2-40B4-BE49-F238E27FC236}">
                <a16:creationId xmlns:a16="http://schemas.microsoft.com/office/drawing/2014/main" id="{B0751E81-7890-AB4B-9C92-50F0FD75CA58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733800"/>
            <a:ext cx="2016125" cy="508000"/>
            <a:chOff x="2248" y="2353"/>
            <a:chExt cx="1270" cy="320"/>
          </a:xfrm>
        </p:grpSpPr>
        <p:sp>
          <p:nvSpPr>
            <p:cNvPr id="39013" name="Line 80">
              <a:extLst>
                <a:ext uri="{FF2B5EF4-FFF2-40B4-BE49-F238E27FC236}">
                  <a16:creationId xmlns:a16="http://schemas.microsoft.com/office/drawing/2014/main" id="{186F884A-CCCA-AB47-98D5-7392C8454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6" y="2513"/>
              <a:ext cx="22" cy="1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4" name="Line 81">
              <a:extLst>
                <a:ext uri="{FF2B5EF4-FFF2-40B4-BE49-F238E27FC236}">
                  <a16:creationId xmlns:a16="http://schemas.microsoft.com/office/drawing/2014/main" id="{16D97282-FE71-2F4D-9879-401FD442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8" y="2516"/>
              <a:ext cx="31" cy="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5" name="Line 82">
              <a:extLst>
                <a:ext uri="{FF2B5EF4-FFF2-40B4-BE49-F238E27FC236}">
                  <a16:creationId xmlns:a16="http://schemas.microsoft.com/office/drawing/2014/main" id="{54ADB186-9BF6-FD42-848E-BE6685C86F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3" y="2405"/>
              <a:ext cx="41" cy="16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6" name="Line 83">
              <a:extLst>
                <a:ext uri="{FF2B5EF4-FFF2-40B4-BE49-F238E27FC236}">
                  <a16:creationId xmlns:a16="http://schemas.microsoft.com/office/drawing/2014/main" id="{624D3C73-65B2-4043-BBB2-E8A47D9F0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2405"/>
              <a:ext cx="12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7" name="Rectangle 87">
              <a:extLst>
                <a:ext uri="{FF2B5EF4-FFF2-40B4-BE49-F238E27FC236}">
                  <a16:creationId xmlns:a16="http://schemas.microsoft.com/office/drawing/2014/main" id="{FEADBC9E-1A4A-BE4A-8CDC-002EEDEE1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18" name="Rectangle 88">
              <a:extLst>
                <a:ext uri="{FF2B5EF4-FFF2-40B4-BE49-F238E27FC236}">
                  <a16:creationId xmlns:a16="http://schemas.microsoft.com/office/drawing/2014/main" id="{960FA84D-71EC-5349-9668-655ABB960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2417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19" name="Rectangle 89">
              <a:extLst>
                <a:ext uri="{FF2B5EF4-FFF2-40B4-BE49-F238E27FC236}">
                  <a16:creationId xmlns:a16="http://schemas.microsoft.com/office/drawing/2014/main" id="{26D4CBEE-F29B-B348-950B-C990BA7DE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2417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20" name="Rectangle 94">
              <a:extLst>
                <a:ext uri="{FF2B5EF4-FFF2-40B4-BE49-F238E27FC236}">
                  <a16:creationId xmlns:a16="http://schemas.microsoft.com/office/drawing/2014/main" id="{FB8323F3-872D-554E-AE6B-014573CD6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23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9021" name="Rectangle 95">
              <a:extLst>
                <a:ext uri="{FF2B5EF4-FFF2-40B4-BE49-F238E27FC236}">
                  <a16:creationId xmlns:a16="http://schemas.microsoft.com/office/drawing/2014/main" id="{2C377E03-9F4D-AD46-A04A-BAA26A339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54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22" name="Rectangle 101">
              <a:extLst>
                <a:ext uri="{FF2B5EF4-FFF2-40B4-BE49-F238E27FC236}">
                  <a16:creationId xmlns:a16="http://schemas.microsoft.com/office/drawing/2014/main" id="{DD431C24-4BB4-A445-BC23-95875FB1E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23" name="Rectangle 102">
              <a:extLst>
                <a:ext uri="{FF2B5EF4-FFF2-40B4-BE49-F238E27FC236}">
                  <a16:creationId xmlns:a16="http://schemas.microsoft.com/office/drawing/2014/main" id="{6220E8DF-7422-3D4D-A8E8-6199DCA13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24" name="Rectangle 105">
              <a:extLst>
                <a:ext uri="{FF2B5EF4-FFF2-40B4-BE49-F238E27FC236}">
                  <a16:creationId xmlns:a16="http://schemas.microsoft.com/office/drawing/2014/main" id="{AF5FDB15-8E20-7D4A-AA10-9F4A18DBD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2375"/>
              <a:ext cx="6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3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</a:t>
              </a:r>
              <a:endParaRPr lang="en-US" altLang="zh-CN"/>
            </a:p>
          </p:txBody>
        </p:sp>
        <p:sp>
          <p:nvSpPr>
            <p:cNvPr id="39025" name="Rectangle 107">
              <a:extLst>
                <a:ext uri="{FF2B5EF4-FFF2-40B4-BE49-F238E27FC236}">
                  <a16:creationId xmlns:a16="http://schemas.microsoft.com/office/drawing/2014/main" id="{EFAF03F8-99B8-134A-AD6A-6533EA41C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" y="2417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dx</a:t>
              </a:r>
              <a:endParaRPr lang="en-US" altLang="zh-CN"/>
            </a:p>
          </p:txBody>
        </p:sp>
        <p:sp>
          <p:nvSpPr>
            <p:cNvPr id="39026" name="Rectangle 108">
              <a:extLst>
                <a:ext uri="{FF2B5EF4-FFF2-40B4-BE49-F238E27FC236}">
                  <a16:creationId xmlns:a16="http://schemas.microsoft.com/office/drawing/2014/main" id="{FFBFB184-D2CB-864D-9D58-4AE083573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9027" name="Rectangle 109">
              <a:extLst>
                <a:ext uri="{FF2B5EF4-FFF2-40B4-BE49-F238E27FC236}">
                  <a16:creationId xmlns:a16="http://schemas.microsoft.com/office/drawing/2014/main" id="{7621E716-0140-424A-A862-C247B7DED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28" name="Rectangle 110">
              <a:extLst>
                <a:ext uri="{FF2B5EF4-FFF2-40B4-BE49-F238E27FC236}">
                  <a16:creationId xmlns:a16="http://schemas.microsoft.com/office/drawing/2014/main" id="{DC70C25A-8880-6B4D-AB49-F5FB4BED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39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</p:grpSp>
      <p:grpSp>
        <p:nvGrpSpPr>
          <p:cNvPr id="45169" name="Group 113">
            <a:extLst>
              <a:ext uri="{FF2B5EF4-FFF2-40B4-BE49-F238E27FC236}">
                <a16:creationId xmlns:a16="http://schemas.microsoft.com/office/drawing/2014/main" id="{26CEADA0-2DE2-F549-AE21-0B0F90220BBF}"/>
              </a:ext>
            </a:extLst>
          </p:cNvPr>
          <p:cNvGrpSpPr>
            <a:grpSpLocks/>
          </p:cNvGrpSpPr>
          <p:nvPr/>
        </p:nvGrpSpPr>
        <p:grpSpPr bwMode="auto">
          <a:xfrm>
            <a:off x="1555750" y="3806825"/>
            <a:ext cx="1365250" cy="395288"/>
            <a:chOff x="980" y="2398"/>
            <a:chExt cx="860" cy="249"/>
          </a:xfrm>
        </p:grpSpPr>
        <p:sp>
          <p:nvSpPr>
            <p:cNvPr id="39004" name="Rectangle 90">
              <a:extLst>
                <a:ext uri="{FF2B5EF4-FFF2-40B4-BE49-F238E27FC236}">
                  <a16:creationId xmlns:a16="http://schemas.microsoft.com/office/drawing/2014/main" id="{D8E608C2-07C6-2F48-871A-B07F2F953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17"/>
              <a:ext cx="16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05" name="Rectangle 91">
              <a:extLst>
                <a:ext uri="{FF2B5EF4-FFF2-40B4-BE49-F238E27FC236}">
                  <a16:creationId xmlns:a16="http://schemas.microsoft.com/office/drawing/2014/main" id="{C416C1FA-B190-CD41-9535-04F4E7485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2417"/>
              <a:ext cx="131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06" name="Rectangle 92">
              <a:extLst>
                <a:ext uri="{FF2B5EF4-FFF2-40B4-BE49-F238E27FC236}">
                  <a16:creationId xmlns:a16="http://schemas.microsoft.com/office/drawing/2014/main" id="{51238BBB-D5BE-AE43-886A-37969F730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417"/>
              <a:ext cx="117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9007" name="Rectangle 93">
              <a:extLst>
                <a:ext uri="{FF2B5EF4-FFF2-40B4-BE49-F238E27FC236}">
                  <a16:creationId xmlns:a16="http://schemas.microsoft.com/office/drawing/2014/main" id="{C3ECF469-BC67-9241-9A85-B4F2E191E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" y="2417"/>
              <a:ext cx="131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08" name="Rectangle 96">
              <a:extLst>
                <a:ext uri="{FF2B5EF4-FFF2-40B4-BE49-F238E27FC236}">
                  <a16:creationId xmlns:a16="http://schemas.microsoft.com/office/drawing/2014/main" id="{514A946D-D782-DD43-922A-8CDE4120A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517"/>
              <a:ext cx="9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9009" name="Rectangle 97">
              <a:extLst>
                <a:ext uri="{FF2B5EF4-FFF2-40B4-BE49-F238E27FC236}">
                  <a16:creationId xmlns:a16="http://schemas.microsoft.com/office/drawing/2014/main" id="{BA6D3DB2-6FAE-DD4A-B63E-0F961306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2" y="2517"/>
              <a:ext cx="9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10" name="Rectangle 104">
              <a:extLst>
                <a:ext uri="{FF2B5EF4-FFF2-40B4-BE49-F238E27FC236}">
                  <a16:creationId xmlns:a16="http://schemas.microsoft.com/office/drawing/2014/main" id="{E33C15BC-CBCD-CA42-844E-4B3BACCF4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" y="2398"/>
              <a:ext cx="199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11" name="Rectangle 111">
              <a:extLst>
                <a:ext uri="{FF2B5EF4-FFF2-40B4-BE49-F238E27FC236}">
                  <a16:creationId xmlns:a16="http://schemas.microsoft.com/office/drawing/2014/main" id="{730C5C38-CF71-0D4D-99C7-77CA69620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2398"/>
              <a:ext cx="209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12" name="Rectangle 112">
              <a:extLst>
                <a:ext uri="{FF2B5EF4-FFF2-40B4-BE49-F238E27FC236}">
                  <a16:creationId xmlns:a16="http://schemas.microsoft.com/office/drawing/2014/main" id="{71F4C085-DDF0-AA44-82A4-52001B55C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2398"/>
              <a:ext cx="209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</p:grpSp>
      <p:grpSp>
        <p:nvGrpSpPr>
          <p:cNvPr id="45236" name="Group 180">
            <a:extLst>
              <a:ext uri="{FF2B5EF4-FFF2-40B4-BE49-F238E27FC236}">
                <a16:creationId xmlns:a16="http://schemas.microsoft.com/office/drawing/2014/main" id="{09E701A6-EB76-A448-84FB-949FF8B8284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343400"/>
            <a:ext cx="5473700" cy="1300163"/>
            <a:chOff x="981" y="2839"/>
            <a:chExt cx="3448" cy="819"/>
          </a:xfrm>
        </p:grpSpPr>
        <p:sp>
          <p:nvSpPr>
            <p:cNvPr id="38942" name="Line 117">
              <a:extLst>
                <a:ext uri="{FF2B5EF4-FFF2-40B4-BE49-F238E27FC236}">
                  <a16:creationId xmlns:a16="http://schemas.microsoft.com/office/drawing/2014/main" id="{38DE6582-89C4-C144-B5E3-5EEE9B72F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2" y="2999"/>
              <a:ext cx="22" cy="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3" name="Line 118">
              <a:extLst>
                <a:ext uri="{FF2B5EF4-FFF2-40B4-BE49-F238E27FC236}">
                  <a16:creationId xmlns:a16="http://schemas.microsoft.com/office/drawing/2014/main" id="{4DED45B0-AECA-1A4D-9D16-E26074CC3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3003"/>
              <a:ext cx="33" cy="5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4" name="Line 119">
              <a:extLst>
                <a:ext uri="{FF2B5EF4-FFF2-40B4-BE49-F238E27FC236}">
                  <a16:creationId xmlns:a16="http://schemas.microsoft.com/office/drawing/2014/main" id="{2D17CC3F-08C9-1945-A02A-D2F440922F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0" y="2891"/>
              <a:ext cx="43" cy="16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5" name="Line 120">
              <a:extLst>
                <a:ext uri="{FF2B5EF4-FFF2-40B4-BE49-F238E27FC236}">
                  <a16:creationId xmlns:a16="http://schemas.microsoft.com/office/drawing/2014/main" id="{63272962-4252-794C-8B6E-423C594B9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" y="2891"/>
              <a:ext cx="12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6" name="Line 121">
              <a:extLst>
                <a:ext uri="{FF2B5EF4-FFF2-40B4-BE49-F238E27FC236}">
                  <a16:creationId xmlns:a16="http://schemas.microsoft.com/office/drawing/2014/main" id="{EC7D05FA-0DB6-4643-832A-77833D36C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4" y="3423"/>
              <a:ext cx="22" cy="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7" name="Line 122">
              <a:extLst>
                <a:ext uri="{FF2B5EF4-FFF2-40B4-BE49-F238E27FC236}">
                  <a16:creationId xmlns:a16="http://schemas.microsoft.com/office/drawing/2014/main" id="{B22D54E3-1B0D-2448-8040-EB6821DE8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3427"/>
              <a:ext cx="32" cy="5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8" name="Line 123">
              <a:extLst>
                <a:ext uri="{FF2B5EF4-FFF2-40B4-BE49-F238E27FC236}">
                  <a16:creationId xmlns:a16="http://schemas.microsoft.com/office/drawing/2014/main" id="{120BA512-8679-0A43-AA76-FFD8EB22C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2" y="3315"/>
              <a:ext cx="43" cy="16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9" name="Line 124">
              <a:extLst>
                <a:ext uri="{FF2B5EF4-FFF2-40B4-BE49-F238E27FC236}">
                  <a16:creationId xmlns:a16="http://schemas.microsoft.com/office/drawing/2014/main" id="{AF3894B6-1027-1A4B-8EC6-9916B8ACB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315"/>
              <a:ext cx="1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50" name="Line 125">
              <a:extLst>
                <a:ext uri="{FF2B5EF4-FFF2-40B4-BE49-F238E27FC236}">
                  <a16:creationId xmlns:a16="http://schemas.microsoft.com/office/drawing/2014/main" id="{236C5E90-733A-4E4F-BBF0-B74892C95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7" y="3433"/>
              <a:ext cx="10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51" name="Rectangle 126">
              <a:extLst>
                <a:ext uri="{FF2B5EF4-FFF2-40B4-BE49-F238E27FC236}">
                  <a16:creationId xmlns:a16="http://schemas.microsoft.com/office/drawing/2014/main" id="{73AF760C-FF7C-3243-8A65-3BC8D442B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1" y="3286"/>
              <a:ext cx="6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3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</a:t>
              </a:r>
            </a:p>
          </p:txBody>
        </p:sp>
        <p:sp>
          <p:nvSpPr>
            <p:cNvPr id="38952" name="Rectangle 127">
              <a:extLst>
                <a:ext uri="{FF2B5EF4-FFF2-40B4-BE49-F238E27FC236}">
                  <a16:creationId xmlns:a16="http://schemas.microsoft.com/office/drawing/2014/main" id="{587D478A-284B-8047-87F8-CB0357FF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862"/>
              <a:ext cx="6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3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</a:t>
              </a:r>
            </a:p>
          </p:txBody>
        </p:sp>
        <p:sp>
          <p:nvSpPr>
            <p:cNvPr id="38953" name="Rectangle 128">
              <a:extLst>
                <a:ext uri="{FF2B5EF4-FFF2-40B4-BE49-F238E27FC236}">
                  <a16:creationId xmlns:a16="http://schemas.microsoft.com/office/drawing/2014/main" id="{98A979B3-D88E-424F-B713-8238D00EE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54" name="Rectangle 129">
              <a:extLst>
                <a:ext uri="{FF2B5EF4-FFF2-40B4-BE49-F238E27FC236}">
                  <a16:creationId xmlns:a16="http://schemas.microsoft.com/office/drawing/2014/main" id="{05368224-0FB8-2743-B9F9-97086A5F7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55" name="Rectangle 130">
              <a:extLst>
                <a:ext uri="{FF2B5EF4-FFF2-40B4-BE49-F238E27FC236}">
                  <a16:creationId xmlns:a16="http://schemas.microsoft.com/office/drawing/2014/main" id="{59FBA8CD-9022-574B-852A-52468AF99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56" name="Rectangle 131">
              <a:extLst>
                <a:ext uri="{FF2B5EF4-FFF2-40B4-BE49-F238E27FC236}">
                  <a16:creationId xmlns:a16="http://schemas.microsoft.com/office/drawing/2014/main" id="{205B0B82-ABDE-8947-BC24-5CB52D48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-</a:t>
              </a:r>
              <a:endParaRPr lang="en-US" altLang="zh-CN"/>
            </a:p>
          </p:txBody>
        </p:sp>
        <p:sp>
          <p:nvSpPr>
            <p:cNvPr id="38957" name="Rectangle 132">
              <a:extLst>
                <a:ext uri="{FF2B5EF4-FFF2-40B4-BE49-F238E27FC236}">
                  <a16:creationId xmlns:a16="http://schemas.microsoft.com/office/drawing/2014/main" id="{D1466DCB-FC32-E543-BA07-FF2155E8C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3309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</a:t>
              </a:r>
            </a:p>
          </p:txBody>
        </p:sp>
        <p:sp>
          <p:nvSpPr>
            <p:cNvPr id="38958" name="Rectangle 133">
              <a:extLst>
                <a:ext uri="{FF2B5EF4-FFF2-40B4-BE49-F238E27FC236}">
                  <a16:creationId xmlns:a16="http://schemas.microsoft.com/office/drawing/2014/main" id="{67A9DB71-7C44-C049-8540-B1070EE05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59" name="Rectangle 134">
              <a:extLst>
                <a:ext uri="{FF2B5EF4-FFF2-40B4-BE49-F238E27FC236}">
                  <a16:creationId xmlns:a16="http://schemas.microsoft.com/office/drawing/2014/main" id="{77938DFF-C637-D142-9DDA-C730A32BD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60" name="Rectangle 135">
              <a:extLst>
                <a:ext uri="{FF2B5EF4-FFF2-40B4-BE49-F238E27FC236}">
                  <a16:creationId xmlns:a16="http://schemas.microsoft.com/office/drawing/2014/main" id="{C4A60B47-DB85-7C46-A706-040C3CA15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61" name="Rectangle 136">
              <a:extLst>
                <a:ext uri="{FF2B5EF4-FFF2-40B4-BE49-F238E27FC236}">
                  <a16:creationId xmlns:a16="http://schemas.microsoft.com/office/drawing/2014/main" id="{F2C0A8AF-2FAA-A344-A225-2A39B5695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62" name="Rectangle 137">
              <a:extLst>
                <a:ext uri="{FF2B5EF4-FFF2-40B4-BE49-F238E27FC236}">
                  <a16:creationId xmlns:a16="http://schemas.microsoft.com/office/drawing/2014/main" id="{0AFF0C49-FC54-8C44-AD75-17B6A99D3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885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</a:t>
              </a:r>
            </a:p>
          </p:txBody>
        </p:sp>
        <p:sp>
          <p:nvSpPr>
            <p:cNvPr id="38963" name="Rectangle 138">
              <a:extLst>
                <a:ext uri="{FF2B5EF4-FFF2-40B4-BE49-F238E27FC236}">
                  <a16:creationId xmlns:a16="http://schemas.microsoft.com/office/drawing/2014/main" id="{9A939634-A478-4540-832B-48D22A643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64" name="Rectangle 139">
              <a:extLst>
                <a:ext uri="{FF2B5EF4-FFF2-40B4-BE49-F238E27FC236}">
                  <a16:creationId xmlns:a16="http://schemas.microsoft.com/office/drawing/2014/main" id="{67F31F77-2CDF-A94D-B372-E0B0BC486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4" y="326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8965" name="Rectangle 140">
              <a:extLst>
                <a:ext uri="{FF2B5EF4-FFF2-40B4-BE49-F238E27FC236}">
                  <a16:creationId xmlns:a16="http://schemas.microsoft.com/office/drawing/2014/main" id="{265DEC68-1E6D-1F48-9FCC-43548F74D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347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66" name="Rectangle 141">
              <a:extLst>
                <a:ext uri="{FF2B5EF4-FFF2-40B4-BE49-F238E27FC236}">
                  <a16:creationId xmlns:a16="http://schemas.microsoft.com/office/drawing/2014/main" id="{692F8A46-7CC2-BB47-A566-202408A4D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342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8967" name="Rectangle 142">
              <a:extLst>
                <a:ext uri="{FF2B5EF4-FFF2-40B4-BE49-F238E27FC236}">
                  <a16:creationId xmlns:a16="http://schemas.microsoft.com/office/drawing/2014/main" id="{30C435D6-6C72-F24E-A28B-31FD25500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" y="342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8968" name="Rectangle 143">
              <a:extLst>
                <a:ext uri="{FF2B5EF4-FFF2-40B4-BE49-F238E27FC236}">
                  <a16:creationId xmlns:a16="http://schemas.microsoft.com/office/drawing/2014/main" id="{8F63B0CB-A959-734D-9C7A-8D6FAD1CF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" y="2839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8969" name="Rectangle 144">
              <a:extLst>
                <a:ext uri="{FF2B5EF4-FFF2-40B4-BE49-F238E27FC236}">
                  <a16:creationId xmlns:a16="http://schemas.microsoft.com/office/drawing/2014/main" id="{4E4EE815-ED3C-5548-8810-F58B5127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30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0" name="Rectangle 145">
              <a:extLst>
                <a:ext uri="{FF2B5EF4-FFF2-40B4-BE49-F238E27FC236}">
                  <a16:creationId xmlns:a16="http://schemas.microsoft.com/office/drawing/2014/main" id="{031DF323-76EB-2D46-BFE5-60C9AA14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5" y="2889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8971" name="Rectangle 147">
              <a:extLst>
                <a:ext uri="{FF2B5EF4-FFF2-40B4-BE49-F238E27FC236}">
                  <a16:creationId xmlns:a16="http://schemas.microsoft.com/office/drawing/2014/main" id="{069DF7C1-AB9F-EF4C-AF64-525F9BF7A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300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2" name="Rectangle 148">
              <a:extLst>
                <a:ext uri="{FF2B5EF4-FFF2-40B4-BE49-F238E27FC236}">
                  <a16:creationId xmlns:a16="http://schemas.microsoft.com/office/drawing/2014/main" id="{12B09EB9-70F6-B648-B4FE-FD0699224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3" name="Rectangle 149">
              <a:extLst>
                <a:ext uri="{FF2B5EF4-FFF2-40B4-BE49-F238E27FC236}">
                  <a16:creationId xmlns:a16="http://schemas.microsoft.com/office/drawing/2014/main" id="{53BEFB3F-11E0-114D-843F-A0635D978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74" name="Rectangle 150">
              <a:extLst>
                <a:ext uri="{FF2B5EF4-FFF2-40B4-BE49-F238E27FC236}">
                  <a16:creationId xmlns:a16="http://schemas.microsoft.com/office/drawing/2014/main" id="{5EE49302-6F1C-D446-BF16-C347BE6A0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3" y="3328"/>
              <a:ext cx="1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)(</a:t>
              </a:r>
              <a:endParaRPr lang="en-US" altLang="zh-CN"/>
            </a:p>
          </p:txBody>
        </p:sp>
        <p:sp>
          <p:nvSpPr>
            <p:cNvPr id="38975" name="Rectangle 151">
              <a:extLst>
                <a:ext uri="{FF2B5EF4-FFF2-40B4-BE49-F238E27FC236}">
                  <a16:creationId xmlns:a16="http://schemas.microsoft.com/office/drawing/2014/main" id="{91A8E05F-A578-3B4E-83FC-FAD23CF03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" y="345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38976" name="Rectangle 152">
              <a:extLst>
                <a:ext uri="{FF2B5EF4-FFF2-40B4-BE49-F238E27FC236}">
                  <a16:creationId xmlns:a16="http://schemas.microsoft.com/office/drawing/2014/main" id="{71D6CD3E-EF25-7943-9477-7F5B39C17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" y="322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38977" name="Rectangle 153">
              <a:extLst>
                <a:ext uri="{FF2B5EF4-FFF2-40B4-BE49-F238E27FC236}">
                  <a16:creationId xmlns:a16="http://schemas.microsoft.com/office/drawing/2014/main" id="{5A193F87-878C-5444-83A0-B4EE828AB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78" name="Rectangle 154">
              <a:extLst>
                <a:ext uri="{FF2B5EF4-FFF2-40B4-BE49-F238E27FC236}">
                  <a16:creationId xmlns:a16="http://schemas.microsoft.com/office/drawing/2014/main" id="{6FCC8D3D-258D-8345-8097-12FC74FF2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9" name="Rectangle 155">
              <a:extLst>
                <a:ext uri="{FF2B5EF4-FFF2-40B4-BE49-F238E27FC236}">
                  <a16:creationId xmlns:a16="http://schemas.microsoft.com/office/drawing/2014/main" id="{897FDC59-A29D-1F44-9AA9-E210FD5DC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80" name="Rectangle 156">
              <a:extLst>
                <a:ext uri="{FF2B5EF4-FFF2-40B4-BE49-F238E27FC236}">
                  <a16:creationId xmlns:a16="http://schemas.microsoft.com/office/drawing/2014/main" id="{C41EA33A-A3BA-424B-8795-1E512758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3328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8981" name="Rectangle 157">
              <a:extLst>
                <a:ext uri="{FF2B5EF4-FFF2-40B4-BE49-F238E27FC236}">
                  <a16:creationId xmlns:a16="http://schemas.microsoft.com/office/drawing/2014/main" id="{E1B08D12-D92C-5647-8AB4-D357C5C57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82" name="Rectangle 158">
              <a:extLst>
                <a:ext uri="{FF2B5EF4-FFF2-40B4-BE49-F238E27FC236}">
                  <a16:creationId xmlns:a16="http://schemas.microsoft.com/office/drawing/2014/main" id="{B0DCC156-D228-E74B-A47A-3C98E9467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83" name="Rectangle 159">
              <a:extLst>
                <a:ext uri="{FF2B5EF4-FFF2-40B4-BE49-F238E27FC236}">
                  <a16:creationId xmlns:a16="http://schemas.microsoft.com/office/drawing/2014/main" id="{CA830FBA-03CE-354B-BB04-85FAF46F2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84" name="Rectangle 160">
              <a:extLst>
                <a:ext uri="{FF2B5EF4-FFF2-40B4-BE49-F238E27FC236}">
                  <a16:creationId xmlns:a16="http://schemas.microsoft.com/office/drawing/2014/main" id="{CD18E7BA-86D7-8745-BF8F-54DBA7172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85" name="Rectangle 161">
              <a:extLst>
                <a:ext uri="{FF2B5EF4-FFF2-40B4-BE49-F238E27FC236}">
                  <a16:creationId xmlns:a16="http://schemas.microsoft.com/office/drawing/2014/main" id="{EE4D8396-9054-C040-916A-94059FAE2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86" name="Rectangle 162">
              <a:extLst>
                <a:ext uri="{FF2B5EF4-FFF2-40B4-BE49-F238E27FC236}">
                  <a16:creationId xmlns:a16="http://schemas.microsoft.com/office/drawing/2014/main" id="{F42B5888-9CB3-6D44-936B-AFA31BF5C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87" name="Rectangle 163">
              <a:extLst>
                <a:ext uri="{FF2B5EF4-FFF2-40B4-BE49-F238E27FC236}">
                  <a16:creationId xmlns:a16="http://schemas.microsoft.com/office/drawing/2014/main" id="{8F608CE0-5053-6547-A60F-B39B27C22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2904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8988" name="Rectangle 164">
              <a:extLst>
                <a:ext uri="{FF2B5EF4-FFF2-40B4-BE49-F238E27FC236}">
                  <a16:creationId xmlns:a16="http://schemas.microsoft.com/office/drawing/2014/main" id="{D45A9EA6-CE4B-BC40-BB72-73831CCBD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89" name="Rectangle 165">
              <a:extLst>
                <a:ext uri="{FF2B5EF4-FFF2-40B4-BE49-F238E27FC236}">
                  <a16:creationId xmlns:a16="http://schemas.microsoft.com/office/drawing/2014/main" id="{77021FC5-9B81-4C48-9006-F216F648B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" y="332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dx</a:t>
              </a:r>
              <a:endParaRPr lang="en-US" altLang="zh-CN"/>
            </a:p>
          </p:txBody>
        </p:sp>
        <p:sp>
          <p:nvSpPr>
            <p:cNvPr id="38990" name="Rectangle 166">
              <a:extLst>
                <a:ext uri="{FF2B5EF4-FFF2-40B4-BE49-F238E27FC236}">
                  <a16:creationId xmlns:a16="http://schemas.microsoft.com/office/drawing/2014/main" id="{D47E7607-4ECF-AE48-A749-6EF4D040B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3328"/>
              <a:ext cx="7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8991" name="Rectangle 167">
              <a:extLst>
                <a:ext uri="{FF2B5EF4-FFF2-40B4-BE49-F238E27FC236}">
                  <a16:creationId xmlns:a16="http://schemas.microsoft.com/office/drawing/2014/main" id="{D3A044EC-18DB-6C4E-860E-1C9E5FA20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332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b</a:t>
              </a:r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2" name="Rectangle 168">
              <a:extLst>
                <a:ext uri="{FF2B5EF4-FFF2-40B4-BE49-F238E27FC236}">
                  <a16:creationId xmlns:a16="http://schemas.microsoft.com/office/drawing/2014/main" id="{7236C1BA-1923-B349-B3A7-138362E8B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3" name="Rectangle 169">
              <a:extLst>
                <a:ext uri="{FF2B5EF4-FFF2-40B4-BE49-F238E27FC236}">
                  <a16:creationId xmlns:a16="http://schemas.microsoft.com/office/drawing/2014/main" id="{6C56B535-96C2-AC47-A768-2C156F28C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4" name="Rectangle 170">
              <a:extLst>
                <a:ext uri="{FF2B5EF4-FFF2-40B4-BE49-F238E27FC236}">
                  <a16:creationId xmlns:a16="http://schemas.microsoft.com/office/drawing/2014/main" id="{DF71BBBD-543B-EE42-A10B-51972D0FB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5" name="Rectangle 171">
              <a:extLst>
                <a:ext uri="{FF2B5EF4-FFF2-40B4-BE49-F238E27FC236}">
                  <a16:creationId xmlns:a16="http://schemas.microsoft.com/office/drawing/2014/main" id="{3D386285-A0A8-9947-99C5-6B58612CC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904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dx</a:t>
              </a:r>
              <a:endParaRPr lang="en-US" altLang="zh-CN"/>
            </a:p>
          </p:txBody>
        </p:sp>
        <p:sp>
          <p:nvSpPr>
            <p:cNvPr id="38996" name="Rectangle 172">
              <a:extLst>
                <a:ext uri="{FF2B5EF4-FFF2-40B4-BE49-F238E27FC236}">
                  <a16:creationId xmlns:a16="http://schemas.microsoft.com/office/drawing/2014/main" id="{17212352-2199-454C-9A82-C3E633B31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2904"/>
              <a:ext cx="7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8997" name="Rectangle 173">
              <a:extLst>
                <a:ext uri="{FF2B5EF4-FFF2-40B4-BE49-F238E27FC236}">
                  <a16:creationId xmlns:a16="http://schemas.microsoft.com/office/drawing/2014/main" id="{E91CA074-4070-FE43-8AD9-4D1518FC5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2904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b</a:t>
              </a:r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8" name="Rectangle 174">
              <a:extLst>
                <a:ext uri="{FF2B5EF4-FFF2-40B4-BE49-F238E27FC236}">
                  <a16:creationId xmlns:a16="http://schemas.microsoft.com/office/drawing/2014/main" id="{D15D37F6-32CA-634A-ACA2-301CE9063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3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9" name="Rectangle 175">
              <a:extLst>
                <a:ext uri="{FF2B5EF4-FFF2-40B4-BE49-F238E27FC236}">
                  <a16:creationId xmlns:a16="http://schemas.microsoft.com/office/drawing/2014/main" id="{E224728B-2D46-F34C-9A33-F4E7E403D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00" name="Rectangle 176">
              <a:extLst>
                <a:ext uri="{FF2B5EF4-FFF2-40B4-BE49-F238E27FC236}">
                  <a16:creationId xmlns:a16="http://schemas.microsoft.com/office/drawing/2014/main" id="{2C450766-F7CD-3642-9EF5-B82966A56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2" y="3309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01" name="Rectangle 177">
              <a:extLst>
                <a:ext uri="{FF2B5EF4-FFF2-40B4-BE49-F238E27FC236}">
                  <a16:creationId xmlns:a16="http://schemas.microsoft.com/office/drawing/2014/main" id="{34AEEAB5-520C-404B-A1B6-CE1A0927E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" y="3309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02" name="Rectangle 178">
              <a:extLst>
                <a:ext uri="{FF2B5EF4-FFF2-40B4-BE49-F238E27FC236}">
                  <a16:creationId xmlns:a16="http://schemas.microsoft.com/office/drawing/2014/main" id="{3BA77F00-B9AA-6C44-AD15-0D5343B23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0" y="2885"/>
              <a:ext cx="16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>
                <a:solidFill>
                  <a:srgbClr val="000000"/>
                </a:solidFill>
              </a:endParaRPr>
            </a:p>
          </p:txBody>
        </p:sp>
        <p:sp>
          <p:nvSpPr>
            <p:cNvPr id="39003" name="Rectangle 179">
              <a:extLst>
                <a:ext uri="{FF2B5EF4-FFF2-40B4-BE49-F238E27FC236}">
                  <a16:creationId xmlns:a16="http://schemas.microsoft.com/office/drawing/2014/main" id="{AD22BB41-7FC2-2C44-B524-A73C1212B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" y="2885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</p:grpSp>
      <p:grpSp>
        <p:nvGrpSpPr>
          <p:cNvPr id="45250" name="Group 194">
            <a:extLst>
              <a:ext uri="{FF2B5EF4-FFF2-40B4-BE49-F238E27FC236}">
                <a16:creationId xmlns:a16="http://schemas.microsoft.com/office/drawing/2014/main" id="{34B6535B-4456-2644-868C-E7A71A472166}"/>
              </a:ext>
            </a:extLst>
          </p:cNvPr>
          <p:cNvGrpSpPr>
            <a:grpSpLocks/>
          </p:cNvGrpSpPr>
          <p:nvPr/>
        </p:nvGrpSpPr>
        <p:grpSpPr bwMode="auto">
          <a:xfrm>
            <a:off x="7726363" y="4217988"/>
            <a:ext cx="835025" cy="1430337"/>
            <a:chOff x="4867" y="2657"/>
            <a:chExt cx="526" cy="901"/>
          </a:xfrm>
        </p:grpSpPr>
        <p:sp>
          <p:nvSpPr>
            <p:cNvPr id="38931" name="Line 183">
              <a:extLst>
                <a:ext uri="{FF2B5EF4-FFF2-40B4-BE49-F238E27FC236}">
                  <a16:creationId xmlns:a16="http://schemas.microsoft.com/office/drawing/2014/main" id="{A27877F6-62CE-DC4F-B22A-A2F6C6E82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6" y="2867"/>
              <a:ext cx="14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32" name="Line 184">
              <a:extLst>
                <a:ext uri="{FF2B5EF4-FFF2-40B4-BE49-F238E27FC236}">
                  <a16:creationId xmlns:a16="http://schemas.microsoft.com/office/drawing/2014/main" id="{BA1F25FA-1FB3-8E4C-BDB3-A33699814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2" y="3313"/>
              <a:ext cx="1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33" name="Rectangle 185">
              <a:extLst>
                <a:ext uri="{FF2B5EF4-FFF2-40B4-BE49-F238E27FC236}">
                  <a16:creationId xmlns:a16="http://schemas.microsoft.com/office/drawing/2014/main" id="{87EDBA4E-D788-2442-96F3-22E8AFAA5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" y="3336"/>
              <a:ext cx="20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21</a:t>
              </a:r>
              <a:endParaRPr lang="en-US" altLang="zh-CN"/>
            </a:p>
          </p:txBody>
        </p:sp>
        <p:sp>
          <p:nvSpPr>
            <p:cNvPr id="38934" name="Rectangle 186">
              <a:extLst>
                <a:ext uri="{FF2B5EF4-FFF2-40B4-BE49-F238E27FC236}">
                  <a16:creationId xmlns:a16="http://schemas.microsoft.com/office/drawing/2014/main" id="{484F553F-B299-9740-BD16-C1871183B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" y="3104"/>
              <a:ext cx="13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38935" name="Rectangle 187">
              <a:extLst>
                <a:ext uri="{FF2B5EF4-FFF2-40B4-BE49-F238E27FC236}">
                  <a16:creationId xmlns:a16="http://schemas.microsoft.com/office/drawing/2014/main" id="{56A81087-D223-874E-A702-C1057BA6E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" y="2890"/>
              <a:ext cx="13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9</a:t>
              </a:r>
              <a:endParaRPr lang="en-US" altLang="zh-CN"/>
            </a:p>
          </p:txBody>
        </p:sp>
        <p:sp>
          <p:nvSpPr>
            <p:cNvPr id="38936" name="Rectangle 188">
              <a:extLst>
                <a:ext uri="{FF2B5EF4-FFF2-40B4-BE49-F238E27FC236}">
                  <a16:creationId xmlns:a16="http://schemas.microsoft.com/office/drawing/2014/main" id="{8EB60C7D-E5E1-6F4E-BFDE-86E85CF3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" y="2657"/>
              <a:ext cx="20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10</a:t>
              </a:r>
              <a:endParaRPr lang="en-US" altLang="zh-CN"/>
            </a:p>
          </p:txBody>
        </p:sp>
        <p:sp>
          <p:nvSpPr>
            <p:cNvPr id="38937" name="Rectangle 189">
              <a:extLst>
                <a:ext uri="{FF2B5EF4-FFF2-40B4-BE49-F238E27FC236}">
                  <a16:creationId xmlns:a16="http://schemas.microsoft.com/office/drawing/2014/main" id="{FD8775C6-758D-7849-BBB3-482A0202A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3189"/>
              <a:ext cx="16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38" name="Rectangle 190">
              <a:extLst>
                <a:ext uri="{FF2B5EF4-FFF2-40B4-BE49-F238E27FC236}">
                  <a16:creationId xmlns:a16="http://schemas.microsoft.com/office/drawing/2014/main" id="{2847BB07-34D5-5444-A80A-D5E0B39BB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" y="2742"/>
              <a:ext cx="16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-</a:t>
              </a:r>
              <a:endParaRPr lang="en-US" altLang="zh-CN"/>
            </a:p>
          </p:txBody>
        </p:sp>
        <p:sp>
          <p:nvSpPr>
            <p:cNvPr id="38939" name="Rectangle 191">
              <a:extLst>
                <a:ext uri="{FF2B5EF4-FFF2-40B4-BE49-F238E27FC236}">
                  <a16:creationId xmlns:a16="http://schemas.microsoft.com/office/drawing/2014/main" id="{F99AD642-F101-6D4B-A29A-CDF9763A7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1" y="2742"/>
              <a:ext cx="16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40" name="Rectangle 192">
              <a:extLst>
                <a:ext uri="{FF2B5EF4-FFF2-40B4-BE49-F238E27FC236}">
                  <a16:creationId xmlns:a16="http://schemas.microsoft.com/office/drawing/2014/main" id="{0BD6A30A-D8E6-CC46-ACCC-DEE653A3F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3208"/>
              <a:ext cx="7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8941" name="Rectangle 193">
              <a:extLst>
                <a:ext uri="{FF2B5EF4-FFF2-40B4-BE49-F238E27FC236}">
                  <a16:creationId xmlns:a16="http://schemas.microsoft.com/office/drawing/2014/main" id="{CB9E31C5-66E5-E248-8501-C763E55BA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27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b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sp>
        <p:nvSpPr>
          <p:cNvPr id="45238" name="AutoShape 182">
            <a:extLst>
              <a:ext uri="{FF2B5EF4-FFF2-40B4-BE49-F238E27FC236}">
                <a16:creationId xmlns:a16="http://schemas.microsoft.com/office/drawing/2014/main" id="{806EC146-0F0C-224A-A9FC-0D66FA72C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7244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45254" name="Group 198">
            <a:extLst>
              <a:ext uri="{FF2B5EF4-FFF2-40B4-BE49-F238E27FC236}">
                <a16:creationId xmlns:a16="http://schemas.microsoft.com/office/drawing/2014/main" id="{AF0A7EDA-D43F-6946-9727-67CB484D743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715000"/>
            <a:ext cx="3492500" cy="763588"/>
            <a:chOff x="912" y="3600"/>
            <a:chExt cx="2200" cy="481"/>
          </a:xfrm>
        </p:grpSpPr>
        <p:sp>
          <p:nvSpPr>
            <p:cNvPr id="45252" name="Text Box 196">
              <a:extLst>
                <a:ext uri="{FF2B5EF4-FFF2-40B4-BE49-F238E27FC236}">
                  <a16:creationId xmlns:a16="http://schemas.microsoft.com/office/drawing/2014/main" id="{3F64123F-B661-114C-BF5E-E98724B36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9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宋体" charset="0"/>
                  <a:cs typeface="宋体" charset="0"/>
                </a:rPr>
                <a:t>即：</a:t>
              </a:r>
              <a:endParaRPr lang="en-US" altLang="zh-CN" sz="2400" b="1">
                <a:ea typeface="宋体" charset="0"/>
                <a:cs typeface="宋体" charset="0"/>
              </a:endParaRPr>
            </a:p>
          </p:txBody>
        </p:sp>
        <p:graphicFrame>
          <p:nvGraphicFramePr>
            <p:cNvPr id="38930" name="Object 197">
              <a:extLst>
                <a:ext uri="{FF2B5EF4-FFF2-40B4-BE49-F238E27FC236}">
                  <a16:creationId xmlns:a16="http://schemas.microsoft.com/office/drawing/2014/main" id="{C1CF1C2B-1935-BF4B-9B55-AF65A366D9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600"/>
            <a:ext cx="1768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3350200" imgH="9067800" progId="Equation.3">
                    <p:embed/>
                  </p:oleObj>
                </mc:Choice>
                <mc:Fallback>
                  <p:oleObj name="Equation" r:id="rId5" imgW="33350200" imgH="9067800" progId="Equation.3">
                    <p:embed/>
                    <p:pic>
                      <p:nvPicPr>
                        <p:cNvPr id="38930" name="Object 197">
                          <a:extLst>
                            <a:ext uri="{FF2B5EF4-FFF2-40B4-BE49-F238E27FC236}">
                              <a16:creationId xmlns:a16="http://schemas.microsoft.com/office/drawing/2014/main" id="{C1CF1C2B-1935-BF4B-9B55-AF65A366D9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600"/>
                          <a:ext cx="1768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8" name="Rectangle 145">
            <a:extLst>
              <a:ext uri="{FF2B5EF4-FFF2-40B4-BE49-F238E27FC236}">
                <a16:creationId xmlns:a16="http://schemas.microsoft.com/office/drawing/2014/main" id="{523C18CB-E890-DF41-A0D5-088A4D619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963" y="50847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rgbClr val="000000"/>
                </a:solidFill>
              </a:rPr>
              <a:t>2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04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1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5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100" grpId="0" autoUpdateAnimBg="0"/>
      <p:bldP spid="45156" grpId="0" autoUpdateAnimBg="0"/>
      <p:bldP spid="45159" grpId="0" autoUpdateAnimBg="0"/>
      <p:bldP spid="4523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E3038E8-024D-E446-A882-C5B7B350F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0"/>
            <a:ext cx="3429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800" b="1">
                <a:ea typeface="宋体" panose="02010600030101010101" pitchFamily="2" charset="-122"/>
              </a:rPr>
              <a:t>§4  Gaussian Quadrature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71B1A5D9-D4F3-0F42-8011-A453F0925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54063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rgbClr val="008000"/>
                </a:solidFill>
              </a:rPr>
              <a:t>Step 2</a:t>
            </a:r>
            <a:r>
              <a:rPr lang="zh-CN" altLang="en-US" sz="2000" b="1">
                <a:solidFill>
                  <a:srgbClr val="008000"/>
                </a:solidFill>
              </a:rPr>
              <a:t>：</a:t>
            </a:r>
            <a:r>
              <a:rPr lang="zh-CN" altLang="en-US" sz="2400" b="1"/>
              <a:t>求</a:t>
            </a:r>
            <a:r>
              <a:rPr lang="en-US" altLang="zh-CN" sz="2400" b="1" i="1">
                <a:solidFill>
                  <a:schemeClr val="accent2"/>
                </a:solidFill>
                <a:sym typeface="Symbol" charset="0"/>
              </a:rPr>
              <a:t></a:t>
            </a:r>
            <a:r>
              <a:rPr lang="en-US" altLang="zh-CN" sz="2400" b="1" baseline="-25000">
                <a:solidFill>
                  <a:schemeClr val="accent2"/>
                </a:solidFill>
                <a:sym typeface="Symbol" charset="0"/>
              </a:rPr>
              <a:t>2 </a:t>
            </a:r>
            <a:r>
              <a:rPr lang="en-US" altLang="zh-CN" sz="2400" b="1">
                <a:solidFill>
                  <a:schemeClr val="accent2"/>
                </a:solidFill>
                <a:sym typeface="Symbol" charset="0"/>
              </a:rPr>
              <a:t>= 0</a:t>
            </a:r>
            <a:r>
              <a:rPr lang="en-US" altLang="zh-CN" sz="2400" b="1">
                <a:solidFill>
                  <a:srgbClr val="FF0000"/>
                </a:solidFill>
                <a:sym typeface="Symbol" charset="0"/>
              </a:rPr>
              <a:t> </a:t>
            </a:r>
            <a:r>
              <a:rPr lang="zh-CN" altLang="en-US" sz="2400" b="1"/>
              <a:t>的</a:t>
            </a:r>
            <a:r>
              <a:rPr lang="en-US" altLang="zh-CN" sz="2400" b="1"/>
              <a:t> 2 </a:t>
            </a:r>
            <a:r>
              <a:rPr lang="zh-CN" altLang="en-US" sz="2400" b="1"/>
              <a:t>个根，即为</a:t>
            </a:r>
            <a:r>
              <a:rPr lang="en-US" altLang="zh-CN" sz="2400" b="1"/>
              <a:t> Gauss </a:t>
            </a:r>
            <a:r>
              <a:rPr lang="zh-CN" altLang="en-US" sz="2400" b="1"/>
              <a:t>点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0000"/>
                </a:solidFill>
              </a:rPr>
              <a:t>x</a:t>
            </a:r>
            <a:r>
              <a:rPr lang="en-US" altLang="zh-CN" sz="2400" b="1" baseline="-25000">
                <a:solidFill>
                  <a:srgbClr val="FF0000"/>
                </a:solidFill>
              </a:rPr>
              <a:t>0 </a:t>
            </a:r>
            <a:r>
              <a:rPr lang="zh-CN" altLang="en-US" sz="2400" b="1"/>
              <a:t>，</a:t>
            </a:r>
            <a:r>
              <a:rPr lang="en-US" altLang="zh-CN" sz="2400" b="1" i="1">
                <a:solidFill>
                  <a:srgbClr val="FF0000"/>
                </a:solidFill>
              </a:rPr>
              <a:t>x</a:t>
            </a:r>
            <a:r>
              <a:rPr lang="en-US" altLang="zh-CN" sz="2400" b="1" baseline="-25000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46084" name="Object 4">
            <a:extLst>
              <a:ext uri="{FF2B5EF4-FFF2-40B4-BE49-F238E27FC236}">
                <a16:creationId xmlns:a16="http://schemas.microsoft.com/office/drawing/2014/main" id="{678B6F2D-DE5C-7747-AAFA-1DE0E1141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363663"/>
          <a:ext cx="38750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520100" imgH="10528300" progId="Equation.3">
                  <p:embed/>
                </p:oleObj>
              </mc:Choice>
              <mc:Fallback>
                <p:oleObj name="Equation" r:id="rId6" imgW="46520100" imgH="10528300" progId="Equation.3">
                  <p:embed/>
                  <p:pic>
                    <p:nvPicPr>
                      <p:cNvPr id="46084" name="Object 4">
                        <a:extLst>
                          <a:ext uri="{FF2B5EF4-FFF2-40B4-BE49-F238E27FC236}">
                            <a16:creationId xmlns:a16="http://schemas.microsoft.com/office/drawing/2014/main" id="{678B6F2D-DE5C-7747-AAFA-1DE0E1141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363663"/>
                        <a:ext cx="38750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5">
            <a:extLst>
              <a:ext uri="{FF2B5EF4-FFF2-40B4-BE49-F238E27FC236}">
                <a16:creationId xmlns:a16="http://schemas.microsoft.com/office/drawing/2014/main" id="{758A5C49-DBA3-7F45-935E-B5B5F737C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78063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rgbClr val="008000"/>
                </a:solidFill>
              </a:rPr>
              <a:t>Step 3</a:t>
            </a:r>
            <a:r>
              <a:rPr lang="zh-CN" altLang="en-US" sz="2000" b="1">
                <a:solidFill>
                  <a:srgbClr val="008000"/>
                </a:solidFill>
              </a:rPr>
              <a:t>：</a:t>
            </a:r>
            <a:r>
              <a:rPr lang="zh-CN" altLang="en-US" sz="2400" b="1"/>
              <a:t>代入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chemeClr val="accent2"/>
                </a:solidFill>
              </a:rPr>
              <a:t>f </a:t>
            </a:r>
            <a:r>
              <a:rPr lang="en-US" altLang="zh-CN" sz="2400" b="1">
                <a:solidFill>
                  <a:schemeClr val="accent2"/>
                </a:solidFill>
              </a:rPr>
              <a:t>(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>
                <a:solidFill>
                  <a:schemeClr val="accent2"/>
                </a:solidFill>
              </a:rPr>
              <a:t>) = 1, </a:t>
            </a:r>
            <a:r>
              <a:rPr lang="en-US" altLang="zh-CN" sz="2400" b="1" i="1">
                <a:solidFill>
                  <a:schemeClr val="accent2"/>
                </a:solidFill>
              </a:rPr>
              <a:t>x </a:t>
            </a:r>
            <a:r>
              <a:rPr lang="zh-CN" altLang="en-US" sz="2400" b="1"/>
              <a:t>以求解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0000"/>
                </a:solidFill>
              </a:rPr>
              <a:t>A</a:t>
            </a:r>
            <a:r>
              <a:rPr lang="en-US" altLang="zh-CN" sz="2400" b="1" baseline="-25000">
                <a:solidFill>
                  <a:srgbClr val="FF0000"/>
                </a:solidFill>
              </a:rPr>
              <a:t>0 </a:t>
            </a:r>
            <a:r>
              <a:rPr lang="zh-CN" altLang="en-US" sz="2400" b="1"/>
              <a:t>，</a:t>
            </a:r>
            <a:r>
              <a:rPr lang="en-US" altLang="zh-CN" sz="2400" b="1" i="1">
                <a:solidFill>
                  <a:srgbClr val="FF0000"/>
                </a:solidFill>
              </a:rPr>
              <a:t>A</a:t>
            </a:r>
            <a:r>
              <a:rPr lang="en-US" altLang="zh-CN" sz="2400" b="1" baseline="-25000">
                <a:solidFill>
                  <a:srgbClr val="FF0000"/>
                </a:solidFill>
              </a:rPr>
              <a:t>1</a:t>
            </a:r>
            <a:endParaRPr lang="en-US" altLang="zh-CN" sz="2400" b="1"/>
          </a:p>
        </p:txBody>
      </p:sp>
      <p:sp>
        <p:nvSpPr>
          <p:cNvPr id="46086" name="AutoShape 6">
            <a:extLst>
              <a:ext uri="{FF2B5EF4-FFF2-40B4-BE49-F238E27FC236}">
                <a16:creationId xmlns:a16="http://schemas.microsoft.com/office/drawing/2014/main" id="{174B3611-57CC-D94C-84CC-6E7841433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363663"/>
            <a:ext cx="3048000" cy="1066800"/>
          </a:xfrm>
          <a:prstGeom prst="wedgeEllipseCallout">
            <a:avLst>
              <a:gd name="adj1" fmla="val -59167"/>
              <a:gd name="adj2" fmla="val 53722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 sz="2400" b="1">
                <a:latin typeface="Times New Roman" charset="0"/>
                <a:ea typeface="MS PGothic" charset="0"/>
                <a:cs typeface="MS PGothic" charset="0"/>
              </a:rPr>
              <a:t>解</a:t>
            </a:r>
            <a:r>
              <a:rPr lang="zh-CN" altLang="en-US" sz="24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</a:rPr>
              <a:t>线性</a:t>
            </a:r>
            <a:r>
              <a:rPr lang="zh-CN" altLang="en-US" sz="2400" b="1">
                <a:latin typeface="Times New Roman" charset="0"/>
                <a:ea typeface="MS PGothic" charset="0"/>
                <a:cs typeface="MS PGothic" charset="0"/>
              </a:rPr>
              <a:t>方程组，简单。</a:t>
            </a:r>
            <a:endParaRPr lang="en-US" altLang="zh-CN" sz="2400" b="1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46089" name="Group 9">
            <a:extLst>
              <a:ext uri="{FF2B5EF4-FFF2-40B4-BE49-F238E27FC236}">
                <a16:creationId xmlns:a16="http://schemas.microsoft.com/office/drawing/2014/main" id="{2D513D3F-8F25-3F45-9173-74122F5595E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963863"/>
            <a:ext cx="6972300" cy="465137"/>
            <a:chOff x="240" y="1440"/>
            <a:chExt cx="4392" cy="293"/>
          </a:xfrm>
        </p:grpSpPr>
        <p:sp>
          <p:nvSpPr>
            <p:cNvPr id="46087" name="Text Box 7">
              <a:extLst>
                <a:ext uri="{FF2B5EF4-FFF2-40B4-BE49-F238E27FC236}">
                  <a16:creationId xmlns:a16="http://schemas.microsoft.com/office/drawing/2014/main" id="{C5511A94-A923-1049-A3C9-89591CA8A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440"/>
              <a:ext cx="2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/>
                <a:t>结果为：</a:t>
              </a:r>
              <a:endParaRPr lang="en-US" altLang="zh-CN" sz="2400" b="1" dirty="0"/>
            </a:p>
          </p:txBody>
        </p:sp>
        <p:graphicFrame>
          <p:nvGraphicFramePr>
            <p:cNvPr id="39950" name="Object 8">
              <a:extLst>
                <a:ext uri="{FF2B5EF4-FFF2-40B4-BE49-F238E27FC236}">
                  <a16:creationId xmlns:a16="http://schemas.microsoft.com/office/drawing/2014/main" id="{0EB9A029-6056-314B-BD6E-FAC8B993AF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2" y="1488"/>
            <a:ext cx="334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6073000" imgH="5270500" progId="Equation.3">
                    <p:embed/>
                  </p:oleObj>
                </mc:Choice>
                <mc:Fallback>
                  <p:oleObj name="Equation" r:id="rId8" imgW="76073000" imgH="5270500" progId="Equation.3">
                    <p:embed/>
                    <p:pic>
                      <p:nvPicPr>
                        <p:cNvPr id="39950" name="Object 8">
                          <a:extLst>
                            <a:ext uri="{FF2B5EF4-FFF2-40B4-BE49-F238E27FC236}">
                              <a16:creationId xmlns:a16="http://schemas.microsoft.com/office/drawing/2014/main" id="{0EB9A029-6056-314B-BD6E-FAC8B993AF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488"/>
                          <a:ext cx="3340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93" name="Group 13">
            <a:extLst>
              <a:ext uri="{FF2B5EF4-FFF2-40B4-BE49-F238E27FC236}">
                <a16:creationId xmlns:a16="http://schemas.microsoft.com/office/drawing/2014/main" id="{408F66AD-981C-1D41-9A55-062E03DD970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491038"/>
            <a:ext cx="5630863" cy="681037"/>
            <a:chOff x="240" y="1728"/>
            <a:chExt cx="3264" cy="429"/>
          </a:xfrm>
        </p:grpSpPr>
        <p:sp>
          <p:nvSpPr>
            <p:cNvPr id="46091" name="Text Box 11">
              <a:extLst>
                <a:ext uri="{FF2B5EF4-FFF2-40B4-BE49-F238E27FC236}">
                  <a16:creationId xmlns:a16="http://schemas.microsoft.com/office/drawing/2014/main" id="{29944248-D738-5C44-9EB3-AE7A9B15E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776"/>
              <a:ext cx="3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solidFill>
                    <a:schemeClr val="accent2"/>
                  </a:solidFill>
                  <a:sym typeface="Wingdings" charset="0"/>
                </a:rPr>
                <a:t></a:t>
              </a:r>
              <a:r>
                <a:rPr lang="en-US" altLang="zh-CN" sz="2400" b="1">
                  <a:sym typeface="Wingdings" charset="0"/>
                </a:rPr>
                <a:t> </a:t>
              </a:r>
              <a:r>
                <a:rPr lang="zh-CN" altLang="en-US" sz="2400" b="1"/>
                <a:t>利用此公式计算</a:t>
              </a:r>
              <a:r>
                <a:rPr lang="en-US" altLang="zh-CN" sz="2400" b="1"/>
                <a:t>                       </a:t>
              </a:r>
              <a:r>
                <a:rPr lang="zh-CN" altLang="en-US" sz="2400" b="1"/>
                <a:t>的值</a:t>
              </a:r>
              <a:endParaRPr lang="en-US" altLang="zh-CN" sz="2400" b="1"/>
            </a:p>
          </p:txBody>
        </p:sp>
        <p:graphicFrame>
          <p:nvGraphicFramePr>
            <p:cNvPr id="39948" name="Object 12">
              <a:extLst>
                <a:ext uri="{FF2B5EF4-FFF2-40B4-BE49-F238E27FC236}">
                  <a16:creationId xmlns:a16="http://schemas.microsoft.com/office/drawing/2014/main" id="{152A49D0-2588-1D41-839C-67C242298B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1" y="1728"/>
            <a:ext cx="1094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383000" imgH="8191500" progId="Equation.3">
                    <p:embed/>
                  </p:oleObj>
                </mc:Choice>
                <mc:Fallback>
                  <p:oleObj name="Equation" r:id="rId10" imgW="16383000" imgH="8191500" progId="Equation.3">
                    <p:embed/>
                    <p:pic>
                      <p:nvPicPr>
                        <p:cNvPr id="39948" name="Object 12">
                          <a:extLst>
                            <a:ext uri="{FF2B5EF4-FFF2-40B4-BE49-F238E27FC236}">
                              <a16:creationId xmlns:a16="http://schemas.microsoft.com/office/drawing/2014/main" id="{152A49D0-2588-1D41-839C-67C242298B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1728"/>
                          <a:ext cx="1094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094" name="Object 14">
            <a:extLst>
              <a:ext uri="{FF2B5EF4-FFF2-40B4-BE49-F238E27FC236}">
                <a16:creationId xmlns:a16="http://schemas.microsoft.com/office/drawing/2014/main" id="{46B1E5E4-DB6A-6042-B949-FB4C03C28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5329238"/>
          <a:ext cx="11557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462000" imgH="4102100" progId="Equation.3">
                  <p:embed/>
                </p:oleObj>
              </mc:Choice>
              <mc:Fallback>
                <p:oleObj name="Equation" r:id="rId12" imgW="13462000" imgH="4102100" progId="Equation.3">
                  <p:embed/>
                  <p:pic>
                    <p:nvPicPr>
                      <p:cNvPr id="46094" name="Object 14">
                        <a:extLst>
                          <a:ext uri="{FF2B5EF4-FFF2-40B4-BE49-F238E27FC236}">
                            <a16:creationId xmlns:a16="http://schemas.microsoft.com/office/drawing/2014/main" id="{46B1E5E4-DB6A-6042-B949-FB4C03C28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329238"/>
                        <a:ext cx="11557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6" name="Object 16">
            <a:extLst>
              <a:ext uri="{FF2B5EF4-FFF2-40B4-BE49-F238E27FC236}">
                <a16:creationId xmlns:a16="http://schemas.microsoft.com/office/drawing/2014/main" id="{B5DD04AB-809C-4244-8C98-07FB71A629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176838"/>
          <a:ext cx="15240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11900" imgH="8191500" progId="Equation.3">
                  <p:embed/>
                </p:oleObj>
              </mc:Choice>
              <mc:Fallback>
                <p:oleObj name="Equation" r:id="rId14" imgW="19011900" imgH="8191500" progId="Equation.3">
                  <p:embed/>
                  <p:pic>
                    <p:nvPicPr>
                      <p:cNvPr id="46096" name="Object 16">
                        <a:extLst>
                          <a:ext uri="{FF2B5EF4-FFF2-40B4-BE49-F238E27FC236}">
                            <a16:creationId xmlns:a16="http://schemas.microsoft.com/office/drawing/2014/main" id="{B5DD04AB-809C-4244-8C98-07FB71A629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76838"/>
                        <a:ext cx="15240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7">
            <a:extLst>
              <a:ext uri="{FF2B5EF4-FFF2-40B4-BE49-F238E27FC236}">
                <a16:creationId xmlns:a16="http://schemas.microsoft.com/office/drawing/2014/main" id="{3AA6315E-C573-574F-9A30-0C5131F9F5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253038"/>
          <a:ext cx="5562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00400" imgH="5854700" progId="Equation.3">
                  <p:embed/>
                </p:oleObj>
              </mc:Choice>
              <mc:Fallback>
                <p:oleObj name="Equation" r:id="rId16" imgW="66700400" imgH="5854700" progId="Equation.3">
                  <p:embed/>
                  <p:pic>
                    <p:nvPicPr>
                      <p:cNvPr id="46097" name="Object 17">
                        <a:extLst>
                          <a:ext uri="{FF2B5EF4-FFF2-40B4-BE49-F238E27FC236}">
                            <a16:creationId xmlns:a16="http://schemas.microsoft.com/office/drawing/2014/main" id="{3AA6315E-C573-574F-9A30-0C5131F9F5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53038"/>
                        <a:ext cx="5562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42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5" grpId="0" autoUpdateAnimBg="0"/>
      <p:bldP spid="46086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3972" name="Object 4">
            <a:extLst>
              <a:ext uri="{FF2B5EF4-FFF2-40B4-BE49-F238E27FC236}">
                <a16:creationId xmlns:a16="http://schemas.microsoft.com/office/drawing/2014/main" id="{45523159-71F7-FD40-900B-C2C9419A7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4559300"/>
          <a:ext cx="51276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00" imgH="330200" progId="Equation.3">
                  <p:embed/>
                </p:oleObj>
              </mc:Choice>
              <mc:Fallback>
                <p:oleObj name="Equation" r:id="rId2" imgW="2540000" imgH="330200" progId="Equation.3">
                  <p:embed/>
                  <p:pic>
                    <p:nvPicPr>
                      <p:cNvPr id="723972" name="Object 4">
                        <a:extLst>
                          <a:ext uri="{FF2B5EF4-FFF2-40B4-BE49-F238E27FC236}">
                            <a16:creationId xmlns:a16="http://schemas.microsoft.com/office/drawing/2014/main" id="{45523159-71F7-FD40-900B-C2C9419A7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4559300"/>
                        <a:ext cx="51276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>
            <a:extLst>
              <a:ext uri="{FF2B5EF4-FFF2-40B4-BE49-F238E27FC236}">
                <a16:creationId xmlns:a16="http://schemas.microsoft.com/office/drawing/2014/main" id="{35EEFA66-3278-B34D-B5DE-FDB5AE236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350" y="2401888"/>
          <a:ext cx="22383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444500" progId="Equation.DSMT4">
                  <p:embed/>
                </p:oleObj>
              </mc:Choice>
              <mc:Fallback>
                <p:oleObj name="Equation" r:id="rId4" imgW="1612900" imgH="444500" progId="Equation.DSMT4">
                  <p:embed/>
                  <p:pic>
                    <p:nvPicPr>
                      <p:cNvPr id="723973" name="Object 5">
                        <a:extLst>
                          <a:ext uri="{FF2B5EF4-FFF2-40B4-BE49-F238E27FC236}">
                            <a16:creationId xmlns:a16="http://schemas.microsoft.com/office/drawing/2014/main" id="{35EEFA66-3278-B34D-B5DE-FDB5AE236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2401888"/>
                        <a:ext cx="22383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974" name="Text Box 6">
            <a:extLst>
              <a:ext uri="{FF2B5EF4-FFF2-40B4-BE49-F238E27FC236}">
                <a16:creationId xmlns:a16="http://schemas.microsoft.com/office/drawing/2014/main" id="{61594007-30F0-B54A-8F39-A8561CE1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20938"/>
            <a:ext cx="1317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b="1">
                <a:latin typeface="楷体_GB2312" charset="0"/>
              </a:rPr>
              <a:t>解 记</a:t>
            </a:r>
          </a:p>
        </p:txBody>
      </p:sp>
      <p:graphicFrame>
        <p:nvGraphicFramePr>
          <p:cNvPr id="723975" name="Object 7">
            <a:extLst>
              <a:ext uri="{FF2B5EF4-FFF2-40B4-BE49-F238E27FC236}">
                <a16:creationId xmlns:a16="http://schemas.microsoft.com/office/drawing/2014/main" id="{A8463FF2-9E2C-A54D-B2C9-A5ED1C02A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3305175"/>
          <a:ext cx="47259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62300" imgH="317500" progId="Equation.DSMT4">
                  <p:embed/>
                </p:oleObj>
              </mc:Choice>
              <mc:Fallback>
                <p:oleObj name="Equation" r:id="rId6" imgW="3162300" imgH="317500" progId="Equation.DSMT4">
                  <p:embed/>
                  <p:pic>
                    <p:nvPicPr>
                      <p:cNvPr id="723975" name="Object 7">
                        <a:extLst>
                          <a:ext uri="{FF2B5EF4-FFF2-40B4-BE49-F238E27FC236}">
                            <a16:creationId xmlns:a16="http://schemas.microsoft.com/office/drawing/2014/main" id="{A8463FF2-9E2C-A54D-B2C9-A5ED1C02A6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3305175"/>
                        <a:ext cx="47259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6" name="Object 8">
            <a:extLst>
              <a:ext uri="{FF2B5EF4-FFF2-40B4-BE49-F238E27FC236}">
                <a16:creationId xmlns:a16="http://schemas.microsoft.com/office/drawing/2014/main" id="{E62A32A5-FDA8-064C-851E-3FFF70BBD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8038" y="5349875"/>
          <a:ext cx="6269037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98800" imgH="330200" progId="Equation.3">
                  <p:embed/>
                </p:oleObj>
              </mc:Choice>
              <mc:Fallback>
                <p:oleObj name="Equation" r:id="rId8" imgW="3098800" imgH="330200" progId="Equation.3">
                  <p:embed/>
                  <p:pic>
                    <p:nvPicPr>
                      <p:cNvPr id="723976" name="Object 8">
                        <a:extLst>
                          <a:ext uri="{FF2B5EF4-FFF2-40B4-BE49-F238E27FC236}">
                            <a16:creationId xmlns:a16="http://schemas.microsoft.com/office/drawing/2014/main" id="{E62A32A5-FDA8-064C-851E-3FFF70BBD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5349875"/>
                        <a:ext cx="6269037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7" name="Object 9">
            <a:extLst>
              <a:ext uri="{FF2B5EF4-FFF2-40B4-BE49-F238E27FC236}">
                <a16:creationId xmlns:a16="http://schemas.microsoft.com/office/drawing/2014/main" id="{F31DA9AF-6A9B-AD41-829C-8F0D9F7DF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3948113"/>
          <a:ext cx="41846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55900" imgH="317500" progId="Equation.DSMT4">
                  <p:embed/>
                </p:oleObj>
              </mc:Choice>
              <mc:Fallback>
                <p:oleObj name="Equation" r:id="rId10" imgW="2755900" imgH="317500" progId="Equation.DSMT4">
                  <p:embed/>
                  <p:pic>
                    <p:nvPicPr>
                      <p:cNvPr id="723977" name="Object 9">
                        <a:extLst>
                          <a:ext uri="{FF2B5EF4-FFF2-40B4-BE49-F238E27FC236}">
                            <a16:creationId xmlns:a16="http://schemas.microsoft.com/office/drawing/2014/main" id="{F31DA9AF-6A9B-AD41-829C-8F0D9F7DF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3948113"/>
                        <a:ext cx="41846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10">
            <a:extLst>
              <a:ext uri="{FF2B5EF4-FFF2-40B4-BE49-F238E27FC236}">
                <a16:creationId xmlns:a16="http://schemas.microsoft.com/office/drawing/2014/main" id="{851DD413-5089-A345-AFD8-040BD3154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4525" y="5986463"/>
          <a:ext cx="60071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71800" imgH="406400" progId="Equation.3">
                  <p:embed/>
                </p:oleObj>
              </mc:Choice>
              <mc:Fallback>
                <p:oleObj name="Equation" r:id="rId12" imgW="2971800" imgH="406400" progId="Equation.3">
                  <p:embed/>
                  <p:pic>
                    <p:nvPicPr>
                      <p:cNvPr id="29703" name="Object 10">
                        <a:extLst>
                          <a:ext uri="{FF2B5EF4-FFF2-40B4-BE49-F238E27FC236}">
                            <a16:creationId xmlns:a16="http://schemas.microsoft.com/office/drawing/2014/main" id="{851DD413-5089-A345-AFD8-040BD3154D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5986463"/>
                        <a:ext cx="60071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2">
            <a:extLst>
              <a:ext uri="{FF2B5EF4-FFF2-40B4-BE49-F238E27FC236}">
                <a16:creationId xmlns:a16="http://schemas.microsoft.com/office/drawing/2014/main" id="{0C27AFCF-71D0-3945-802D-07386A2F4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-26988"/>
          <a:ext cx="8008937" cy="235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57700" imgH="1371600" progId="Equation.3">
                  <p:embed/>
                </p:oleObj>
              </mc:Choice>
              <mc:Fallback>
                <p:oleObj name="Equation" r:id="rId14" imgW="4457700" imgH="1371600" progId="Equation.3">
                  <p:embed/>
                  <p:pic>
                    <p:nvPicPr>
                      <p:cNvPr id="40968" name="Object 2">
                        <a:extLst>
                          <a:ext uri="{FF2B5EF4-FFF2-40B4-BE49-F238E27FC236}">
                            <a16:creationId xmlns:a16="http://schemas.microsoft.com/office/drawing/2014/main" id="{0C27AFCF-71D0-3945-802D-07386A2F4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-26988"/>
                        <a:ext cx="8008937" cy="235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45609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灯片编号占位符 3">
            <a:extLst>
              <a:ext uri="{FF2B5EF4-FFF2-40B4-BE49-F238E27FC236}">
                <a16:creationId xmlns:a16="http://schemas.microsoft.com/office/drawing/2014/main" id="{AD9F8FBB-1355-2643-8B71-04AC2909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F2BCCA3-BCEF-E84D-8B8D-C89336C2BCB5}" type="slidenum">
              <a:rPr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pPr eaLnBrk="1" hangingPunct="1"/>
              <a:t>28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1922" name="Object 2">
            <a:extLst>
              <a:ext uri="{FF2B5EF4-FFF2-40B4-BE49-F238E27FC236}">
                <a16:creationId xmlns:a16="http://schemas.microsoft.com/office/drawing/2014/main" id="{B5A08283-B1B8-9042-85DB-C40AC95D5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341438"/>
          <a:ext cx="791051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52900" imgH="571500" progId="Equation.DSMT4">
                  <p:embed/>
                </p:oleObj>
              </mc:Choice>
              <mc:Fallback>
                <p:oleObj name="Equation" r:id="rId2" imgW="4152900" imgH="571500" progId="Equation.DSMT4">
                  <p:embed/>
                  <p:pic>
                    <p:nvPicPr>
                      <p:cNvPr id="721922" name="Object 2">
                        <a:extLst>
                          <a:ext uri="{FF2B5EF4-FFF2-40B4-BE49-F238E27FC236}">
                            <a16:creationId xmlns:a16="http://schemas.microsoft.com/office/drawing/2014/main" id="{B5A08283-B1B8-9042-85DB-C40AC95D5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341438"/>
                        <a:ext cx="7910512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3" name="Object 3">
            <a:extLst>
              <a:ext uri="{FF2B5EF4-FFF2-40B4-BE49-F238E27FC236}">
                <a16:creationId xmlns:a16="http://schemas.microsoft.com/office/drawing/2014/main" id="{D922D28D-D985-9C45-B00A-E15147CCC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636838"/>
          <a:ext cx="3276600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16100" imgH="1422400" progId="Equation.3">
                  <p:embed/>
                </p:oleObj>
              </mc:Choice>
              <mc:Fallback>
                <p:oleObj name="公式" r:id="rId4" imgW="1816100" imgH="1422400" progId="Equation.3">
                  <p:embed/>
                  <p:pic>
                    <p:nvPicPr>
                      <p:cNvPr id="721923" name="Object 3">
                        <a:extLst>
                          <a:ext uri="{FF2B5EF4-FFF2-40B4-BE49-F238E27FC236}">
                            <a16:creationId xmlns:a16="http://schemas.microsoft.com/office/drawing/2014/main" id="{D922D28D-D985-9C45-B00A-E15147CCC6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6838"/>
                        <a:ext cx="3276600" cy="261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4" name="Object 4">
            <a:extLst>
              <a:ext uri="{FF2B5EF4-FFF2-40B4-BE49-F238E27FC236}">
                <a16:creationId xmlns:a16="http://schemas.microsoft.com/office/drawing/2014/main" id="{00FFD69B-4F56-FA45-8059-F9CCE8955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445125"/>
          <a:ext cx="82994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52900" imgH="546100" progId="Equation.DSMT4">
                  <p:embed/>
                </p:oleObj>
              </mc:Choice>
              <mc:Fallback>
                <p:oleObj name="Equation" r:id="rId6" imgW="4152900" imgH="546100" progId="Equation.DSMT4">
                  <p:embed/>
                  <p:pic>
                    <p:nvPicPr>
                      <p:cNvPr id="721924" name="Object 4">
                        <a:extLst>
                          <a:ext uri="{FF2B5EF4-FFF2-40B4-BE49-F238E27FC236}">
                            <a16:creationId xmlns:a16="http://schemas.microsoft.com/office/drawing/2014/main" id="{00FFD69B-4F56-FA45-8059-F9CCE8955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45125"/>
                        <a:ext cx="82994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5" name="Object 5">
            <a:extLst>
              <a:ext uri="{FF2B5EF4-FFF2-40B4-BE49-F238E27FC236}">
                <a16:creationId xmlns:a16="http://schemas.microsoft.com/office/drawing/2014/main" id="{BB7ED011-886D-5C46-B8EF-355C4C520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2924175"/>
          <a:ext cx="2754312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4000" imgH="1117600" progId="Equation.3">
                  <p:embed/>
                </p:oleObj>
              </mc:Choice>
              <mc:Fallback>
                <p:oleObj name="Equation" r:id="rId8" imgW="1524000" imgH="1117600" progId="Equation.3">
                  <p:embed/>
                  <p:pic>
                    <p:nvPicPr>
                      <p:cNvPr id="721925" name="Object 5">
                        <a:extLst>
                          <a:ext uri="{FF2B5EF4-FFF2-40B4-BE49-F238E27FC236}">
                            <a16:creationId xmlns:a16="http://schemas.microsoft.com/office/drawing/2014/main" id="{BB7ED011-886D-5C46-B8EF-355C4C520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924175"/>
                        <a:ext cx="2754312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82926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5" name="灯片编号占位符 3">
            <a:extLst>
              <a:ext uri="{FF2B5EF4-FFF2-40B4-BE49-F238E27FC236}">
                <a16:creationId xmlns:a16="http://schemas.microsoft.com/office/drawing/2014/main" id="{B7B6C920-6544-6349-AC9D-33548708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F41B136-4319-5A43-BAF5-28A1EDBDFF3A}" type="slidenum">
              <a:rPr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pPr eaLnBrk="1" hangingPunct="1"/>
              <a:t>29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2946" name="Object 2">
            <a:extLst>
              <a:ext uri="{FF2B5EF4-FFF2-40B4-BE49-F238E27FC236}">
                <a16:creationId xmlns:a16="http://schemas.microsoft.com/office/drawing/2014/main" id="{BAD7BB5D-79A6-8B46-BD7C-3F3A078831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844675"/>
          <a:ext cx="49926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95600" imgH="546100" progId="Equation.3">
                  <p:embed/>
                </p:oleObj>
              </mc:Choice>
              <mc:Fallback>
                <p:oleObj name="公式" r:id="rId2" imgW="2895600" imgH="546100" progId="Equation.3">
                  <p:embed/>
                  <p:pic>
                    <p:nvPicPr>
                      <p:cNvPr id="722946" name="Object 2">
                        <a:extLst>
                          <a:ext uri="{FF2B5EF4-FFF2-40B4-BE49-F238E27FC236}">
                            <a16:creationId xmlns:a16="http://schemas.microsoft.com/office/drawing/2014/main" id="{BAD7BB5D-79A6-8B46-BD7C-3F3A078831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844675"/>
                        <a:ext cx="49926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47" name="Rectangle 3">
            <a:extLst>
              <a:ext uri="{FF2B5EF4-FFF2-40B4-BE49-F238E27FC236}">
                <a16:creationId xmlns:a16="http://schemas.microsoft.com/office/drawing/2014/main" id="{DE442D57-B364-C74D-B793-6C3241402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589588"/>
            <a:ext cx="6365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200" b="1">
                <a:latin typeface="宋体" panose="02010600030101010101" pitchFamily="2" charset="-122"/>
              </a:rPr>
              <a:t>∴</a:t>
            </a:r>
            <a:r>
              <a:rPr lang="zh-CN" altLang="en-US" sz="3200" b="1"/>
              <a:t>　此求积公式有</a:t>
            </a:r>
            <a:r>
              <a:rPr lang="en-US" altLang="zh-CN" sz="3200" b="1"/>
              <a:t>5</a:t>
            </a:r>
            <a:r>
              <a:rPr lang="zh-CN" altLang="en-US" sz="3200" b="1"/>
              <a:t>次代数精确度</a:t>
            </a:r>
            <a:endParaRPr lang="zh-CN" altLang="en-US" sz="3200" b="1">
              <a:latin typeface="Arial" panose="020B0604020202020204" pitchFamily="34" charset="0"/>
            </a:endParaRPr>
          </a:p>
        </p:txBody>
      </p:sp>
      <p:graphicFrame>
        <p:nvGraphicFramePr>
          <p:cNvPr id="722948" name="Object 4">
            <a:extLst>
              <a:ext uri="{FF2B5EF4-FFF2-40B4-BE49-F238E27FC236}">
                <a16:creationId xmlns:a16="http://schemas.microsoft.com/office/drawing/2014/main" id="{654D4CC0-2955-0540-9C0B-200D8E07E2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8" y="2776538"/>
          <a:ext cx="28908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76400" imgH="546100" progId="Equation.3">
                  <p:embed/>
                </p:oleObj>
              </mc:Choice>
              <mc:Fallback>
                <p:oleObj name="公式" r:id="rId4" imgW="1676400" imgH="546100" progId="Equation.3">
                  <p:embed/>
                  <p:pic>
                    <p:nvPicPr>
                      <p:cNvPr id="722948" name="Object 4">
                        <a:extLst>
                          <a:ext uri="{FF2B5EF4-FFF2-40B4-BE49-F238E27FC236}">
                            <a16:creationId xmlns:a16="http://schemas.microsoft.com/office/drawing/2014/main" id="{654D4CC0-2955-0540-9C0B-200D8E07E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776538"/>
                        <a:ext cx="289083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49" name="Object 5">
            <a:extLst>
              <a:ext uri="{FF2B5EF4-FFF2-40B4-BE49-F238E27FC236}">
                <a16:creationId xmlns:a16="http://schemas.microsoft.com/office/drawing/2014/main" id="{8B0840B0-1B61-FD4C-BAD0-7A717E7031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863" y="3795713"/>
          <a:ext cx="28321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8300" imgH="444500" progId="Equation.3">
                  <p:embed/>
                </p:oleObj>
              </mc:Choice>
              <mc:Fallback>
                <p:oleObj name="公式" r:id="rId6" imgW="1638300" imgH="444500" progId="Equation.3">
                  <p:embed/>
                  <p:pic>
                    <p:nvPicPr>
                      <p:cNvPr id="722949" name="Object 5">
                        <a:extLst>
                          <a:ext uri="{FF2B5EF4-FFF2-40B4-BE49-F238E27FC236}">
                            <a16:creationId xmlns:a16="http://schemas.microsoft.com/office/drawing/2014/main" id="{8B0840B0-1B61-FD4C-BAD0-7A717E703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3795713"/>
                        <a:ext cx="28321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0" name="Object 6">
            <a:extLst>
              <a:ext uri="{FF2B5EF4-FFF2-40B4-BE49-F238E27FC236}">
                <a16:creationId xmlns:a16="http://schemas.microsoft.com/office/drawing/2014/main" id="{8D003189-6BCF-EC42-A472-F2164B171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8" y="4645025"/>
          <a:ext cx="32400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79600" imgH="546100" progId="Equation.3">
                  <p:embed/>
                </p:oleObj>
              </mc:Choice>
              <mc:Fallback>
                <p:oleObj name="公式" r:id="rId8" imgW="1879600" imgH="546100" progId="Equation.3">
                  <p:embed/>
                  <p:pic>
                    <p:nvPicPr>
                      <p:cNvPr id="722950" name="Object 6">
                        <a:extLst>
                          <a:ext uri="{FF2B5EF4-FFF2-40B4-BE49-F238E27FC236}">
                            <a16:creationId xmlns:a16="http://schemas.microsoft.com/office/drawing/2014/main" id="{8D003189-6BCF-EC42-A472-F2164B171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4645025"/>
                        <a:ext cx="324008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1" name="Object 7">
            <a:extLst>
              <a:ext uri="{FF2B5EF4-FFF2-40B4-BE49-F238E27FC236}">
                <a16:creationId xmlns:a16="http://schemas.microsoft.com/office/drawing/2014/main" id="{FA4DEA65-0A2B-3949-8EE1-921152402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989138"/>
          <a:ext cx="28321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38300" imgH="444500" progId="Equation.3">
                  <p:embed/>
                </p:oleObj>
              </mc:Choice>
              <mc:Fallback>
                <p:oleObj name="公式" r:id="rId10" imgW="1638300" imgH="444500" progId="Equation.3">
                  <p:embed/>
                  <p:pic>
                    <p:nvPicPr>
                      <p:cNvPr id="722951" name="Object 7">
                        <a:extLst>
                          <a:ext uri="{FF2B5EF4-FFF2-40B4-BE49-F238E27FC236}">
                            <a16:creationId xmlns:a16="http://schemas.microsoft.com/office/drawing/2014/main" id="{FA4DEA65-0A2B-3949-8EE1-9211524028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989138"/>
                        <a:ext cx="28321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2" name="Object 8">
            <a:extLst>
              <a:ext uri="{FF2B5EF4-FFF2-40B4-BE49-F238E27FC236}">
                <a16:creationId xmlns:a16="http://schemas.microsoft.com/office/drawing/2014/main" id="{6266EB60-FE14-1A4E-830E-0F21CD43C4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2698750"/>
          <a:ext cx="47005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30500" imgH="546100" progId="Equation.3">
                  <p:embed/>
                </p:oleObj>
              </mc:Choice>
              <mc:Fallback>
                <p:oleObj name="公式" r:id="rId12" imgW="2730500" imgH="546100" progId="Equation.3">
                  <p:embed/>
                  <p:pic>
                    <p:nvPicPr>
                      <p:cNvPr id="722952" name="Object 8">
                        <a:extLst>
                          <a:ext uri="{FF2B5EF4-FFF2-40B4-BE49-F238E27FC236}">
                            <a16:creationId xmlns:a16="http://schemas.microsoft.com/office/drawing/2014/main" id="{6266EB60-FE14-1A4E-830E-0F21CD43C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698750"/>
                        <a:ext cx="47005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3" name="Object 9">
            <a:extLst>
              <a:ext uri="{FF2B5EF4-FFF2-40B4-BE49-F238E27FC236}">
                <a16:creationId xmlns:a16="http://schemas.microsoft.com/office/drawing/2014/main" id="{41B7C4D8-D5EC-9D4A-9919-C52AC72EF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706813"/>
          <a:ext cx="49926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95600" imgH="546100" progId="Equation.3">
                  <p:embed/>
                </p:oleObj>
              </mc:Choice>
              <mc:Fallback>
                <p:oleObj name="公式" r:id="rId14" imgW="2895600" imgH="546100" progId="Equation.3">
                  <p:embed/>
                  <p:pic>
                    <p:nvPicPr>
                      <p:cNvPr id="722953" name="Object 9">
                        <a:extLst>
                          <a:ext uri="{FF2B5EF4-FFF2-40B4-BE49-F238E27FC236}">
                            <a16:creationId xmlns:a16="http://schemas.microsoft.com/office/drawing/2014/main" id="{41B7C4D8-D5EC-9D4A-9919-C52AC72EF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06813"/>
                        <a:ext cx="49926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4" name="Object 10">
            <a:extLst>
              <a:ext uri="{FF2B5EF4-FFF2-40B4-BE49-F238E27FC236}">
                <a16:creationId xmlns:a16="http://schemas.microsoft.com/office/drawing/2014/main" id="{AF3BBDFB-BDF2-1B4C-A8EC-E96D43BD63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4649788"/>
          <a:ext cx="51387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84500" imgH="546100" progId="Equation.DSMT4">
                  <p:embed/>
                </p:oleObj>
              </mc:Choice>
              <mc:Fallback>
                <p:oleObj name="Equation" r:id="rId16" imgW="2984500" imgH="546100" progId="Equation.DSMT4">
                  <p:embed/>
                  <p:pic>
                    <p:nvPicPr>
                      <p:cNvPr id="722954" name="Object 10">
                        <a:extLst>
                          <a:ext uri="{FF2B5EF4-FFF2-40B4-BE49-F238E27FC236}">
                            <a16:creationId xmlns:a16="http://schemas.microsoft.com/office/drawing/2014/main" id="{AF3BBDFB-BDF2-1B4C-A8EC-E96D43BD63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649788"/>
                        <a:ext cx="513873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>
            <a:extLst>
              <a:ext uri="{FF2B5EF4-FFF2-40B4-BE49-F238E27FC236}">
                <a16:creationId xmlns:a16="http://schemas.microsoft.com/office/drawing/2014/main" id="{F3FC73A8-6985-0F49-9BE9-AC117B7527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549275"/>
          <a:ext cx="78120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11600" imgH="546100" progId="Equation.3">
                  <p:embed/>
                </p:oleObj>
              </mc:Choice>
              <mc:Fallback>
                <p:oleObj name="Equation" r:id="rId18" imgW="3911600" imgH="546100" progId="Equation.3">
                  <p:embed/>
                  <p:pic>
                    <p:nvPicPr>
                      <p:cNvPr id="43019" name="Object 11">
                        <a:extLst>
                          <a:ext uri="{FF2B5EF4-FFF2-40B4-BE49-F238E27FC236}">
                            <a16:creationId xmlns:a16="http://schemas.microsoft.com/office/drawing/2014/main" id="{F3FC73A8-6985-0F49-9BE9-AC117B752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49275"/>
                        <a:ext cx="7812087" cy="10318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56" name="Rectangle 12">
            <a:extLst>
              <a:ext uri="{FF2B5EF4-FFF2-40B4-BE49-F238E27FC236}">
                <a16:creationId xmlns:a16="http://schemas.microsoft.com/office/drawing/2014/main" id="{1E266B0B-D253-0D4D-8A8F-45210866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6278563"/>
            <a:ext cx="5248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FF"/>
                </a:solidFill>
              </a:rPr>
              <a:t>是</a:t>
            </a:r>
            <a:r>
              <a:rPr lang="en-US" altLang="zh-CN" sz="3200" b="1">
                <a:solidFill>
                  <a:srgbClr val="0000FF"/>
                </a:solidFill>
              </a:rPr>
              <a:t>Gauss</a:t>
            </a:r>
            <a:r>
              <a:rPr lang="zh-CN" altLang="en-US" sz="3200" b="1">
                <a:solidFill>
                  <a:srgbClr val="0000FF"/>
                </a:solidFill>
              </a:rPr>
              <a:t>型求积公式</a:t>
            </a:r>
            <a:endParaRPr lang="zh-CN" altLang="en-US" sz="3200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01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7" grpId="0"/>
      <p:bldP spid="72295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>
            <a:extLst>
              <a:ext uri="{FF2B5EF4-FFF2-40B4-BE49-F238E27FC236}">
                <a16:creationId xmlns:a16="http://schemas.microsoft.com/office/drawing/2014/main" id="{1A100C7A-E703-B645-AC4E-271339536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04813"/>
            <a:ext cx="46482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charset="0"/>
              <a:buChar char="Ø"/>
              <a:defRPr/>
            </a:pPr>
            <a:r>
              <a:rPr lang="zh-CN" altLang="en-US" sz="3200" b="1">
                <a:solidFill>
                  <a:srgbClr val="0000FF"/>
                </a:solidFill>
                <a:latin typeface="Arial" charset="0"/>
              </a:rPr>
              <a:t>数值积分总结</a:t>
            </a:r>
            <a:endParaRPr lang="en-US" altLang="zh-CN" sz="3200" b="1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624A0A55-108C-6A44-B114-42E940138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221163"/>
            <a:ext cx="6337300" cy="314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35000"/>
              </a:lnSpc>
              <a:buFont typeface="Wingdings" charset="0"/>
              <a:buChar char="q"/>
              <a:defRPr/>
            </a:pPr>
            <a:r>
              <a:rPr lang="zh-CN" altLang="en-US" b="1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数值积分方法</a:t>
            </a:r>
            <a:endParaRPr lang="en-US" altLang="zh-CN" b="1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r>
              <a:rPr lang="zh-CN" altLang="en-US" sz="2400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插值积分公式、牛顿科特斯公式</a:t>
            </a: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r>
              <a:rPr lang="zh-CN" altLang="en-US" sz="2400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复合求积公式、龙贝格积分公式</a:t>
            </a: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r>
              <a:rPr lang="zh-CN" altLang="en-US" sz="2400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高斯型积分（代数精确度的概念）</a:t>
            </a: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defRPr/>
            </a:pPr>
            <a:endParaRPr lang="en-US" altLang="zh-CN" sz="2400" b="1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</p:txBody>
      </p:sp>
      <p:pic>
        <p:nvPicPr>
          <p:cNvPr id="9" name="Picture 4" descr="4">
            <a:extLst>
              <a:ext uri="{FF2B5EF4-FFF2-40B4-BE49-F238E27FC236}">
                <a16:creationId xmlns:a16="http://schemas.microsoft.com/office/drawing/2014/main" id="{BFAACCE7-EDCA-1444-B3FB-F07F1AFE0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412875"/>
            <a:ext cx="2890838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55C972AE-C498-044E-82AB-BDE8E6AE1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1268413"/>
            <a:ext cx="2449513" cy="206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579538-EF81-A948-A49D-BACB77522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725"/>
            <a:ext cx="2659063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2">
            <a:extLst>
              <a:ext uri="{FF2B5EF4-FFF2-40B4-BE49-F238E27FC236}">
                <a16:creationId xmlns:a16="http://schemas.microsoft.com/office/drawing/2014/main" id="{48754DFE-1E50-9849-A0CA-B33DC1978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1484313"/>
            <a:ext cx="2808287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4039" name="Object 10">
            <a:extLst>
              <a:ext uri="{FF2B5EF4-FFF2-40B4-BE49-F238E27FC236}">
                <a16:creationId xmlns:a16="http://schemas.microsoft.com/office/drawing/2014/main" id="{4E75144A-3BF4-0840-A469-C2B4B1E21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188913"/>
          <a:ext cx="39592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810700" imgH="9944100" progId="Equation.3">
                  <p:embed/>
                </p:oleObj>
              </mc:Choice>
              <mc:Fallback>
                <p:oleObj name="Equation" r:id="rId6" imgW="34810700" imgH="9944100" progId="Equation.3">
                  <p:embed/>
                  <p:pic>
                    <p:nvPicPr>
                      <p:cNvPr id="44039" name="Object 10">
                        <a:extLst>
                          <a:ext uri="{FF2B5EF4-FFF2-40B4-BE49-F238E27FC236}">
                            <a16:creationId xmlns:a16="http://schemas.microsoft.com/office/drawing/2014/main" id="{4E75144A-3BF4-0840-A469-C2B4B1E213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88913"/>
                        <a:ext cx="39592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815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>
            <a:extLst>
              <a:ext uri="{FF2B5EF4-FFF2-40B4-BE49-F238E27FC236}">
                <a16:creationId xmlns:a16="http://schemas.microsoft.com/office/drawing/2014/main" id="{8142748B-EF2E-4241-B15B-F0449FC0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4463"/>
            <a:ext cx="7632700" cy="595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b="1">
                <a:solidFill>
                  <a:srgbClr val="3333FF"/>
                </a:solidFill>
              </a:rPr>
              <a:t>课上习题</a:t>
            </a:r>
            <a:r>
              <a:rPr lang="en-US" altLang="zh-CN" b="1">
                <a:solidFill>
                  <a:srgbClr val="3333FF"/>
                </a:solidFill>
              </a:rPr>
              <a:t>:</a:t>
            </a:r>
            <a:r>
              <a:rPr lang="en-US" altLang="zh-CN" b="1"/>
              <a:t> </a:t>
            </a:r>
            <a:r>
              <a:rPr lang="zh-CN" altLang="en-US" b="1"/>
              <a:t>利用</a:t>
            </a:r>
            <a:r>
              <a:rPr lang="en-US" altLang="zh-CN" b="1"/>
              <a:t>Romberg</a:t>
            </a:r>
            <a:r>
              <a:rPr lang="zh-CN" altLang="en-US" b="1"/>
              <a:t>算法计算</a:t>
            </a:r>
            <a:r>
              <a:rPr lang="en-US" altLang="zh-CN" b="1"/>
              <a:t>                    </a:t>
            </a:r>
          </a:p>
        </p:txBody>
      </p:sp>
      <p:graphicFrame>
        <p:nvGraphicFramePr>
          <p:cNvPr id="102405" name="Object 5">
            <a:extLst>
              <a:ext uri="{FF2B5EF4-FFF2-40B4-BE49-F238E27FC236}">
                <a16:creationId xmlns:a16="http://schemas.microsoft.com/office/drawing/2014/main" id="{A9C82E60-CF2F-5F4E-B9CA-2D5F2B57F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2838" y="1557338"/>
          <a:ext cx="16811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967200" imgH="5270500" progId="Equation.3">
                  <p:embed/>
                </p:oleObj>
              </mc:Choice>
              <mc:Fallback>
                <p:oleObj name="公式" r:id="rId2" imgW="16967200" imgH="5270500" progId="Equation.3">
                  <p:embed/>
                  <p:pic>
                    <p:nvPicPr>
                      <p:cNvPr id="102405" name="Object 5">
                        <a:extLst>
                          <a:ext uri="{FF2B5EF4-FFF2-40B4-BE49-F238E27FC236}">
                            <a16:creationId xmlns:a16="http://schemas.microsoft.com/office/drawing/2014/main" id="{A9C82E60-CF2F-5F4E-B9CA-2D5F2B57F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838" y="1557338"/>
                        <a:ext cx="16811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6">
            <a:extLst>
              <a:ext uri="{FF2B5EF4-FFF2-40B4-BE49-F238E27FC236}">
                <a16:creationId xmlns:a16="http://schemas.microsoft.com/office/drawing/2014/main" id="{4F3B89D5-DDD8-844F-9FC9-57160E043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277938"/>
          <a:ext cx="2590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6576000" imgH="9067800" progId="Equation.3">
                  <p:embed/>
                </p:oleObj>
              </mc:Choice>
              <mc:Fallback>
                <p:oleObj r:id="rId4" imgW="36576000" imgH="9067800" progId="Equation.3">
                  <p:embed/>
                  <p:pic>
                    <p:nvPicPr>
                      <p:cNvPr id="45059" name="Object 6">
                        <a:extLst>
                          <a:ext uri="{FF2B5EF4-FFF2-40B4-BE49-F238E27FC236}">
                            <a16:creationId xmlns:a16="http://schemas.microsoft.com/office/drawing/2014/main" id="{4F3B89D5-DDD8-844F-9FC9-57160E043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277938"/>
                        <a:ext cx="2590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7">
            <a:extLst>
              <a:ext uri="{FF2B5EF4-FFF2-40B4-BE49-F238E27FC236}">
                <a16:creationId xmlns:a16="http://schemas.microsoft.com/office/drawing/2014/main" id="{68A4D061-A049-514E-B0D5-7A0442614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989138"/>
          <a:ext cx="41910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149000" imgH="9067800" progId="Equation.DSMT4">
                  <p:embed/>
                </p:oleObj>
              </mc:Choice>
              <mc:Fallback>
                <p:oleObj name="Equation" r:id="rId6" imgW="49149000" imgH="9067800" progId="Equation.DSMT4">
                  <p:embed/>
                  <p:pic>
                    <p:nvPicPr>
                      <p:cNvPr id="102407" name="Object 7">
                        <a:extLst>
                          <a:ext uri="{FF2B5EF4-FFF2-40B4-BE49-F238E27FC236}">
                            <a16:creationId xmlns:a16="http://schemas.microsoft.com/office/drawing/2014/main" id="{68A4D061-A049-514E-B0D5-7A0442614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89138"/>
                        <a:ext cx="41910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8">
            <a:extLst>
              <a:ext uri="{FF2B5EF4-FFF2-40B4-BE49-F238E27FC236}">
                <a16:creationId xmlns:a16="http://schemas.microsoft.com/office/drawing/2014/main" id="{21DCA7F1-639C-4944-AE2F-A3959FC36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901950"/>
          <a:ext cx="5029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048400" imgH="9067800" progId="Equation.DSMT4">
                  <p:embed/>
                </p:oleObj>
              </mc:Choice>
              <mc:Fallback>
                <p:oleObj name="Equation" r:id="rId8" imgW="57048400" imgH="9067800" progId="Equation.DSMT4">
                  <p:embed/>
                  <p:pic>
                    <p:nvPicPr>
                      <p:cNvPr id="102408" name="Object 8">
                        <a:extLst>
                          <a:ext uri="{FF2B5EF4-FFF2-40B4-BE49-F238E27FC236}">
                            <a16:creationId xmlns:a16="http://schemas.microsoft.com/office/drawing/2014/main" id="{21DCA7F1-639C-4944-AE2F-A3959FC36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01950"/>
                        <a:ext cx="5029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2" name="Rectangle 12">
            <a:extLst>
              <a:ext uri="{FF2B5EF4-FFF2-40B4-BE49-F238E27FC236}">
                <a16:creationId xmlns:a16="http://schemas.microsoft.com/office/drawing/2014/main" id="{FB716244-D1B0-E448-8D4C-DEF7C6EA5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341438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宋体" charset="0"/>
                <a:ea typeface="MS PGothic" charset="0"/>
                <a:cs typeface="MS PGothic" charset="0"/>
              </a:rPr>
              <a:t>解</a:t>
            </a:r>
            <a:r>
              <a:rPr lang="en-US" altLang="zh-CN" sz="2400" b="1" dirty="0">
                <a:solidFill>
                  <a:srgbClr val="000000"/>
                </a:solidFill>
                <a:latin typeface="宋体" charset="0"/>
                <a:ea typeface="MS PGothic" charset="0"/>
                <a:cs typeface="MS PGothic" charset="0"/>
              </a:rPr>
              <a:t>:</a:t>
            </a:r>
            <a:r>
              <a:rPr lang="zh-CN" altLang="en-US" sz="2400" b="1" dirty="0">
                <a:solidFill>
                  <a:srgbClr val="000000"/>
                </a:solidFill>
                <a:latin typeface="宋体" charset="0"/>
                <a:ea typeface="MS PGothic" charset="0"/>
                <a:cs typeface="MS PGothic" charset="0"/>
              </a:rPr>
              <a:t>由题意</a:t>
            </a:r>
            <a:endParaRPr lang="en-US" altLang="zh-CN" sz="2400" b="1" dirty="0">
              <a:solidFill>
                <a:srgbClr val="000000"/>
              </a:solidFill>
              <a:latin typeface="宋体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45063" name="Object 13">
            <a:extLst>
              <a:ext uri="{FF2B5EF4-FFF2-40B4-BE49-F238E27FC236}">
                <a16:creationId xmlns:a16="http://schemas.microsoft.com/office/drawing/2014/main" id="{538FF39E-B816-CF4B-81F2-814F57D18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200" y="115888"/>
          <a:ext cx="1944688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69300" imgH="9067800" progId="Equation.DSMT4">
                  <p:embed/>
                </p:oleObj>
              </mc:Choice>
              <mc:Fallback>
                <p:oleObj name="Equation" r:id="rId10" imgW="21069300" imgH="9067800" progId="Equation.DSMT4">
                  <p:embed/>
                  <p:pic>
                    <p:nvPicPr>
                      <p:cNvPr id="45063" name="Object 13">
                        <a:extLst>
                          <a:ext uri="{FF2B5EF4-FFF2-40B4-BE49-F238E27FC236}">
                            <a16:creationId xmlns:a16="http://schemas.microsoft.com/office/drawing/2014/main" id="{538FF39E-B816-CF4B-81F2-814F57D18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115888"/>
                        <a:ext cx="1944688" cy="836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5" name="Rectangle 15">
            <a:extLst>
              <a:ext uri="{FF2B5EF4-FFF2-40B4-BE49-F238E27FC236}">
                <a16:creationId xmlns:a16="http://schemas.microsoft.com/office/drawing/2014/main" id="{7A1BE118-1A3D-C342-8CE7-D31C742FB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727075"/>
            <a:ext cx="15017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charset="0"/>
                <a:ea typeface="MS PGothic" charset="0"/>
                <a:cs typeface="MS PGothic" charset="0"/>
              </a:rPr>
              <a:t>计算到</a:t>
            </a:r>
            <a:r>
              <a:rPr lang="en-US" altLang="zh-CN" sz="2400" b="1" dirty="0">
                <a:latin typeface="Times New Roman" charset="0"/>
                <a:ea typeface="MS PGothic" charset="0"/>
                <a:cs typeface="MS PGothic" charset="0"/>
              </a:rPr>
              <a:t>R</a:t>
            </a:r>
            <a:r>
              <a:rPr lang="en-US" altLang="zh-CN" sz="2400" b="1" baseline="-25000" dirty="0">
                <a:latin typeface="Times New Roman" charset="0"/>
                <a:ea typeface="MS PGothic" charset="0"/>
                <a:cs typeface="MS PGothic" charset="0"/>
              </a:rPr>
              <a:t>1</a:t>
            </a:r>
            <a:r>
              <a:rPr lang="en-US" altLang="zh-CN" sz="2400" b="1" dirty="0"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.</a:t>
            </a:r>
          </a:p>
        </p:txBody>
      </p:sp>
      <p:graphicFrame>
        <p:nvGraphicFramePr>
          <p:cNvPr id="102416" name="Object 16">
            <a:extLst>
              <a:ext uri="{FF2B5EF4-FFF2-40B4-BE49-F238E27FC236}">
                <a16:creationId xmlns:a16="http://schemas.microsoft.com/office/drawing/2014/main" id="{7A5A8CDD-8C4D-4045-81BF-ED880E884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3776663"/>
          <a:ext cx="44846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900" imgH="406400" progId="Equation.3">
                  <p:embed/>
                </p:oleObj>
              </mc:Choice>
              <mc:Fallback>
                <p:oleObj name="Equation" r:id="rId12" imgW="1612900" imgH="406400" progId="Equation.3">
                  <p:embed/>
                  <p:pic>
                    <p:nvPicPr>
                      <p:cNvPr id="102416" name="Object 16">
                        <a:extLst>
                          <a:ext uri="{FF2B5EF4-FFF2-40B4-BE49-F238E27FC236}">
                            <a16:creationId xmlns:a16="http://schemas.microsoft.com/office/drawing/2014/main" id="{7A5A8CDD-8C4D-4045-81BF-ED880E884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3776663"/>
                        <a:ext cx="4484687" cy="850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7" name="Object 17">
            <a:extLst>
              <a:ext uri="{FF2B5EF4-FFF2-40B4-BE49-F238E27FC236}">
                <a16:creationId xmlns:a16="http://schemas.microsoft.com/office/drawing/2014/main" id="{E7CAC082-7526-EC45-AB54-C8FF84DCBE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388" y="4724400"/>
          <a:ext cx="78946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421700" imgH="9067800" progId="Equation.DSMT4">
                  <p:embed/>
                </p:oleObj>
              </mc:Choice>
              <mc:Fallback>
                <p:oleObj name="Equation" r:id="rId14" imgW="97421700" imgH="9067800" progId="Equation.DSMT4">
                  <p:embed/>
                  <p:pic>
                    <p:nvPicPr>
                      <p:cNvPr id="102417" name="Object 17">
                        <a:extLst>
                          <a:ext uri="{FF2B5EF4-FFF2-40B4-BE49-F238E27FC236}">
                            <a16:creationId xmlns:a16="http://schemas.microsoft.com/office/drawing/2014/main" id="{E7CAC082-7526-EC45-AB54-C8FF84DCB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724400"/>
                        <a:ext cx="78946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8" name="Object 18">
            <a:extLst>
              <a:ext uri="{FF2B5EF4-FFF2-40B4-BE49-F238E27FC236}">
                <a16:creationId xmlns:a16="http://schemas.microsoft.com/office/drawing/2014/main" id="{D68BEE1B-3F41-6B49-97C4-E95A3E757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5661025"/>
          <a:ext cx="38862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620700" imgH="9067800" progId="Equation.3">
                  <p:embed/>
                </p:oleObj>
              </mc:Choice>
              <mc:Fallback>
                <p:oleObj name="Equation" r:id="rId16" imgW="38620700" imgH="9067800" progId="Equation.3">
                  <p:embed/>
                  <p:pic>
                    <p:nvPicPr>
                      <p:cNvPr id="102418" name="Object 18">
                        <a:extLst>
                          <a:ext uri="{FF2B5EF4-FFF2-40B4-BE49-F238E27FC236}">
                            <a16:creationId xmlns:a16="http://schemas.microsoft.com/office/drawing/2014/main" id="{D68BEE1B-3F41-6B49-97C4-E95A3E757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661025"/>
                        <a:ext cx="38862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922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7" name="Object 5">
            <a:extLst>
              <a:ext uri="{FF2B5EF4-FFF2-40B4-BE49-F238E27FC236}">
                <a16:creationId xmlns:a16="http://schemas.microsoft.com/office/drawing/2014/main" id="{1B78CCA9-A539-DB40-BF89-470274ED1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773238"/>
          <a:ext cx="670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847200" imgH="9067800" progId="Equation.DSMT4">
                  <p:embed/>
                </p:oleObj>
              </mc:Choice>
              <mc:Fallback>
                <p:oleObj name="Equation" r:id="rId2" imgW="72847200" imgH="9067800" progId="Equation.DSMT4">
                  <p:embed/>
                  <p:pic>
                    <p:nvPicPr>
                      <p:cNvPr id="105477" name="Object 5">
                        <a:extLst>
                          <a:ext uri="{FF2B5EF4-FFF2-40B4-BE49-F238E27FC236}">
                            <a16:creationId xmlns:a16="http://schemas.microsoft.com/office/drawing/2014/main" id="{1B78CCA9-A539-DB40-BF89-470274ED1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73238"/>
                        <a:ext cx="6705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7">
            <a:extLst>
              <a:ext uri="{FF2B5EF4-FFF2-40B4-BE49-F238E27FC236}">
                <a16:creationId xmlns:a16="http://schemas.microsoft.com/office/drawing/2014/main" id="{B4D4C48E-465B-7C43-A731-631217BA2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04813"/>
          <a:ext cx="40386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33800" imgH="9067800" progId="Equation.DSMT4">
                  <p:embed/>
                </p:oleObj>
              </mc:Choice>
              <mc:Fallback>
                <p:oleObj name="Equation" r:id="rId4" imgW="41833800" imgH="9067800" progId="Equation.DSMT4">
                  <p:embed/>
                  <p:pic>
                    <p:nvPicPr>
                      <p:cNvPr id="105479" name="Object 7">
                        <a:extLst>
                          <a:ext uri="{FF2B5EF4-FFF2-40B4-BE49-F238E27FC236}">
                            <a16:creationId xmlns:a16="http://schemas.microsoft.com/office/drawing/2014/main" id="{B4D4C48E-465B-7C43-A731-631217BA2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04813"/>
                        <a:ext cx="40386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>
            <a:extLst>
              <a:ext uri="{FF2B5EF4-FFF2-40B4-BE49-F238E27FC236}">
                <a16:creationId xmlns:a16="http://schemas.microsoft.com/office/drawing/2014/main" id="{799A2902-72B9-8548-B701-44D016707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708275"/>
          <a:ext cx="406717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20700" imgH="9067800" progId="Equation.DSMT4">
                  <p:embed/>
                </p:oleObj>
              </mc:Choice>
              <mc:Fallback>
                <p:oleObj name="Equation" r:id="rId6" imgW="38620700" imgH="9067800" progId="Equation.DSMT4">
                  <p:embed/>
                  <p:pic>
                    <p:nvPicPr>
                      <p:cNvPr id="105480" name="Object 8">
                        <a:extLst>
                          <a:ext uri="{FF2B5EF4-FFF2-40B4-BE49-F238E27FC236}">
                            <a16:creationId xmlns:a16="http://schemas.microsoft.com/office/drawing/2014/main" id="{799A2902-72B9-8548-B701-44D016707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08275"/>
                        <a:ext cx="406717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9">
            <a:extLst>
              <a:ext uri="{FF2B5EF4-FFF2-40B4-BE49-F238E27FC236}">
                <a16:creationId xmlns:a16="http://schemas.microsoft.com/office/drawing/2014/main" id="{87C2C82C-B448-C847-8026-41C8DEF99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88913"/>
          <a:ext cx="455612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44400" imgH="9067800" progId="Equation.DSMT4">
                  <p:embed/>
                </p:oleObj>
              </mc:Choice>
              <mc:Fallback>
                <p:oleObj name="Equation" r:id="rId8" imgW="37744400" imgH="9067800" progId="Equation.DSMT4">
                  <p:embed/>
                  <p:pic>
                    <p:nvPicPr>
                      <p:cNvPr id="46084" name="Object 9">
                        <a:extLst>
                          <a:ext uri="{FF2B5EF4-FFF2-40B4-BE49-F238E27FC236}">
                            <a16:creationId xmlns:a16="http://schemas.microsoft.com/office/drawing/2014/main" id="{87C2C82C-B448-C847-8026-41C8DEF997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8913"/>
                        <a:ext cx="4556125" cy="823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10">
            <a:extLst>
              <a:ext uri="{FF2B5EF4-FFF2-40B4-BE49-F238E27FC236}">
                <a16:creationId xmlns:a16="http://schemas.microsoft.com/office/drawing/2014/main" id="{D061D74A-1C2C-5142-9B96-0A9B3C442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981075"/>
          <a:ext cx="38846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620700" imgH="9067800" progId="Equation.DSMT4">
                  <p:embed/>
                </p:oleObj>
              </mc:Choice>
              <mc:Fallback>
                <p:oleObj name="Equation" r:id="rId10" imgW="38620700" imgH="9067800" progId="Equation.DSMT4">
                  <p:embed/>
                  <p:pic>
                    <p:nvPicPr>
                      <p:cNvPr id="46085" name="Object 10">
                        <a:extLst>
                          <a:ext uri="{FF2B5EF4-FFF2-40B4-BE49-F238E27FC236}">
                            <a16:creationId xmlns:a16="http://schemas.microsoft.com/office/drawing/2014/main" id="{D061D74A-1C2C-5142-9B96-0A9B3C442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81075"/>
                        <a:ext cx="38846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11">
            <a:extLst>
              <a:ext uri="{FF2B5EF4-FFF2-40B4-BE49-F238E27FC236}">
                <a16:creationId xmlns:a16="http://schemas.microsoft.com/office/drawing/2014/main" id="{EC6816B5-67C1-CE4A-ACCB-009325F90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2708275"/>
          <a:ext cx="39131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75400" imgH="9067800" progId="Equation.DSMT4">
                  <p:embed/>
                </p:oleObj>
              </mc:Choice>
              <mc:Fallback>
                <p:oleObj name="Equation" r:id="rId12" imgW="44475400" imgH="9067800" progId="Equation.DSMT4">
                  <p:embed/>
                  <p:pic>
                    <p:nvPicPr>
                      <p:cNvPr id="105483" name="Object 11">
                        <a:extLst>
                          <a:ext uri="{FF2B5EF4-FFF2-40B4-BE49-F238E27FC236}">
                            <a16:creationId xmlns:a16="http://schemas.microsoft.com/office/drawing/2014/main" id="{EC6816B5-67C1-CE4A-ACCB-009325F90D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708275"/>
                        <a:ext cx="391318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>
            <a:extLst>
              <a:ext uri="{FF2B5EF4-FFF2-40B4-BE49-F238E27FC236}">
                <a16:creationId xmlns:a16="http://schemas.microsoft.com/office/drawing/2014/main" id="{BE00BC90-CC7D-4943-98BA-5359EFA634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6925" y="3573463"/>
          <a:ext cx="45370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72700" imgH="9067800" progId="Equation.3">
                  <p:embed/>
                </p:oleObj>
              </mc:Choice>
              <mc:Fallback>
                <p:oleObj name="Equation" r:id="rId14" imgW="48272700" imgH="9067800" progId="Equation.3">
                  <p:embed/>
                  <p:pic>
                    <p:nvPicPr>
                      <p:cNvPr id="105484" name="Object 12">
                        <a:extLst>
                          <a:ext uri="{FF2B5EF4-FFF2-40B4-BE49-F238E27FC236}">
                            <a16:creationId xmlns:a16="http://schemas.microsoft.com/office/drawing/2014/main" id="{BE00BC90-CC7D-4943-98BA-5359EFA634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5" y="3573463"/>
                        <a:ext cx="45370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7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13414</TotalTime>
  <Words>1439</Words>
  <Application>Microsoft Macintosh PowerPoint</Application>
  <PresentationFormat>全屏显示(4:3)</PresentationFormat>
  <Paragraphs>402</Paragraphs>
  <Slides>32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黑体</vt:lpstr>
      <vt:lpstr>楷体_GB2312</vt:lpstr>
      <vt:lpstr>宋体</vt:lpstr>
      <vt:lpstr>宋体</vt:lpstr>
      <vt:lpstr>微软雅黑</vt:lpstr>
      <vt:lpstr>Arial</vt:lpstr>
      <vt:lpstr>Calibri</vt:lpstr>
      <vt:lpstr>Symbol</vt:lpstr>
      <vt:lpstr>Tahoma</vt:lpstr>
      <vt:lpstr>Times New Roman</vt:lpstr>
      <vt:lpstr>Wingdings</vt:lpstr>
      <vt:lpstr>Office Theme</vt:lpstr>
      <vt:lpstr>公式</vt:lpstr>
      <vt:lpstr>Equation.3</vt:lpstr>
      <vt:lpstr>Equation</vt:lpstr>
      <vt:lpstr>复合求积 Composite Quadrature</vt:lpstr>
      <vt:lpstr>PowerPoint 演示文稿</vt:lpstr>
      <vt:lpstr>复合梯形公式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Xueming Liu</cp:lastModifiedBy>
  <cp:revision>1820</cp:revision>
  <dcterms:created xsi:type="dcterms:W3CDTF">2006-08-16T00:00:00Z</dcterms:created>
  <dcterms:modified xsi:type="dcterms:W3CDTF">2024-03-26T01:34:26Z</dcterms:modified>
</cp:coreProperties>
</file>