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media/audio1.bin" ContentType="audio/unknown"/>
  <Override PartName="/ppt/media/audio2.bin" ContentType="audio/unknown"/>
  <Override PartName="/ppt/media/audio3.bin" ContentType="audio/unknown"/>
  <Override PartName="/ppt/media/audio4.bin" ContentType="audio/unknown"/>
  <Override PartName="/ppt/media/audio5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1714" r:id="rId2"/>
    <p:sldId id="296" r:id="rId3"/>
    <p:sldId id="1707" r:id="rId4"/>
    <p:sldId id="367" r:id="rId5"/>
    <p:sldId id="369" r:id="rId6"/>
    <p:sldId id="374" r:id="rId7"/>
    <p:sldId id="370" r:id="rId8"/>
    <p:sldId id="375" r:id="rId9"/>
    <p:sldId id="376" r:id="rId10"/>
    <p:sldId id="1713" r:id="rId11"/>
    <p:sldId id="297" r:id="rId12"/>
    <p:sldId id="298" r:id="rId13"/>
    <p:sldId id="362" r:id="rId14"/>
    <p:sldId id="363" r:id="rId15"/>
    <p:sldId id="364" r:id="rId16"/>
    <p:sldId id="379" r:id="rId17"/>
    <p:sldId id="377" r:id="rId18"/>
    <p:sldId id="37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843"/>
    <p:restoredTop sz="90596"/>
  </p:normalViewPr>
  <p:slideViewPr>
    <p:cSldViewPr>
      <p:cViewPr varScale="1">
        <p:scale>
          <a:sx n="82" d="100"/>
          <a:sy n="82" d="100"/>
        </p:scale>
        <p:origin x="1112" y="17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08F9-D05A-09A1-BCB6-087A985C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DD47B2-AEAF-F5CA-5A42-932337F86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322A23-1105-60A3-6836-7550FB5F2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2A559-48F2-84CF-BA9C-2927FA59D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E9307-9E7E-442D-8536-CA5F4AB99F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748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0" y="-9103"/>
            <a:ext cx="9144000" cy="629791"/>
          </a:xfrm>
          <a:prstGeom prst="rect">
            <a:avLst/>
          </a:prstGeom>
          <a:solidFill>
            <a:srgbClr val="183F6E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0B6F0"/>
              </a:buClr>
              <a:buFont typeface="Arial" panose="020B0604020202020204" pitchFamily="34" charset="0"/>
              <a:buNone/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741368"/>
            <a:ext cx="9144000" cy="12346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A6B11DF-0096-BF3F-84BE-034EFF6E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4995" y="6620535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en-US" altLang="zh-CN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16804006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17" Type="http://schemas.openxmlformats.org/officeDocument/2006/relationships/image" Target="../media/image9.png"/><Relationship Id="rId2" Type="http://schemas.openxmlformats.org/officeDocument/2006/relationships/tags" Target="../tags/tag2.xml"/><Relationship Id="rId16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7.bin"/><Relationship Id="rId3" Type="http://schemas.openxmlformats.org/officeDocument/2006/relationships/audio" Target="../media/audio2.bin"/><Relationship Id="rId21" Type="http://schemas.openxmlformats.org/officeDocument/2006/relationships/image" Target="../media/image19.wmf"/><Relationship Id="rId7" Type="http://schemas.openxmlformats.org/officeDocument/2006/relationships/audio" Target="../media/audio6.wav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2" Type="http://schemas.openxmlformats.org/officeDocument/2006/relationships/audio" Target="../media/audio1.bin"/><Relationship Id="rId16" Type="http://schemas.openxmlformats.org/officeDocument/2006/relationships/oleObject" Target="../embeddings/oleObject6.bin"/><Relationship Id="rId20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5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10.bin"/><Relationship Id="rId5" Type="http://schemas.openxmlformats.org/officeDocument/2006/relationships/audio" Target="../media/audio4.bin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18.wmf"/><Relationship Id="rId4" Type="http://schemas.openxmlformats.org/officeDocument/2006/relationships/audio" Target="../media/audio3.bin"/><Relationship Id="rId9" Type="http://schemas.openxmlformats.org/officeDocument/2006/relationships/image" Target="../media/image13.jpeg"/><Relationship Id="rId14" Type="http://schemas.openxmlformats.org/officeDocument/2006/relationships/oleObject" Target="../embeddings/oleObject5.bin"/><Relationship Id="rId22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38.emf"/><Relationship Id="rId18" Type="http://schemas.openxmlformats.org/officeDocument/2006/relationships/oleObject" Target="../embeddings/oleObject21.bin"/><Relationship Id="rId3" Type="http://schemas.openxmlformats.org/officeDocument/2006/relationships/image" Target="../media/image33.emf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40.e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7.emf"/><Relationship Id="rId5" Type="http://schemas.openxmlformats.org/officeDocument/2006/relationships/image" Target="../media/image34.emf"/><Relationship Id="rId15" Type="http://schemas.openxmlformats.org/officeDocument/2006/relationships/image" Target="../media/image39.e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41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audio" Target="../media/audio4.bin"/><Relationship Id="rId7" Type="http://schemas.openxmlformats.org/officeDocument/2006/relationships/image" Target="../media/image44.emf"/><Relationship Id="rId12" Type="http://schemas.openxmlformats.org/officeDocument/2006/relationships/image" Target="../media/image47.emf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24.bin"/><Relationship Id="rId5" Type="http://schemas.openxmlformats.org/officeDocument/2006/relationships/image" Target="../media/image42.emf"/><Relationship Id="rId10" Type="http://schemas.openxmlformats.org/officeDocument/2006/relationships/image" Target="../media/image46.jpe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4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31.bin"/><Relationship Id="rId3" Type="http://schemas.openxmlformats.org/officeDocument/2006/relationships/audio" Target="../media/audio2.bin"/><Relationship Id="rId21" Type="http://schemas.openxmlformats.org/officeDocument/2006/relationships/image" Target="../media/image55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53.wmf"/><Relationship Id="rId2" Type="http://schemas.openxmlformats.org/officeDocument/2006/relationships/audio" Target="../media/audio1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50.wmf"/><Relationship Id="rId5" Type="http://schemas.openxmlformats.org/officeDocument/2006/relationships/audio" Target="../media/audio5.bin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54.wmf"/><Relationship Id="rId4" Type="http://schemas.openxmlformats.org/officeDocument/2006/relationships/audio" Target="../media/audio6.wav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29.bin"/><Relationship Id="rId22" Type="http://schemas.openxmlformats.org/officeDocument/2006/relationships/image" Target="../media/image4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bin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33.bin"/><Relationship Id="rId4" Type="http://schemas.openxmlformats.org/officeDocument/2006/relationships/audio" Target="../media/audio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60.emf"/><Relationship Id="rId3" Type="http://schemas.openxmlformats.org/officeDocument/2006/relationships/audio" Target="../media/audio3.bin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62.emf"/><Relationship Id="rId2" Type="http://schemas.openxmlformats.org/officeDocument/2006/relationships/audio" Target="../media/audio2.bin"/><Relationship Id="rId16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59.emf"/><Relationship Id="rId5" Type="http://schemas.openxmlformats.org/officeDocument/2006/relationships/audio" Target="../media/audio5.bin"/><Relationship Id="rId15" Type="http://schemas.openxmlformats.org/officeDocument/2006/relationships/image" Target="../media/image61.emf"/><Relationship Id="rId10" Type="http://schemas.openxmlformats.org/officeDocument/2006/relationships/oleObject" Target="../embeddings/oleObject36.bin"/><Relationship Id="rId4" Type="http://schemas.openxmlformats.org/officeDocument/2006/relationships/audio" Target="../media/audio4.bin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3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68.emf"/><Relationship Id="rId3" Type="http://schemas.openxmlformats.org/officeDocument/2006/relationships/image" Target="../media/image63.emf"/><Relationship Id="rId7" Type="http://schemas.openxmlformats.org/officeDocument/2006/relationships/image" Target="../media/image65.e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67.emf"/><Relationship Id="rId5" Type="http://schemas.openxmlformats.org/officeDocument/2006/relationships/image" Target="../media/image64.emf"/><Relationship Id="rId15" Type="http://schemas.openxmlformats.org/officeDocument/2006/relationships/image" Target="../media/image69.e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6.emf"/><Relationship Id="rId14" Type="http://schemas.openxmlformats.org/officeDocument/2006/relationships/oleObject" Target="../embeddings/oleObject4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70.emf"/><Relationship Id="rId7" Type="http://schemas.openxmlformats.org/officeDocument/2006/relationships/image" Target="../media/image72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71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7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79.emf"/><Relationship Id="rId18" Type="http://schemas.openxmlformats.org/officeDocument/2006/relationships/oleObject" Target="../embeddings/oleObject59.bin"/><Relationship Id="rId3" Type="http://schemas.openxmlformats.org/officeDocument/2006/relationships/image" Target="../media/image74.emf"/><Relationship Id="rId7" Type="http://schemas.openxmlformats.org/officeDocument/2006/relationships/image" Target="../media/image76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81.e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78.emf"/><Relationship Id="rId5" Type="http://schemas.openxmlformats.org/officeDocument/2006/relationships/image" Target="../media/image75.emf"/><Relationship Id="rId15" Type="http://schemas.openxmlformats.org/officeDocument/2006/relationships/image" Target="../media/image80.emf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82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77.emf"/><Relationship Id="rId14" Type="http://schemas.openxmlformats.org/officeDocument/2006/relationships/oleObject" Target="../embeddings/oleObject5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84.em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83.jpe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90.emf"/><Relationship Id="rId3" Type="http://schemas.openxmlformats.org/officeDocument/2006/relationships/image" Target="../media/image85.emf"/><Relationship Id="rId7" Type="http://schemas.openxmlformats.org/officeDocument/2006/relationships/image" Target="../media/image87.e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92.e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89.emf"/><Relationship Id="rId5" Type="http://schemas.openxmlformats.org/officeDocument/2006/relationships/image" Target="../media/image86.emf"/><Relationship Id="rId15" Type="http://schemas.openxmlformats.org/officeDocument/2006/relationships/image" Target="../media/image91.e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88.emf"/><Relationship Id="rId14" Type="http://schemas.openxmlformats.org/officeDocument/2006/relationships/oleObject" Target="../embeddings/oleObject6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98.emf"/><Relationship Id="rId3" Type="http://schemas.openxmlformats.org/officeDocument/2006/relationships/image" Target="../media/image93.emf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74.bin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97.emf"/><Relationship Id="rId5" Type="http://schemas.openxmlformats.org/officeDocument/2006/relationships/image" Target="../media/image94.emf"/><Relationship Id="rId15" Type="http://schemas.openxmlformats.org/officeDocument/2006/relationships/image" Target="../media/image99.e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96.emf"/><Relationship Id="rId14" Type="http://schemas.openxmlformats.org/officeDocument/2006/relationships/oleObject" Target="../embeddings/oleObject7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700F-BB7B-A65A-7522-43963429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8">
            <a:extLst>
              <a:ext uri="{FF2B5EF4-FFF2-40B4-BE49-F238E27FC236}">
                <a16:creationId xmlns:a16="http://schemas.microsoft.com/office/drawing/2014/main" id="{8C631772-E87D-E9F6-1492-8DFA47BA8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301"/>
            <a:ext cx="64807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eaLnBrk="0" fontAlgn="ctr" hangingPunct="0">
              <a:buClr>
                <a:srgbClr val="FF0000"/>
              </a:buClr>
              <a:buSzPct val="70000"/>
              <a:defRPr/>
            </a:pP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计算方法</a:t>
            </a:r>
            <a:endParaRPr lang="en-US" altLang="zh-CN" sz="2400" b="1" kern="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ectangle 131">
            <a:extLst>
              <a:ext uri="{FF2B5EF4-FFF2-40B4-BE49-F238E27FC236}">
                <a16:creationId xmlns:a16="http://schemas.microsoft.com/office/drawing/2014/main" id="{CEF34266-A529-05C0-7228-D2578C4DD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80" y="771575"/>
            <a:ext cx="8682839" cy="606326"/>
          </a:xfrm>
          <a:prstGeom prst="rect">
            <a:avLst/>
          </a:prstGeom>
          <a:solidFill>
            <a:srgbClr val="D9D9D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indent="457200">
              <a:spcBef>
                <a:spcPct val="20000"/>
              </a:spcBef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821055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28725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3703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ctr" eaLnBrk="1" hangingPunct="1">
              <a:buNone/>
            </a:pPr>
            <a:r>
              <a:rPr lang="zh-CN" altLang="en-US" b="1" dirty="0"/>
              <a:t>第三章  数值积分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Numerical Integration */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370A09-47A6-5CF8-DE97-E8E74AB1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r>
              <a:rPr lang="en-US" altLang="zh-CN"/>
              <a:t>/7</a:t>
            </a:r>
            <a:endParaRPr lang="en-US" altLang="zh-CN" dirty="0"/>
          </a:p>
        </p:txBody>
      </p:sp>
      <p:sp>
        <p:nvSpPr>
          <p:cNvPr id="11" name="Text Box 4 1 1">
            <a:extLst>
              <a:ext uri="{FF2B5EF4-FFF2-40B4-BE49-F238E27FC236}">
                <a16:creationId xmlns:a16="http://schemas.microsoft.com/office/drawing/2014/main" id="{9AE8AF3A-DDD2-4985-B1E1-C35479A4A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80" y="1659654"/>
            <a:ext cx="1376849" cy="453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206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梯形公式：</a:t>
            </a:r>
          </a:p>
        </p:txBody>
      </p:sp>
      <p:pic>
        <p:nvPicPr>
          <p:cNvPr id="4" name="图片 3" descr="\documentclass{article}&#10;\usepackage{CJKutf8}&#10;\usepackage{amsmath}&#10;\usepackage{amssymb}&#10;\usepackage{xcolor}&#10;\pagestyle{empty}&#10;\begin{document}&#10;\begin{CJK}{UTF8}{gkai}&#10;&#10;$\int_{a}^{b} f(x)dx \approx \frac{f(a) + f(b)}{2}(b - a)$&#10;&#10;\end{CJK}&#10;\end{document}&#10;&#10;&#10;" title="IguanaTex Picture Display">
            <a:extLst>
              <a:ext uri="{FF2B5EF4-FFF2-40B4-BE49-F238E27FC236}">
                <a16:creationId xmlns:a16="http://schemas.microsoft.com/office/drawing/2014/main" id="{D6BB1170-E5F5-4136-8D62-34F8C19EB9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717481"/>
            <a:ext cx="3715657" cy="427886"/>
          </a:xfrm>
          <a:prstGeom prst="rect">
            <a:avLst/>
          </a:prstGeom>
        </p:spPr>
      </p:pic>
      <p:sp>
        <p:nvSpPr>
          <p:cNvPr id="14" name="Text Box 4 1 2">
            <a:extLst>
              <a:ext uri="{FF2B5EF4-FFF2-40B4-BE49-F238E27FC236}">
                <a16:creationId xmlns:a16="http://schemas.microsoft.com/office/drawing/2014/main" id="{CF34D844-F1F3-4476-BF71-BB85DA8EB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492020"/>
            <a:ext cx="1728192" cy="453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206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中矩形公式：</a:t>
            </a:r>
          </a:p>
        </p:txBody>
      </p:sp>
      <p:pic>
        <p:nvPicPr>
          <p:cNvPr id="9" name="图片 8" descr="\documentclass{article}&#10;\usepackage{CJKutf8}&#10;\usepackage{amsmath}&#10;\usepackage{amssymb}&#10;\usepackage{xcolor}&#10;\pagestyle{empty}&#10;\begin{document}&#10;\begin{CJK}{UTF8}{gkai}&#10;&#10;$\int_{a}^{b} f(x)dx \approx f\left(\frac{a+b}{2}\right)(b-a)$&#10;&#10;\end{CJK}&#10;\end{document}&#10;&#10;&#10;" title="IguanaTex Picture Display">
            <a:extLst>
              <a:ext uri="{FF2B5EF4-FFF2-40B4-BE49-F238E27FC236}">
                <a16:creationId xmlns:a16="http://schemas.microsoft.com/office/drawing/2014/main" id="{D0AEA75C-13EA-4A90-B57B-33C3E4CFA8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504710"/>
            <a:ext cx="3611429" cy="427886"/>
          </a:xfrm>
          <a:prstGeom prst="rect">
            <a:avLst/>
          </a:prstGeom>
        </p:spPr>
      </p:pic>
      <p:sp>
        <p:nvSpPr>
          <p:cNvPr id="17" name="Text Box 4 1 3">
            <a:extLst>
              <a:ext uri="{FF2B5EF4-FFF2-40B4-BE49-F238E27FC236}">
                <a16:creationId xmlns:a16="http://schemas.microsoft.com/office/drawing/2014/main" id="{3B01593C-2BA2-4AFB-B0A8-080A30CDB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22" y="3227039"/>
            <a:ext cx="1728192" cy="453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206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机械求积公式：</a:t>
            </a:r>
          </a:p>
        </p:txBody>
      </p:sp>
      <p:pic>
        <p:nvPicPr>
          <p:cNvPr id="12" name="图片 11" descr="\documentclass{article}&#10;\usepackage{CJKutf8}&#10;\usepackage{amsmath}&#10;\usepackage{amssymb}&#10;\usepackage{xcolor}&#10;\pagestyle{empty}&#10;\begin{document}&#10;\begin{CJK}{UTF8}{gkai}&#10;&#10;$&#10;\int_{a}^{b} f(x)dx \approx \left( \sum_{i=0}^{n} f(x_i)c_i \right) (b-a) := \sum_{i=0}^{n} f(x_i)\omega_i&#10;$&#10;&#10;\end{CJK}&#10;\end{document}&#10;&#10;&#10;" title="IguanaTex Picture Display">
            <a:extLst>
              <a:ext uri="{FF2B5EF4-FFF2-40B4-BE49-F238E27FC236}">
                <a16:creationId xmlns:a16="http://schemas.microsoft.com/office/drawing/2014/main" id="{D57A6539-B0DD-4090-8DE9-A724F9A710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239729"/>
            <a:ext cx="6798628" cy="427886"/>
          </a:xfrm>
          <a:prstGeom prst="rect">
            <a:avLst/>
          </a:prstGeom>
        </p:spPr>
      </p:pic>
      <p:pic>
        <p:nvPicPr>
          <p:cNvPr id="16" name="图片 15" descr="\documentclass{article}&#10;\usepackage{CJKutf8}&#10;\usepackage{amsmath}&#10;\usepackage{amssymb}&#10;\usepackage{xcolor}&#10;\pagestyle{empty}&#10;\begin{document}&#10;\begin{CJK}{UTF8}{gkai}&#10;&#10;\bf&#10;其中$\omega_i = (b - a)c_i$&#10;&#10;\end{CJK}&#10;\end{document}&#10;&#10;&#10;" title="IguanaTex Picture Display">
            <a:extLst>
              <a:ext uri="{FF2B5EF4-FFF2-40B4-BE49-F238E27FC236}">
                <a16:creationId xmlns:a16="http://schemas.microsoft.com/office/drawing/2014/main" id="{5D5020EE-A5DE-44E2-9CDD-EFCEDDB301A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358" y="3919571"/>
            <a:ext cx="2399086" cy="334629"/>
          </a:xfrm>
          <a:prstGeom prst="rect">
            <a:avLst/>
          </a:prstGeom>
        </p:spPr>
      </p:pic>
      <p:pic>
        <p:nvPicPr>
          <p:cNvPr id="20" name="图片 19" descr="\documentclass{article}&#10;\usepackage{CJKutf8}&#10;\usepackage{amsmath}&#10;\usepackage{amssymb}&#10;\usepackage{xcolor}&#10;\pagestyle{empty}&#10;\begin{document}&#10;\begin{CJK}{UTF8}{gkai}&#10;&#10;\bf &#10;加权平均近似$f(\xi)$&#10;&#10;\end{CJK}&#10;\end{document}&#10;&#10;&#10;" title="IguanaTex Picture Display">
            <a:extLst>
              <a:ext uri="{FF2B5EF4-FFF2-40B4-BE49-F238E27FC236}">
                <a16:creationId xmlns:a16="http://schemas.microsoft.com/office/drawing/2014/main" id="{BEBCA55C-6B2C-4140-8265-9CD1BDB03BF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4001503"/>
            <a:ext cx="2397257" cy="327314"/>
          </a:xfrm>
          <a:prstGeom prst="rect">
            <a:avLst/>
          </a:prstGeom>
        </p:spPr>
      </p:pic>
      <p:pic>
        <p:nvPicPr>
          <p:cNvPr id="26" name="图片 25" descr="\documentclass{article}&#10;\usepackage{CJKutf8}&#10;\usepackage{amsmath}&#10;\usepackage{amssymb}&#10;\usepackage{xcolor}&#10;\pagestyle{empty}&#10;\begin{document}&#10;\begin{CJK}{UTF8}{gkai}&#10;&#10;\bf&#10;如何选取求积节点$x_i$和系数$\omega_i$?&#10;&#10;\end{CJK}&#10;\end{document}&#10;&#10;&#10;" title="IguanaTex Picture Display">
            <a:extLst>
              <a:ext uri="{FF2B5EF4-FFF2-40B4-BE49-F238E27FC236}">
                <a16:creationId xmlns:a16="http://schemas.microsoft.com/office/drawing/2014/main" id="{15198883-73B0-4C04-A19B-BE1EF05DAF9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77" y="4460263"/>
            <a:ext cx="4132571" cy="30171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68EA66C-DA05-49B1-BA65-4C312AB92A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568" y="4956058"/>
            <a:ext cx="1964628" cy="166447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63F7F39-ADCB-4338-B12D-4E4A3D5D75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2280" y="5046848"/>
            <a:ext cx="1728192" cy="162188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B5A315C-A22A-48C8-913B-FCD1870A87D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52184" y="4861695"/>
            <a:ext cx="2093049" cy="177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602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3" name="Text Box 5">
            <a:extLst>
              <a:ext uri="{FF2B5EF4-FFF2-40B4-BE49-F238E27FC236}">
                <a16:creationId xmlns:a16="http://schemas.microsoft.com/office/drawing/2014/main" id="{757706E2-A1D5-A248-88E0-5459812D3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26" y="1074553"/>
            <a:ext cx="8203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用多项式插值函数代替曲线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f(x)</a:t>
            </a:r>
          </a:p>
        </p:txBody>
      </p:sp>
      <p:graphicFrame>
        <p:nvGraphicFramePr>
          <p:cNvPr id="25604" name="Object 6">
            <a:extLst>
              <a:ext uri="{FF2B5EF4-FFF2-40B4-BE49-F238E27FC236}">
                <a16:creationId xmlns:a16="http://schemas.microsoft.com/office/drawing/2014/main" id="{0FCB7E32-AA6E-7144-8713-E6ABB9D0D9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111947"/>
              </p:ext>
            </p:extLst>
          </p:nvPr>
        </p:nvGraphicFramePr>
        <p:xfrm>
          <a:off x="2057400" y="5228195"/>
          <a:ext cx="58150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900" imgH="406400" progId="Equation.3">
                  <p:embed/>
                </p:oleObj>
              </mc:Choice>
              <mc:Fallback>
                <p:oleObj name="Equation" r:id="rId2" imgW="2755900" imgH="406400" progId="Equation.3">
                  <p:embed/>
                  <p:pic>
                    <p:nvPicPr>
                      <p:cNvPr id="25604" name="Object 6">
                        <a:extLst>
                          <a:ext uri="{FF2B5EF4-FFF2-40B4-BE49-F238E27FC236}">
                            <a16:creationId xmlns:a16="http://schemas.microsoft.com/office/drawing/2014/main" id="{0FCB7E32-AA6E-7144-8713-E6ABB9D0D9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228195"/>
                        <a:ext cx="581501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8">
            <a:extLst>
              <a:ext uri="{FF2B5EF4-FFF2-40B4-BE49-F238E27FC236}">
                <a16:creationId xmlns:a16="http://schemas.microsoft.com/office/drawing/2014/main" id="{3828A52F-29E9-FF4B-8ED4-C34B801E4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4884"/>
              </p:ext>
            </p:extLst>
          </p:nvPr>
        </p:nvGraphicFramePr>
        <p:xfrm>
          <a:off x="1066800" y="1722409"/>
          <a:ext cx="2895599" cy="2806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2781300" imgH="2698750" progId="Photoshop.Image.5">
                  <p:embed/>
                </p:oleObj>
              </mc:Choice>
              <mc:Fallback>
                <p:oleObj name="Image" r:id="rId4" imgW="2781300" imgH="2698750" progId="Photoshop.Image.5">
                  <p:embed/>
                  <p:pic>
                    <p:nvPicPr>
                      <p:cNvPr id="28678" name="Object 8">
                        <a:extLst>
                          <a:ext uri="{FF2B5EF4-FFF2-40B4-BE49-F238E27FC236}">
                            <a16:creationId xmlns:a16="http://schemas.microsoft.com/office/drawing/2014/main" id="{3828A52F-29E9-FF4B-8ED4-C34B801E4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22409"/>
                        <a:ext cx="2895599" cy="2806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Process 10">
            <a:extLst>
              <a:ext uri="{FF2B5EF4-FFF2-40B4-BE49-F238E27FC236}">
                <a16:creationId xmlns:a16="http://schemas.microsoft.com/office/drawing/2014/main" id="{DD94B4FD-0FF4-1D41-92A8-BC7C1597124A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E4A69-6A7C-5242-8A0A-EF1A5677342E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插值型</a:t>
            </a:r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求积公式        </a:t>
            </a:r>
            <a:endParaRPr lang="en-CN" sz="4000" dirty="0">
              <a:solidFill>
                <a:srgbClr val="002060"/>
              </a:solidFill>
            </a:endParaRPr>
          </a:p>
        </p:txBody>
      </p:sp>
      <p:pic>
        <p:nvPicPr>
          <p:cNvPr id="2" name="Picture 4" descr="4">
            <a:extLst>
              <a:ext uri="{FF2B5EF4-FFF2-40B4-BE49-F238E27FC236}">
                <a16:creationId xmlns:a16="http://schemas.microsoft.com/office/drawing/2014/main" id="{E9D0E9DC-656E-17CA-9F40-9C1354A25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32" y="1868400"/>
            <a:ext cx="4109586" cy="266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5">
            <a:extLst>
              <a:ext uri="{FF2B5EF4-FFF2-40B4-BE49-F238E27FC236}">
                <a16:creationId xmlns:a16="http://schemas.microsoft.com/office/drawing/2014/main" id="{8D985335-1491-53DA-E7D7-525B9E59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1" y="4653512"/>
            <a:ext cx="8203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如辛普森公式：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8C49458-92EB-F79C-DB8C-400F4A617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162" y="6289233"/>
            <a:ext cx="8203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如何度量机械求积公式的</a:t>
            </a:r>
            <a:r>
              <a:rPr lang="zh-CN" altLang="en-US" b="1" dirty="0">
                <a:solidFill>
                  <a:srgbClr val="000099"/>
                </a:solidFill>
                <a:ea typeface="宋体" panose="02010600030101010101" pitchFamily="2" charset="-122"/>
              </a:rPr>
              <a:t>精确度？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54160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3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8">
            <a:extLst>
              <a:ext uri="{FF2B5EF4-FFF2-40B4-BE49-F238E27FC236}">
                <a16:creationId xmlns:a16="http://schemas.microsoft.com/office/drawing/2014/main" id="{D34D4A31-A8F7-EEDC-DEA6-260A6A6E3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3" y="101526"/>
            <a:ext cx="46351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eaLnBrk="0" fontAlgn="ctr" hangingPunct="0">
              <a:buClr>
                <a:srgbClr val="FF0000"/>
              </a:buClr>
              <a:buSzPct val="70000"/>
              <a:defRPr/>
            </a:pPr>
            <a:r>
              <a:rPr lang="zh-CN" altLang="en-US" sz="20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第三章  数值积分 </a:t>
            </a:r>
            <a:r>
              <a:rPr lang="en-US" altLang="zh-CN" sz="1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Numerical Integration */</a:t>
            </a:r>
            <a:endParaRPr lang="en-US" altLang="zh-CN" b="1" kern="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ectangle 130">
            <a:extLst>
              <a:ext uri="{FF2B5EF4-FFF2-40B4-BE49-F238E27FC236}">
                <a16:creationId xmlns:a16="http://schemas.microsoft.com/office/drawing/2014/main" id="{1155A623-7973-FF17-1173-D2EB77CA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200" y="149182"/>
            <a:ext cx="454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None/>
            </a:pPr>
            <a:r>
              <a:rPr lang="en-US" altLang="zh-CN" sz="1800" b="1" dirty="0">
                <a:ea typeface="宋体" panose="02010600030101010101" pitchFamily="2" charset="-122"/>
              </a:rPr>
              <a:t>§1  Newton-Cotes Formulae</a:t>
            </a:r>
          </a:p>
        </p:txBody>
      </p:sp>
      <p:grpSp>
        <p:nvGrpSpPr>
          <p:cNvPr id="37" name="Group 10">
            <a:extLst>
              <a:ext uri="{FF2B5EF4-FFF2-40B4-BE49-F238E27FC236}">
                <a16:creationId xmlns:a16="http://schemas.microsoft.com/office/drawing/2014/main" id="{66745C24-AAE0-F82E-CAC8-0C480A211AF2}"/>
              </a:ext>
            </a:extLst>
          </p:cNvPr>
          <p:cNvGrpSpPr>
            <a:grpSpLocks/>
          </p:cNvGrpSpPr>
          <p:nvPr/>
        </p:nvGrpSpPr>
        <p:grpSpPr bwMode="auto">
          <a:xfrm>
            <a:off x="399728" y="810589"/>
            <a:ext cx="8534400" cy="1630363"/>
            <a:chOff x="192" y="816"/>
            <a:chExt cx="5376" cy="1027"/>
          </a:xfrm>
        </p:grpSpPr>
        <p:sp>
          <p:nvSpPr>
            <p:cNvPr id="38" name="AutoShape 4" descr="水滴">
              <a:extLst>
                <a:ext uri="{FF2B5EF4-FFF2-40B4-BE49-F238E27FC236}">
                  <a16:creationId xmlns:a16="http://schemas.microsoft.com/office/drawing/2014/main" id="{DE33C8F9-C440-D40A-1B9F-BABCBD9E7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816"/>
              <a:ext cx="533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  <a:contourClr>
                <a:srgbClr val="FFFF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定义</a:t>
              </a:r>
            </a:p>
          </p:txBody>
        </p:sp>
        <p:sp>
          <p:nvSpPr>
            <p:cNvPr id="39" name="Text Box 5">
              <a:extLst>
                <a:ext uri="{FF2B5EF4-FFF2-40B4-BE49-F238E27FC236}">
                  <a16:creationId xmlns:a16="http://schemas.microsoft.com/office/drawing/2014/main" id="{F68C9F27-B1E4-57A4-9C40-73EB5EA2B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9"/>
              <a:ext cx="5376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40000"/>
                </a:lnSpc>
              </a:pP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　　　若某个求积公式所对应的误差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[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f 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]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满足：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[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i="1" baseline="-2500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]=0 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对</a:t>
              </a:r>
              <a:r>
                <a:rPr lang="zh-CN" altLang="en-US" sz="2400" b="1" dirty="0">
                  <a:solidFill>
                    <a:srgbClr val="FF0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任意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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阶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的多项式成立，且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[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i="1" baseline="-2500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baseline="-2500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+1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] 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0 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对</a:t>
              </a:r>
              <a:r>
                <a:rPr lang="zh-CN" altLang="en-US" sz="2400" b="1" dirty="0">
                  <a:solidFill>
                    <a:srgbClr val="FF0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某个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n+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1 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阶多项式成立，则称此求积公式的</a:t>
              </a:r>
              <a:r>
                <a:rPr lang="zh-CN" altLang="en-US" sz="24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代数精度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为</a:t>
              </a:r>
              <a:r>
                <a:rPr lang="zh-CN" altLang="en-US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</a:p>
          </p:txBody>
        </p:sp>
      </p:grpSp>
      <p:grpSp>
        <p:nvGrpSpPr>
          <p:cNvPr id="40" name="Group 19">
            <a:extLst>
              <a:ext uri="{FF2B5EF4-FFF2-40B4-BE49-F238E27FC236}">
                <a16:creationId xmlns:a16="http://schemas.microsoft.com/office/drawing/2014/main" id="{7D1E75D5-9BA5-CCEA-B5FC-CF1DF27E3EDB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2486989"/>
            <a:ext cx="7543800" cy="1524000"/>
            <a:chOff x="192" y="1296"/>
            <a:chExt cx="4752" cy="960"/>
          </a:xfrm>
        </p:grpSpPr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066273C9-B027-43CB-DFA2-FEAE4F9C2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96"/>
              <a:ext cx="3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例：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对于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]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次插值，有</a:t>
              </a:r>
            </a:p>
          </p:txBody>
        </p:sp>
        <p:graphicFrame>
          <p:nvGraphicFramePr>
            <p:cNvPr id="42" name="Object 14">
              <a:extLst>
                <a:ext uri="{FF2B5EF4-FFF2-40B4-BE49-F238E27FC236}">
                  <a16:creationId xmlns:a16="http://schemas.microsoft.com/office/drawing/2014/main" id="{BB428EFB-C278-53C6-3ADA-7DF565E0E1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1296"/>
            <a:ext cx="220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14500" imgH="228600" progId="Equation.3">
                    <p:embed/>
                  </p:oleObj>
                </mc:Choice>
                <mc:Fallback>
                  <p:oleObj name="Equation" r:id="rId10" imgW="1714500" imgH="228600" progId="Equation.3">
                    <p:embed/>
                    <p:pic>
                      <p:nvPicPr>
                        <p:cNvPr id="42" name="Object 14">
                          <a:extLst>
                            <a:ext uri="{FF2B5EF4-FFF2-40B4-BE49-F238E27FC236}">
                              <a16:creationId xmlns:a16="http://schemas.microsoft.com/office/drawing/2014/main" id="{BB428EFB-C278-53C6-3ADA-7DF565E0E1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296"/>
                          <a:ext cx="220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15">
              <a:extLst>
                <a:ext uri="{FF2B5EF4-FFF2-40B4-BE49-F238E27FC236}">
                  <a16:creationId xmlns:a16="http://schemas.microsoft.com/office/drawing/2014/main" id="{30E9088F-9440-838F-F5C6-C4D7FCB1BD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1584"/>
            <a:ext cx="3648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46400" imgH="355600" progId="Equation.3">
                    <p:embed/>
                  </p:oleObj>
                </mc:Choice>
                <mc:Fallback>
                  <p:oleObj name="Equation" r:id="rId12" imgW="2946400" imgH="355600" progId="Equation.3">
                    <p:embed/>
                    <p:pic>
                      <p:nvPicPr>
                        <p:cNvPr id="43" name="Object 15">
                          <a:extLst>
                            <a:ext uri="{FF2B5EF4-FFF2-40B4-BE49-F238E27FC236}">
                              <a16:creationId xmlns:a16="http://schemas.microsoft.com/office/drawing/2014/main" id="{30E9088F-9440-838F-F5C6-C4D7FCB1BD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584"/>
                          <a:ext cx="3648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AutoShape 16">
              <a:extLst>
                <a:ext uri="{FF2B5EF4-FFF2-40B4-BE49-F238E27FC236}">
                  <a16:creationId xmlns:a16="http://schemas.microsoft.com/office/drawing/2014/main" id="{C0CEB4C9-5A9A-0ABA-9F0A-71E5051C9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72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AutoShape 17">
              <a:extLst>
                <a:ext uri="{FF2B5EF4-FFF2-40B4-BE49-F238E27FC236}">
                  <a16:creationId xmlns:a16="http://schemas.microsoft.com/office/drawing/2014/main" id="{5696EE61-041C-992B-F191-845AEC8F0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2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Text Box 18">
              <a:extLst>
                <a:ext uri="{FF2B5EF4-FFF2-40B4-BE49-F238E27FC236}">
                  <a16:creationId xmlns:a16="http://schemas.microsoft.com/office/drawing/2014/main" id="{9A23D09C-5AA2-B9E6-A154-082D4867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968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>
                  <a:ea typeface="微软雅黑" panose="020B0503020204020204" pitchFamily="34" charset="-122"/>
                  <a:cs typeface="Times New Roman" panose="02020603050405020304" pitchFamily="18" charset="0"/>
                </a:rPr>
                <a:t>考察其代数精度。</a:t>
              </a:r>
            </a:p>
          </p:txBody>
        </p:sp>
      </p:grpSp>
      <p:grpSp>
        <p:nvGrpSpPr>
          <p:cNvPr id="47" name="Group 31">
            <a:extLst>
              <a:ext uri="{FF2B5EF4-FFF2-40B4-BE49-F238E27FC236}">
                <a16:creationId xmlns:a16="http://schemas.microsoft.com/office/drawing/2014/main" id="{2D09406E-7DC1-DA61-D96C-5E17BC235FE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90928" y="3874464"/>
            <a:ext cx="2073275" cy="1403350"/>
            <a:chOff x="2352" y="2592"/>
            <a:chExt cx="1632" cy="1104"/>
          </a:xfrm>
        </p:grpSpPr>
        <p:sp>
          <p:nvSpPr>
            <p:cNvPr id="48" name="AutoShape 32">
              <a:extLst>
                <a:ext uri="{FF2B5EF4-FFF2-40B4-BE49-F238E27FC236}">
                  <a16:creationId xmlns:a16="http://schemas.microsoft.com/office/drawing/2014/main" id="{9C35BAC7-F324-0F0E-E2F1-B0EB737A2D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2352" y="2592"/>
              <a:ext cx="1632" cy="528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33">
              <a:extLst>
                <a:ext uri="{FF2B5EF4-FFF2-40B4-BE49-F238E27FC236}">
                  <a16:creationId xmlns:a16="http://schemas.microsoft.com/office/drawing/2014/main" id="{757772CB-358B-BA4A-6BCE-8B4F62C2F1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2" y="3120"/>
              <a:ext cx="1632" cy="5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Group 30">
            <a:extLst>
              <a:ext uri="{FF2B5EF4-FFF2-40B4-BE49-F238E27FC236}">
                <a16:creationId xmlns:a16="http://schemas.microsoft.com/office/drawing/2014/main" id="{35DB3AF5-FFA0-83EC-4A85-74979836F7D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68691" y="3629989"/>
            <a:ext cx="2317750" cy="1952625"/>
            <a:chOff x="2256" y="2400"/>
            <a:chExt cx="1824" cy="1536"/>
          </a:xfrm>
        </p:grpSpPr>
        <p:sp>
          <p:nvSpPr>
            <p:cNvPr id="51" name="Line 20">
              <a:extLst>
                <a:ext uri="{FF2B5EF4-FFF2-40B4-BE49-F238E27FC236}">
                  <a16:creationId xmlns:a16="http://schemas.microsoft.com/office/drawing/2014/main" id="{EC1B4B38-131D-3F45-E0B7-45D6EBABEE2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56" y="3696"/>
              <a:ext cx="182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21">
              <a:extLst>
                <a:ext uri="{FF2B5EF4-FFF2-40B4-BE49-F238E27FC236}">
                  <a16:creationId xmlns:a16="http://schemas.microsoft.com/office/drawing/2014/main" id="{6EFDEFBB-4A4F-B804-6BA9-58D244E4A8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52" y="2400"/>
              <a:ext cx="0" cy="12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F844672B-183A-79A3-5DA9-4B02897B89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84" y="2400"/>
              <a:ext cx="0" cy="12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6C79EC2-07C7-D532-A4C5-0086FFB0EC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52" y="2584"/>
              <a:ext cx="1632" cy="536"/>
            </a:xfrm>
            <a:custGeom>
              <a:avLst/>
              <a:gdLst>
                <a:gd name="T0" fmla="*/ 0 w 1632"/>
                <a:gd name="T1" fmla="*/ 536 h 536"/>
                <a:gd name="T2" fmla="*/ 144 w 1632"/>
                <a:gd name="T3" fmla="*/ 392 h 536"/>
                <a:gd name="T4" fmla="*/ 336 w 1632"/>
                <a:gd name="T5" fmla="*/ 344 h 536"/>
                <a:gd name="T6" fmla="*/ 576 w 1632"/>
                <a:gd name="T7" fmla="*/ 392 h 536"/>
                <a:gd name="T8" fmla="*/ 816 w 1632"/>
                <a:gd name="T9" fmla="*/ 344 h 536"/>
                <a:gd name="T10" fmla="*/ 1200 w 1632"/>
                <a:gd name="T11" fmla="*/ 56 h 536"/>
                <a:gd name="T12" fmla="*/ 1632 w 1632"/>
                <a:gd name="T13" fmla="*/ 8 h 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2" h="536">
                  <a:moveTo>
                    <a:pt x="0" y="536"/>
                  </a:moveTo>
                  <a:cubicBezTo>
                    <a:pt x="44" y="480"/>
                    <a:pt x="88" y="424"/>
                    <a:pt x="144" y="392"/>
                  </a:cubicBezTo>
                  <a:cubicBezTo>
                    <a:pt x="200" y="360"/>
                    <a:pt x="264" y="344"/>
                    <a:pt x="336" y="344"/>
                  </a:cubicBezTo>
                  <a:cubicBezTo>
                    <a:pt x="408" y="344"/>
                    <a:pt x="496" y="392"/>
                    <a:pt x="576" y="392"/>
                  </a:cubicBezTo>
                  <a:cubicBezTo>
                    <a:pt x="656" y="392"/>
                    <a:pt x="712" y="400"/>
                    <a:pt x="816" y="344"/>
                  </a:cubicBezTo>
                  <a:cubicBezTo>
                    <a:pt x="920" y="288"/>
                    <a:pt x="1064" y="112"/>
                    <a:pt x="1200" y="56"/>
                  </a:cubicBezTo>
                  <a:cubicBezTo>
                    <a:pt x="1336" y="0"/>
                    <a:pt x="1484" y="4"/>
                    <a:pt x="1632" y="8"/>
                  </a:cubicBezTo>
                </a:path>
              </a:pathLst>
            </a:cu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8A5C2030-214C-BF7A-FBAF-72EA01403A1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215" y="2400"/>
              <a:ext cx="43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18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800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18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endParaRPr lang="en-US" altLang="zh-CN" sz="1800" b="1" i="1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0FC9C43A-E680-47E4-EFED-371516D468F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56" y="364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450A892D-291D-D8F7-FD59-BAB56722E44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87" y="3648"/>
              <a:ext cx="1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58" name="Group 38">
            <a:extLst>
              <a:ext uri="{FF2B5EF4-FFF2-40B4-BE49-F238E27FC236}">
                <a16:creationId xmlns:a16="http://schemas.microsoft.com/office/drawing/2014/main" id="{27F7FF8A-D4BA-6DBE-DE05-B95213522B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81328" y="4545977"/>
            <a:ext cx="609600" cy="731837"/>
            <a:chOff x="1872" y="3120"/>
            <a:chExt cx="480" cy="576"/>
          </a:xfrm>
        </p:grpSpPr>
        <p:sp>
          <p:nvSpPr>
            <p:cNvPr id="59" name="AutoShape 34">
              <a:extLst>
                <a:ext uri="{FF2B5EF4-FFF2-40B4-BE49-F238E27FC236}">
                  <a16:creationId xmlns:a16="http://schemas.microsoft.com/office/drawing/2014/main" id="{5D808BC1-C73B-9351-DCE9-E85A322921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256" y="3120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35">
              <a:extLst>
                <a:ext uri="{FF2B5EF4-FFF2-40B4-BE49-F238E27FC236}">
                  <a16:creationId xmlns:a16="http://schemas.microsoft.com/office/drawing/2014/main" id="{E6B6AED8-8509-0DC3-68AB-9822E458FA7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72" y="3263"/>
              <a:ext cx="43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18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800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endParaRPr lang="en-US" altLang="zh-CN" sz="1800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Group 39">
            <a:extLst>
              <a:ext uri="{FF2B5EF4-FFF2-40B4-BE49-F238E27FC236}">
                <a16:creationId xmlns:a16="http://schemas.microsoft.com/office/drawing/2014/main" id="{800F2D5D-1A47-8B46-660C-2659AC67C72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64203" y="3874464"/>
            <a:ext cx="671513" cy="1403350"/>
            <a:chOff x="3984" y="2592"/>
            <a:chExt cx="528" cy="1104"/>
          </a:xfrm>
        </p:grpSpPr>
        <p:sp>
          <p:nvSpPr>
            <p:cNvPr id="62" name="AutoShape 36">
              <a:extLst>
                <a:ext uri="{FF2B5EF4-FFF2-40B4-BE49-F238E27FC236}">
                  <a16:creationId xmlns:a16="http://schemas.microsoft.com/office/drawing/2014/main" id="{1E2B6B31-CCE5-2722-1BDF-9EAC0917792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84" y="2592"/>
              <a:ext cx="96" cy="1104"/>
            </a:xfrm>
            <a:prstGeom prst="rightBrace">
              <a:avLst>
                <a:gd name="adj1" fmla="val 9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Text Box 37">
              <a:extLst>
                <a:ext uri="{FF2B5EF4-FFF2-40B4-BE49-F238E27FC236}">
                  <a16:creationId xmlns:a16="http://schemas.microsoft.com/office/drawing/2014/main" id="{C0B5C28C-CC3A-2702-92A9-DE84C65B741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80" y="302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18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800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1800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endParaRPr lang="en-US" altLang="zh-CN" sz="1800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AutoShape 41">
            <a:extLst>
              <a:ext uri="{FF2B5EF4-FFF2-40B4-BE49-F238E27FC236}">
                <a16:creationId xmlns:a16="http://schemas.microsoft.com/office/drawing/2014/main" id="{E0169C4C-79BB-F72B-65B9-ABC90F89B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8" y="4315789"/>
            <a:ext cx="3733800" cy="1143000"/>
          </a:xfrm>
          <a:prstGeom prst="wedgeEllipseCallout">
            <a:avLst>
              <a:gd name="adj1" fmla="val 36736"/>
              <a:gd name="adj2" fmla="val -135139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梯形公式</a:t>
            </a:r>
          </a:p>
          <a:p>
            <a:pPr algn="ctr" eaLnBrk="1" hangingPunct="1"/>
            <a:r>
              <a:rPr lang="en-US" altLang="zh-CN" sz="2000" b="1" dirty="0">
                <a:solidFill>
                  <a:srgbClr val="008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/* trapezoidal rule*/</a:t>
            </a:r>
            <a:endParaRPr lang="en-US" altLang="zh-CN" sz="2000" b="1" dirty="0">
              <a:solidFill>
                <a:srgbClr val="008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Text Box 44">
            <a:extLst>
              <a:ext uri="{FF2B5EF4-FFF2-40B4-BE49-F238E27FC236}">
                <a16:creationId xmlns:a16="http://schemas.microsoft.com/office/drawing/2014/main" id="{6D24E1C8-878B-AB21-A2A1-9C789F391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28" y="4087189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zh-CN" altLang="en-US" sz="2400" b="1" dirty="0">
                <a:ea typeface="微软雅黑" panose="020B0503020204020204" pitchFamily="34" charset="-122"/>
                <a:cs typeface="Times New Roman" panose="02020603050405020304" pitchFamily="18" charset="0"/>
              </a:rPr>
              <a:t>逐次检查公式是否精确成立</a:t>
            </a:r>
          </a:p>
        </p:txBody>
      </p:sp>
      <p:sp>
        <p:nvSpPr>
          <p:cNvPr id="66" name="Text Box 45">
            <a:extLst>
              <a:ext uri="{FF2B5EF4-FFF2-40B4-BE49-F238E27FC236}">
                <a16:creationId xmlns:a16="http://schemas.microsoft.com/office/drawing/2014/main" id="{1EBF6403-8A95-69D9-F9E9-20FBCAF3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28" y="4696789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代入 </a:t>
            </a:r>
            <a:r>
              <a:rPr lang="en-US" altLang="zh-CN" sz="2400" b="1" i="1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 = 1</a:t>
            </a:r>
            <a:r>
              <a:rPr lang="zh-CN" altLang="en-US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67" name="Object 46">
            <a:extLst>
              <a:ext uri="{FF2B5EF4-FFF2-40B4-BE49-F238E27FC236}">
                <a16:creationId xmlns:a16="http://schemas.microsoft.com/office/drawing/2014/main" id="{8268E6E3-30D3-4C0E-31E3-0A1F7CB2A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2328" y="4620589"/>
          <a:ext cx="16240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6698" imgH="355446" progId="Equation.3">
                  <p:embed/>
                </p:oleObj>
              </mc:Choice>
              <mc:Fallback>
                <p:oleObj name="Equation" r:id="rId14" imgW="926698" imgH="355446" progId="Equation.3">
                  <p:embed/>
                  <p:pic>
                    <p:nvPicPr>
                      <p:cNvPr id="67" name="Object 46">
                        <a:extLst>
                          <a:ext uri="{FF2B5EF4-FFF2-40B4-BE49-F238E27FC236}">
                            <a16:creationId xmlns:a16="http://schemas.microsoft.com/office/drawing/2014/main" id="{8268E6E3-30D3-4C0E-31E3-0A1F7CB2A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328" y="4620589"/>
                        <a:ext cx="16240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47">
            <a:extLst>
              <a:ext uri="{FF2B5EF4-FFF2-40B4-BE49-F238E27FC236}">
                <a16:creationId xmlns:a16="http://schemas.microsoft.com/office/drawing/2014/main" id="{440A0925-77DC-94CB-981C-6E1058D429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7328" y="4668214"/>
          <a:ext cx="12192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6900" imgH="228600" progId="Equation.3">
                  <p:embed/>
                </p:oleObj>
              </mc:Choice>
              <mc:Fallback>
                <p:oleObj name="Equation" r:id="rId16" imgW="596900" imgH="228600" progId="Equation.3">
                  <p:embed/>
                  <p:pic>
                    <p:nvPicPr>
                      <p:cNvPr id="68" name="Object 47">
                        <a:extLst>
                          <a:ext uri="{FF2B5EF4-FFF2-40B4-BE49-F238E27FC236}">
                            <a16:creationId xmlns:a16="http://schemas.microsoft.com/office/drawing/2014/main" id="{440A0925-77DC-94CB-981C-6E1058D429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328" y="4668214"/>
                        <a:ext cx="12192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 Box 48">
            <a:extLst>
              <a:ext uri="{FF2B5EF4-FFF2-40B4-BE49-F238E27FC236}">
                <a16:creationId xmlns:a16="http://schemas.microsoft.com/office/drawing/2014/main" id="{4173ED44-479D-7252-DD2E-DE6572E0B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6328" y="4696789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70" name="Text Box 49">
            <a:extLst>
              <a:ext uri="{FF2B5EF4-FFF2-40B4-BE49-F238E27FC236}">
                <a16:creationId xmlns:a16="http://schemas.microsoft.com/office/drawing/2014/main" id="{8B192071-C10B-BCF5-D328-C4819349D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28" y="5382589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代入 </a:t>
            </a:r>
            <a:r>
              <a:rPr lang="en-US" altLang="zh-CN" sz="2400" b="1" i="1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i="1"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71" name="Text Box 50">
            <a:extLst>
              <a:ext uri="{FF2B5EF4-FFF2-40B4-BE49-F238E27FC236}">
                <a16:creationId xmlns:a16="http://schemas.microsoft.com/office/drawing/2014/main" id="{2264CF84-E036-20CD-182E-BB66A08D5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866" y="5382589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72" name="Text Box 51">
            <a:extLst>
              <a:ext uri="{FF2B5EF4-FFF2-40B4-BE49-F238E27FC236}">
                <a16:creationId xmlns:a16="http://schemas.microsoft.com/office/drawing/2014/main" id="{BEB496C7-9009-6A66-711E-880172760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28" y="6144589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代入 </a:t>
            </a:r>
            <a:r>
              <a:rPr lang="en-US" altLang="zh-CN" sz="2400" b="1" i="1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i="1"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400" b="1"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73" name="Text Box 52">
            <a:extLst>
              <a:ext uri="{FF2B5EF4-FFF2-40B4-BE49-F238E27FC236}">
                <a16:creationId xmlns:a16="http://schemas.microsoft.com/office/drawing/2014/main" id="{57C827D6-C99D-3AEB-B928-DEDC9488B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4928" y="6144589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endParaRPr lang="en-US" altLang="zh-CN" sz="2400" b="1">
              <a:solidFill>
                <a:srgbClr val="FF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4" name="Object 53">
            <a:extLst>
              <a:ext uri="{FF2B5EF4-FFF2-40B4-BE49-F238E27FC236}">
                <a16:creationId xmlns:a16="http://schemas.microsoft.com/office/drawing/2014/main" id="{A8380662-B8D0-5954-EC48-E0E2FB8AF4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4728" y="5306389"/>
          <a:ext cx="16002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88614" imgH="355446" progId="Equation.3">
                  <p:embed/>
                </p:oleObj>
              </mc:Choice>
              <mc:Fallback>
                <p:oleObj name="Equation" r:id="rId18" imgW="888614" imgH="355446" progId="Equation.3">
                  <p:embed/>
                  <p:pic>
                    <p:nvPicPr>
                      <p:cNvPr id="74" name="Object 53">
                        <a:extLst>
                          <a:ext uri="{FF2B5EF4-FFF2-40B4-BE49-F238E27FC236}">
                            <a16:creationId xmlns:a16="http://schemas.microsoft.com/office/drawing/2014/main" id="{A8380662-B8D0-5954-EC48-E0E2FB8AF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728" y="5306389"/>
                        <a:ext cx="16002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54">
            <a:extLst>
              <a:ext uri="{FF2B5EF4-FFF2-40B4-BE49-F238E27FC236}">
                <a16:creationId xmlns:a16="http://schemas.microsoft.com/office/drawing/2014/main" id="{5CFADF80-D938-69CF-D19B-C3E86E337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3528" y="5382589"/>
          <a:ext cx="11430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30" imgH="228501" progId="Equation.3">
                  <p:embed/>
                </p:oleObj>
              </mc:Choice>
              <mc:Fallback>
                <p:oleObj name="Equation" r:id="rId20" imgW="622030" imgH="228501" progId="Equation.3">
                  <p:embed/>
                  <p:pic>
                    <p:nvPicPr>
                      <p:cNvPr id="75" name="Object 54">
                        <a:extLst>
                          <a:ext uri="{FF2B5EF4-FFF2-40B4-BE49-F238E27FC236}">
                            <a16:creationId xmlns:a16="http://schemas.microsoft.com/office/drawing/2014/main" id="{5CFADF80-D938-69CF-D19B-C3E86E3373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528" y="5382589"/>
                        <a:ext cx="11430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55">
            <a:extLst>
              <a:ext uri="{FF2B5EF4-FFF2-40B4-BE49-F238E27FC236}">
                <a16:creationId xmlns:a16="http://schemas.microsoft.com/office/drawing/2014/main" id="{CF517091-6DDB-9650-DAC8-A4DD4393E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4728" y="6068389"/>
          <a:ext cx="16764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39392" imgH="355446" progId="Equation.3">
                  <p:embed/>
                </p:oleObj>
              </mc:Choice>
              <mc:Fallback>
                <p:oleObj name="Equation" r:id="rId22" imgW="939392" imgH="355446" progId="Equation.3">
                  <p:embed/>
                  <p:pic>
                    <p:nvPicPr>
                      <p:cNvPr id="76" name="Object 55">
                        <a:extLst>
                          <a:ext uri="{FF2B5EF4-FFF2-40B4-BE49-F238E27FC236}">
                            <a16:creationId xmlns:a16="http://schemas.microsoft.com/office/drawing/2014/main" id="{CF517091-6DDB-9650-DAC8-A4DD4393E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728" y="6068389"/>
                        <a:ext cx="16764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56">
            <a:extLst>
              <a:ext uri="{FF2B5EF4-FFF2-40B4-BE49-F238E27FC236}">
                <a16:creationId xmlns:a16="http://schemas.microsoft.com/office/drawing/2014/main" id="{5D5ABAFD-D7F0-B12F-F296-A345B8D9E6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5928" y="6144589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61669" imgH="241195" progId="Equation.3">
                  <p:embed/>
                </p:oleObj>
              </mc:Choice>
              <mc:Fallback>
                <p:oleObj name="Equation" r:id="rId24" imgW="761669" imgH="241195" progId="Equation.3">
                  <p:embed/>
                  <p:pic>
                    <p:nvPicPr>
                      <p:cNvPr id="77" name="Object 56">
                        <a:extLst>
                          <a:ext uri="{FF2B5EF4-FFF2-40B4-BE49-F238E27FC236}">
                            <a16:creationId xmlns:a16="http://schemas.microsoft.com/office/drawing/2014/main" id="{5D5ABAFD-D7F0-B12F-F296-A345B8D9E6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28" y="6144589"/>
                        <a:ext cx="152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57">
            <a:extLst>
              <a:ext uri="{FF2B5EF4-FFF2-40B4-BE49-F238E27FC236}">
                <a16:creationId xmlns:a16="http://schemas.microsoft.com/office/drawing/2014/main" id="{7B225CCD-1D33-52C6-C063-ABD26AAF1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728" y="5915989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代数精度 </a:t>
            </a:r>
            <a:r>
              <a:rPr lang="en-US" altLang="zh-CN" b="1" i="1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solidFill>
                  <a:srgbClr val="3333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1F8272-927F-D82D-0E96-BD262BF6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r>
              <a:rPr lang="en-US" altLang="zh-CN"/>
              <a:t>/7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95251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 autoUpdateAnimBg="0"/>
      <p:bldP spid="65" grpId="0" autoUpdateAnimBg="0"/>
      <p:bldP spid="66" grpId="0" autoUpdateAnimBg="0"/>
      <p:bldP spid="69" grpId="0" autoUpdateAnimBg="0"/>
      <p:bldP spid="70" grpId="0" autoUpdateAnimBg="0"/>
      <p:bldP spid="71" grpId="0" autoUpdateAnimBg="0"/>
      <p:bldP spid="72" grpId="0" autoUpdateAnimBg="0"/>
      <p:bldP spid="73" grpId="0" autoUpdateAnimBg="0"/>
      <p:bldP spid="7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>
            <a:extLst>
              <a:ext uri="{FF2B5EF4-FFF2-40B4-BE49-F238E27FC236}">
                <a16:creationId xmlns:a16="http://schemas.microsoft.com/office/drawing/2014/main" id="{5EEA3F45-A7E9-6A4F-87DC-5A5AFD590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4284662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EB4D2F-CFA4-1140-B1B1-A3F93E198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765175"/>
            <a:ext cx="4464050" cy="363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4EB399-1671-1A43-97E0-56D2895C3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941888"/>
            <a:ext cx="43942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2">
            <a:extLst>
              <a:ext uri="{FF2B5EF4-FFF2-40B4-BE49-F238E27FC236}">
                <a16:creationId xmlns:a16="http://schemas.microsoft.com/office/drawing/2014/main" id="{5C209DF9-0015-4F47-B04A-CDBA9FAFD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437063"/>
            <a:ext cx="3025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数值积分公式</a:t>
            </a:r>
            <a:endParaRPr lang="en-US" altLang="zh-CN" sz="28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MS PGothic" charset="0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8D1BE86-2F2A-1B4C-A32A-E5F18156E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8913"/>
            <a:ext cx="30241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梯形公式求积分</a:t>
            </a:r>
            <a:endParaRPr lang="en-US" altLang="zh-CN" sz="28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MS PGothic" charset="0"/>
            </a:endParaRP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70032B64-DAD6-CB4B-B789-6D07A1CB1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092825"/>
            <a:ext cx="7921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latin typeface="宋体" charset="0"/>
                <a:ea typeface="宋体" charset="0"/>
                <a:cs typeface="宋体" charset="0"/>
              </a:rPr>
              <a:t>如何确定求积节点和求积系数使该公式更精确？</a:t>
            </a:r>
            <a:endParaRPr lang="en-US" altLang="zh-CN" sz="2400" b="1">
              <a:solidFill>
                <a:schemeClr val="accent2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03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AACC6-4DBE-0646-9D02-C14BD7D2E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325688"/>
            <a:ext cx="617220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7F035B-9289-7746-A1FE-E848943EE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5699125"/>
            <a:ext cx="5486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E53BC47-0690-F041-83AB-83D7A2783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018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en-US" altLang="zh-CN" dirty="0">
                <a:solidFill>
                  <a:srgbClr val="FF0000"/>
                </a:solidFill>
              </a:rPr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</a:t>
            </a:r>
            <a:r>
              <a:rPr lang="en-US" altLang="zh-CN" dirty="0"/>
              <a:t> (n=1)</a:t>
            </a:r>
            <a:endParaRPr lang="en-US" altLang="zh-CN" sz="2000" b="1" dirty="0">
              <a:solidFill>
                <a:srgbClr val="008000"/>
              </a:solidFill>
              <a:latin typeface="Arial" charset="0"/>
            </a:endParaRPr>
          </a:p>
        </p:txBody>
      </p:sp>
      <p:pic>
        <p:nvPicPr>
          <p:cNvPr id="33796" name="Picture 6">
            <a:extLst>
              <a:ext uri="{FF2B5EF4-FFF2-40B4-BE49-F238E27FC236}">
                <a16:creationId xmlns:a16="http://schemas.microsoft.com/office/drawing/2014/main" id="{EA278029-A2EE-0543-AA97-B1096A114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765175"/>
            <a:ext cx="43942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8">
            <a:extLst>
              <a:ext uri="{FF2B5EF4-FFF2-40B4-BE49-F238E27FC236}">
                <a16:creationId xmlns:a16="http://schemas.microsoft.com/office/drawing/2014/main" id="{0CCBFAED-2D26-A140-A78C-785387FEB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773238"/>
            <a:ext cx="7920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确定求积节点和求积系数使该公式具有</a:t>
            </a:r>
            <a:r>
              <a:rPr lang="en-US" altLang="zh-CN" sz="2400" b="1">
                <a:ea typeface="宋体" charset="0"/>
                <a:cs typeface="宋体" charset="0"/>
              </a:rPr>
              <a:t>2n+1</a:t>
            </a:r>
            <a:r>
              <a:rPr lang="zh-CN" altLang="en-US" sz="2400" b="1">
                <a:ea typeface="宋体" charset="0"/>
                <a:cs typeface="宋体" charset="0"/>
              </a:rPr>
              <a:t>阶代数精度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4AA10-2C14-D44B-946C-6AA2303C3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857875"/>
            <a:ext cx="5667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CN">
                <a:latin typeface="Wingdings" pitchFamily="2" charset="2"/>
              </a:rPr>
              <a:t></a:t>
            </a:r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415488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>
            <a:extLst>
              <a:ext uri="{FF2B5EF4-FFF2-40B4-BE49-F238E27FC236}">
                <a16:creationId xmlns:a16="http://schemas.microsoft.com/office/drawing/2014/main" id="{D018FC19-C0D6-4B49-BC6E-2FDF9B397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549275"/>
            <a:ext cx="8228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时，可得两点</a:t>
            </a:r>
            <a:r>
              <a:rPr lang="en-US" altLang="zh-CN" dirty="0"/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求积公式：</a:t>
            </a:r>
          </a:p>
        </p:txBody>
      </p:sp>
      <p:graphicFrame>
        <p:nvGraphicFramePr>
          <p:cNvPr id="98307" name="Object 3">
            <a:extLst>
              <a:ext uri="{FF2B5EF4-FFF2-40B4-BE49-F238E27FC236}">
                <a16:creationId xmlns:a16="http://schemas.microsoft.com/office/drawing/2014/main" id="{7A140BF5-2314-504C-8271-79B04B4393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177925"/>
          <a:ext cx="424656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294300" imgH="9652000" progId="Equation.3">
                  <p:embed/>
                </p:oleObj>
              </mc:Choice>
              <mc:Fallback>
                <p:oleObj name="Equation" r:id="rId2" imgW="43294300" imgH="9652000" progId="Equation.3">
                  <p:embed/>
                  <p:pic>
                    <p:nvPicPr>
                      <p:cNvPr id="98307" name="Object 3">
                        <a:extLst>
                          <a:ext uri="{FF2B5EF4-FFF2-40B4-BE49-F238E27FC236}">
                            <a16:creationId xmlns:a16="http://schemas.microsoft.com/office/drawing/2014/main" id="{7A140BF5-2314-504C-8271-79B04B4393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77925"/>
                        <a:ext cx="4246563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8" name="Text Box 4">
            <a:extLst>
              <a:ext uri="{FF2B5EF4-FFF2-40B4-BE49-F238E27FC236}">
                <a16:creationId xmlns:a16="http://schemas.microsoft.com/office/drawing/2014/main" id="{BAEEF953-B6FE-284C-AB2F-53279DAE6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2132013"/>
            <a:ext cx="6673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marL="457200" indent="-457200" eaLnBrk="1" hangingPunct="1">
              <a:buFont typeface="Wingdings" charset="2"/>
              <a:buChar char="Ø"/>
              <a:defRPr/>
            </a:pPr>
            <a:r>
              <a:rPr lang="en-US" altLang="zh-CN" i="1" dirty="0"/>
              <a:t>n</a:t>
            </a:r>
            <a:r>
              <a:rPr lang="en-US" altLang="zh-CN" dirty="0"/>
              <a:t>=2</a:t>
            </a:r>
            <a:r>
              <a:rPr lang="zh-CN" altLang="en-US" dirty="0"/>
              <a:t>时，三点</a:t>
            </a:r>
            <a:r>
              <a:rPr lang="en-US" altLang="zh-CN" dirty="0"/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求积公式：</a:t>
            </a:r>
          </a:p>
        </p:txBody>
      </p:sp>
      <p:graphicFrame>
        <p:nvGraphicFramePr>
          <p:cNvPr id="98309" name="Object 5">
            <a:extLst>
              <a:ext uri="{FF2B5EF4-FFF2-40B4-BE49-F238E27FC236}">
                <a16:creationId xmlns:a16="http://schemas.microsoft.com/office/drawing/2014/main" id="{0AA94BCE-EA1E-0B43-A3E5-36C256EEE1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778125"/>
          <a:ext cx="60467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071500" imgH="9944100" progId="Equation.3">
                  <p:embed/>
                </p:oleObj>
              </mc:Choice>
              <mc:Fallback>
                <p:oleObj name="公式" r:id="rId4" imgW="64071500" imgH="9944100" progId="Equation.3">
                  <p:embed/>
                  <p:pic>
                    <p:nvPicPr>
                      <p:cNvPr id="98309" name="Object 5">
                        <a:extLst>
                          <a:ext uri="{FF2B5EF4-FFF2-40B4-BE49-F238E27FC236}">
                            <a16:creationId xmlns:a16="http://schemas.microsoft.com/office/drawing/2014/main" id="{0AA94BCE-EA1E-0B43-A3E5-36C256EEE1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778125"/>
                        <a:ext cx="60467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0" name="Text Box 6">
            <a:extLst>
              <a:ext uri="{FF2B5EF4-FFF2-40B4-BE49-F238E27FC236}">
                <a16:creationId xmlns:a16="http://schemas.microsoft.com/office/drawing/2014/main" id="{A1A1E774-CAEE-9A4A-8DA3-A24FA67FC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076700"/>
            <a:ext cx="7956550" cy="97155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其他</a:t>
            </a:r>
            <a:r>
              <a:rPr lang="en-US" altLang="zh-CN" dirty="0"/>
              <a:t>Gauss</a:t>
            </a:r>
            <a:r>
              <a:rPr lang="zh-CN" altLang="en-US" dirty="0"/>
              <a:t>－</a:t>
            </a:r>
            <a:r>
              <a:rPr lang="en-US" altLang="zh-CN" dirty="0"/>
              <a:t>Legendre</a:t>
            </a:r>
            <a:r>
              <a:rPr lang="zh-CN" altLang="en-US" dirty="0"/>
              <a:t>求积公式的节点和系数参看教材</a:t>
            </a:r>
            <a:r>
              <a:rPr lang="en-US" altLang="zh-CN" dirty="0"/>
              <a:t>116</a:t>
            </a:r>
            <a:r>
              <a:rPr lang="zh-CN" altLang="en-US" dirty="0"/>
              <a:t>页。</a:t>
            </a:r>
          </a:p>
        </p:txBody>
      </p:sp>
    </p:spTree>
    <p:extLst>
      <p:ext uri="{BB962C8B-B14F-4D97-AF65-F5344CB8AC3E}">
        <p14:creationId xmlns:p14="http://schemas.microsoft.com/office/powerpoint/2010/main" val="190722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/>
      <p:bldP spid="983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9C2EB918-56C8-CC4D-B264-5122BF5E3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908050"/>
            <a:ext cx="45593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4234A7-533A-4E43-A142-4B9FA5204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420938"/>
            <a:ext cx="4470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E59CE5-A3C6-4A43-ACFC-F2D75869E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3357563"/>
            <a:ext cx="457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72F1DD-5B29-B647-847B-6CBC0DADFA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5021263"/>
            <a:ext cx="64389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8">
            <a:extLst>
              <a:ext uri="{FF2B5EF4-FFF2-40B4-BE49-F238E27FC236}">
                <a16:creationId xmlns:a16="http://schemas.microsoft.com/office/drawing/2014/main" id="{4A413D47-B8F5-2847-80B9-0BE49BD6F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7921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例：用不同积分公式求解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8" name="Text Box 18">
            <a:extLst>
              <a:ext uri="{FF2B5EF4-FFF2-40B4-BE49-F238E27FC236}">
                <a16:creationId xmlns:a16="http://schemas.microsoft.com/office/drawing/2014/main" id="{D6252656-4887-EF4B-9809-1B21C9B82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44675"/>
            <a:ext cx="79200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解：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9" name="Text Box 18">
            <a:extLst>
              <a:ext uri="{FF2B5EF4-FFF2-40B4-BE49-F238E27FC236}">
                <a16:creationId xmlns:a16="http://schemas.microsoft.com/office/drawing/2014/main" id="{80135BD6-F95C-F64E-95C4-4A0A193DD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420938"/>
            <a:ext cx="7921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高斯公式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EFC08FA8-AE2B-2D45-B9FF-83CADA9CD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429000"/>
            <a:ext cx="7921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梯形公式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72F8DA7C-D1F2-BA49-AD23-9E177915B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08500"/>
            <a:ext cx="79200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辛普森公式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3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D30C9BF5-098D-0448-B41F-59BA5C456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94" y="150813"/>
            <a:ext cx="78501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注意：</a:t>
            </a:r>
            <a:r>
              <a:rPr lang="zh-CN" altLang="en-US" sz="2400" dirty="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当积分区间不是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[-1,1]</a:t>
            </a:r>
            <a:r>
              <a:rPr lang="zh-CN" altLang="en-US" sz="2400" dirty="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时，可如前作变换</a:t>
            </a:r>
            <a:endParaRPr lang="zh-CN" altLang="en-US" sz="2400" dirty="0">
              <a:latin typeface="Times New Roman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36866" name="Object 8">
            <a:extLst>
              <a:ext uri="{FF2B5EF4-FFF2-40B4-BE49-F238E27FC236}">
                <a16:creationId xmlns:a16="http://schemas.microsoft.com/office/drawing/2014/main" id="{B7281598-67C1-6045-92CC-D686EB677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836613"/>
          <a:ext cx="25209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19200" imgH="9359900" progId="Equation.3">
                  <p:embed/>
                </p:oleObj>
              </mc:Choice>
              <mc:Fallback>
                <p:oleObj name="Equation" r:id="rId2" imgW="26619200" imgH="9359900" progId="Equation.3">
                  <p:embed/>
                  <p:pic>
                    <p:nvPicPr>
                      <p:cNvPr id="36866" name="Object 8">
                        <a:extLst>
                          <a:ext uri="{FF2B5EF4-FFF2-40B4-BE49-F238E27FC236}">
                            <a16:creationId xmlns:a16="http://schemas.microsoft.com/office/drawing/2014/main" id="{B7281598-67C1-6045-92CC-D686EB677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836613"/>
                        <a:ext cx="25209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2">
            <a:extLst>
              <a:ext uri="{FF2B5EF4-FFF2-40B4-BE49-F238E27FC236}">
                <a16:creationId xmlns:a16="http://schemas.microsoft.com/office/drawing/2014/main" id="{A2C19E28-701C-174D-83AD-DBC744C32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00213"/>
          <a:ext cx="849788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21200" imgH="508000" progId="Equation.3">
                  <p:embed/>
                </p:oleObj>
              </mc:Choice>
              <mc:Fallback>
                <p:oleObj name="Equation" r:id="rId4" imgW="4521200" imgH="508000" progId="Equation.3">
                  <p:embed/>
                  <p:pic>
                    <p:nvPicPr>
                      <p:cNvPr id="36867" name="Object 2">
                        <a:extLst>
                          <a:ext uri="{FF2B5EF4-FFF2-40B4-BE49-F238E27FC236}">
                            <a16:creationId xmlns:a16="http://schemas.microsoft.com/office/drawing/2014/main" id="{A2C19E28-701C-174D-83AD-DBC744C32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00213"/>
                        <a:ext cx="8497888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7B89A04A-F17B-4B43-A391-2BF5FD04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60675"/>
            <a:ext cx="2490788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3200" b="1"/>
              <a:t>解：作变换</a:t>
            </a:r>
            <a:endParaRPr lang="zh-CN" altLang="en-US" sz="3200" b="1">
              <a:latin typeface="Arial" panose="020B0604020202020204" pitchFamily="34" charset="0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A9FB1D45-F1A0-054A-BB0E-8C7F6C5C0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674938"/>
          <a:ext cx="1400175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6000" imgH="546100" progId="Equation.DSMT4">
                  <p:embed/>
                </p:oleObj>
              </mc:Choice>
              <mc:Fallback>
                <p:oleObj name="Equation" r:id="rId6" imgW="1016000" imgH="5461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A9FB1D45-F1A0-054A-BB0E-8C7F6C5C0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674938"/>
                        <a:ext cx="1400175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C948248E-B165-A94B-A4E2-3F349CECE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746375"/>
          <a:ext cx="465931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11500" imgH="571500" progId="Equation.DSMT4">
                  <p:embed/>
                </p:oleObj>
              </mc:Choice>
              <mc:Fallback>
                <p:oleObj name="Equation" r:id="rId8" imgW="3111500" imgH="57150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C948248E-B165-A94B-A4E2-3F349CECE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746375"/>
                        <a:ext cx="465931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C47B78B5-7B6A-8B43-90EE-4EE753548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535363"/>
          <a:ext cx="3144837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7700" imgH="546100" progId="Equation.DSMT4">
                  <p:embed/>
                </p:oleObj>
              </mc:Choice>
              <mc:Fallback>
                <p:oleObj name="Equation" r:id="rId10" imgW="1917700" imgH="546100" progId="Equation.DSMT4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C47B78B5-7B6A-8B43-90EE-4EE753548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535363"/>
                        <a:ext cx="3144837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732010E2-69FA-314E-A804-5E0CEBE5C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842000"/>
          <a:ext cx="74168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29100" imgH="546100" progId="Equation.DSMT4">
                  <p:embed/>
                </p:oleObj>
              </mc:Choice>
              <mc:Fallback>
                <p:oleObj name="Equation" r:id="rId12" imgW="4229100" imgH="54610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732010E2-69FA-314E-A804-5E0CEBE5CC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842000"/>
                        <a:ext cx="74168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479560E5-E289-724E-BFCC-BCE56F52A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4618038"/>
          <a:ext cx="1863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300" imgH="292100" progId="Equation.DSMT4">
                  <p:embed/>
                </p:oleObj>
              </mc:Choice>
              <mc:Fallback>
                <p:oleObj name="Equation" r:id="rId14" imgW="1130300" imgH="292100" progId="Equation.DSMT4">
                  <p:embed/>
                  <p:pic>
                    <p:nvPicPr>
                      <p:cNvPr id="10" name="Object 13">
                        <a:extLst>
                          <a:ext uri="{FF2B5EF4-FFF2-40B4-BE49-F238E27FC236}">
                            <a16:creationId xmlns:a16="http://schemas.microsoft.com/office/drawing/2014/main" id="{479560E5-E289-724E-BFCC-BCE56F52A7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618038"/>
                        <a:ext cx="1863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CB206651-45BA-D44E-9B8F-02F7D8CF45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546600"/>
          <a:ext cx="5118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9149000" imgH="5854700" progId="Equation.DSMT4">
                  <p:embed/>
                </p:oleObj>
              </mc:Choice>
              <mc:Fallback>
                <p:oleObj name="Equation" r:id="rId16" imgW="49149000" imgH="5854700" progId="Equation.DSMT4">
                  <p:embed/>
                  <p:pic>
                    <p:nvPicPr>
                      <p:cNvPr id="11" name="Object 14">
                        <a:extLst>
                          <a:ext uri="{FF2B5EF4-FFF2-40B4-BE49-F238E27FC236}">
                            <a16:creationId xmlns:a16="http://schemas.microsoft.com/office/drawing/2014/main" id="{CB206651-45BA-D44E-9B8F-02F7D8CF4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46600"/>
                        <a:ext cx="5118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9DA2A6DF-8AEA-5646-B0E4-D32485FE84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122863"/>
          <a:ext cx="335121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181800" imgH="9359900" progId="Equation.3">
                  <p:embed/>
                </p:oleObj>
              </mc:Choice>
              <mc:Fallback>
                <p:oleObj name="Equation" r:id="rId18" imgW="32181800" imgH="9359900" progId="Equation.3">
                  <p:embed/>
                  <p:pic>
                    <p:nvPicPr>
                      <p:cNvPr id="12" name="Object 15">
                        <a:extLst>
                          <a:ext uri="{FF2B5EF4-FFF2-40B4-BE49-F238E27FC236}">
                            <a16:creationId xmlns:a16="http://schemas.microsoft.com/office/drawing/2014/main" id="{9DA2A6DF-8AEA-5646-B0E4-D32485FE84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122863"/>
                        <a:ext cx="3351213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435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01249235-76EE-6A47-A673-7171B3FB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018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b="1"/>
              <a:t>§4  </a:t>
            </a:r>
            <a:r>
              <a:rPr lang="zh-CN" altLang="en-US" b="1"/>
              <a:t>高斯型积分</a:t>
            </a:r>
            <a:r>
              <a:rPr lang="en-US" altLang="zh-CN" b="1"/>
              <a:t> 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Gaussian Quadrature */</a:t>
            </a:r>
          </a:p>
        </p:txBody>
      </p:sp>
      <p:grpSp>
        <p:nvGrpSpPr>
          <p:cNvPr id="43014" name="Group 6">
            <a:extLst>
              <a:ext uri="{FF2B5EF4-FFF2-40B4-BE49-F238E27FC236}">
                <a16:creationId xmlns:a16="http://schemas.microsoft.com/office/drawing/2014/main" id="{47F06322-A748-E340-ADC6-F5695F39F314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196975"/>
            <a:ext cx="6553200" cy="1444625"/>
            <a:chOff x="336" y="480"/>
            <a:chExt cx="4128" cy="910"/>
          </a:xfrm>
        </p:grpSpPr>
        <p:graphicFrame>
          <p:nvGraphicFramePr>
            <p:cNvPr id="37899" name="Object 3">
              <a:extLst>
                <a:ext uri="{FF2B5EF4-FFF2-40B4-BE49-F238E27FC236}">
                  <a16:creationId xmlns:a16="http://schemas.microsoft.com/office/drawing/2014/main" id="{7C3202E0-88E2-E543-A99C-0C2B157D5B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5" y="888"/>
            <a:ext cx="2256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3002200" imgH="9944100" progId="Equation.3">
                    <p:embed/>
                  </p:oleObj>
                </mc:Choice>
                <mc:Fallback>
                  <p:oleObj name="Equation" r:id="rId4" imgW="43002200" imgH="9944100" progId="Equation.3">
                    <p:embed/>
                    <p:pic>
                      <p:nvPicPr>
                        <p:cNvPr id="37899" name="Object 3">
                          <a:extLst>
                            <a:ext uri="{FF2B5EF4-FFF2-40B4-BE49-F238E27FC236}">
                              <a16:creationId xmlns:a16="http://schemas.microsoft.com/office/drawing/2014/main" id="{7C3202E0-88E2-E543-A99C-0C2B157D5B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5" y="888"/>
                          <a:ext cx="2256" cy="5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7900" name="Picture 4" descr="DARTS">
              <a:extLst>
                <a:ext uri="{FF2B5EF4-FFF2-40B4-BE49-F238E27FC236}">
                  <a16:creationId xmlns:a16="http://schemas.microsoft.com/office/drawing/2014/main" id="{60D34A65-4DD4-1C4D-97D7-32B4747A8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480"/>
              <a:ext cx="624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3" name="Text Box 5">
              <a:extLst>
                <a:ext uri="{FF2B5EF4-FFF2-40B4-BE49-F238E27FC236}">
                  <a16:creationId xmlns:a16="http://schemas.microsoft.com/office/drawing/2014/main" id="{8C344DFF-1314-D54D-94AE-F2A6BE7F3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480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latin typeface="Times New Roman" charset="0"/>
                  <a:ea typeface="MS PGothic" charset="0"/>
                  <a:cs typeface="楷体_GB2312" charset="0"/>
                </a:rPr>
                <a:t>构造具有</a:t>
              </a:r>
              <a:r>
                <a:rPr lang="en-US" altLang="zh-CN" sz="2400" b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2</a:t>
              </a:r>
              <a:r>
                <a:rPr lang="en-US" altLang="zh-CN" sz="2400" b="1" i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n</a:t>
              </a:r>
              <a:r>
                <a:rPr lang="en-US" altLang="zh-CN" sz="2400" b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楷体_GB2312" charset="0"/>
                </a:rPr>
                <a:t>+1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楷体_GB2312" charset="0"/>
                </a:rPr>
                <a:t>次代数精度的求积公式</a:t>
              </a:r>
              <a:endParaRPr lang="en-US" altLang="zh-CN" sz="2400" b="1" dirty="0">
                <a:latin typeface="Times New Roman" charset="0"/>
                <a:ea typeface="MS PGothic" charset="0"/>
                <a:cs typeface="楷体_GB2312" charset="0"/>
              </a:endParaRPr>
            </a:p>
          </p:txBody>
        </p:sp>
      </p:grpSp>
      <p:grpSp>
        <p:nvGrpSpPr>
          <p:cNvPr id="43024" name="Group 16">
            <a:extLst>
              <a:ext uri="{FF2B5EF4-FFF2-40B4-BE49-F238E27FC236}">
                <a16:creationId xmlns:a16="http://schemas.microsoft.com/office/drawing/2014/main" id="{980B079E-C7F1-534F-8146-78E0DBF6FF1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636838"/>
            <a:ext cx="8001000" cy="1552575"/>
            <a:chOff x="384" y="1200"/>
            <a:chExt cx="5040" cy="978"/>
          </a:xfrm>
        </p:grpSpPr>
        <p:sp>
          <p:nvSpPr>
            <p:cNvPr id="43016" name="Text Box 8">
              <a:extLst>
                <a:ext uri="{FF2B5EF4-FFF2-40B4-BE49-F238E27FC236}">
                  <a16:creationId xmlns:a16="http://schemas.microsoft.com/office/drawing/2014/main" id="{40198865-8A1C-5543-BCC7-B4F126F15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200"/>
              <a:ext cx="4512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2400" b="1"/>
                <a:t>将节点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x</a:t>
              </a:r>
              <a:r>
                <a:rPr lang="en-US" altLang="zh-CN" sz="2400" b="1" baseline="-25000">
                  <a:solidFill>
                    <a:srgbClr val="FF0000"/>
                  </a:solidFill>
                </a:rPr>
                <a:t>0 </a:t>
              </a:r>
              <a:r>
                <a:rPr lang="en-US" altLang="zh-CN" sz="2400" b="1">
                  <a:solidFill>
                    <a:srgbClr val="FF0000"/>
                  </a:solidFill>
                </a:rPr>
                <a:t>…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x</a:t>
              </a:r>
              <a:r>
                <a:rPr lang="en-US" altLang="zh-CN" sz="2400" b="1" i="1" baseline="-25000">
                  <a:solidFill>
                    <a:srgbClr val="FF0000"/>
                  </a:solidFill>
                </a:rPr>
                <a:t>n</a:t>
              </a:r>
              <a:r>
                <a:rPr lang="en-US" altLang="zh-CN" sz="2400" b="1" baseline="-25000"/>
                <a:t> </a:t>
              </a:r>
              <a:r>
                <a:rPr lang="zh-CN" altLang="en-US" sz="2400" b="1"/>
                <a:t>以及系数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  <a:r>
                <a:rPr lang="en-US" altLang="zh-CN" sz="2400" b="1" baseline="-25000">
                  <a:solidFill>
                    <a:srgbClr val="FF0000"/>
                  </a:solidFill>
                </a:rPr>
                <a:t>0 </a:t>
              </a:r>
              <a:r>
                <a:rPr lang="en-US" altLang="zh-CN" sz="2400" b="1">
                  <a:solidFill>
                    <a:srgbClr val="FF0000"/>
                  </a:solidFill>
                </a:rPr>
                <a:t>…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  <a:r>
                <a:rPr lang="en-US" altLang="zh-CN" sz="2400" b="1" i="1" baseline="-25000">
                  <a:solidFill>
                    <a:srgbClr val="FF0000"/>
                  </a:solidFill>
                </a:rPr>
                <a:t>n</a:t>
              </a:r>
              <a:r>
                <a:rPr lang="en-US" altLang="zh-CN" sz="2400" b="1" i="1" baseline="-25000"/>
                <a:t> </a:t>
              </a:r>
              <a:r>
                <a:rPr lang="zh-CN" altLang="en-US" sz="2400" b="1"/>
                <a:t>都作为待定系数。令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f </a:t>
              </a:r>
              <a:r>
                <a:rPr lang="en-US" altLang="zh-CN" sz="2400" b="1">
                  <a:solidFill>
                    <a:schemeClr val="accent2"/>
                  </a:solidFill>
                </a:rPr>
                <a:t>(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>
                  <a:solidFill>
                    <a:schemeClr val="accent2"/>
                  </a:solidFill>
                </a:rPr>
                <a:t>) = 1,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>
                  <a:solidFill>
                    <a:schemeClr val="accent2"/>
                  </a:solidFill>
                </a:rPr>
                <a:t>,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2</a:t>
              </a:r>
              <a:r>
                <a:rPr lang="en-US" altLang="zh-CN" sz="2400" b="1">
                  <a:solidFill>
                    <a:schemeClr val="accent2"/>
                  </a:solidFill>
                </a:rPr>
                <a:t>, …,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2</a:t>
              </a:r>
              <a:r>
                <a:rPr lang="en-US" altLang="zh-CN" sz="2400" b="1" i="1" baseline="30000">
                  <a:solidFill>
                    <a:schemeClr val="accent2"/>
                  </a:solidFill>
                </a:rPr>
                <a:t>n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+1</a:t>
              </a:r>
              <a:r>
                <a:rPr lang="en-US" altLang="zh-CN" sz="2400" b="1" baseline="30000"/>
                <a:t> </a:t>
              </a:r>
              <a:r>
                <a:rPr lang="zh-CN" altLang="en-US" sz="2400" b="1"/>
                <a:t>代入可求解，得到的公式具有</a:t>
              </a:r>
              <a:r>
                <a:rPr lang="en-US" altLang="zh-CN" sz="2400" b="1">
                  <a:solidFill>
                    <a:schemeClr val="accent2"/>
                  </a:solidFill>
                </a:rPr>
                <a:t>2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400" b="1">
                  <a:solidFill>
                    <a:schemeClr val="accent2"/>
                  </a:solidFill>
                </a:rPr>
                <a:t>+1 </a:t>
              </a:r>
              <a:r>
                <a:rPr lang="zh-CN" altLang="en-US" sz="2400" b="1"/>
                <a:t>次代数精度。这样的节点称为</a:t>
              </a:r>
              <a:r>
                <a:rPr lang="en-US" altLang="zh-CN" sz="2400" b="1">
                  <a:solidFill>
                    <a:schemeClr val="accent2"/>
                  </a:solidFill>
                </a:rPr>
                <a:t>Gauss </a:t>
              </a:r>
              <a:r>
                <a:rPr lang="zh-CN" altLang="en-US" sz="2400" b="1">
                  <a:solidFill>
                    <a:schemeClr val="accent2"/>
                  </a:solidFill>
                </a:rPr>
                <a:t>点</a:t>
              </a:r>
              <a:r>
                <a:rPr lang="zh-CN" altLang="en-US" sz="2400" b="1"/>
                <a:t>，公式称为</a:t>
              </a:r>
              <a:r>
                <a:rPr lang="en-US" altLang="zh-CN" sz="2400" b="1">
                  <a:solidFill>
                    <a:schemeClr val="accent2"/>
                  </a:solidFill>
                </a:rPr>
                <a:t>Gauss </a:t>
              </a:r>
              <a:r>
                <a:rPr lang="zh-CN" altLang="en-US" sz="2400" b="1">
                  <a:solidFill>
                    <a:schemeClr val="accent2"/>
                  </a:solidFill>
                </a:rPr>
                <a:t>型求积公式</a:t>
              </a:r>
              <a:r>
                <a:rPr lang="zh-CN" altLang="en-US" sz="2400" b="1"/>
                <a:t>。</a:t>
              </a:r>
              <a:endParaRPr lang="en-US" altLang="zh-CN" sz="2400" b="1"/>
            </a:p>
          </p:txBody>
        </p:sp>
        <p:pic>
          <p:nvPicPr>
            <p:cNvPr id="37898" name="Picture 15" descr="LIGHT">
              <a:extLst>
                <a:ext uri="{FF2B5EF4-FFF2-40B4-BE49-F238E27FC236}">
                  <a16:creationId xmlns:a16="http://schemas.microsoft.com/office/drawing/2014/main" id="{C8E1E8F0-9116-9345-9055-1ADC05C363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1248"/>
              <a:ext cx="407" cy="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0" name="Group 46">
            <a:extLst>
              <a:ext uri="{FF2B5EF4-FFF2-40B4-BE49-F238E27FC236}">
                <a16:creationId xmlns:a16="http://schemas.microsoft.com/office/drawing/2014/main" id="{B90B5331-0D3C-D84F-9EF2-36547343AF39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581525"/>
            <a:ext cx="8305800" cy="1187450"/>
            <a:chOff x="240" y="144"/>
            <a:chExt cx="5232" cy="748"/>
          </a:xfrm>
        </p:grpSpPr>
        <p:sp>
          <p:nvSpPr>
            <p:cNvPr id="51" name="Text Box 5">
              <a:extLst>
                <a:ext uri="{FF2B5EF4-FFF2-40B4-BE49-F238E27FC236}">
                  <a16:creationId xmlns:a16="http://schemas.microsoft.com/office/drawing/2014/main" id="{6A3C7BE0-D3CA-404E-8631-BAEDC7C13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44"/>
              <a:ext cx="5232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b="1"/>
                <a:t>　　　</a:t>
              </a:r>
              <a:r>
                <a:rPr lang="en-US" altLang="zh-CN" sz="2400" b="1"/>
                <a:t>      </a:t>
              </a:r>
              <a:r>
                <a:rPr lang="en-US" altLang="zh-CN" sz="2400" b="1" i="1"/>
                <a:t>x</a:t>
              </a:r>
              <a:r>
                <a:rPr lang="en-US" altLang="zh-CN" sz="2400" b="1" baseline="-25000"/>
                <a:t>0 </a:t>
              </a:r>
              <a:r>
                <a:rPr lang="en-US" altLang="zh-CN" sz="2400" b="1"/>
                <a:t>… </a:t>
              </a:r>
              <a:r>
                <a:rPr lang="en-US" altLang="zh-CN" sz="2400" b="1" i="1"/>
                <a:t>x</a:t>
              </a:r>
              <a:r>
                <a:rPr lang="en-US" altLang="zh-CN" sz="2400" b="1" i="1" baseline="-25000"/>
                <a:t>n</a:t>
              </a:r>
              <a:r>
                <a:rPr lang="en-US" altLang="zh-CN" sz="2400" b="1" i="1" baseline="-25000">
                  <a:solidFill>
                    <a:srgbClr val="FF0000"/>
                  </a:solidFill>
                </a:rPr>
                <a:t> </a:t>
              </a:r>
              <a:r>
                <a:rPr lang="zh-CN" altLang="en-US" sz="2400" b="1"/>
                <a:t>为</a:t>
              </a:r>
              <a:r>
                <a:rPr lang="en-US" altLang="zh-CN" sz="2400" b="1"/>
                <a:t> Gauss </a:t>
              </a:r>
              <a:r>
                <a:rPr lang="zh-CN" altLang="en-US" sz="2400" b="1"/>
                <a:t>点</a:t>
              </a:r>
              <a:r>
                <a:rPr lang="en-US" altLang="zh-CN" sz="2400" b="1"/>
                <a:t> </a:t>
              </a:r>
              <a:r>
                <a:rPr lang="en-US" altLang="zh-CN" sz="2400" b="1">
                  <a:solidFill>
                    <a:schemeClr val="accent2"/>
                  </a:solidFill>
                  <a:sym typeface="Symbol" pitchFamily="2" charset="2"/>
                </a:rPr>
                <a:t></a:t>
              </a:r>
              <a:r>
                <a:rPr lang="en-US" altLang="zh-CN" sz="2400" b="1">
                  <a:sym typeface="Symbol" pitchFamily="2" charset="2"/>
                </a:rPr>
                <a:t>                               </a:t>
              </a:r>
              <a:r>
                <a:rPr lang="zh-CN" altLang="en-US" sz="2400" b="1"/>
                <a:t>与任意次数不大于</a:t>
              </a:r>
              <a:r>
                <a:rPr lang="en-US" altLang="zh-CN" sz="2400" b="1" i="1"/>
                <a:t>n</a:t>
              </a:r>
              <a:r>
                <a:rPr lang="en-US" altLang="zh-CN" sz="2400" b="1"/>
                <a:t> </a:t>
              </a:r>
              <a:r>
                <a:rPr lang="zh-CN" altLang="en-US" sz="2400" b="1"/>
                <a:t>的多项式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P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zh-CN" altLang="en-US" sz="2400" b="1">
                  <a:solidFill>
                    <a:schemeClr val="accent2"/>
                  </a:solidFill>
                </a:rPr>
                <a:t>（带权）正交</a:t>
              </a:r>
              <a:r>
                <a:rPr lang="zh-CN" altLang="en-US" sz="2400" b="1"/>
                <a:t>。</a:t>
              </a:r>
              <a:endParaRPr lang="en-US" altLang="zh-CN" sz="2400" b="1"/>
            </a:p>
          </p:txBody>
        </p:sp>
        <p:graphicFrame>
          <p:nvGraphicFramePr>
            <p:cNvPr id="37895" name="Object 6">
              <a:extLst>
                <a:ext uri="{FF2B5EF4-FFF2-40B4-BE49-F238E27FC236}">
                  <a16:creationId xmlns:a16="http://schemas.microsoft.com/office/drawing/2014/main" id="{5AA3ABD9-A908-534A-9808-95B1EED665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8" y="144"/>
            <a:ext cx="1491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8092400" imgH="9944100" progId="Equation.3">
                    <p:embed/>
                  </p:oleObj>
                </mc:Choice>
                <mc:Fallback>
                  <p:oleObj name="Equation" r:id="rId8" imgW="28092400" imgH="9944100" progId="Equation.3">
                    <p:embed/>
                    <p:pic>
                      <p:nvPicPr>
                        <p:cNvPr id="37895" name="Object 6">
                          <a:extLst>
                            <a:ext uri="{FF2B5EF4-FFF2-40B4-BE49-F238E27FC236}">
                              <a16:creationId xmlns:a16="http://schemas.microsoft.com/office/drawing/2014/main" id="{5AA3ABD9-A908-534A-9808-95B1EED665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144"/>
                          <a:ext cx="1491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AutoShape 45" descr="白色大理石">
              <a:extLst>
                <a:ext uri="{FF2B5EF4-FFF2-40B4-BE49-F238E27FC236}">
                  <a16:creationId xmlns:a16="http://schemas.microsoft.com/office/drawing/2014/main" id="{F1F7EEC6-5942-9E4E-B334-584C93B16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92"/>
              <a:ext cx="624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10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</a:endParaRPr>
            </a:p>
          </p:txBody>
        </p:sp>
      </p:grp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3C24E690-2254-4C4F-A151-FBDE676EC0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0850" y="5972175"/>
          <a:ext cx="28511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900" imgH="330200" progId="Equation.3">
                  <p:embed/>
                </p:oleObj>
              </mc:Choice>
              <mc:Fallback>
                <p:oleObj name="Equation" r:id="rId11" imgW="1485900" imgH="330200" progId="Equation.3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3C24E690-2254-4C4F-A151-FBDE676EC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5972175"/>
                        <a:ext cx="28511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175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6E33-5E4C-BF04-FECA-43E994DF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8">
            <a:extLst>
              <a:ext uri="{FF2B5EF4-FFF2-40B4-BE49-F238E27FC236}">
                <a16:creationId xmlns:a16="http://schemas.microsoft.com/office/drawing/2014/main" id="{D3F33C1D-98C6-2385-38FD-19BD90C8B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3" y="101526"/>
            <a:ext cx="46351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365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eaLnBrk="0" fontAlgn="ctr" hangingPunct="0">
              <a:buClr>
                <a:srgbClr val="FF0000"/>
              </a:buClr>
              <a:buSzPct val="70000"/>
              <a:defRPr/>
            </a:pPr>
            <a:r>
              <a:rPr lang="zh-CN" altLang="en-US" sz="20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第三章  数值积分 </a:t>
            </a:r>
            <a:r>
              <a:rPr lang="en-US" altLang="zh-CN" sz="1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Numerical Integration */</a:t>
            </a:r>
            <a:endParaRPr lang="en-US" altLang="zh-CN" b="1" kern="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ectangle 130">
            <a:extLst>
              <a:ext uri="{FF2B5EF4-FFF2-40B4-BE49-F238E27FC236}">
                <a16:creationId xmlns:a16="http://schemas.microsoft.com/office/drawing/2014/main" id="{1BD6CE43-FE18-C452-389F-F76EB2DAA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200" y="149182"/>
            <a:ext cx="454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en-US" altLang="zh-CN" sz="1800" b="1" dirty="0"/>
              <a:t>§4  Gaussian Quadrature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8A1C8826-C8E8-BCD5-3B4D-AE15F0D05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16" y="17807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 “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 </a:t>
            </a:r>
          </a:p>
        </p:txBody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24DBD80F-6DF6-6AE1-48C9-0ED88F2B21CE}"/>
              </a:ext>
            </a:extLst>
          </p:cNvPr>
          <p:cNvGrpSpPr>
            <a:grpSpLocks/>
          </p:cNvGrpSpPr>
          <p:nvPr/>
        </p:nvGrpSpPr>
        <p:grpSpPr bwMode="auto">
          <a:xfrm>
            <a:off x="1115616" y="1616100"/>
            <a:ext cx="7648575" cy="1057275"/>
            <a:chOff x="720" y="952"/>
            <a:chExt cx="4818" cy="666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6E00FB5E-9C9F-B430-81FD-5654652B0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008"/>
              <a:ext cx="4608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x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,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,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Gauss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则公式                                       </a:t>
              </a:r>
            </a:p>
            <a:p>
              <a:pPr eaLnBrk="0" hangingPunct="0"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至少有 </a:t>
              </a:r>
              <a:r>
                <a:rPr lang="en-US" altLang="zh-CN" sz="2400" b="1" dirty="0">
                  <a:solidFill>
                    <a:srgbClr val="3333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rgbClr val="3333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solidFill>
                    <a:srgbClr val="3333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+1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次代数精度。</a:t>
              </a:r>
            </a:p>
          </p:txBody>
        </p:sp>
        <p:graphicFrame>
          <p:nvGraphicFramePr>
            <p:cNvPr id="7" name="Object 10">
              <a:extLst>
                <a:ext uri="{FF2B5EF4-FFF2-40B4-BE49-F238E27FC236}">
                  <a16:creationId xmlns:a16="http://schemas.microsoft.com/office/drawing/2014/main" id="{BDC07D41-E02B-4913-2511-7CB80AA67C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0" y="952"/>
            <a:ext cx="1728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66600" imgH="431640" progId="Equation.3">
                    <p:embed/>
                  </p:oleObj>
                </mc:Choice>
                <mc:Fallback>
                  <p:oleObj name="Equation" r:id="rId6" imgW="1866600" imgH="431640" progId="Equation.3">
                    <p:embed/>
                    <p:pic>
                      <p:nvPicPr>
                        <p:cNvPr id="7" name="Object 10">
                          <a:extLst>
                            <a:ext uri="{FF2B5EF4-FFF2-40B4-BE49-F238E27FC236}">
                              <a16:creationId xmlns:a16="http://schemas.microsoft.com/office/drawing/2014/main" id="{BDC07D41-E02B-4913-2511-7CB80AA67C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" y="952"/>
                          <a:ext cx="1728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4">
            <a:extLst>
              <a:ext uri="{FF2B5EF4-FFF2-40B4-BE49-F238E27FC236}">
                <a16:creationId xmlns:a16="http://schemas.microsoft.com/office/drawing/2014/main" id="{BD183791-2B37-5D8C-F10B-050A5770E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2619400"/>
            <a:ext cx="7696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对任意次数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不大于</a:t>
            </a:r>
            <a:r>
              <a:rPr lang="en-US" altLang="zh-CN" sz="2400" b="1" i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的多项式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的次数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不大于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则代入公式应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精确成立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2DB47058-A5DA-7E76-064B-C57C1D478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8016" y="3305200"/>
          <a:ext cx="53927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92080" imgH="431640" progId="Equation.3">
                  <p:embed/>
                </p:oleObj>
              </mc:Choice>
              <mc:Fallback>
                <p:oleObj name="Equation" r:id="rId8" imgW="2692080" imgH="431640" progId="Equation.3">
                  <p:embed/>
                  <p:pic>
                    <p:nvPicPr>
                      <p:cNvPr id="9" name="Object 17">
                        <a:extLst>
                          <a:ext uri="{FF2B5EF4-FFF2-40B4-BE49-F238E27FC236}">
                            <a16:creationId xmlns:a16="http://schemas.microsoft.com/office/drawing/2014/main" id="{2DB47058-A5DA-7E76-064B-C57C1D4785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016" y="3305200"/>
                        <a:ext cx="53927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20">
            <a:extLst>
              <a:ext uri="{FF2B5EF4-FFF2-40B4-BE49-F238E27FC236}">
                <a16:creationId xmlns:a16="http://schemas.microsoft.com/office/drawing/2014/main" id="{1D3D73B6-ACE7-1B2E-A68C-0B41F674A89C}"/>
              </a:ext>
            </a:extLst>
          </p:cNvPr>
          <p:cNvGrpSpPr>
            <a:grpSpLocks/>
          </p:cNvGrpSpPr>
          <p:nvPr/>
        </p:nvGrpSpPr>
        <p:grpSpPr bwMode="auto">
          <a:xfrm>
            <a:off x="5916216" y="3229000"/>
            <a:ext cx="838200" cy="685800"/>
            <a:chOff x="3744" y="1968"/>
            <a:chExt cx="528" cy="432"/>
          </a:xfrm>
        </p:grpSpPr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C6A774DB-43F0-81D0-6050-DEA8ABE4D0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112"/>
              <a:ext cx="336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id="{FE1B18E0-55EE-8508-42F0-42C9191A5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6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3" name="Text Box 21">
            <a:extLst>
              <a:ext uri="{FF2B5EF4-FFF2-40B4-BE49-F238E27FC236}">
                <a16:creationId xmlns:a16="http://schemas.microsoft.com/office/drawing/2014/main" id="{396CF2BF-EA51-5BFA-3D5E-0F043BE8D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8216" y="3457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0</a:t>
            </a:r>
          </a:p>
        </p:txBody>
      </p:sp>
      <p:sp>
        <p:nvSpPr>
          <p:cNvPr id="14" name="Text Box 22">
            <a:extLst>
              <a:ext uri="{FF2B5EF4-FFF2-40B4-BE49-F238E27FC236}">
                <a16:creationId xmlns:a16="http://schemas.microsoft.com/office/drawing/2014/main" id="{71F10BF4-9F6A-5AAE-0935-46A91C386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7816" y="3305200"/>
            <a:ext cx="990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US" altLang="zh-CN" sz="44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5" name="Group 37">
            <a:extLst>
              <a:ext uri="{FF2B5EF4-FFF2-40B4-BE49-F238E27FC236}">
                <a16:creationId xmlns:a16="http://schemas.microsoft.com/office/drawing/2014/main" id="{3611B1DB-93B7-0CA5-4B20-344E8246EB5F}"/>
              </a:ext>
            </a:extLst>
          </p:cNvPr>
          <p:cNvGrpSpPr>
            <a:grpSpLocks/>
          </p:cNvGrpSpPr>
          <p:nvPr/>
        </p:nvGrpSpPr>
        <p:grpSpPr bwMode="auto">
          <a:xfrm>
            <a:off x="1115616" y="4067200"/>
            <a:ext cx="7696200" cy="1462088"/>
            <a:chOff x="720" y="2400"/>
            <a:chExt cx="4848" cy="921"/>
          </a:xfrm>
        </p:grpSpPr>
        <p:sp>
          <p:nvSpPr>
            <p:cNvPr id="16" name="Text Box 24">
              <a:extLst>
                <a:ext uri="{FF2B5EF4-FFF2-40B4-BE49-F238E27FC236}">
                  <a16:creationId xmlns:a16="http://schemas.microsoft.com/office/drawing/2014/main" id="{F7F8ABF0-61DA-10B4-2C8A-479A9E366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484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13335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524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1905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362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8194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276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733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</a:t>
              </a:r>
              <a:r>
                <a:rPr lang="en-US" altLang="zh-CN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”  </a:t>
              </a:r>
              <a:r>
                <a:rPr lang="zh-CN" altLang="en-US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要证明 </a:t>
              </a:r>
              <a:r>
                <a:rPr lang="en-US" altLang="zh-CN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b="1" baseline="-2500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0 </a:t>
              </a:r>
              <a:r>
                <a:rPr lang="en-US" altLang="zh-CN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… </a:t>
              </a:r>
              <a:r>
                <a:rPr lang="en-US" altLang="zh-CN" b="1" i="1" dirty="0" err="1"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b="1" i="1" baseline="-25000" dirty="0" err="1"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b="1" i="1" baseline="-2500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Gauss </a:t>
              </a:r>
              <a:r>
                <a:rPr lang="zh-CN" altLang="en-US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点，即要证公式对任意次数</a:t>
              </a:r>
              <a:r>
                <a:rPr lang="zh-CN" altLang="en-US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不大于</a:t>
              </a:r>
              <a:r>
                <a:rPr lang="en-US" altLang="zh-CN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i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b="1" dirty="0">
                  <a:solidFill>
                    <a:srgbClr val="3333CC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+1</a:t>
              </a:r>
              <a:r>
                <a:rPr lang="en-US" altLang="zh-CN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的多项式 </a:t>
              </a:r>
              <a:r>
                <a:rPr lang="en-US" altLang="zh-CN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b="1" i="1" baseline="-2500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m</a:t>
              </a:r>
              <a:r>
                <a:rPr lang="en-US" altLang="zh-CN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) </a:t>
              </a:r>
              <a:r>
                <a:rPr lang="zh-CN" altLang="en-US" b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精确成立，即证明：</a:t>
              </a:r>
            </a:p>
          </p:txBody>
        </p:sp>
        <p:graphicFrame>
          <p:nvGraphicFramePr>
            <p:cNvPr id="17" name="Object 29">
              <a:extLst>
                <a:ext uri="{FF2B5EF4-FFF2-40B4-BE49-F238E27FC236}">
                  <a16:creationId xmlns:a16="http://schemas.microsoft.com/office/drawing/2014/main" id="{96DCA2C1-A43B-2F66-933B-F8DFE345B7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2832"/>
            <a:ext cx="2178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55520" imgH="431640" progId="Equation.3">
                    <p:embed/>
                  </p:oleObj>
                </mc:Choice>
                <mc:Fallback>
                  <p:oleObj name="Equation" r:id="rId10" imgW="1955520" imgH="431640" progId="Equation.3">
                    <p:embed/>
                    <p:pic>
                      <p:nvPicPr>
                        <p:cNvPr id="17" name="Object 29">
                          <a:extLst>
                            <a:ext uri="{FF2B5EF4-FFF2-40B4-BE49-F238E27FC236}">
                              <a16:creationId xmlns:a16="http://schemas.microsoft.com/office/drawing/2014/main" id="{96DCA2C1-A43B-2F66-933B-F8DFE345B7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832"/>
                          <a:ext cx="2178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35">
            <a:extLst>
              <a:ext uri="{FF2B5EF4-FFF2-40B4-BE49-F238E27FC236}">
                <a16:creationId xmlns:a16="http://schemas.microsoft.com/office/drawing/2014/main" id="{5123919D-A8AC-4ABA-FD3D-916AD1CCC44F}"/>
              </a:ext>
            </a:extLst>
          </p:cNvPr>
          <p:cNvGrpSpPr>
            <a:grpSpLocks/>
          </p:cNvGrpSpPr>
          <p:nvPr/>
        </p:nvGrpSpPr>
        <p:grpSpPr bwMode="auto">
          <a:xfrm>
            <a:off x="5078016" y="4905400"/>
            <a:ext cx="3652838" cy="503238"/>
            <a:chOff x="624" y="3432"/>
            <a:chExt cx="2301" cy="317"/>
          </a:xfrm>
        </p:grpSpPr>
        <p:sp>
          <p:nvSpPr>
            <p:cNvPr id="19" name="Text Box 33">
              <a:extLst>
                <a:ext uri="{FF2B5EF4-FFF2-40B4-BE49-F238E27FC236}">
                  <a16:creationId xmlns:a16="http://schemas.microsoft.com/office/drawing/2014/main" id="{1AD43F7C-BE17-8934-C2B6-FFCD4E015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43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20" name="Object 34">
              <a:extLst>
                <a:ext uri="{FF2B5EF4-FFF2-40B4-BE49-F238E27FC236}">
                  <a16:creationId xmlns:a16="http://schemas.microsoft.com/office/drawing/2014/main" id="{3A69A9EF-C411-25D3-B21B-138B81D4B3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3456"/>
            <a:ext cx="201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87240" imgH="228600" progId="Equation.3">
                    <p:embed/>
                  </p:oleObj>
                </mc:Choice>
                <mc:Fallback>
                  <p:oleObj name="Equation" r:id="rId12" imgW="1587240" imgH="228600" progId="Equation.3">
                    <p:embed/>
                    <p:pic>
                      <p:nvPicPr>
                        <p:cNvPr id="20" name="Object 34">
                          <a:extLst>
                            <a:ext uri="{FF2B5EF4-FFF2-40B4-BE49-F238E27FC236}">
                              <a16:creationId xmlns:a16="http://schemas.microsoft.com/office/drawing/2014/main" id="{3A69A9EF-C411-25D3-B21B-138B81D4B3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456"/>
                          <a:ext cx="201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36">
            <a:extLst>
              <a:ext uri="{FF2B5EF4-FFF2-40B4-BE49-F238E27FC236}">
                <a16:creationId xmlns:a16="http://schemas.microsoft.com/office/drawing/2014/main" id="{D441BF1B-E494-7E45-3DEF-6219E8F64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1816" y="5515000"/>
          <a:ext cx="57150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90840" imgH="355320" progId="Equation.3">
                  <p:embed/>
                </p:oleObj>
              </mc:Choice>
              <mc:Fallback>
                <p:oleObj name="Equation" r:id="rId14" imgW="3390840" imgH="355320" progId="Equation.3">
                  <p:embed/>
                  <p:pic>
                    <p:nvPicPr>
                      <p:cNvPr id="21" name="Object 36">
                        <a:extLst>
                          <a:ext uri="{FF2B5EF4-FFF2-40B4-BE49-F238E27FC236}">
                            <a16:creationId xmlns:a16="http://schemas.microsoft.com/office/drawing/2014/main" id="{D441BF1B-E494-7E45-3DEF-6219E8F641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816" y="5515000"/>
                        <a:ext cx="57150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38">
            <a:extLst>
              <a:ext uri="{FF2B5EF4-FFF2-40B4-BE49-F238E27FC236}">
                <a16:creationId xmlns:a16="http://schemas.microsoft.com/office/drawing/2014/main" id="{A1BD2C7F-A851-BB72-79E6-30DE6400C30F}"/>
              </a:ext>
            </a:extLst>
          </p:cNvPr>
          <p:cNvGrpSpPr>
            <a:grpSpLocks/>
          </p:cNvGrpSpPr>
          <p:nvPr/>
        </p:nvGrpSpPr>
        <p:grpSpPr bwMode="auto">
          <a:xfrm>
            <a:off x="4087416" y="5362600"/>
            <a:ext cx="838200" cy="685800"/>
            <a:chOff x="3744" y="1968"/>
            <a:chExt cx="528" cy="432"/>
          </a:xfrm>
        </p:grpSpPr>
        <p:sp>
          <p:nvSpPr>
            <p:cNvPr id="23" name="Line 39">
              <a:extLst>
                <a:ext uri="{FF2B5EF4-FFF2-40B4-BE49-F238E27FC236}">
                  <a16:creationId xmlns:a16="http://schemas.microsoft.com/office/drawing/2014/main" id="{78249EAF-6710-25A4-2BDC-8BD0BF7E4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112"/>
              <a:ext cx="336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40">
              <a:extLst>
                <a:ext uri="{FF2B5EF4-FFF2-40B4-BE49-F238E27FC236}">
                  <a16:creationId xmlns:a16="http://schemas.microsoft.com/office/drawing/2014/main" id="{BD359243-FBC0-B984-B7D3-3E8339983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6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25" name="Object 41">
            <a:extLst>
              <a:ext uri="{FF2B5EF4-FFF2-40B4-BE49-F238E27FC236}">
                <a16:creationId xmlns:a16="http://schemas.microsoft.com/office/drawing/2014/main" id="{83D33640-FE7A-3E0F-D268-4C2C7041F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6816" y="5438800"/>
          <a:ext cx="15240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63280" imgH="431640" progId="Equation.3">
                  <p:embed/>
                </p:oleObj>
              </mc:Choice>
              <mc:Fallback>
                <p:oleObj name="Equation" r:id="rId16" imgW="863280" imgH="431640" progId="Equation.3">
                  <p:embed/>
                  <p:pic>
                    <p:nvPicPr>
                      <p:cNvPr id="25" name="Object 41">
                        <a:extLst>
                          <a:ext uri="{FF2B5EF4-FFF2-40B4-BE49-F238E27FC236}">
                            <a16:creationId xmlns:a16="http://schemas.microsoft.com/office/drawing/2014/main" id="{83D33640-FE7A-3E0F-D268-4C2C7041F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6816" y="5438800"/>
                        <a:ext cx="15240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2">
            <a:extLst>
              <a:ext uri="{FF2B5EF4-FFF2-40B4-BE49-F238E27FC236}">
                <a16:creationId xmlns:a16="http://schemas.microsoft.com/office/drawing/2014/main" id="{20EE0953-9170-6969-0912-8A3596D41E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8216" y="6124600"/>
          <a:ext cx="16002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65160" imgH="431640" progId="Equation.3">
                  <p:embed/>
                </p:oleObj>
              </mc:Choice>
              <mc:Fallback>
                <p:oleObj name="Equation" r:id="rId18" imgW="965160" imgH="431640" progId="Equation.3">
                  <p:embed/>
                  <p:pic>
                    <p:nvPicPr>
                      <p:cNvPr id="26" name="Object 42">
                        <a:extLst>
                          <a:ext uri="{FF2B5EF4-FFF2-40B4-BE49-F238E27FC236}">
                            <a16:creationId xmlns:a16="http://schemas.microsoft.com/office/drawing/2014/main" id="{20EE0953-9170-6969-0912-8A3596D41E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216" y="6124600"/>
                        <a:ext cx="16002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3">
            <a:extLst>
              <a:ext uri="{FF2B5EF4-FFF2-40B4-BE49-F238E27FC236}">
                <a16:creationId xmlns:a16="http://schemas.microsoft.com/office/drawing/2014/main" id="{C102B7C6-ABCE-9291-64F9-95BC54F88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9416" y="6124600"/>
            <a:ext cx="990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US" altLang="zh-CN" sz="44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8" name="Group 46">
            <a:extLst>
              <a:ext uri="{FF2B5EF4-FFF2-40B4-BE49-F238E27FC236}">
                <a16:creationId xmlns:a16="http://schemas.microsoft.com/office/drawing/2014/main" id="{F09DBAA6-0895-EA1E-F6AF-5E7A5D114825}"/>
              </a:ext>
            </a:extLst>
          </p:cNvPr>
          <p:cNvGrpSpPr>
            <a:grpSpLocks/>
          </p:cNvGrpSpPr>
          <p:nvPr/>
        </p:nvGrpSpPr>
        <p:grpSpPr bwMode="auto">
          <a:xfrm>
            <a:off x="353616" y="566887"/>
            <a:ext cx="8305800" cy="1189038"/>
            <a:chOff x="240" y="59"/>
            <a:chExt cx="5232" cy="749"/>
          </a:xfrm>
        </p:grpSpPr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209B5FA3-426C-3E5B-608D-8EE13CB42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93"/>
              <a:ext cx="5232" cy="7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　　　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 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… 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Gauss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点 </a:t>
              </a:r>
              <a:r>
                <a:rPr lang="zh-CN" altLang="en-US" sz="2400" b="1" dirty="0">
                  <a:solidFill>
                    <a:srgbClr val="3333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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与任意次数不大于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的多项式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) </a:t>
              </a:r>
              <a:r>
                <a:rPr lang="zh-CN" altLang="en-US" sz="2400" b="1" dirty="0">
                  <a:solidFill>
                    <a:srgbClr val="3333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（带权）正交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</a:p>
          </p:txBody>
        </p:sp>
        <p:graphicFrame>
          <p:nvGraphicFramePr>
            <p:cNvPr id="30" name="Object 6">
              <a:extLst>
                <a:ext uri="{FF2B5EF4-FFF2-40B4-BE49-F238E27FC236}">
                  <a16:creationId xmlns:a16="http://schemas.microsoft.com/office/drawing/2014/main" id="{5C7B5623-60EF-254F-D2D5-04ACFD40A2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59"/>
            <a:ext cx="1491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18960" imgH="431640" progId="Equation.3">
                    <p:embed/>
                  </p:oleObj>
                </mc:Choice>
                <mc:Fallback>
                  <p:oleObj name="Equation" r:id="rId20" imgW="1218960" imgH="431640" progId="Equation.3">
                    <p:embed/>
                    <p:pic>
                      <p:nvPicPr>
                        <p:cNvPr id="30" name="Object 6">
                          <a:extLst>
                            <a:ext uri="{FF2B5EF4-FFF2-40B4-BE49-F238E27FC236}">
                              <a16:creationId xmlns:a16="http://schemas.microsoft.com/office/drawing/2014/main" id="{5C7B5623-60EF-254F-D2D5-04ACFD40A2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59"/>
                          <a:ext cx="1491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AutoShape 45">
              <a:extLst>
                <a:ext uri="{FF2B5EF4-FFF2-40B4-BE49-F238E27FC236}">
                  <a16:creationId xmlns:a16="http://schemas.microsoft.com/office/drawing/2014/main" id="{56F5E29D-88A7-A528-22F8-449FF7F6F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20"/>
              <a:ext cx="624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2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定理</a:t>
              </a:r>
              <a:endParaRPr kumimoji="0"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0AF15FC7-EDD8-C8EE-DB92-B5553395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r>
              <a:rPr lang="en-US" altLang="zh-CN"/>
              <a:t>/13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99281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 autoUpdateAnimBg="0"/>
      <p:bldP spid="13" grpId="0" autoUpdateAnimBg="0"/>
      <p:bldP spid="14" grpId="0" autoUpdateAnimBg="0"/>
      <p:bldP spid="2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D196F46-D10B-BF4F-87FA-3C4AD998C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0"/>
            <a:ext cx="3429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800" b="1">
                <a:ea typeface="宋体" panose="02010600030101010101" pitchFamily="2" charset="-122"/>
              </a:rPr>
              <a:t>§4  Gaussian Quadrature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8B6C0958-EAB6-D041-808C-282289000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83058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7850" indent="-5778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sym typeface="Wingdings" pitchFamily="2" charset="2"/>
              </a:rPr>
              <a:t> </a:t>
            </a:r>
            <a:r>
              <a:rPr lang="zh-CN" altLang="en-US" sz="2400" b="1"/>
              <a:t>正交多项式族</a:t>
            </a:r>
            <a:r>
              <a:rPr lang="en-US" altLang="zh-CN" sz="2400" b="1"/>
              <a:t>{ </a:t>
            </a:r>
            <a:r>
              <a:rPr lang="en-US" altLang="zh-CN" sz="2400" b="1" i="1">
                <a:sym typeface="Symbol" pitchFamily="2" charset="2"/>
              </a:rPr>
              <a:t></a:t>
            </a:r>
            <a:r>
              <a:rPr lang="en-US" altLang="zh-CN" sz="2400" b="1" baseline="-25000">
                <a:sym typeface="Symbol" pitchFamily="2" charset="2"/>
              </a:rPr>
              <a:t>0</a:t>
            </a:r>
            <a:r>
              <a:rPr lang="en-US" altLang="zh-CN" sz="2400" b="1">
                <a:sym typeface="Symbol" pitchFamily="2" charset="2"/>
              </a:rPr>
              <a:t>, </a:t>
            </a:r>
            <a:r>
              <a:rPr lang="en-US" altLang="zh-CN" sz="2400" b="1" i="1">
                <a:sym typeface="Symbol" pitchFamily="2" charset="2"/>
              </a:rPr>
              <a:t></a:t>
            </a:r>
            <a:r>
              <a:rPr lang="en-US" altLang="zh-CN" sz="2400" b="1" baseline="-25000">
                <a:sym typeface="Symbol" pitchFamily="2" charset="2"/>
              </a:rPr>
              <a:t>1</a:t>
            </a:r>
            <a:r>
              <a:rPr lang="en-US" altLang="zh-CN" sz="2400" b="1">
                <a:sym typeface="Symbol" pitchFamily="2" charset="2"/>
              </a:rPr>
              <a:t>, …, </a:t>
            </a:r>
            <a:r>
              <a:rPr lang="en-US" altLang="zh-CN" sz="2400" b="1" i="1">
                <a:sym typeface="Symbol" pitchFamily="2" charset="2"/>
              </a:rPr>
              <a:t></a:t>
            </a:r>
            <a:r>
              <a:rPr lang="en-US" altLang="zh-CN" sz="2400" b="1" i="1" baseline="-25000">
                <a:sym typeface="Symbol" pitchFamily="2" charset="2"/>
              </a:rPr>
              <a:t>n</a:t>
            </a:r>
            <a:r>
              <a:rPr lang="en-US" altLang="zh-CN" sz="2400" b="1">
                <a:sym typeface="Symbol" pitchFamily="2" charset="2"/>
              </a:rPr>
              <a:t>, …</a:t>
            </a:r>
            <a:r>
              <a:rPr lang="en-US" altLang="zh-CN" sz="2400" b="1"/>
              <a:t> }</a:t>
            </a:r>
            <a:r>
              <a:rPr lang="zh-CN" altLang="en-US" sz="2400" b="1"/>
              <a:t>有性质：任意次数不大于</a:t>
            </a:r>
            <a:r>
              <a:rPr lang="en-US" altLang="zh-CN" sz="2400" b="1" i="1">
                <a:solidFill>
                  <a:schemeClr val="accent2"/>
                </a:solidFill>
              </a:rPr>
              <a:t>n</a:t>
            </a:r>
            <a:r>
              <a:rPr lang="en-US" altLang="zh-CN" sz="2400" b="1"/>
              <a:t> </a:t>
            </a:r>
            <a:r>
              <a:rPr lang="zh-CN" altLang="en-US" sz="2400" b="1"/>
              <a:t>的多项式</a:t>
            </a:r>
            <a:r>
              <a:rPr lang="en-US" altLang="zh-CN" sz="2400" b="1"/>
              <a:t> </a:t>
            </a:r>
            <a:r>
              <a:rPr lang="en-US" altLang="zh-CN" sz="2400" b="1" i="1"/>
              <a:t>P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必与</a:t>
            </a:r>
            <a:r>
              <a:rPr lang="en-US" altLang="zh-CN" sz="2400" b="1" i="1">
                <a:solidFill>
                  <a:schemeClr val="accent2"/>
                </a:solidFill>
                <a:sym typeface="Symbol" pitchFamily="2" charset="2"/>
              </a:rPr>
              <a:t></a:t>
            </a:r>
            <a:r>
              <a:rPr lang="en-US" altLang="zh-CN" sz="2400" b="1" i="1" baseline="-25000">
                <a:solidFill>
                  <a:schemeClr val="accent2"/>
                </a:solidFill>
                <a:sym typeface="Symbol" pitchFamily="2" charset="2"/>
              </a:rPr>
              <a:t>n</a:t>
            </a:r>
            <a:r>
              <a:rPr lang="en-US" altLang="zh-CN" sz="2400" b="1" baseline="-25000">
                <a:solidFill>
                  <a:schemeClr val="accent2"/>
                </a:solidFill>
                <a:sym typeface="Symbol" pitchFamily="2" charset="2"/>
              </a:rPr>
              <a:t>+1</a:t>
            </a:r>
            <a:r>
              <a:rPr lang="en-US" altLang="zh-CN" sz="2400" b="1" baseline="-25000">
                <a:sym typeface="Symbol" pitchFamily="2" charset="2"/>
              </a:rPr>
              <a:t> </a:t>
            </a:r>
            <a:r>
              <a:rPr lang="zh-CN" altLang="en-US" sz="2400" b="1"/>
              <a:t>正交。</a:t>
            </a:r>
            <a:endParaRPr lang="en-US" altLang="zh-CN" sz="2400" b="1"/>
          </a:p>
        </p:txBody>
      </p:sp>
      <p:grpSp>
        <p:nvGrpSpPr>
          <p:cNvPr id="45062" name="Group 6">
            <a:extLst>
              <a:ext uri="{FF2B5EF4-FFF2-40B4-BE49-F238E27FC236}">
                <a16:creationId xmlns:a16="http://schemas.microsoft.com/office/drawing/2014/main" id="{FDD4015F-2693-4447-9062-2AA7CEC021A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47800"/>
            <a:ext cx="7924800" cy="457200"/>
            <a:chOff x="432" y="912"/>
            <a:chExt cx="4992" cy="288"/>
          </a:xfrm>
        </p:grpSpPr>
        <p:sp>
          <p:nvSpPr>
            <p:cNvPr id="45060" name="AutoShape 4">
              <a:extLst>
                <a:ext uri="{FF2B5EF4-FFF2-40B4-BE49-F238E27FC236}">
                  <a16:creationId xmlns:a16="http://schemas.microsoft.com/office/drawing/2014/main" id="{9318C1AB-49E5-6F4D-AA73-77159FB8D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00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45061" name="Text Box 5">
              <a:extLst>
                <a:ext uri="{FF2B5EF4-FFF2-40B4-BE49-F238E27FC236}">
                  <a16:creationId xmlns:a16="http://schemas.microsoft.com/office/drawing/2014/main" id="{C2002B07-CFCC-C94C-88EC-CDAD1DC62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912"/>
              <a:ext cx="47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/>
                <a:t>若取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w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为其中的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charset="0"/>
                </a:rPr>
                <a:t></a:t>
              </a:r>
              <a:r>
                <a:rPr lang="en-US" altLang="zh-CN" sz="2400" b="1" i="1" baseline="-25000">
                  <a:solidFill>
                    <a:schemeClr val="accent2"/>
                  </a:solidFill>
                  <a:sym typeface="Symbol" charset="0"/>
                </a:rPr>
                <a:t>n</a:t>
              </a:r>
              <a:r>
                <a:rPr lang="en-US" altLang="zh-CN" sz="2400" b="1" baseline="-25000">
                  <a:solidFill>
                    <a:schemeClr val="accent2"/>
                  </a:solidFill>
                  <a:sym typeface="Symbol" charset="0"/>
                </a:rPr>
                <a:t>+1</a:t>
              </a:r>
              <a:r>
                <a:rPr lang="zh-CN" altLang="en-US" sz="2400" b="1"/>
                <a:t>，则</a:t>
              </a:r>
              <a:r>
                <a:rPr lang="en-US" altLang="zh-CN" sz="2400" b="1" i="1">
                  <a:solidFill>
                    <a:srgbClr val="FF0000"/>
                  </a:solidFill>
                  <a:sym typeface="Symbol" charset="0"/>
                </a:rPr>
                <a:t></a:t>
              </a:r>
              <a:r>
                <a:rPr lang="en-US" altLang="zh-CN" sz="2400" b="1" i="1" baseline="-25000">
                  <a:solidFill>
                    <a:srgbClr val="FF0000"/>
                  </a:solidFill>
                  <a:sym typeface="Symbol" charset="0"/>
                </a:rPr>
                <a:t>n</a:t>
              </a:r>
              <a:r>
                <a:rPr lang="en-US" altLang="zh-CN" sz="2400" b="1" baseline="-25000">
                  <a:solidFill>
                    <a:srgbClr val="FF0000"/>
                  </a:solidFill>
                  <a:sym typeface="Symbol" charset="0"/>
                </a:rPr>
                <a:t>+1</a:t>
              </a:r>
              <a:r>
                <a:rPr lang="zh-CN" altLang="en-US" sz="2400" b="1">
                  <a:solidFill>
                    <a:srgbClr val="FF0000"/>
                  </a:solidFill>
                </a:rPr>
                <a:t>的根</a:t>
              </a:r>
              <a:r>
                <a:rPr lang="zh-CN" altLang="en-US" sz="2400" b="1"/>
                <a:t>就是</a:t>
              </a:r>
              <a:r>
                <a:rPr lang="en-US" altLang="zh-CN" sz="2400" b="1"/>
                <a:t> Gauss </a:t>
              </a:r>
              <a:r>
                <a:rPr lang="zh-CN" altLang="en-US" sz="2400" b="1"/>
                <a:t>点。</a:t>
              </a:r>
              <a:endParaRPr lang="en-US" altLang="zh-CN" sz="2400" b="1"/>
            </a:p>
          </p:txBody>
        </p:sp>
      </p:grpSp>
      <p:grpSp>
        <p:nvGrpSpPr>
          <p:cNvPr id="45098" name="Group 42">
            <a:extLst>
              <a:ext uri="{FF2B5EF4-FFF2-40B4-BE49-F238E27FC236}">
                <a16:creationId xmlns:a16="http://schemas.microsoft.com/office/drawing/2014/main" id="{2ADEB873-6856-6946-A018-552F5796B53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5400675" cy="595313"/>
            <a:chOff x="288" y="1248"/>
            <a:chExt cx="3402" cy="375"/>
          </a:xfrm>
        </p:grpSpPr>
        <p:sp>
          <p:nvSpPr>
            <p:cNvPr id="45064" name="Text Box 8">
              <a:extLst>
                <a:ext uri="{FF2B5EF4-FFF2-40B4-BE49-F238E27FC236}">
                  <a16:creationId xmlns:a16="http://schemas.microsoft.com/office/drawing/2014/main" id="{9020CFC8-0ECE-C44E-A634-14E455648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296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>
                  <a:ea typeface="宋体" charset="0"/>
                  <a:cs typeface="宋体" charset="0"/>
                </a:rPr>
                <a:t>例：</a:t>
              </a:r>
              <a:endParaRPr lang="en-US" altLang="zh-CN" sz="2400" b="1" dirty="0">
                <a:ea typeface="宋体" charset="0"/>
                <a:cs typeface="宋体" charset="0"/>
              </a:endParaRPr>
            </a:p>
          </p:txBody>
        </p:sp>
        <p:grpSp>
          <p:nvGrpSpPr>
            <p:cNvPr id="39067" name="Group 12">
              <a:extLst>
                <a:ext uri="{FF2B5EF4-FFF2-40B4-BE49-F238E27FC236}">
                  <a16:creationId xmlns:a16="http://schemas.microsoft.com/office/drawing/2014/main" id="{20ACC084-C09D-F044-A1DB-E53FE3210E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248"/>
              <a:ext cx="2394" cy="375"/>
              <a:chOff x="1036" y="3112"/>
              <a:chExt cx="2394" cy="375"/>
            </a:xfrm>
          </p:grpSpPr>
          <p:sp>
            <p:nvSpPr>
              <p:cNvPr id="39068" name="Line 13">
                <a:extLst>
                  <a:ext uri="{FF2B5EF4-FFF2-40B4-BE49-F238E27FC236}">
                    <a16:creationId xmlns:a16="http://schemas.microsoft.com/office/drawing/2014/main" id="{679A4AC0-39ED-784E-A282-4AF7E2CC0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4" y="3323"/>
                <a:ext cx="22" cy="14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69" name="Line 14">
                <a:extLst>
                  <a:ext uri="{FF2B5EF4-FFF2-40B4-BE49-F238E27FC236}">
                    <a16:creationId xmlns:a16="http://schemas.microsoft.com/office/drawing/2014/main" id="{8E339965-8F3D-1541-BD21-B9EACF6725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6" y="3327"/>
                <a:ext cx="31" cy="64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70" name="Line 15">
                <a:extLst>
                  <a:ext uri="{FF2B5EF4-FFF2-40B4-BE49-F238E27FC236}">
                    <a16:creationId xmlns:a16="http://schemas.microsoft.com/office/drawing/2014/main" id="{843FAD9F-E726-704F-8CF8-98DF5C094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0" y="3202"/>
                <a:ext cx="42" cy="18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71" name="Line 16">
                <a:extLst>
                  <a:ext uri="{FF2B5EF4-FFF2-40B4-BE49-F238E27FC236}">
                    <a16:creationId xmlns:a16="http://schemas.microsoft.com/office/drawing/2014/main" id="{A26EE8FD-5531-6A43-856B-4982FAB5B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2" y="3202"/>
                <a:ext cx="122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39072" name="Rectangle 17">
                <a:extLst>
                  <a:ext uri="{FF2B5EF4-FFF2-40B4-BE49-F238E27FC236}">
                    <a16:creationId xmlns:a16="http://schemas.microsoft.com/office/drawing/2014/main" id="{93D28A0A-B06A-3B4B-B1D7-54A0023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3137"/>
                <a:ext cx="77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3500" b="1">
                    <a:solidFill>
                      <a:srgbClr val="000000"/>
                    </a:solidFill>
                    <a:latin typeface="Symbol" pitchFamily="2" charset="2"/>
                    <a:sym typeface="Symbol" pitchFamily="2" charset="2"/>
                  </a:rPr>
                  <a:t></a:t>
                </a:r>
                <a:endParaRPr lang="en-US" altLang="zh-CN"/>
              </a:p>
            </p:txBody>
          </p:sp>
          <p:sp>
            <p:nvSpPr>
              <p:cNvPr id="39073" name="Rectangle 18">
                <a:extLst>
                  <a:ext uri="{FF2B5EF4-FFF2-40B4-BE49-F238E27FC236}">
                    <a16:creationId xmlns:a16="http://schemas.microsoft.com/office/drawing/2014/main" id="{DEC3EF50-C9FF-974A-943C-CF8874FED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1" y="3164"/>
                <a:ext cx="10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  <a:latin typeface="Symbol" pitchFamily="2" charset="2"/>
                  </a:rPr>
                  <a:t>+</a:t>
                </a:r>
                <a:endParaRPr lang="en-US" altLang="zh-CN"/>
              </a:p>
            </p:txBody>
          </p:sp>
          <p:sp>
            <p:nvSpPr>
              <p:cNvPr id="39074" name="Rectangle 19">
                <a:extLst>
                  <a:ext uri="{FF2B5EF4-FFF2-40B4-BE49-F238E27FC236}">
                    <a16:creationId xmlns:a16="http://schemas.microsoft.com/office/drawing/2014/main" id="{B3E68A6D-F3AB-EA4C-B468-B6F2FB679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0" y="3164"/>
                <a:ext cx="10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  <a:latin typeface="Symbol" pitchFamily="2" charset="2"/>
                    <a:sym typeface="Symbol" pitchFamily="2" charset="2"/>
                  </a:rPr>
                  <a:t></a:t>
                </a:r>
                <a:endParaRPr lang="en-US" altLang="zh-CN"/>
              </a:p>
            </p:txBody>
          </p:sp>
          <p:sp>
            <p:nvSpPr>
              <p:cNvPr id="39075" name="Rectangle 20">
                <a:extLst>
                  <a:ext uri="{FF2B5EF4-FFF2-40B4-BE49-F238E27FC236}">
                    <a16:creationId xmlns:a16="http://schemas.microsoft.com/office/drawing/2014/main" id="{479EB99E-4774-124C-A1D2-0981E3D7C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6" y="3112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39076" name="Rectangle 21">
                <a:extLst>
                  <a:ext uri="{FF2B5EF4-FFF2-40B4-BE49-F238E27FC236}">
                    <a16:creationId xmlns:a16="http://schemas.microsoft.com/office/drawing/2014/main" id="{2ECB86EC-184B-BE44-B13E-DB7174DC8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6" y="3353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39077" name="Rectangle 22">
                <a:extLst>
                  <a:ext uri="{FF2B5EF4-FFF2-40B4-BE49-F238E27FC236}">
                    <a16:creationId xmlns:a16="http://schemas.microsoft.com/office/drawing/2014/main" id="{012C7335-EFAC-914D-A98D-B2914D2D2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1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1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78" name="Rectangle 23">
                <a:extLst>
                  <a:ext uri="{FF2B5EF4-FFF2-40B4-BE49-F238E27FC236}">
                    <a16:creationId xmlns:a16="http://schemas.microsoft.com/office/drawing/2014/main" id="{FFAB67FF-69DF-1C41-96F3-EC25A8484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9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1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79" name="Rectangle 24">
                <a:extLst>
                  <a:ext uri="{FF2B5EF4-FFF2-40B4-BE49-F238E27FC236}">
                    <a16:creationId xmlns:a16="http://schemas.microsoft.com/office/drawing/2014/main" id="{029EF336-6CDF-254C-96CA-B4E611CA7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9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0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80" name="Rectangle 25">
                <a:extLst>
                  <a:ext uri="{FF2B5EF4-FFF2-40B4-BE49-F238E27FC236}">
                    <a16:creationId xmlns:a16="http://schemas.microsoft.com/office/drawing/2014/main" id="{064690BF-0805-0246-A7FC-02F2C8C36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29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rgbClr val="FF0000"/>
                    </a:solidFill>
                  </a:rPr>
                  <a:t>0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81" name="Rectangle 26">
                <a:extLst>
                  <a:ext uri="{FF2B5EF4-FFF2-40B4-BE49-F238E27FC236}">
                    <a16:creationId xmlns:a16="http://schemas.microsoft.com/office/drawing/2014/main" id="{CF0F30D4-D30F-4C4D-B733-55CE3707B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9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39082" name="Rectangle 27">
                <a:extLst>
                  <a:ext uri="{FF2B5EF4-FFF2-40B4-BE49-F238E27FC236}">
                    <a16:creationId xmlns:a16="http://schemas.microsoft.com/office/drawing/2014/main" id="{EF10B943-63BF-AA40-9489-5E7817FC2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0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39083" name="Rectangle 28">
                <a:extLst>
                  <a:ext uri="{FF2B5EF4-FFF2-40B4-BE49-F238E27FC236}">
                    <a16:creationId xmlns:a16="http://schemas.microsoft.com/office/drawing/2014/main" id="{3B44D20E-127C-AF42-9CCB-3A84F4C4D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39084" name="Rectangle 29">
                <a:extLst>
                  <a:ext uri="{FF2B5EF4-FFF2-40B4-BE49-F238E27FC236}">
                    <a16:creationId xmlns:a16="http://schemas.microsoft.com/office/drawing/2014/main" id="{CA87B91C-1013-8649-A942-4F738621C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39085" name="Rectangle 30">
                <a:extLst>
                  <a:ext uri="{FF2B5EF4-FFF2-40B4-BE49-F238E27FC236}">
                    <a16:creationId xmlns:a16="http://schemas.microsoft.com/office/drawing/2014/main" id="{95438F68-EF03-B747-8E9B-748E07E39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39086" name="Rectangle 31">
                <a:extLst>
                  <a:ext uri="{FF2B5EF4-FFF2-40B4-BE49-F238E27FC236}">
                    <a16:creationId xmlns:a16="http://schemas.microsoft.com/office/drawing/2014/main" id="{BE4854D4-8676-674E-AF96-FBFEF992D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9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39087" name="Rectangle 32">
                <a:extLst>
                  <a:ext uri="{FF2B5EF4-FFF2-40B4-BE49-F238E27FC236}">
                    <a16:creationId xmlns:a16="http://schemas.microsoft.com/office/drawing/2014/main" id="{88F4F024-71BE-0643-A14D-6E051B387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7" y="3185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x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88" name="Rectangle 33">
                <a:extLst>
                  <a:ext uri="{FF2B5EF4-FFF2-40B4-BE49-F238E27FC236}">
                    <a16:creationId xmlns:a16="http://schemas.microsoft.com/office/drawing/2014/main" id="{D02D3CF8-FCB3-6843-BF2E-4D1BEFD41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39089" name="Rectangle 34">
                <a:extLst>
                  <a:ext uri="{FF2B5EF4-FFF2-40B4-BE49-F238E27FC236}">
                    <a16:creationId xmlns:a16="http://schemas.microsoft.com/office/drawing/2014/main" id="{0E645FEB-C755-934A-9DAA-397A56E53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1" y="3185"/>
                <a:ext cx="12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A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90" name="Rectangle 35">
                <a:extLst>
                  <a:ext uri="{FF2B5EF4-FFF2-40B4-BE49-F238E27FC236}">
                    <a16:creationId xmlns:a16="http://schemas.microsoft.com/office/drawing/2014/main" id="{96FCE3AC-A912-C247-AC17-F7D272F57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0" y="3185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x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91" name="Rectangle 36">
                <a:extLst>
                  <a:ext uri="{FF2B5EF4-FFF2-40B4-BE49-F238E27FC236}">
                    <a16:creationId xmlns:a16="http://schemas.microsoft.com/office/drawing/2014/main" id="{846006E7-8C4C-5A49-9BED-8B496A45B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39092" name="Rectangle 37">
                <a:extLst>
                  <a:ext uri="{FF2B5EF4-FFF2-40B4-BE49-F238E27FC236}">
                    <a16:creationId xmlns:a16="http://schemas.microsoft.com/office/drawing/2014/main" id="{E6BA380B-675C-EB49-B1BF-14F4BE9F1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7" y="3185"/>
                <a:ext cx="12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FF0000"/>
                    </a:solidFill>
                  </a:rPr>
                  <a:t>A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39093" name="Rectangle 38">
                <a:extLst>
                  <a:ext uri="{FF2B5EF4-FFF2-40B4-BE49-F238E27FC236}">
                    <a16:creationId xmlns:a16="http://schemas.microsoft.com/office/drawing/2014/main" id="{1CF60353-43C3-B04C-8C4B-BF0532B75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6" y="3185"/>
                <a:ext cx="184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dx</a:t>
                </a:r>
                <a:endParaRPr lang="en-US" altLang="zh-CN"/>
              </a:p>
            </p:txBody>
          </p:sp>
          <p:sp>
            <p:nvSpPr>
              <p:cNvPr id="39094" name="Rectangle 39">
                <a:extLst>
                  <a:ext uri="{FF2B5EF4-FFF2-40B4-BE49-F238E27FC236}">
                    <a16:creationId xmlns:a16="http://schemas.microsoft.com/office/drawing/2014/main" id="{83DFB9F4-E2FD-9A4B-8E2B-6B1017E3D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5" y="3185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39095" name="Rectangle 40">
                <a:extLst>
                  <a:ext uri="{FF2B5EF4-FFF2-40B4-BE49-F238E27FC236}">
                    <a16:creationId xmlns:a16="http://schemas.microsoft.com/office/drawing/2014/main" id="{46E63B38-BEA3-1346-A2A0-A54EE1B02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3185"/>
                <a:ext cx="61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39096" name="Rectangle 41">
                <a:extLst>
                  <a:ext uri="{FF2B5EF4-FFF2-40B4-BE49-F238E27FC236}">
                    <a16:creationId xmlns:a16="http://schemas.microsoft.com/office/drawing/2014/main" id="{46366323-75F2-FD4A-8FA3-E9BDB825C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168"/>
                <a:ext cx="9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</p:grpSp>
      </p:grpSp>
      <p:sp>
        <p:nvSpPr>
          <p:cNvPr id="45100" name="Text Box 44">
            <a:extLst>
              <a:ext uri="{FF2B5EF4-FFF2-40B4-BE49-F238E27FC236}">
                <a16:creationId xmlns:a16="http://schemas.microsoft.com/office/drawing/2014/main" id="{130CDE72-5231-0A47-8B8E-E0A3B7BC7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670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>
                <a:solidFill>
                  <a:srgbClr val="008000"/>
                </a:solidFill>
              </a:rPr>
              <a:t>Step 1</a:t>
            </a:r>
            <a:r>
              <a:rPr lang="zh-CN" altLang="en-US" sz="2000" b="1">
                <a:solidFill>
                  <a:srgbClr val="008000"/>
                </a:solidFill>
              </a:rPr>
              <a:t>：</a:t>
            </a:r>
            <a:r>
              <a:rPr lang="zh-CN" altLang="en-US" sz="2400" b="1"/>
              <a:t>构造正交多项式</a:t>
            </a:r>
            <a:r>
              <a:rPr lang="en-US" altLang="zh-CN" sz="2400" b="1" i="1">
                <a:solidFill>
                  <a:srgbClr val="FF0000"/>
                </a:solidFill>
                <a:sym typeface="Symbol" charset="0"/>
              </a:rPr>
              <a:t></a:t>
            </a:r>
            <a:r>
              <a:rPr lang="en-US" altLang="zh-CN" sz="2400" b="1" baseline="-25000">
                <a:solidFill>
                  <a:srgbClr val="FF0000"/>
                </a:solidFill>
                <a:sym typeface="Symbol" charset="0"/>
              </a:rPr>
              <a:t>2</a:t>
            </a:r>
          </a:p>
        </p:txBody>
      </p:sp>
      <p:grpSp>
        <p:nvGrpSpPr>
          <p:cNvPr id="45134" name="Group 78">
            <a:extLst>
              <a:ext uri="{FF2B5EF4-FFF2-40B4-BE49-F238E27FC236}">
                <a16:creationId xmlns:a16="http://schemas.microsoft.com/office/drawing/2014/main" id="{6C2C2A15-4C27-A74A-A1E7-079F2F62C85F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124200"/>
            <a:ext cx="5665788" cy="457200"/>
            <a:chOff x="1008" y="1968"/>
            <a:chExt cx="3569" cy="288"/>
          </a:xfrm>
        </p:grpSpPr>
        <p:sp>
          <p:nvSpPr>
            <p:cNvPr id="4" name="Text Box 46">
              <a:extLst>
                <a:ext uri="{FF2B5EF4-FFF2-40B4-BE49-F238E27FC236}">
                  <a16:creationId xmlns:a16="http://schemas.microsoft.com/office/drawing/2014/main" id="{2AF46673-A7A0-6546-870E-CEAB64DF2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96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宋体" charset="0"/>
                  <a:cs typeface="宋体" charset="0"/>
                </a:rPr>
                <a:t>设</a:t>
              </a:r>
              <a:endParaRPr lang="en-US" altLang="zh-CN" sz="2400" b="1">
                <a:ea typeface="宋体" charset="0"/>
                <a:cs typeface="宋体" charset="0"/>
              </a:endParaRPr>
            </a:p>
          </p:txBody>
        </p:sp>
        <p:sp>
          <p:nvSpPr>
            <p:cNvPr id="39036" name="Rectangle 48">
              <a:extLst>
                <a:ext uri="{FF2B5EF4-FFF2-40B4-BE49-F238E27FC236}">
                  <a16:creationId xmlns:a16="http://schemas.microsoft.com/office/drawing/2014/main" id="{97871FB4-AFE5-D242-BE39-8FB0650A1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2005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9037" name="Rectangle 49">
              <a:extLst>
                <a:ext uri="{FF2B5EF4-FFF2-40B4-BE49-F238E27FC236}">
                  <a16:creationId xmlns:a16="http://schemas.microsoft.com/office/drawing/2014/main" id="{0F47BA5B-32AF-6C4E-9476-F80BF5AED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4" y="20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0000"/>
                  </a:solidFill>
                </a:rPr>
                <a:t>b</a:t>
              </a:r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38" name="Rectangle 50">
              <a:extLst>
                <a:ext uri="{FF2B5EF4-FFF2-40B4-BE49-F238E27FC236}">
                  <a16:creationId xmlns:a16="http://schemas.microsoft.com/office/drawing/2014/main" id="{F45F7462-DD0D-CC44-AC99-73956AD53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39" name="Rectangle 51">
              <a:extLst>
                <a:ext uri="{FF2B5EF4-FFF2-40B4-BE49-F238E27FC236}">
                  <a16:creationId xmlns:a16="http://schemas.microsoft.com/office/drawing/2014/main" id="{4B05C23B-EDB5-0B47-99BB-B7C41DA9B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0" name="Rectangle 52">
              <a:extLst>
                <a:ext uri="{FF2B5EF4-FFF2-40B4-BE49-F238E27FC236}">
                  <a16:creationId xmlns:a16="http://schemas.microsoft.com/office/drawing/2014/main" id="{8D55288A-AAC2-A14F-AB65-EB50EE7CC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8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9041" name="Rectangle 53">
              <a:extLst>
                <a:ext uri="{FF2B5EF4-FFF2-40B4-BE49-F238E27FC236}">
                  <a16:creationId xmlns:a16="http://schemas.microsoft.com/office/drawing/2014/main" id="{37EDE45E-CE7D-0149-A19A-8366916CD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7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2" name="Rectangle 54">
              <a:extLst>
                <a:ext uri="{FF2B5EF4-FFF2-40B4-BE49-F238E27FC236}">
                  <a16:creationId xmlns:a16="http://schemas.microsoft.com/office/drawing/2014/main" id="{731653B7-FF5F-C245-8E27-7769AC19E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3" name="Rectangle 55">
              <a:extLst>
                <a:ext uri="{FF2B5EF4-FFF2-40B4-BE49-F238E27FC236}">
                  <a16:creationId xmlns:a16="http://schemas.microsoft.com/office/drawing/2014/main" id="{13E841A9-6DB6-7345-A9FB-4CE51DBA6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44" name="Rectangle 56">
              <a:extLst>
                <a:ext uri="{FF2B5EF4-FFF2-40B4-BE49-F238E27FC236}">
                  <a16:creationId xmlns:a16="http://schemas.microsoft.com/office/drawing/2014/main" id="{FAD53BB0-57E5-194E-BAAA-51BEA40C6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45" name="Rectangle 57">
              <a:extLst>
                <a:ext uri="{FF2B5EF4-FFF2-40B4-BE49-F238E27FC236}">
                  <a16:creationId xmlns:a16="http://schemas.microsoft.com/office/drawing/2014/main" id="{9119B21C-4B04-B94C-82FA-D9C14BA93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46" name="Rectangle 58">
              <a:extLst>
                <a:ext uri="{FF2B5EF4-FFF2-40B4-BE49-F238E27FC236}">
                  <a16:creationId xmlns:a16="http://schemas.microsoft.com/office/drawing/2014/main" id="{E9FCDDD6-0E13-7244-8395-3E2B41DAC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47" name="Rectangle 59">
              <a:extLst>
                <a:ext uri="{FF2B5EF4-FFF2-40B4-BE49-F238E27FC236}">
                  <a16:creationId xmlns:a16="http://schemas.microsoft.com/office/drawing/2014/main" id="{9B311456-24A4-9D4B-8046-F25F9ACFE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48" name="Rectangle 60">
              <a:extLst>
                <a:ext uri="{FF2B5EF4-FFF2-40B4-BE49-F238E27FC236}">
                  <a16:creationId xmlns:a16="http://schemas.microsoft.com/office/drawing/2014/main" id="{FF1E3E74-2032-E744-8C8A-F59781885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49" name="Rectangle 61">
              <a:extLst>
                <a:ext uri="{FF2B5EF4-FFF2-40B4-BE49-F238E27FC236}">
                  <a16:creationId xmlns:a16="http://schemas.microsoft.com/office/drawing/2014/main" id="{E6C95B7D-2E3C-A44D-B1CD-DBA532B19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1983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50" name="Rectangle 62">
              <a:extLst>
                <a:ext uri="{FF2B5EF4-FFF2-40B4-BE49-F238E27FC236}">
                  <a16:creationId xmlns:a16="http://schemas.microsoft.com/office/drawing/2014/main" id="{298B52CB-D39C-D045-9BC0-FE5442439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" y="1988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9051" name="Rectangle 63">
              <a:extLst>
                <a:ext uri="{FF2B5EF4-FFF2-40B4-BE49-F238E27FC236}">
                  <a16:creationId xmlns:a16="http://schemas.microsoft.com/office/drawing/2014/main" id="{F627945F-CC04-8149-BDF0-65F5DFC06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1" y="212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9052" name="Rectangle 64">
              <a:extLst>
                <a:ext uri="{FF2B5EF4-FFF2-40B4-BE49-F238E27FC236}">
                  <a16:creationId xmlns:a16="http://schemas.microsoft.com/office/drawing/2014/main" id="{6F8A19F5-3D02-8E40-9DB0-F66034466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2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9053" name="Rectangle 65">
              <a:extLst>
                <a:ext uri="{FF2B5EF4-FFF2-40B4-BE49-F238E27FC236}">
                  <a16:creationId xmlns:a16="http://schemas.microsoft.com/office/drawing/2014/main" id="{96289EC5-459C-284E-A031-30A635A04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12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4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54" name="Rectangle 66">
              <a:extLst>
                <a:ext uri="{FF2B5EF4-FFF2-40B4-BE49-F238E27FC236}">
                  <a16:creationId xmlns:a16="http://schemas.microsoft.com/office/drawing/2014/main" id="{89D7499C-0561-2047-9F53-ABD299E68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6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55" name="Rectangle 67">
              <a:extLst>
                <a:ext uri="{FF2B5EF4-FFF2-40B4-BE49-F238E27FC236}">
                  <a16:creationId xmlns:a16="http://schemas.microsoft.com/office/drawing/2014/main" id="{98DD3605-814E-AE4C-B66B-ECFFF0C1F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56" name="Rectangle 68">
              <a:extLst>
                <a:ext uri="{FF2B5EF4-FFF2-40B4-BE49-F238E27FC236}">
                  <a16:creationId xmlns:a16="http://schemas.microsoft.com/office/drawing/2014/main" id="{F42849CE-F13B-BD4D-B0CF-9BD94C1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2005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9057" name="Rectangle 69">
              <a:extLst>
                <a:ext uri="{FF2B5EF4-FFF2-40B4-BE49-F238E27FC236}">
                  <a16:creationId xmlns:a16="http://schemas.microsoft.com/office/drawing/2014/main" id="{17A2BEB9-4C31-4D44-B3D3-CE222678D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8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58" name="Rectangle 70">
              <a:extLst>
                <a:ext uri="{FF2B5EF4-FFF2-40B4-BE49-F238E27FC236}">
                  <a16:creationId xmlns:a16="http://schemas.microsoft.com/office/drawing/2014/main" id="{3F37A935-3E8A-3442-B95C-719A4504A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59" name="Rectangle 71">
              <a:extLst>
                <a:ext uri="{FF2B5EF4-FFF2-40B4-BE49-F238E27FC236}">
                  <a16:creationId xmlns:a16="http://schemas.microsoft.com/office/drawing/2014/main" id="{73C169E3-6F00-334F-AEE3-90DCC38D5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2005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9060" name="Rectangle 72">
              <a:extLst>
                <a:ext uri="{FF2B5EF4-FFF2-40B4-BE49-F238E27FC236}">
                  <a16:creationId xmlns:a16="http://schemas.microsoft.com/office/drawing/2014/main" id="{81145C19-96FC-9447-8CA2-422A817C0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20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39061" name="Rectangle 73">
              <a:extLst>
                <a:ext uri="{FF2B5EF4-FFF2-40B4-BE49-F238E27FC236}">
                  <a16:creationId xmlns:a16="http://schemas.microsoft.com/office/drawing/2014/main" id="{50F549FB-D01D-264E-A241-8E0E1DB34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0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62" name="Rectangle 74">
              <a:extLst>
                <a:ext uri="{FF2B5EF4-FFF2-40B4-BE49-F238E27FC236}">
                  <a16:creationId xmlns:a16="http://schemas.microsoft.com/office/drawing/2014/main" id="{18815838-4B58-1E47-8C7C-ABD2F8FA3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200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63" name="Rectangle 75">
              <a:extLst>
                <a:ext uri="{FF2B5EF4-FFF2-40B4-BE49-F238E27FC236}">
                  <a16:creationId xmlns:a16="http://schemas.microsoft.com/office/drawing/2014/main" id="{0E83CE33-885D-1B46-AB5D-FA6D8CBDD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1983"/>
              <a:ext cx="1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64" name="Rectangle 76">
              <a:extLst>
                <a:ext uri="{FF2B5EF4-FFF2-40B4-BE49-F238E27FC236}">
                  <a16:creationId xmlns:a16="http://schemas.microsoft.com/office/drawing/2014/main" id="{6192045A-76E1-934E-8E63-67AE7172F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983"/>
              <a:ext cx="1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65" name="Rectangle 77">
              <a:extLst>
                <a:ext uri="{FF2B5EF4-FFF2-40B4-BE49-F238E27FC236}">
                  <a16:creationId xmlns:a16="http://schemas.microsoft.com/office/drawing/2014/main" id="{3D5CDAF9-AEAA-164E-A217-334A9C103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7" y="1983"/>
              <a:ext cx="1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</p:grpSp>
      <p:sp>
        <p:nvSpPr>
          <p:cNvPr id="45156" name="Rectangle 100">
            <a:extLst>
              <a:ext uri="{FF2B5EF4-FFF2-40B4-BE49-F238E27FC236}">
                <a16:creationId xmlns:a16="http://schemas.microsoft.com/office/drawing/2014/main" id="{DF95415A-CB0C-CB4E-A8BF-770DEDD2E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10000"/>
            <a:ext cx="2635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1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</a:t>
            </a:r>
          </a:p>
        </p:txBody>
      </p:sp>
      <p:sp>
        <p:nvSpPr>
          <p:cNvPr id="45159" name="Rectangle 103">
            <a:extLst>
              <a:ext uri="{FF2B5EF4-FFF2-40B4-BE49-F238E27FC236}">
                <a16:creationId xmlns:a16="http://schemas.microsoft.com/office/drawing/2014/main" id="{1C9A593A-16FA-614F-B2A4-9625ADFAA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810000"/>
            <a:ext cx="2635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1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</a:t>
            </a:r>
            <a:endParaRPr lang="en-US" altLang="zh-CN"/>
          </a:p>
        </p:txBody>
      </p:sp>
      <p:grpSp>
        <p:nvGrpSpPr>
          <p:cNvPr id="45171" name="Group 115">
            <a:extLst>
              <a:ext uri="{FF2B5EF4-FFF2-40B4-BE49-F238E27FC236}">
                <a16:creationId xmlns:a16="http://schemas.microsoft.com/office/drawing/2014/main" id="{FFC1B6D4-6695-D348-A198-019746522683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657600"/>
            <a:ext cx="771525" cy="687388"/>
            <a:chOff x="4091" y="2314"/>
            <a:chExt cx="486" cy="433"/>
          </a:xfrm>
        </p:grpSpPr>
        <p:sp>
          <p:nvSpPr>
            <p:cNvPr id="39029" name="Line 84">
              <a:extLst>
                <a:ext uri="{FF2B5EF4-FFF2-40B4-BE49-F238E27FC236}">
                  <a16:creationId xmlns:a16="http://schemas.microsoft.com/office/drawing/2014/main" id="{3080B1FD-A8D6-D346-8213-05E050774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522"/>
              <a:ext cx="1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30" name="Rectangle 85">
              <a:extLst>
                <a:ext uri="{FF2B5EF4-FFF2-40B4-BE49-F238E27FC236}">
                  <a16:creationId xmlns:a16="http://schemas.microsoft.com/office/drawing/2014/main" id="{D32BC3F3-0A6F-1448-9200-85739E1F2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545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39031" name="Rectangle 86">
              <a:extLst>
                <a:ext uri="{FF2B5EF4-FFF2-40B4-BE49-F238E27FC236}">
                  <a16:creationId xmlns:a16="http://schemas.microsoft.com/office/drawing/2014/main" id="{01248142-918C-DC42-9C77-213F9350C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1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3</a:t>
              </a:r>
              <a:endParaRPr lang="en-US" altLang="zh-CN"/>
            </a:p>
          </p:txBody>
        </p:sp>
        <p:sp>
          <p:nvSpPr>
            <p:cNvPr id="39032" name="Rectangle 98">
              <a:extLst>
                <a:ext uri="{FF2B5EF4-FFF2-40B4-BE49-F238E27FC236}">
                  <a16:creationId xmlns:a16="http://schemas.microsoft.com/office/drawing/2014/main" id="{5FC77307-6AEB-224B-BDE0-FF9CDE831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-</a:t>
              </a:r>
              <a:endParaRPr lang="en-US" altLang="zh-CN"/>
            </a:p>
          </p:txBody>
        </p:sp>
        <p:sp>
          <p:nvSpPr>
            <p:cNvPr id="39033" name="Rectangle 99">
              <a:extLst>
                <a:ext uri="{FF2B5EF4-FFF2-40B4-BE49-F238E27FC236}">
                  <a16:creationId xmlns:a16="http://schemas.microsoft.com/office/drawing/2014/main" id="{D3B62954-9184-DF47-89F5-973162889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34" name="Rectangle 106">
              <a:extLst>
                <a:ext uri="{FF2B5EF4-FFF2-40B4-BE49-F238E27FC236}">
                  <a16:creationId xmlns:a16="http://schemas.microsoft.com/office/drawing/2014/main" id="{0DE8BD35-339D-0D4A-94D6-71A9D113A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45170" name="Group 114">
            <a:extLst>
              <a:ext uri="{FF2B5EF4-FFF2-40B4-BE49-F238E27FC236}">
                <a16:creationId xmlns:a16="http://schemas.microsoft.com/office/drawing/2014/main" id="{B0751E81-7890-AB4B-9C92-50F0FD75CA58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733800"/>
            <a:ext cx="2016125" cy="508000"/>
            <a:chOff x="2248" y="2353"/>
            <a:chExt cx="1270" cy="320"/>
          </a:xfrm>
        </p:grpSpPr>
        <p:sp>
          <p:nvSpPr>
            <p:cNvPr id="39013" name="Line 80">
              <a:extLst>
                <a:ext uri="{FF2B5EF4-FFF2-40B4-BE49-F238E27FC236}">
                  <a16:creationId xmlns:a16="http://schemas.microsoft.com/office/drawing/2014/main" id="{186F884A-CCCA-AB47-98D5-7392C8454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6" y="2513"/>
              <a:ext cx="22" cy="1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4" name="Line 81">
              <a:extLst>
                <a:ext uri="{FF2B5EF4-FFF2-40B4-BE49-F238E27FC236}">
                  <a16:creationId xmlns:a16="http://schemas.microsoft.com/office/drawing/2014/main" id="{16D97282-FE71-2F4D-9879-401FD4420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8" y="2516"/>
              <a:ext cx="31" cy="5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5" name="Line 82">
              <a:extLst>
                <a:ext uri="{FF2B5EF4-FFF2-40B4-BE49-F238E27FC236}">
                  <a16:creationId xmlns:a16="http://schemas.microsoft.com/office/drawing/2014/main" id="{54ADB186-9BF6-FD42-848E-BE6685C86F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3" y="2405"/>
              <a:ext cx="41" cy="16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6" name="Line 83">
              <a:extLst>
                <a:ext uri="{FF2B5EF4-FFF2-40B4-BE49-F238E27FC236}">
                  <a16:creationId xmlns:a16="http://schemas.microsoft.com/office/drawing/2014/main" id="{624D3C73-65B2-4043-BBB2-E8A47D9F0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2405"/>
              <a:ext cx="12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9017" name="Rectangle 87">
              <a:extLst>
                <a:ext uri="{FF2B5EF4-FFF2-40B4-BE49-F238E27FC236}">
                  <a16:creationId xmlns:a16="http://schemas.microsoft.com/office/drawing/2014/main" id="{FEADBC9E-1A4A-BE4A-8CDC-002EEDEE1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18" name="Rectangle 88">
              <a:extLst>
                <a:ext uri="{FF2B5EF4-FFF2-40B4-BE49-F238E27FC236}">
                  <a16:creationId xmlns:a16="http://schemas.microsoft.com/office/drawing/2014/main" id="{960FA84D-71EC-5349-9668-655ABB960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2417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19" name="Rectangle 89">
              <a:extLst>
                <a:ext uri="{FF2B5EF4-FFF2-40B4-BE49-F238E27FC236}">
                  <a16:creationId xmlns:a16="http://schemas.microsoft.com/office/drawing/2014/main" id="{26D4CBEE-F29B-B348-950B-C990BA7DE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1" y="2417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20" name="Rectangle 94">
              <a:extLst>
                <a:ext uri="{FF2B5EF4-FFF2-40B4-BE49-F238E27FC236}">
                  <a16:creationId xmlns:a16="http://schemas.microsoft.com/office/drawing/2014/main" id="{FB8323F3-872D-554E-AE6B-014573CD6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23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9021" name="Rectangle 95">
              <a:extLst>
                <a:ext uri="{FF2B5EF4-FFF2-40B4-BE49-F238E27FC236}">
                  <a16:creationId xmlns:a16="http://schemas.microsoft.com/office/drawing/2014/main" id="{2C377E03-9F4D-AD46-A04A-BAA26A339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54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22" name="Rectangle 101">
              <a:extLst>
                <a:ext uri="{FF2B5EF4-FFF2-40B4-BE49-F238E27FC236}">
                  <a16:creationId xmlns:a16="http://schemas.microsoft.com/office/drawing/2014/main" id="{DD431C24-4BB4-A445-BC23-95875FB1E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23" name="Rectangle 102">
              <a:extLst>
                <a:ext uri="{FF2B5EF4-FFF2-40B4-BE49-F238E27FC236}">
                  <a16:creationId xmlns:a16="http://schemas.microsoft.com/office/drawing/2014/main" id="{6220E8DF-7422-3D4D-A8E8-6199DCA13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6" y="2398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9024" name="Rectangle 105">
              <a:extLst>
                <a:ext uri="{FF2B5EF4-FFF2-40B4-BE49-F238E27FC236}">
                  <a16:creationId xmlns:a16="http://schemas.microsoft.com/office/drawing/2014/main" id="{AF5FDB15-8E20-7D4A-AA10-9F4A18DBD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2375"/>
              <a:ext cx="6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3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</a:t>
              </a:r>
              <a:endParaRPr lang="en-US" altLang="zh-CN"/>
            </a:p>
          </p:txBody>
        </p:sp>
        <p:sp>
          <p:nvSpPr>
            <p:cNvPr id="39025" name="Rectangle 107">
              <a:extLst>
                <a:ext uri="{FF2B5EF4-FFF2-40B4-BE49-F238E27FC236}">
                  <a16:creationId xmlns:a16="http://schemas.microsoft.com/office/drawing/2014/main" id="{EFAF03F8-99B8-134A-AD6A-6533EA41C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" y="2417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dx</a:t>
              </a:r>
              <a:endParaRPr lang="en-US" altLang="zh-CN"/>
            </a:p>
          </p:txBody>
        </p:sp>
        <p:sp>
          <p:nvSpPr>
            <p:cNvPr id="39026" name="Rectangle 108">
              <a:extLst>
                <a:ext uri="{FF2B5EF4-FFF2-40B4-BE49-F238E27FC236}">
                  <a16:creationId xmlns:a16="http://schemas.microsoft.com/office/drawing/2014/main" id="{FFBFB184-D2CB-864D-9D58-4AE083573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9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9027" name="Rectangle 109">
              <a:extLst>
                <a:ext uri="{FF2B5EF4-FFF2-40B4-BE49-F238E27FC236}">
                  <a16:creationId xmlns:a16="http://schemas.microsoft.com/office/drawing/2014/main" id="{7621E716-0140-424A-A862-C247B7DED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241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28" name="Rectangle 110">
              <a:extLst>
                <a:ext uri="{FF2B5EF4-FFF2-40B4-BE49-F238E27FC236}">
                  <a16:creationId xmlns:a16="http://schemas.microsoft.com/office/drawing/2014/main" id="{DC70C25A-8880-6B4D-AB49-F5FB4BED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239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</p:grpSp>
      <p:grpSp>
        <p:nvGrpSpPr>
          <p:cNvPr id="45169" name="Group 113">
            <a:extLst>
              <a:ext uri="{FF2B5EF4-FFF2-40B4-BE49-F238E27FC236}">
                <a16:creationId xmlns:a16="http://schemas.microsoft.com/office/drawing/2014/main" id="{26CEADA0-2DE2-F549-AE21-0B0F90220BBF}"/>
              </a:ext>
            </a:extLst>
          </p:cNvPr>
          <p:cNvGrpSpPr>
            <a:grpSpLocks/>
          </p:cNvGrpSpPr>
          <p:nvPr/>
        </p:nvGrpSpPr>
        <p:grpSpPr bwMode="auto">
          <a:xfrm>
            <a:off x="1555750" y="3806825"/>
            <a:ext cx="1365250" cy="395288"/>
            <a:chOff x="980" y="2398"/>
            <a:chExt cx="860" cy="249"/>
          </a:xfrm>
        </p:grpSpPr>
        <p:sp>
          <p:nvSpPr>
            <p:cNvPr id="39004" name="Rectangle 90">
              <a:extLst>
                <a:ext uri="{FF2B5EF4-FFF2-40B4-BE49-F238E27FC236}">
                  <a16:creationId xmlns:a16="http://schemas.microsoft.com/office/drawing/2014/main" id="{D8E608C2-07C6-2F48-871A-B07F2F953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17"/>
              <a:ext cx="16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05" name="Rectangle 91">
              <a:extLst>
                <a:ext uri="{FF2B5EF4-FFF2-40B4-BE49-F238E27FC236}">
                  <a16:creationId xmlns:a16="http://schemas.microsoft.com/office/drawing/2014/main" id="{C416C1FA-B190-CD41-9535-04F4E7485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2417"/>
              <a:ext cx="131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9006" name="Rectangle 92">
              <a:extLst>
                <a:ext uri="{FF2B5EF4-FFF2-40B4-BE49-F238E27FC236}">
                  <a16:creationId xmlns:a16="http://schemas.microsoft.com/office/drawing/2014/main" id="{51238BBB-D5BE-AE43-886A-37969F730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417"/>
              <a:ext cx="117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9007" name="Rectangle 93">
              <a:extLst>
                <a:ext uri="{FF2B5EF4-FFF2-40B4-BE49-F238E27FC236}">
                  <a16:creationId xmlns:a16="http://schemas.microsoft.com/office/drawing/2014/main" id="{C3ECF469-BC67-9241-9A85-B4F2E191E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" y="2417"/>
              <a:ext cx="131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9008" name="Rectangle 96">
              <a:extLst>
                <a:ext uri="{FF2B5EF4-FFF2-40B4-BE49-F238E27FC236}">
                  <a16:creationId xmlns:a16="http://schemas.microsoft.com/office/drawing/2014/main" id="{514A946D-D782-DD43-922A-8CDE4120A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517"/>
              <a:ext cx="9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9009" name="Rectangle 97">
              <a:extLst>
                <a:ext uri="{FF2B5EF4-FFF2-40B4-BE49-F238E27FC236}">
                  <a16:creationId xmlns:a16="http://schemas.microsoft.com/office/drawing/2014/main" id="{BA6D3DB2-6FAE-DD4A-B63E-0F961306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2" y="2517"/>
              <a:ext cx="9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9010" name="Rectangle 104">
              <a:extLst>
                <a:ext uri="{FF2B5EF4-FFF2-40B4-BE49-F238E27FC236}">
                  <a16:creationId xmlns:a16="http://schemas.microsoft.com/office/drawing/2014/main" id="{E33C15BC-CBCD-CA42-844E-4B3BACCF4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" y="2398"/>
              <a:ext cx="199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9011" name="Rectangle 111">
              <a:extLst>
                <a:ext uri="{FF2B5EF4-FFF2-40B4-BE49-F238E27FC236}">
                  <a16:creationId xmlns:a16="http://schemas.microsoft.com/office/drawing/2014/main" id="{730C5C38-CF71-0D4D-99C7-77CA69620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2398"/>
              <a:ext cx="209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12" name="Rectangle 112">
              <a:extLst>
                <a:ext uri="{FF2B5EF4-FFF2-40B4-BE49-F238E27FC236}">
                  <a16:creationId xmlns:a16="http://schemas.microsoft.com/office/drawing/2014/main" id="{71F4C085-DDF0-AA44-82A4-52001B55C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2398"/>
              <a:ext cx="209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</p:grpSp>
      <p:grpSp>
        <p:nvGrpSpPr>
          <p:cNvPr id="45236" name="Group 180">
            <a:extLst>
              <a:ext uri="{FF2B5EF4-FFF2-40B4-BE49-F238E27FC236}">
                <a16:creationId xmlns:a16="http://schemas.microsoft.com/office/drawing/2014/main" id="{09E701A6-EB76-A448-84FB-949FF8B8284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343400"/>
            <a:ext cx="5473700" cy="1300163"/>
            <a:chOff x="981" y="2839"/>
            <a:chExt cx="3448" cy="819"/>
          </a:xfrm>
        </p:grpSpPr>
        <p:sp>
          <p:nvSpPr>
            <p:cNvPr id="38942" name="Line 117">
              <a:extLst>
                <a:ext uri="{FF2B5EF4-FFF2-40B4-BE49-F238E27FC236}">
                  <a16:creationId xmlns:a16="http://schemas.microsoft.com/office/drawing/2014/main" id="{38DE6582-89C4-C144-B5E3-5EEE9B72F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2" y="2999"/>
              <a:ext cx="22" cy="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3" name="Line 118">
              <a:extLst>
                <a:ext uri="{FF2B5EF4-FFF2-40B4-BE49-F238E27FC236}">
                  <a16:creationId xmlns:a16="http://schemas.microsoft.com/office/drawing/2014/main" id="{4DED45B0-AECA-1A4D-9D16-E26074CC3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4" y="3003"/>
              <a:ext cx="33" cy="5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4" name="Line 119">
              <a:extLst>
                <a:ext uri="{FF2B5EF4-FFF2-40B4-BE49-F238E27FC236}">
                  <a16:creationId xmlns:a16="http://schemas.microsoft.com/office/drawing/2014/main" id="{2D17CC3F-08C9-1945-A02A-D2F440922F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0" y="2891"/>
              <a:ext cx="43" cy="16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5" name="Line 120">
              <a:extLst>
                <a:ext uri="{FF2B5EF4-FFF2-40B4-BE49-F238E27FC236}">
                  <a16:creationId xmlns:a16="http://schemas.microsoft.com/office/drawing/2014/main" id="{63272962-4252-794C-8B6E-423C594B9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" y="2891"/>
              <a:ext cx="12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6" name="Line 121">
              <a:extLst>
                <a:ext uri="{FF2B5EF4-FFF2-40B4-BE49-F238E27FC236}">
                  <a16:creationId xmlns:a16="http://schemas.microsoft.com/office/drawing/2014/main" id="{EC7D05FA-0DB6-4643-832A-77833D36C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4" y="3423"/>
              <a:ext cx="22" cy="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7" name="Line 122">
              <a:extLst>
                <a:ext uri="{FF2B5EF4-FFF2-40B4-BE49-F238E27FC236}">
                  <a16:creationId xmlns:a16="http://schemas.microsoft.com/office/drawing/2014/main" id="{B22D54E3-1B0D-2448-8040-EB6821DE8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3427"/>
              <a:ext cx="32" cy="5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8" name="Line 123">
              <a:extLst>
                <a:ext uri="{FF2B5EF4-FFF2-40B4-BE49-F238E27FC236}">
                  <a16:creationId xmlns:a16="http://schemas.microsoft.com/office/drawing/2014/main" id="{120BA512-8679-0A43-AA76-FFD8EB22C7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2" y="3315"/>
              <a:ext cx="43" cy="16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49" name="Line 124">
              <a:extLst>
                <a:ext uri="{FF2B5EF4-FFF2-40B4-BE49-F238E27FC236}">
                  <a16:creationId xmlns:a16="http://schemas.microsoft.com/office/drawing/2014/main" id="{AF3894B6-1027-1A4B-8EC6-9916B8ACB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315"/>
              <a:ext cx="12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50" name="Line 125">
              <a:extLst>
                <a:ext uri="{FF2B5EF4-FFF2-40B4-BE49-F238E27FC236}">
                  <a16:creationId xmlns:a16="http://schemas.microsoft.com/office/drawing/2014/main" id="{236C5E90-733A-4E4F-BBF0-B74892C95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7" y="3433"/>
              <a:ext cx="10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51" name="Rectangle 126">
              <a:extLst>
                <a:ext uri="{FF2B5EF4-FFF2-40B4-BE49-F238E27FC236}">
                  <a16:creationId xmlns:a16="http://schemas.microsoft.com/office/drawing/2014/main" id="{73AF760C-FF7C-3243-8A65-3BC8D442B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1" y="3286"/>
              <a:ext cx="6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3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</a:t>
              </a:r>
            </a:p>
          </p:txBody>
        </p:sp>
        <p:sp>
          <p:nvSpPr>
            <p:cNvPr id="38952" name="Rectangle 127">
              <a:extLst>
                <a:ext uri="{FF2B5EF4-FFF2-40B4-BE49-F238E27FC236}">
                  <a16:creationId xmlns:a16="http://schemas.microsoft.com/office/drawing/2014/main" id="{587D478A-284B-8047-87F8-CB0357FF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862"/>
              <a:ext cx="6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3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</a:t>
              </a:r>
            </a:p>
          </p:txBody>
        </p:sp>
        <p:sp>
          <p:nvSpPr>
            <p:cNvPr id="38953" name="Rectangle 128">
              <a:extLst>
                <a:ext uri="{FF2B5EF4-FFF2-40B4-BE49-F238E27FC236}">
                  <a16:creationId xmlns:a16="http://schemas.microsoft.com/office/drawing/2014/main" id="{98A979B3-D88E-424F-B713-8238D00EE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54" name="Rectangle 129">
              <a:extLst>
                <a:ext uri="{FF2B5EF4-FFF2-40B4-BE49-F238E27FC236}">
                  <a16:creationId xmlns:a16="http://schemas.microsoft.com/office/drawing/2014/main" id="{05368224-0FB8-2743-B9F9-97086A5F7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55" name="Rectangle 130">
              <a:extLst>
                <a:ext uri="{FF2B5EF4-FFF2-40B4-BE49-F238E27FC236}">
                  <a16:creationId xmlns:a16="http://schemas.microsoft.com/office/drawing/2014/main" id="{59FBA8CD-9022-574B-852A-52468AF99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56" name="Rectangle 131">
              <a:extLst>
                <a:ext uri="{FF2B5EF4-FFF2-40B4-BE49-F238E27FC236}">
                  <a16:creationId xmlns:a16="http://schemas.microsoft.com/office/drawing/2014/main" id="{205B0B82-ABDE-8947-BC24-5CB52D489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-</a:t>
              </a:r>
              <a:endParaRPr lang="en-US" altLang="zh-CN"/>
            </a:p>
          </p:txBody>
        </p:sp>
        <p:sp>
          <p:nvSpPr>
            <p:cNvPr id="38957" name="Rectangle 132">
              <a:extLst>
                <a:ext uri="{FF2B5EF4-FFF2-40B4-BE49-F238E27FC236}">
                  <a16:creationId xmlns:a16="http://schemas.microsoft.com/office/drawing/2014/main" id="{D1466DCB-FC32-E543-BA07-FF2155E8C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3309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</a:t>
              </a:r>
            </a:p>
          </p:txBody>
        </p:sp>
        <p:sp>
          <p:nvSpPr>
            <p:cNvPr id="38958" name="Rectangle 133">
              <a:extLst>
                <a:ext uri="{FF2B5EF4-FFF2-40B4-BE49-F238E27FC236}">
                  <a16:creationId xmlns:a16="http://schemas.microsoft.com/office/drawing/2014/main" id="{67A9DB71-7C44-C049-8540-B1070EE05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330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59" name="Rectangle 134">
              <a:extLst>
                <a:ext uri="{FF2B5EF4-FFF2-40B4-BE49-F238E27FC236}">
                  <a16:creationId xmlns:a16="http://schemas.microsoft.com/office/drawing/2014/main" id="{77938DFF-C637-D142-9DDA-C730A32BD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60" name="Rectangle 135">
              <a:extLst>
                <a:ext uri="{FF2B5EF4-FFF2-40B4-BE49-F238E27FC236}">
                  <a16:creationId xmlns:a16="http://schemas.microsoft.com/office/drawing/2014/main" id="{C4A60B47-DB85-7C46-A706-040C3CA15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61" name="Rectangle 136">
              <a:extLst>
                <a:ext uri="{FF2B5EF4-FFF2-40B4-BE49-F238E27FC236}">
                  <a16:creationId xmlns:a16="http://schemas.microsoft.com/office/drawing/2014/main" id="{F2C0A8AF-2FAA-A344-A225-2A39B5695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+</a:t>
              </a:r>
              <a:endParaRPr lang="en-US" altLang="zh-CN"/>
            </a:p>
          </p:txBody>
        </p:sp>
        <p:sp>
          <p:nvSpPr>
            <p:cNvPr id="38962" name="Rectangle 137">
              <a:extLst>
                <a:ext uri="{FF2B5EF4-FFF2-40B4-BE49-F238E27FC236}">
                  <a16:creationId xmlns:a16="http://schemas.microsoft.com/office/drawing/2014/main" id="{0AFF0C49-FC54-8C44-AD75-17B6A99D3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2885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  <a:sym typeface="Symbol" pitchFamily="2" charset="2"/>
                </a:rPr>
                <a:t></a:t>
              </a:r>
            </a:p>
          </p:txBody>
        </p:sp>
        <p:sp>
          <p:nvSpPr>
            <p:cNvPr id="38963" name="Rectangle 138">
              <a:extLst>
                <a:ext uri="{FF2B5EF4-FFF2-40B4-BE49-F238E27FC236}">
                  <a16:creationId xmlns:a16="http://schemas.microsoft.com/office/drawing/2014/main" id="{9A939634-A478-4540-832B-48D22A643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288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64" name="Rectangle 139">
              <a:extLst>
                <a:ext uri="{FF2B5EF4-FFF2-40B4-BE49-F238E27FC236}">
                  <a16:creationId xmlns:a16="http://schemas.microsoft.com/office/drawing/2014/main" id="{67F31F77-2CDF-A94D-B372-E0B0BC486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4" y="326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8965" name="Rectangle 140">
              <a:extLst>
                <a:ext uri="{FF2B5EF4-FFF2-40B4-BE49-F238E27FC236}">
                  <a16:creationId xmlns:a16="http://schemas.microsoft.com/office/drawing/2014/main" id="{265DEC68-1E6D-1F48-9FCC-43548F74D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347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66" name="Rectangle 141">
              <a:extLst>
                <a:ext uri="{FF2B5EF4-FFF2-40B4-BE49-F238E27FC236}">
                  <a16:creationId xmlns:a16="http://schemas.microsoft.com/office/drawing/2014/main" id="{692F8A46-7CC2-BB47-A566-202408A4D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342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8967" name="Rectangle 142">
              <a:extLst>
                <a:ext uri="{FF2B5EF4-FFF2-40B4-BE49-F238E27FC236}">
                  <a16:creationId xmlns:a16="http://schemas.microsoft.com/office/drawing/2014/main" id="{30C435D6-6C72-F24E-A28B-31FD25500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" y="342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8968" name="Rectangle 143">
              <a:extLst>
                <a:ext uri="{FF2B5EF4-FFF2-40B4-BE49-F238E27FC236}">
                  <a16:creationId xmlns:a16="http://schemas.microsoft.com/office/drawing/2014/main" id="{8F63B0CB-A959-734D-9C7A-8D6FAD1CF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" y="2839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38969" name="Rectangle 144">
              <a:extLst>
                <a:ext uri="{FF2B5EF4-FFF2-40B4-BE49-F238E27FC236}">
                  <a16:creationId xmlns:a16="http://schemas.microsoft.com/office/drawing/2014/main" id="{4E4EE815-ED3C-5548-8810-F58B5127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30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0" name="Rectangle 145">
              <a:extLst>
                <a:ext uri="{FF2B5EF4-FFF2-40B4-BE49-F238E27FC236}">
                  <a16:creationId xmlns:a16="http://schemas.microsoft.com/office/drawing/2014/main" id="{031DF323-76EB-2D46-BFE5-60C9AA14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5" y="2889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38971" name="Rectangle 147">
              <a:extLst>
                <a:ext uri="{FF2B5EF4-FFF2-40B4-BE49-F238E27FC236}">
                  <a16:creationId xmlns:a16="http://schemas.microsoft.com/office/drawing/2014/main" id="{069DF7C1-AB9F-EF4C-AF64-525F9BF7A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300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2" name="Rectangle 148">
              <a:extLst>
                <a:ext uri="{FF2B5EF4-FFF2-40B4-BE49-F238E27FC236}">
                  <a16:creationId xmlns:a16="http://schemas.microsoft.com/office/drawing/2014/main" id="{12B09EB9-70F6-B648-B4FE-FD0699224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3" name="Rectangle 149">
              <a:extLst>
                <a:ext uri="{FF2B5EF4-FFF2-40B4-BE49-F238E27FC236}">
                  <a16:creationId xmlns:a16="http://schemas.microsoft.com/office/drawing/2014/main" id="{53BEFB3F-11E0-114D-843F-A0635D978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74" name="Rectangle 150">
              <a:extLst>
                <a:ext uri="{FF2B5EF4-FFF2-40B4-BE49-F238E27FC236}">
                  <a16:creationId xmlns:a16="http://schemas.microsoft.com/office/drawing/2014/main" id="{5EE49302-6F1C-D446-BF16-C347BE6A0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3" y="3328"/>
              <a:ext cx="11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)(</a:t>
              </a:r>
              <a:endParaRPr lang="en-US" altLang="zh-CN"/>
            </a:p>
          </p:txBody>
        </p:sp>
        <p:sp>
          <p:nvSpPr>
            <p:cNvPr id="38975" name="Rectangle 151">
              <a:extLst>
                <a:ext uri="{FF2B5EF4-FFF2-40B4-BE49-F238E27FC236}">
                  <a16:creationId xmlns:a16="http://schemas.microsoft.com/office/drawing/2014/main" id="{91A8E05F-A578-3B4E-83FC-FAD23CF03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" y="345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38976" name="Rectangle 152">
              <a:extLst>
                <a:ext uri="{FF2B5EF4-FFF2-40B4-BE49-F238E27FC236}">
                  <a16:creationId xmlns:a16="http://schemas.microsoft.com/office/drawing/2014/main" id="{71D6CD3E-EF25-7943-9477-7F5B39C17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" y="3225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3</a:t>
              </a:r>
              <a:endParaRPr lang="en-US" altLang="zh-CN"/>
            </a:p>
          </p:txBody>
        </p:sp>
        <p:sp>
          <p:nvSpPr>
            <p:cNvPr id="38977" name="Rectangle 153">
              <a:extLst>
                <a:ext uri="{FF2B5EF4-FFF2-40B4-BE49-F238E27FC236}">
                  <a16:creationId xmlns:a16="http://schemas.microsoft.com/office/drawing/2014/main" id="{5A193F87-878C-5444-83A0-B4EE828AB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78" name="Rectangle 154">
              <a:extLst>
                <a:ext uri="{FF2B5EF4-FFF2-40B4-BE49-F238E27FC236}">
                  <a16:creationId xmlns:a16="http://schemas.microsoft.com/office/drawing/2014/main" id="{6FCC8D3D-258D-8345-8097-12FC74FF2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79" name="Rectangle 155">
              <a:extLst>
                <a:ext uri="{FF2B5EF4-FFF2-40B4-BE49-F238E27FC236}">
                  <a16:creationId xmlns:a16="http://schemas.microsoft.com/office/drawing/2014/main" id="{897FDC59-A29D-1F44-9AA9-E210FD5DC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80" name="Rectangle 156">
              <a:extLst>
                <a:ext uri="{FF2B5EF4-FFF2-40B4-BE49-F238E27FC236}">
                  <a16:creationId xmlns:a16="http://schemas.microsoft.com/office/drawing/2014/main" id="{C41EA33A-A3BA-424B-8795-1E512758B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3328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8981" name="Rectangle 157">
              <a:extLst>
                <a:ext uri="{FF2B5EF4-FFF2-40B4-BE49-F238E27FC236}">
                  <a16:creationId xmlns:a16="http://schemas.microsoft.com/office/drawing/2014/main" id="{E1B08D12-D92C-5647-8AB4-D357C5C57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" y="3328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82" name="Rectangle 158">
              <a:extLst>
                <a:ext uri="{FF2B5EF4-FFF2-40B4-BE49-F238E27FC236}">
                  <a16:creationId xmlns:a16="http://schemas.microsoft.com/office/drawing/2014/main" id="{B0DCC156-D228-E74B-A47A-3C98E9467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83" name="Rectangle 159">
              <a:extLst>
                <a:ext uri="{FF2B5EF4-FFF2-40B4-BE49-F238E27FC236}">
                  <a16:creationId xmlns:a16="http://schemas.microsoft.com/office/drawing/2014/main" id="{CA830FBA-03CE-354B-BB04-85FAF46F2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84" name="Rectangle 160">
              <a:extLst>
                <a:ext uri="{FF2B5EF4-FFF2-40B4-BE49-F238E27FC236}">
                  <a16:creationId xmlns:a16="http://schemas.microsoft.com/office/drawing/2014/main" id="{CD18E7BA-86D7-8745-BF8F-54DBA7172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85" name="Rectangle 161">
              <a:extLst>
                <a:ext uri="{FF2B5EF4-FFF2-40B4-BE49-F238E27FC236}">
                  <a16:creationId xmlns:a16="http://schemas.microsoft.com/office/drawing/2014/main" id="{EE4D8396-9054-C040-916A-94059FAE2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38986" name="Rectangle 162">
              <a:extLst>
                <a:ext uri="{FF2B5EF4-FFF2-40B4-BE49-F238E27FC236}">
                  <a16:creationId xmlns:a16="http://schemas.microsoft.com/office/drawing/2014/main" id="{F42B5888-9CB3-6D44-936B-AFA31BF5C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38987" name="Rectangle 163">
              <a:extLst>
                <a:ext uri="{FF2B5EF4-FFF2-40B4-BE49-F238E27FC236}">
                  <a16:creationId xmlns:a16="http://schemas.microsoft.com/office/drawing/2014/main" id="{8F608CE0-5053-6547-A60F-B39B27C22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2904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38988" name="Rectangle 164">
              <a:extLst>
                <a:ext uri="{FF2B5EF4-FFF2-40B4-BE49-F238E27FC236}">
                  <a16:creationId xmlns:a16="http://schemas.microsoft.com/office/drawing/2014/main" id="{D45A9EA6-CE4B-BC40-BB72-73831CCBD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" y="290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38989" name="Rectangle 165">
              <a:extLst>
                <a:ext uri="{FF2B5EF4-FFF2-40B4-BE49-F238E27FC236}">
                  <a16:creationId xmlns:a16="http://schemas.microsoft.com/office/drawing/2014/main" id="{77021FC5-9B81-4C48-9006-F216F648B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" y="3328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dx</a:t>
              </a:r>
              <a:endParaRPr lang="en-US" altLang="zh-CN"/>
            </a:p>
          </p:txBody>
        </p:sp>
        <p:sp>
          <p:nvSpPr>
            <p:cNvPr id="38990" name="Rectangle 166">
              <a:extLst>
                <a:ext uri="{FF2B5EF4-FFF2-40B4-BE49-F238E27FC236}">
                  <a16:creationId xmlns:a16="http://schemas.microsoft.com/office/drawing/2014/main" id="{D47E7607-4ECF-AE48-A749-6EF4D040B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3328"/>
              <a:ext cx="7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8991" name="Rectangle 167">
              <a:extLst>
                <a:ext uri="{FF2B5EF4-FFF2-40B4-BE49-F238E27FC236}">
                  <a16:creationId xmlns:a16="http://schemas.microsoft.com/office/drawing/2014/main" id="{D3A044EC-18DB-6C4E-860E-1C9E5FA20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3328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b</a:t>
              </a:r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2" name="Rectangle 168">
              <a:extLst>
                <a:ext uri="{FF2B5EF4-FFF2-40B4-BE49-F238E27FC236}">
                  <a16:creationId xmlns:a16="http://schemas.microsoft.com/office/drawing/2014/main" id="{7236C1BA-1923-B349-B3A7-138362E8B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3" name="Rectangle 169">
              <a:extLst>
                <a:ext uri="{FF2B5EF4-FFF2-40B4-BE49-F238E27FC236}">
                  <a16:creationId xmlns:a16="http://schemas.microsoft.com/office/drawing/2014/main" id="{6C56B535-96C2-AC47-A768-2C156F28C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4" name="Rectangle 170">
              <a:extLst>
                <a:ext uri="{FF2B5EF4-FFF2-40B4-BE49-F238E27FC236}">
                  <a16:creationId xmlns:a16="http://schemas.microsoft.com/office/drawing/2014/main" id="{DF71BBBD-543B-EE42-A10B-51972D0FB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33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5" name="Rectangle 171">
              <a:extLst>
                <a:ext uri="{FF2B5EF4-FFF2-40B4-BE49-F238E27FC236}">
                  <a16:creationId xmlns:a16="http://schemas.microsoft.com/office/drawing/2014/main" id="{3D386285-A0A8-9947-99C5-6B58612CC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904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dx</a:t>
              </a:r>
              <a:endParaRPr lang="en-US" altLang="zh-CN"/>
            </a:p>
          </p:txBody>
        </p:sp>
        <p:sp>
          <p:nvSpPr>
            <p:cNvPr id="38996" name="Rectangle 172">
              <a:extLst>
                <a:ext uri="{FF2B5EF4-FFF2-40B4-BE49-F238E27FC236}">
                  <a16:creationId xmlns:a16="http://schemas.microsoft.com/office/drawing/2014/main" id="{17212352-2199-454C-9A82-C3E633B31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2904"/>
              <a:ext cx="7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8997" name="Rectangle 173">
              <a:extLst>
                <a:ext uri="{FF2B5EF4-FFF2-40B4-BE49-F238E27FC236}">
                  <a16:creationId xmlns:a16="http://schemas.microsoft.com/office/drawing/2014/main" id="{E91CA074-4070-FE43-8AD9-4D1518FC5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2904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b</a:t>
              </a:r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8" name="Rectangle 174">
              <a:extLst>
                <a:ext uri="{FF2B5EF4-FFF2-40B4-BE49-F238E27FC236}">
                  <a16:creationId xmlns:a16="http://schemas.microsoft.com/office/drawing/2014/main" id="{D15D37F6-32CA-634A-ACA2-301CE9063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3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8999" name="Rectangle 175">
              <a:extLst>
                <a:ext uri="{FF2B5EF4-FFF2-40B4-BE49-F238E27FC236}">
                  <a16:creationId xmlns:a16="http://schemas.microsoft.com/office/drawing/2014/main" id="{E224728B-2D46-F34C-9A33-F4E7E403D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90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39000" name="Rectangle 176">
              <a:extLst>
                <a:ext uri="{FF2B5EF4-FFF2-40B4-BE49-F238E27FC236}">
                  <a16:creationId xmlns:a16="http://schemas.microsoft.com/office/drawing/2014/main" id="{2C450766-F7CD-3642-9EF5-B82966A56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2" y="3309"/>
              <a:ext cx="1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01" name="Rectangle 177">
              <a:extLst>
                <a:ext uri="{FF2B5EF4-FFF2-40B4-BE49-F238E27FC236}">
                  <a16:creationId xmlns:a16="http://schemas.microsoft.com/office/drawing/2014/main" id="{34AEEAB5-520C-404B-A1B6-CE1A0927E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" y="3309"/>
              <a:ext cx="1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  <p:sp>
          <p:nvSpPr>
            <p:cNvPr id="39002" name="Rectangle 178">
              <a:extLst>
                <a:ext uri="{FF2B5EF4-FFF2-40B4-BE49-F238E27FC236}">
                  <a16:creationId xmlns:a16="http://schemas.microsoft.com/office/drawing/2014/main" id="{3BA77F00-B9AA-6C44-AD15-0D5343B23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0" y="2885"/>
              <a:ext cx="16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>
                <a:solidFill>
                  <a:srgbClr val="000000"/>
                </a:solidFill>
              </a:endParaRPr>
            </a:p>
          </p:txBody>
        </p:sp>
        <p:sp>
          <p:nvSpPr>
            <p:cNvPr id="39003" name="Rectangle 179">
              <a:extLst>
                <a:ext uri="{FF2B5EF4-FFF2-40B4-BE49-F238E27FC236}">
                  <a16:creationId xmlns:a16="http://schemas.microsoft.com/office/drawing/2014/main" id="{AD22BB41-7FC2-2C44-B524-A73C1212B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" y="2885"/>
              <a:ext cx="1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000000"/>
                  </a:solidFill>
                  <a:latin typeface="Symbol" pitchFamily="2" charset="2"/>
                </a:rPr>
                <a:t>j</a:t>
              </a:r>
              <a:endParaRPr lang="en-US" altLang="zh-CN"/>
            </a:p>
          </p:txBody>
        </p:sp>
      </p:grpSp>
      <p:grpSp>
        <p:nvGrpSpPr>
          <p:cNvPr id="45250" name="Group 194">
            <a:extLst>
              <a:ext uri="{FF2B5EF4-FFF2-40B4-BE49-F238E27FC236}">
                <a16:creationId xmlns:a16="http://schemas.microsoft.com/office/drawing/2014/main" id="{34B6535B-4456-2644-868C-E7A71A472166}"/>
              </a:ext>
            </a:extLst>
          </p:cNvPr>
          <p:cNvGrpSpPr>
            <a:grpSpLocks/>
          </p:cNvGrpSpPr>
          <p:nvPr/>
        </p:nvGrpSpPr>
        <p:grpSpPr bwMode="auto">
          <a:xfrm>
            <a:off x="7726363" y="4217988"/>
            <a:ext cx="835025" cy="1430337"/>
            <a:chOff x="4867" y="2657"/>
            <a:chExt cx="526" cy="901"/>
          </a:xfrm>
        </p:grpSpPr>
        <p:sp>
          <p:nvSpPr>
            <p:cNvPr id="38931" name="Line 183">
              <a:extLst>
                <a:ext uri="{FF2B5EF4-FFF2-40B4-BE49-F238E27FC236}">
                  <a16:creationId xmlns:a16="http://schemas.microsoft.com/office/drawing/2014/main" id="{A27877F6-62CE-DC4F-B22A-A2F6C6E82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6" y="2867"/>
              <a:ext cx="14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32" name="Line 184">
              <a:extLst>
                <a:ext uri="{FF2B5EF4-FFF2-40B4-BE49-F238E27FC236}">
                  <a16:creationId xmlns:a16="http://schemas.microsoft.com/office/drawing/2014/main" id="{BA1F25FA-1FB3-8E4C-BDB3-A33699814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2" y="3313"/>
              <a:ext cx="1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8933" name="Rectangle 185">
              <a:extLst>
                <a:ext uri="{FF2B5EF4-FFF2-40B4-BE49-F238E27FC236}">
                  <a16:creationId xmlns:a16="http://schemas.microsoft.com/office/drawing/2014/main" id="{87EDBA4E-D788-2442-96F3-22E8AFAA5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" y="3336"/>
              <a:ext cx="20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21</a:t>
              </a:r>
              <a:endParaRPr lang="en-US" altLang="zh-CN"/>
            </a:p>
          </p:txBody>
        </p:sp>
        <p:sp>
          <p:nvSpPr>
            <p:cNvPr id="38934" name="Rectangle 186">
              <a:extLst>
                <a:ext uri="{FF2B5EF4-FFF2-40B4-BE49-F238E27FC236}">
                  <a16:creationId xmlns:a16="http://schemas.microsoft.com/office/drawing/2014/main" id="{484F553F-B299-9740-BD16-C1871183B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4" y="3104"/>
              <a:ext cx="13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5</a:t>
              </a:r>
              <a:endParaRPr lang="en-US" altLang="zh-CN"/>
            </a:p>
          </p:txBody>
        </p:sp>
        <p:sp>
          <p:nvSpPr>
            <p:cNvPr id="38935" name="Rectangle 187">
              <a:extLst>
                <a:ext uri="{FF2B5EF4-FFF2-40B4-BE49-F238E27FC236}">
                  <a16:creationId xmlns:a16="http://schemas.microsoft.com/office/drawing/2014/main" id="{56A81087-D223-874E-A702-C1057BA6E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" y="2890"/>
              <a:ext cx="13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9</a:t>
              </a:r>
              <a:endParaRPr lang="en-US" altLang="zh-CN"/>
            </a:p>
          </p:txBody>
        </p:sp>
        <p:sp>
          <p:nvSpPr>
            <p:cNvPr id="38936" name="Rectangle 188">
              <a:extLst>
                <a:ext uri="{FF2B5EF4-FFF2-40B4-BE49-F238E27FC236}">
                  <a16:creationId xmlns:a16="http://schemas.microsoft.com/office/drawing/2014/main" id="{8EB60C7D-E5E1-6F4E-BFDE-86E85CF3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" y="2657"/>
              <a:ext cx="20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10</a:t>
              </a:r>
              <a:endParaRPr lang="en-US" altLang="zh-CN"/>
            </a:p>
          </p:txBody>
        </p:sp>
        <p:sp>
          <p:nvSpPr>
            <p:cNvPr id="38937" name="Rectangle 189">
              <a:extLst>
                <a:ext uri="{FF2B5EF4-FFF2-40B4-BE49-F238E27FC236}">
                  <a16:creationId xmlns:a16="http://schemas.microsoft.com/office/drawing/2014/main" id="{FD8775C6-758D-7849-BBB3-482A0202A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3189"/>
              <a:ext cx="16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38" name="Rectangle 190">
              <a:extLst>
                <a:ext uri="{FF2B5EF4-FFF2-40B4-BE49-F238E27FC236}">
                  <a16:creationId xmlns:a16="http://schemas.microsoft.com/office/drawing/2014/main" id="{2847BB07-34D5-5444-A80A-D5E0B39BB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" y="2742"/>
              <a:ext cx="16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-</a:t>
              </a:r>
              <a:endParaRPr lang="en-US" altLang="zh-CN"/>
            </a:p>
          </p:txBody>
        </p:sp>
        <p:sp>
          <p:nvSpPr>
            <p:cNvPr id="38939" name="Rectangle 191">
              <a:extLst>
                <a:ext uri="{FF2B5EF4-FFF2-40B4-BE49-F238E27FC236}">
                  <a16:creationId xmlns:a16="http://schemas.microsoft.com/office/drawing/2014/main" id="{F99AD642-F101-6D4B-A29A-CDF9763A7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1" y="2742"/>
              <a:ext cx="16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Symbol" pitchFamily="2" charset="2"/>
                </a:rPr>
                <a:t>=</a:t>
              </a:r>
              <a:endParaRPr lang="en-US" altLang="zh-CN"/>
            </a:p>
          </p:txBody>
        </p:sp>
        <p:sp>
          <p:nvSpPr>
            <p:cNvPr id="38940" name="Rectangle 192">
              <a:extLst>
                <a:ext uri="{FF2B5EF4-FFF2-40B4-BE49-F238E27FC236}">
                  <a16:creationId xmlns:a16="http://schemas.microsoft.com/office/drawing/2014/main" id="{0BD6A30A-D8E6-CC46-ACCC-DEE653A3F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3208"/>
              <a:ext cx="7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38941" name="Rectangle 193">
              <a:extLst>
                <a:ext uri="{FF2B5EF4-FFF2-40B4-BE49-F238E27FC236}">
                  <a16:creationId xmlns:a16="http://schemas.microsoft.com/office/drawing/2014/main" id="{CB9E31C5-66E5-E248-8501-C763E55BA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27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2100" b="1" i="1">
                  <a:solidFill>
                    <a:srgbClr val="FF0000"/>
                  </a:solidFill>
                </a:rPr>
                <a:t>b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sp>
        <p:nvSpPr>
          <p:cNvPr id="45238" name="AutoShape 182">
            <a:extLst>
              <a:ext uri="{FF2B5EF4-FFF2-40B4-BE49-F238E27FC236}">
                <a16:creationId xmlns:a16="http://schemas.microsoft.com/office/drawing/2014/main" id="{806EC146-0F0C-224A-A9FC-0D66FA72C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72440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pSp>
        <p:nvGrpSpPr>
          <p:cNvPr id="45254" name="Group 198">
            <a:extLst>
              <a:ext uri="{FF2B5EF4-FFF2-40B4-BE49-F238E27FC236}">
                <a16:creationId xmlns:a16="http://schemas.microsoft.com/office/drawing/2014/main" id="{AF0A7EDA-D43F-6946-9727-67CB484D743D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715000"/>
            <a:ext cx="3492500" cy="763588"/>
            <a:chOff x="912" y="3600"/>
            <a:chExt cx="2200" cy="481"/>
          </a:xfrm>
        </p:grpSpPr>
        <p:sp>
          <p:nvSpPr>
            <p:cNvPr id="45252" name="Text Box 196">
              <a:extLst>
                <a:ext uri="{FF2B5EF4-FFF2-40B4-BE49-F238E27FC236}">
                  <a16:creationId xmlns:a16="http://schemas.microsoft.com/office/drawing/2014/main" id="{3F64123F-B661-114C-BF5E-E98724B36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9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宋体" charset="0"/>
                  <a:cs typeface="宋体" charset="0"/>
                </a:rPr>
                <a:t>即：</a:t>
              </a:r>
              <a:endParaRPr lang="en-US" altLang="zh-CN" sz="2400" b="1">
                <a:ea typeface="宋体" charset="0"/>
                <a:cs typeface="宋体" charset="0"/>
              </a:endParaRPr>
            </a:p>
          </p:txBody>
        </p:sp>
        <p:graphicFrame>
          <p:nvGraphicFramePr>
            <p:cNvPr id="38930" name="Object 197">
              <a:extLst>
                <a:ext uri="{FF2B5EF4-FFF2-40B4-BE49-F238E27FC236}">
                  <a16:creationId xmlns:a16="http://schemas.microsoft.com/office/drawing/2014/main" id="{C1CF1C2B-1935-BF4B-9B55-AF65A366D9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600"/>
            <a:ext cx="1768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3350200" imgH="9067800" progId="Equation.3">
                    <p:embed/>
                  </p:oleObj>
                </mc:Choice>
                <mc:Fallback>
                  <p:oleObj name="Equation" r:id="rId5" imgW="33350200" imgH="9067800" progId="Equation.3">
                    <p:embed/>
                    <p:pic>
                      <p:nvPicPr>
                        <p:cNvPr id="38930" name="Object 197">
                          <a:extLst>
                            <a:ext uri="{FF2B5EF4-FFF2-40B4-BE49-F238E27FC236}">
                              <a16:creationId xmlns:a16="http://schemas.microsoft.com/office/drawing/2014/main" id="{C1CF1C2B-1935-BF4B-9B55-AF65A366D9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600"/>
                          <a:ext cx="1768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8" name="Rectangle 145">
            <a:extLst>
              <a:ext uri="{FF2B5EF4-FFF2-40B4-BE49-F238E27FC236}">
                <a16:creationId xmlns:a16="http://schemas.microsoft.com/office/drawing/2014/main" id="{523C18CB-E890-DF41-A0D5-088A4D619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963" y="50847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rgbClr val="000000"/>
                </a:solidFill>
              </a:rPr>
              <a:t>2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04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1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5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100" grpId="0" autoUpdateAnimBg="0"/>
      <p:bldP spid="45156" grpId="0" autoUpdateAnimBg="0"/>
      <p:bldP spid="45159" grpId="0" autoUpdateAnimBg="0"/>
      <p:bldP spid="452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E3038E8-024D-E446-A882-C5B7B350F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0"/>
            <a:ext cx="3429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800" b="1">
                <a:ea typeface="宋体" panose="02010600030101010101" pitchFamily="2" charset="-122"/>
              </a:rPr>
              <a:t>§4  Gaussian Quadrature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71B1A5D9-D4F3-0F42-8011-A453F0925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54063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>
                <a:solidFill>
                  <a:srgbClr val="008000"/>
                </a:solidFill>
              </a:rPr>
              <a:t>Step 2</a:t>
            </a:r>
            <a:r>
              <a:rPr lang="zh-CN" altLang="en-US" sz="2000" b="1">
                <a:solidFill>
                  <a:srgbClr val="008000"/>
                </a:solidFill>
              </a:rPr>
              <a:t>：</a:t>
            </a:r>
            <a:r>
              <a:rPr lang="zh-CN" altLang="en-US" sz="2400" b="1"/>
              <a:t>求</a:t>
            </a:r>
            <a:r>
              <a:rPr lang="en-US" altLang="zh-CN" sz="2400" b="1" i="1">
                <a:solidFill>
                  <a:schemeClr val="accent2"/>
                </a:solidFill>
                <a:sym typeface="Symbol" charset="0"/>
              </a:rPr>
              <a:t></a:t>
            </a:r>
            <a:r>
              <a:rPr lang="en-US" altLang="zh-CN" sz="2400" b="1" baseline="-25000">
                <a:solidFill>
                  <a:schemeClr val="accent2"/>
                </a:solidFill>
                <a:sym typeface="Symbol" charset="0"/>
              </a:rPr>
              <a:t>2 </a:t>
            </a:r>
            <a:r>
              <a:rPr lang="en-US" altLang="zh-CN" sz="2400" b="1">
                <a:solidFill>
                  <a:schemeClr val="accent2"/>
                </a:solidFill>
                <a:sym typeface="Symbol" charset="0"/>
              </a:rPr>
              <a:t>= 0</a:t>
            </a:r>
            <a:r>
              <a:rPr lang="en-US" altLang="zh-CN" sz="2400" b="1">
                <a:solidFill>
                  <a:srgbClr val="FF0000"/>
                </a:solidFill>
                <a:sym typeface="Symbol" charset="0"/>
              </a:rPr>
              <a:t> </a:t>
            </a:r>
            <a:r>
              <a:rPr lang="zh-CN" altLang="en-US" sz="2400" b="1"/>
              <a:t>的</a:t>
            </a:r>
            <a:r>
              <a:rPr lang="en-US" altLang="zh-CN" sz="2400" b="1"/>
              <a:t> 2 </a:t>
            </a:r>
            <a:r>
              <a:rPr lang="zh-CN" altLang="en-US" sz="2400" b="1"/>
              <a:t>个根，即为</a:t>
            </a:r>
            <a:r>
              <a:rPr lang="en-US" altLang="zh-CN" sz="2400" b="1"/>
              <a:t> Gauss </a:t>
            </a:r>
            <a:r>
              <a:rPr lang="zh-CN" altLang="en-US" sz="2400" b="1"/>
              <a:t>点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0000"/>
                </a:solidFill>
              </a:rPr>
              <a:t>x</a:t>
            </a:r>
            <a:r>
              <a:rPr lang="en-US" altLang="zh-CN" sz="2400" b="1" baseline="-25000">
                <a:solidFill>
                  <a:srgbClr val="FF0000"/>
                </a:solidFill>
              </a:rPr>
              <a:t>0 </a:t>
            </a:r>
            <a:r>
              <a:rPr lang="zh-CN" altLang="en-US" sz="2400" b="1"/>
              <a:t>，</a:t>
            </a:r>
            <a:r>
              <a:rPr lang="en-US" altLang="zh-CN" sz="2400" b="1" i="1">
                <a:solidFill>
                  <a:srgbClr val="FF0000"/>
                </a:solidFill>
              </a:rPr>
              <a:t>x</a:t>
            </a:r>
            <a:r>
              <a:rPr lang="en-US" altLang="zh-CN" sz="2400" b="1" baseline="-25000">
                <a:solidFill>
                  <a:srgbClr val="FF0000"/>
                </a:solidFill>
              </a:rPr>
              <a:t>1</a:t>
            </a:r>
          </a:p>
        </p:txBody>
      </p:sp>
      <p:graphicFrame>
        <p:nvGraphicFramePr>
          <p:cNvPr id="46084" name="Object 4">
            <a:extLst>
              <a:ext uri="{FF2B5EF4-FFF2-40B4-BE49-F238E27FC236}">
                <a16:creationId xmlns:a16="http://schemas.microsoft.com/office/drawing/2014/main" id="{678B6F2D-DE5C-7747-AAFA-1DE0E1141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363663"/>
          <a:ext cx="38750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520100" imgH="10528300" progId="Equation.3">
                  <p:embed/>
                </p:oleObj>
              </mc:Choice>
              <mc:Fallback>
                <p:oleObj name="Equation" r:id="rId6" imgW="46520100" imgH="10528300" progId="Equation.3">
                  <p:embed/>
                  <p:pic>
                    <p:nvPicPr>
                      <p:cNvPr id="46084" name="Object 4">
                        <a:extLst>
                          <a:ext uri="{FF2B5EF4-FFF2-40B4-BE49-F238E27FC236}">
                            <a16:creationId xmlns:a16="http://schemas.microsoft.com/office/drawing/2014/main" id="{678B6F2D-DE5C-7747-AAFA-1DE0E1141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363663"/>
                        <a:ext cx="38750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5">
            <a:extLst>
              <a:ext uri="{FF2B5EF4-FFF2-40B4-BE49-F238E27FC236}">
                <a16:creationId xmlns:a16="http://schemas.microsoft.com/office/drawing/2014/main" id="{758A5C49-DBA3-7F45-935E-B5B5F737C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78063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>
                <a:solidFill>
                  <a:srgbClr val="008000"/>
                </a:solidFill>
              </a:rPr>
              <a:t>Step 3</a:t>
            </a:r>
            <a:r>
              <a:rPr lang="zh-CN" altLang="en-US" sz="2000" b="1">
                <a:solidFill>
                  <a:srgbClr val="008000"/>
                </a:solidFill>
              </a:rPr>
              <a:t>：</a:t>
            </a:r>
            <a:r>
              <a:rPr lang="zh-CN" altLang="en-US" sz="2400" b="1"/>
              <a:t>代入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chemeClr val="accent2"/>
                </a:solidFill>
              </a:rPr>
              <a:t>f </a:t>
            </a:r>
            <a:r>
              <a:rPr lang="en-US" altLang="zh-CN" sz="2400" b="1">
                <a:solidFill>
                  <a:schemeClr val="accent2"/>
                </a:solidFill>
              </a:rPr>
              <a:t>(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>
                <a:solidFill>
                  <a:schemeClr val="accent2"/>
                </a:solidFill>
              </a:rPr>
              <a:t>) = 1, </a:t>
            </a:r>
            <a:r>
              <a:rPr lang="en-US" altLang="zh-CN" sz="2400" b="1" i="1">
                <a:solidFill>
                  <a:schemeClr val="accent2"/>
                </a:solidFill>
              </a:rPr>
              <a:t>x </a:t>
            </a:r>
            <a:r>
              <a:rPr lang="zh-CN" altLang="en-US" sz="2400" b="1"/>
              <a:t>以求解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0000"/>
                </a:solidFill>
              </a:rPr>
              <a:t>A</a:t>
            </a:r>
            <a:r>
              <a:rPr lang="en-US" altLang="zh-CN" sz="2400" b="1" baseline="-25000">
                <a:solidFill>
                  <a:srgbClr val="FF0000"/>
                </a:solidFill>
              </a:rPr>
              <a:t>0 </a:t>
            </a:r>
            <a:r>
              <a:rPr lang="zh-CN" altLang="en-US" sz="2400" b="1"/>
              <a:t>，</a:t>
            </a:r>
            <a:r>
              <a:rPr lang="en-US" altLang="zh-CN" sz="2400" b="1" i="1">
                <a:solidFill>
                  <a:srgbClr val="FF0000"/>
                </a:solidFill>
              </a:rPr>
              <a:t>A</a:t>
            </a:r>
            <a:r>
              <a:rPr lang="en-US" altLang="zh-CN" sz="2400" b="1" baseline="-25000">
                <a:solidFill>
                  <a:srgbClr val="FF0000"/>
                </a:solidFill>
              </a:rPr>
              <a:t>1</a:t>
            </a:r>
            <a:endParaRPr lang="en-US" altLang="zh-CN" sz="2400" b="1"/>
          </a:p>
        </p:txBody>
      </p:sp>
      <p:sp>
        <p:nvSpPr>
          <p:cNvPr id="46086" name="AutoShape 6">
            <a:extLst>
              <a:ext uri="{FF2B5EF4-FFF2-40B4-BE49-F238E27FC236}">
                <a16:creationId xmlns:a16="http://schemas.microsoft.com/office/drawing/2014/main" id="{174B3611-57CC-D94C-84CC-6E7841433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363663"/>
            <a:ext cx="3048000" cy="1066800"/>
          </a:xfrm>
          <a:prstGeom prst="wedgeEllipseCallout">
            <a:avLst>
              <a:gd name="adj1" fmla="val -59167"/>
              <a:gd name="adj2" fmla="val 53722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zh-CN" altLang="en-US" sz="2400" b="1">
                <a:latin typeface="Times New Roman" charset="0"/>
                <a:ea typeface="MS PGothic" charset="0"/>
                <a:cs typeface="MS PGothic" charset="0"/>
              </a:rPr>
              <a:t>解</a:t>
            </a:r>
            <a:r>
              <a:rPr lang="zh-CN" altLang="en-US" sz="2400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</a:rPr>
              <a:t>线性</a:t>
            </a:r>
            <a:r>
              <a:rPr lang="zh-CN" altLang="en-US" sz="2400" b="1">
                <a:latin typeface="Times New Roman" charset="0"/>
                <a:ea typeface="MS PGothic" charset="0"/>
                <a:cs typeface="MS PGothic" charset="0"/>
              </a:rPr>
              <a:t>方程组，简单。</a:t>
            </a:r>
            <a:endParaRPr lang="en-US" altLang="zh-CN" sz="2400" b="1">
              <a:latin typeface="Times New Roman" charset="0"/>
              <a:ea typeface="MS PGothic" charset="0"/>
              <a:cs typeface="MS PGothic" charset="0"/>
            </a:endParaRPr>
          </a:p>
        </p:txBody>
      </p:sp>
      <p:grpSp>
        <p:nvGrpSpPr>
          <p:cNvPr id="46089" name="Group 9">
            <a:extLst>
              <a:ext uri="{FF2B5EF4-FFF2-40B4-BE49-F238E27FC236}">
                <a16:creationId xmlns:a16="http://schemas.microsoft.com/office/drawing/2014/main" id="{2D513D3F-8F25-3F45-9173-74122F5595E9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963863"/>
            <a:ext cx="6972300" cy="465137"/>
            <a:chOff x="240" y="1440"/>
            <a:chExt cx="4392" cy="293"/>
          </a:xfrm>
        </p:grpSpPr>
        <p:sp>
          <p:nvSpPr>
            <p:cNvPr id="46087" name="Text Box 7">
              <a:extLst>
                <a:ext uri="{FF2B5EF4-FFF2-40B4-BE49-F238E27FC236}">
                  <a16:creationId xmlns:a16="http://schemas.microsoft.com/office/drawing/2014/main" id="{C5511A94-A923-1049-A3C9-89591CA8A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440"/>
              <a:ext cx="2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/>
                <a:t>结果为：</a:t>
              </a:r>
              <a:endParaRPr lang="en-US" altLang="zh-CN" sz="2400" b="1" dirty="0"/>
            </a:p>
          </p:txBody>
        </p:sp>
        <p:graphicFrame>
          <p:nvGraphicFramePr>
            <p:cNvPr id="39950" name="Object 8">
              <a:extLst>
                <a:ext uri="{FF2B5EF4-FFF2-40B4-BE49-F238E27FC236}">
                  <a16:creationId xmlns:a16="http://schemas.microsoft.com/office/drawing/2014/main" id="{0EB9A029-6056-314B-BD6E-FAC8B993AF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2" y="1488"/>
            <a:ext cx="334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6073000" imgH="5270500" progId="Equation.3">
                    <p:embed/>
                  </p:oleObj>
                </mc:Choice>
                <mc:Fallback>
                  <p:oleObj name="Equation" r:id="rId8" imgW="76073000" imgH="5270500" progId="Equation.3">
                    <p:embed/>
                    <p:pic>
                      <p:nvPicPr>
                        <p:cNvPr id="39950" name="Object 8">
                          <a:extLst>
                            <a:ext uri="{FF2B5EF4-FFF2-40B4-BE49-F238E27FC236}">
                              <a16:creationId xmlns:a16="http://schemas.microsoft.com/office/drawing/2014/main" id="{0EB9A029-6056-314B-BD6E-FAC8B993AF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1488"/>
                          <a:ext cx="3340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093" name="Group 13">
            <a:extLst>
              <a:ext uri="{FF2B5EF4-FFF2-40B4-BE49-F238E27FC236}">
                <a16:creationId xmlns:a16="http://schemas.microsoft.com/office/drawing/2014/main" id="{408F66AD-981C-1D41-9A55-062E03DD970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491038"/>
            <a:ext cx="5630863" cy="681037"/>
            <a:chOff x="240" y="1728"/>
            <a:chExt cx="3264" cy="429"/>
          </a:xfrm>
        </p:grpSpPr>
        <p:sp>
          <p:nvSpPr>
            <p:cNvPr id="46091" name="Text Box 11">
              <a:extLst>
                <a:ext uri="{FF2B5EF4-FFF2-40B4-BE49-F238E27FC236}">
                  <a16:creationId xmlns:a16="http://schemas.microsoft.com/office/drawing/2014/main" id="{29944248-D738-5C44-9EB3-AE7A9B15E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776"/>
              <a:ext cx="3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solidFill>
                    <a:schemeClr val="accent2"/>
                  </a:solidFill>
                  <a:sym typeface="Wingdings" charset="0"/>
                </a:rPr>
                <a:t></a:t>
              </a:r>
              <a:r>
                <a:rPr lang="en-US" altLang="zh-CN" sz="2400" b="1">
                  <a:sym typeface="Wingdings" charset="0"/>
                </a:rPr>
                <a:t> </a:t>
              </a:r>
              <a:r>
                <a:rPr lang="zh-CN" altLang="en-US" sz="2400" b="1"/>
                <a:t>利用此公式计算</a:t>
              </a:r>
              <a:r>
                <a:rPr lang="en-US" altLang="zh-CN" sz="2400" b="1"/>
                <a:t>                       </a:t>
              </a:r>
              <a:r>
                <a:rPr lang="zh-CN" altLang="en-US" sz="2400" b="1"/>
                <a:t>的值</a:t>
              </a:r>
              <a:endParaRPr lang="en-US" altLang="zh-CN" sz="2400" b="1"/>
            </a:p>
          </p:txBody>
        </p:sp>
        <p:graphicFrame>
          <p:nvGraphicFramePr>
            <p:cNvPr id="39948" name="Object 12">
              <a:extLst>
                <a:ext uri="{FF2B5EF4-FFF2-40B4-BE49-F238E27FC236}">
                  <a16:creationId xmlns:a16="http://schemas.microsoft.com/office/drawing/2014/main" id="{152A49D0-2588-1D41-839C-67C242298B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1" y="1728"/>
            <a:ext cx="1094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383000" imgH="8191500" progId="Equation.3">
                    <p:embed/>
                  </p:oleObj>
                </mc:Choice>
                <mc:Fallback>
                  <p:oleObj name="Equation" r:id="rId10" imgW="16383000" imgH="8191500" progId="Equation.3">
                    <p:embed/>
                    <p:pic>
                      <p:nvPicPr>
                        <p:cNvPr id="39948" name="Object 12">
                          <a:extLst>
                            <a:ext uri="{FF2B5EF4-FFF2-40B4-BE49-F238E27FC236}">
                              <a16:creationId xmlns:a16="http://schemas.microsoft.com/office/drawing/2014/main" id="{152A49D0-2588-1D41-839C-67C242298B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" y="1728"/>
                          <a:ext cx="1094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094" name="Object 14">
            <a:extLst>
              <a:ext uri="{FF2B5EF4-FFF2-40B4-BE49-F238E27FC236}">
                <a16:creationId xmlns:a16="http://schemas.microsoft.com/office/drawing/2014/main" id="{46B1E5E4-DB6A-6042-B949-FB4C03C28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5329238"/>
          <a:ext cx="11557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462000" imgH="4102100" progId="Equation.3">
                  <p:embed/>
                </p:oleObj>
              </mc:Choice>
              <mc:Fallback>
                <p:oleObj name="Equation" r:id="rId12" imgW="13462000" imgH="4102100" progId="Equation.3">
                  <p:embed/>
                  <p:pic>
                    <p:nvPicPr>
                      <p:cNvPr id="46094" name="Object 14">
                        <a:extLst>
                          <a:ext uri="{FF2B5EF4-FFF2-40B4-BE49-F238E27FC236}">
                            <a16:creationId xmlns:a16="http://schemas.microsoft.com/office/drawing/2014/main" id="{46B1E5E4-DB6A-6042-B949-FB4C03C28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329238"/>
                        <a:ext cx="11557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6" name="Object 16">
            <a:extLst>
              <a:ext uri="{FF2B5EF4-FFF2-40B4-BE49-F238E27FC236}">
                <a16:creationId xmlns:a16="http://schemas.microsoft.com/office/drawing/2014/main" id="{B5DD04AB-809C-4244-8C98-07FB71A629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176838"/>
          <a:ext cx="15240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11900" imgH="8191500" progId="Equation.3">
                  <p:embed/>
                </p:oleObj>
              </mc:Choice>
              <mc:Fallback>
                <p:oleObj name="Equation" r:id="rId14" imgW="19011900" imgH="8191500" progId="Equation.3">
                  <p:embed/>
                  <p:pic>
                    <p:nvPicPr>
                      <p:cNvPr id="46096" name="Object 16">
                        <a:extLst>
                          <a:ext uri="{FF2B5EF4-FFF2-40B4-BE49-F238E27FC236}">
                            <a16:creationId xmlns:a16="http://schemas.microsoft.com/office/drawing/2014/main" id="{B5DD04AB-809C-4244-8C98-07FB71A629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76838"/>
                        <a:ext cx="15240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17">
            <a:extLst>
              <a:ext uri="{FF2B5EF4-FFF2-40B4-BE49-F238E27FC236}">
                <a16:creationId xmlns:a16="http://schemas.microsoft.com/office/drawing/2014/main" id="{3AA6315E-C573-574F-9A30-0C5131F9F5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253038"/>
          <a:ext cx="5562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700400" imgH="5854700" progId="Equation.3">
                  <p:embed/>
                </p:oleObj>
              </mc:Choice>
              <mc:Fallback>
                <p:oleObj name="Equation" r:id="rId16" imgW="66700400" imgH="5854700" progId="Equation.3">
                  <p:embed/>
                  <p:pic>
                    <p:nvPicPr>
                      <p:cNvPr id="46097" name="Object 17">
                        <a:extLst>
                          <a:ext uri="{FF2B5EF4-FFF2-40B4-BE49-F238E27FC236}">
                            <a16:creationId xmlns:a16="http://schemas.microsoft.com/office/drawing/2014/main" id="{3AA6315E-C573-574F-9A30-0C5131F9F5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253038"/>
                        <a:ext cx="55626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842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5" grpId="0" autoUpdateAnimBg="0"/>
      <p:bldP spid="4608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3972" name="Object 4">
            <a:extLst>
              <a:ext uri="{FF2B5EF4-FFF2-40B4-BE49-F238E27FC236}">
                <a16:creationId xmlns:a16="http://schemas.microsoft.com/office/drawing/2014/main" id="{45523159-71F7-FD40-900B-C2C9419A7B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4559300"/>
          <a:ext cx="51276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0000" imgH="330200" progId="Equation.3">
                  <p:embed/>
                </p:oleObj>
              </mc:Choice>
              <mc:Fallback>
                <p:oleObj name="Equation" r:id="rId2" imgW="2540000" imgH="330200" progId="Equation.3">
                  <p:embed/>
                  <p:pic>
                    <p:nvPicPr>
                      <p:cNvPr id="723972" name="Object 4">
                        <a:extLst>
                          <a:ext uri="{FF2B5EF4-FFF2-40B4-BE49-F238E27FC236}">
                            <a16:creationId xmlns:a16="http://schemas.microsoft.com/office/drawing/2014/main" id="{45523159-71F7-FD40-900B-C2C9419A7B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4559300"/>
                        <a:ext cx="51276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3" name="Object 5">
            <a:extLst>
              <a:ext uri="{FF2B5EF4-FFF2-40B4-BE49-F238E27FC236}">
                <a16:creationId xmlns:a16="http://schemas.microsoft.com/office/drawing/2014/main" id="{35EEFA66-3278-B34D-B5DE-FDB5AE236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1350" y="2401888"/>
          <a:ext cx="22383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444500" progId="Equation.DSMT4">
                  <p:embed/>
                </p:oleObj>
              </mc:Choice>
              <mc:Fallback>
                <p:oleObj name="Equation" r:id="rId4" imgW="1612900" imgH="444500" progId="Equation.DSMT4">
                  <p:embed/>
                  <p:pic>
                    <p:nvPicPr>
                      <p:cNvPr id="723973" name="Object 5">
                        <a:extLst>
                          <a:ext uri="{FF2B5EF4-FFF2-40B4-BE49-F238E27FC236}">
                            <a16:creationId xmlns:a16="http://schemas.microsoft.com/office/drawing/2014/main" id="{35EEFA66-3278-B34D-B5DE-FDB5AE2363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2401888"/>
                        <a:ext cx="223837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974" name="Text Box 6">
            <a:extLst>
              <a:ext uri="{FF2B5EF4-FFF2-40B4-BE49-F238E27FC236}">
                <a16:creationId xmlns:a16="http://schemas.microsoft.com/office/drawing/2014/main" id="{61594007-30F0-B54A-8F39-A8561CE12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20938"/>
            <a:ext cx="1317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b="1">
                <a:latin typeface="楷体_GB2312" charset="0"/>
              </a:rPr>
              <a:t>解 记</a:t>
            </a:r>
          </a:p>
        </p:txBody>
      </p:sp>
      <p:graphicFrame>
        <p:nvGraphicFramePr>
          <p:cNvPr id="723975" name="Object 7">
            <a:extLst>
              <a:ext uri="{FF2B5EF4-FFF2-40B4-BE49-F238E27FC236}">
                <a16:creationId xmlns:a16="http://schemas.microsoft.com/office/drawing/2014/main" id="{A8463FF2-9E2C-A54D-B2C9-A5ED1C02A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3305175"/>
          <a:ext cx="47259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62300" imgH="317500" progId="Equation.DSMT4">
                  <p:embed/>
                </p:oleObj>
              </mc:Choice>
              <mc:Fallback>
                <p:oleObj name="Equation" r:id="rId6" imgW="3162300" imgH="317500" progId="Equation.DSMT4">
                  <p:embed/>
                  <p:pic>
                    <p:nvPicPr>
                      <p:cNvPr id="723975" name="Object 7">
                        <a:extLst>
                          <a:ext uri="{FF2B5EF4-FFF2-40B4-BE49-F238E27FC236}">
                            <a16:creationId xmlns:a16="http://schemas.microsoft.com/office/drawing/2014/main" id="{A8463FF2-9E2C-A54D-B2C9-A5ED1C02A6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3305175"/>
                        <a:ext cx="47259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6" name="Object 8">
            <a:extLst>
              <a:ext uri="{FF2B5EF4-FFF2-40B4-BE49-F238E27FC236}">
                <a16:creationId xmlns:a16="http://schemas.microsoft.com/office/drawing/2014/main" id="{E62A32A5-FDA8-064C-851E-3FFF70BBD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8038" y="5349875"/>
          <a:ext cx="6269037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98800" imgH="330200" progId="Equation.3">
                  <p:embed/>
                </p:oleObj>
              </mc:Choice>
              <mc:Fallback>
                <p:oleObj name="Equation" r:id="rId8" imgW="3098800" imgH="330200" progId="Equation.3">
                  <p:embed/>
                  <p:pic>
                    <p:nvPicPr>
                      <p:cNvPr id="723976" name="Object 8">
                        <a:extLst>
                          <a:ext uri="{FF2B5EF4-FFF2-40B4-BE49-F238E27FC236}">
                            <a16:creationId xmlns:a16="http://schemas.microsoft.com/office/drawing/2014/main" id="{E62A32A5-FDA8-064C-851E-3FFF70BBD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038" y="5349875"/>
                        <a:ext cx="6269037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7" name="Object 9">
            <a:extLst>
              <a:ext uri="{FF2B5EF4-FFF2-40B4-BE49-F238E27FC236}">
                <a16:creationId xmlns:a16="http://schemas.microsoft.com/office/drawing/2014/main" id="{F31DA9AF-6A9B-AD41-829C-8F0D9F7DF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5100" y="3948113"/>
          <a:ext cx="41846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55900" imgH="317500" progId="Equation.DSMT4">
                  <p:embed/>
                </p:oleObj>
              </mc:Choice>
              <mc:Fallback>
                <p:oleObj name="Equation" r:id="rId10" imgW="2755900" imgH="317500" progId="Equation.DSMT4">
                  <p:embed/>
                  <p:pic>
                    <p:nvPicPr>
                      <p:cNvPr id="723977" name="Object 9">
                        <a:extLst>
                          <a:ext uri="{FF2B5EF4-FFF2-40B4-BE49-F238E27FC236}">
                            <a16:creationId xmlns:a16="http://schemas.microsoft.com/office/drawing/2014/main" id="{F31DA9AF-6A9B-AD41-829C-8F0D9F7DF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3948113"/>
                        <a:ext cx="41846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10">
            <a:extLst>
              <a:ext uri="{FF2B5EF4-FFF2-40B4-BE49-F238E27FC236}">
                <a16:creationId xmlns:a16="http://schemas.microsoft.com/office/drawing/2014/main" id="{851DD413-5089-A345-AFD8-040BD3154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4525" y="5986463"/>
          <a:ext cx="60071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71800" imgH="406400" progId="Equation.3">
                  <p:embed/>
                </p:oleObj>
              </mc:Choice>
              <mc:Fallback>
                <p:oleObj name="Equation" r:id="rId12" imgW="2971800" imgH="406400" progId="Equation.3">
                  <p:embed/>
                  <p:pic>
                    <p:nvPicPr>
                      <p:cNvPr id="29703" name="Object 10">
                        <a:extLst>
                          <a:ext uri="{FF2B5EF4-FFF2-40B4-BE49-F238E27FC236}">
                            <a16:creationId xmlns:a16="http://schemas.microsoft.com/office/drawing/2014/main" id="{851DD413-5089-A345-AFD8-040BD3154D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5986463"/>
                        <a:ext cx="60071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2">
            <a:extLst>
              <a:ext uri="{FF2B5EF4-FFF2-40B4-BE49-F238E27FC236}">
                <a16:creationId xmlns:a16="http://schemas.microsoft.com/office/drawing/2014/main" id="{0C27AFCF-71D0-3945-802D-07386A2F4D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866410"/>
              </p:ext>
            </p:extLst>
          </p:nvPr>
        </p:nvGraphicFramePr>
        <p:xfrm>
          <a:off x="606721" y="66675"/>
          <a:ext cx="8008937" cy="235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57700" imgH="1371600" progId="Equation.3">
                  <p:embed/>
                </p:oleObj>
              </mc:Choice>
              <mc:Fallback>
                <p:oleObj name="Equation" r:id="rId14" imgW="4457700" imgH="1371600" progId="Equation.3">
                  <p:embed/>
                  <p:pic>
                    <p:nvPicPr>
                      <p:cNvPr id="40968" name="Object 2">
                        <a:extLst>
                          <a:ext uri="{FF2B5EF4-FFF2-40B4-BE49-F238E27FC236}">
                            <a16:creationId xmlns:a16="http://schemas.microsoft.com/office/drawing/2014/main" id="{0C27AFCF-71D0-3945-802D-07386A2F4D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21" y="66675"/>
                        <a:ext cx="8008937" cy="235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45609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7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灯片编号占位符 3">
            <a:extLst>
              <a:ext uri="{FF2B5EF4-FFF2-40B4-BE49-F238E27FC236}">
                <a16:creationId xmlns:a16="http://schemas.microsoft.com/office/drawing/2014/main" id="{AD9F8FBB-1355-2643-8B71-04AC2909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F2BCCA3-BCEF-E84D-8B8D-C89336C2BCB5}" type="slidenum">
              <a:rPr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pPr eaLnBrk="1" hangingPunct="1"/>
              <a:t>14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1922" name="Object 2">
            <a:extLst>
              <a:ext uri="{FF2B5EF4-FFF2-40B4-BE49-F238E27FC236}">
                <a16:creationId xmlns:a16="http://schemas.microsoft.com/office/drawing/2014/main" id="{B5A08283-B1B8-9042-85DB-C40AC95D5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341438"/>
          <a:ext cx="791051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52900" imgH="571500" progId="Equation.DSMT4">
                  <p:embed/>
                </p:oleObj>
              </mc:Choice>
              <mc:Fallback>
                <p:oleObj name="Equation" r:id="rId2" imgW="4152900" imgH="571500" progId="Equation.DSMT4">
                  <p:embed/>
                  <p:pic>
                    <p:nvPicPr>
                      <p:cNvPr id="721922" name="Object 2">
                        <a:extLst>
                          <a:ext uri="{FF2B5EF4-FFF2-40B4-BE49-F238E27FC236}">
                            <a16:creationId xmlns:a16="http://schemas.microsoft.com/office/drawing/2014/main" id="{B5A08283-B1B8-9042-85DB-C40AC95D5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341438"/>
                        <a:ext cx="7910512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3" name="Object 3">
            <a:extLst>
              <a:ext uri="{FF2B5EF4-FFF2-40B4-BE49-F238E27FC236}">
                <a16:creationId xmlns:a16="http://schemas.microsoft.com/office/drawing/2014/main" id="{D922D28D-D985-9C45-B00A-E15147CCC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636838"/>
          <a:ext cx="3276600" cy="261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16100" imgH="1422400" progId="Equation.3">
                  <p:embed/>
                </p:oleObj>
              </mc:Choice>
              <mc:Fallback>
                <p:oleObj name="公式" r:id="rId4" imgW="1816100" imgH="1422400" progId="Equation.3">
                  <p:embed/>
                  <p:pic>
                    <p:nvPicPr>
                      <p:cNvPr id="721923" name="Object 3">
                        <a:extLst>
                          <a:ext uri="{FF2B5EF4-FFF2-40B4-BE49-F238E27FC236}">
                            <a16:creationId xmlns:a16="http://schemas.microsoft.com/office/drawing/2014/main" id="{D922D28D-D985-9C45-B00A-E15147CCC6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636838"/>
                        <a:ext cx="3276600" cy="261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4" name="Object 4">
            <a:extLst>
              <a:ext uri="{FF2B5EF4-FFF2-40B4-BE49-F238E27FC236}">
                <a16:creationId xmlns:a16="http://schemas.microsoft.com/office/drawing/2014/main" id="{00FFD69B-4F56-FA45-8059-F9CCE8955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445125"/>
          <a:ext cx="82994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52900" imgH="546100" progId="Equation.DSMT4">
                  <p:embed/>
                </p:oleObj>
              </mc:Choice>
              <mc:Fallback>
                <p:oleObj name="Equation" r:id="rId6" imgW="4152900" imgH="546100" progId="Equation.DSMT4">
                  <p:embed/>
                  <p:pic>
                    <p:nvPicPr>
                      <p:cNvPr id="721924" name="Object 4">
                        <a:extLst>
                          <a:ext uri="{FF2B5EF4-FFF2-40B4-BE49-F238E27FC236}">
                            <a16:creationId xmlns:a16="http://schemas.microsoft.com/office/drawing/2014/main" id="{00FFD69B-4F56-FA45-8059-F9CCE8955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45125"/>
                        <a:ext cx="82994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5" name="Object 5">
            <a:extLst>
              <a:ext uri="{FF2B5EF4-FFF2-40B4-BE49-F238E27FC236}">
                <a16:creationId xmlns:a16="http://schemas.microsoft.com/office/drawing/2014/main" id="{BB7ED011-886D-5C46-B8EF-355C4C520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2924175"/>
          <a:ext cx="2754312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4000" imgH="1117600" progId="Equation.3">
                  <p:embed/>
                </p:oleObj>
              </mc:Choice>
              <mc:Fallback>
                <p:oleObj name="Equation" r:id="rId8" imgW="1524000" imgH="1117600" progId="Equation.3">
                  <p:embed/>
                  <p:pic>
                    <p:nvPicPr>
                      <p:cNvPr id="721925" name="Object 5">
                        <a:extLst>
                          <a:ext uri="{FF2B5EF4-FFF2-40B4-BE49-F238E27FC236}">
                            <a16:creationId xmlns:a16="http://schemas.microsoft.com/office/drawing/2014/main" id="{BB7ED011-886D-5C46-B8EF-355C4C5200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924175"/>
                        <a:ext cx="2754312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82926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5" name="灯片编号占位符 3">
            <a:extLst>
              <a:ext uri="{FF2B5EF4-FFF2-40B4-BE49-F238E27FC236}">
                <a16:creationId xmlns:a16="http://schemas.microsoft.com/office/drawing/2014/main" id="{B7B6C920-6544-6349-AC9D-33548708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F41B136-4319-5A43-BAF5-28A1EDBDFF3A}" type="slidenum">
              <a:rPr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pPr eaLnBrk="1" hangingPunct="1"/>
              <a:t>15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2946" name="Object 2">
            <a:extLst>
              <a:ext uri="{FF2B5EF4-FFF2-40B4-BE49-F238E27FC236}">
                <a16:creationId xmlns:a16="http://schemas.microsoft.com/office/drawing/2014/main" id="{BAD7BB5D-79A6-8B46-BD7C-3F3A078831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1844675"/>
          <a:ext cx="49926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95600" imgH="546100" progId="Equation.3">
                  <p:embed/>
                </p:oleObj>
              </mc:Choice>
              <mc:Fallback>
                <p:oleObj name="公式" r:id="rId2" imgW="2895600" imgH="546100" progId="Equation.3">
                  <p:embed/>
                  <p:pic>
                    <p:nvPicPr>
                      <p:cNvPr id="722946" name="Object 2">
                        <a:extLst>
                          <a:ext uri="{FF2B5EF4-FFF2-40B4-BE49-F238E27FC236}">
                            <a16:creationId xmlns:a16="http://schemas.microsoft.com/office/drawing/2014/main" id="{BAD7BB5D-79A6-8B46-BD7C-3F3A078831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844675"/>
                        <a:ext cx="49926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47" name="Rectangle 3">
            <a:extLst>
              <a:ext uri="{FF2B5EF4-FFF2-40B4-BE49-F238E27FC236}">
                <a16:creationId xmlns:a16="http://schemas.microsoft.com/office/drawing/2014/main" id="{DE442D57-B364-C74D-B793-6C3241402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589588"/>
            <a:ext cx="6365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200" b="1">
                <a:latin typeface="宋体" panose="02010600030101010101" pitchFamily="2" charset="-122"/>
              </a:rPr>
              <a:t>∴</a:t>
            </a:r>
            <a:r>
              <a:rPr lang="zh-CN" altLang="en-US" sz="3200" b="1"/>
              <a:t>　此求积公式有</a:t>
            </a:r>
            <a:r>
              <a:rPr lang="en-US" altLang="zh-CN" sz="3200" b="1"/>
              <a:t>5</a:t>
            </a:r>
            <a:r>
              <a:rPr lang="zh-CN" altLang="en-US" sz="3200" b="1"/>
              <a:t>次代数精确度</a:t>
            </a:r>
            <a:endParaRPr lang="zh-CN" altLang="en-US" sz="3200" b="1">
              <a:latin typeface="Arial" panose="020B0604020202020204" pitchFamily="34" charset="0"/>
            </a:endParaRPr>
          </a:p>
        </p:txBody>
      </p:sp>
      <p:graphicFrame>
        <p:nvGraphicFramePr>
          <p:cNvPr id="722948" name="Object 4">
            <a:extLst>
              <a:ext uri="{FF2B5EF4-FFF2-40B4-BE49-F238E27FC236}">
                <a16:creationId xmlns:a16="http://schemas.microsoft.com/office/drawing/2014/main" id="{654D4CC0-2955-0540-9C0B-200D8E07E2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8" y="2776538"/>
          <a:ext cx="289083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76400" imgH="546100" progId="Equation.3">
                  <p:embed/>
                </p:oleObj>
              </mc:Choice>
              <mc:Fallback>
                <p:oleObj name="公式" r:id="rId4" imgW="1676400" imgH="546100" progId="Equation.3">
                  <p:embed/>
                  <p:pic>
                    <p:nvPicPr>
                      <p:cNvPr id="722948" name="Object 4">
                        <a:extLst>
                          <a:ext uri="{FF2B5EF4-FFF2-40B4-BE49-F238E27FC236}">
                            <a16:creationId xmlns:a16="http://schemas.microsoft.com/office/drawing/2014/main" id="{654D4CC0-2955-0540-9C0B-200D8E07E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2776538"/>
                        <a:ext cx="289083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49" name="Object 5">
            <a:extLst>
              <a:ext uri="{FF2B5EF4-FFF2-40B4-BE49-F238E27FC236}">
                <a16:creationId xmlns:a16="http://schemas.microsoft.com/office/drawing/2014/main" id="{8B0840B0-1B61-FD4C-BAD0-7A717E7031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863" y="3795713"/>
          <a:ext cx="28321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38300" imgH="444500" progId="Equation.3">
                  <p:embed/>
                </p:oleObj>
              </mc:Choice>
              <mc:Fallback>
                <p:oleObj name="公式" r:id="rId6" imgW="1638300" imgH="444500" progId="Equation.3">
                  <p:embed/>
                  <p:pic>
                    <p:nvPicPr>
                      <p:cNvPr id="722949" name="Object 5">
                        <a:extLst>
                          <a:ext uri="{FF2B5EF4-FFF2-40B4-BE49-F238E27FC236}">
                            <a16:creationId xmlns:a16="http://schemas.microsoft.com/office/drawing/2014/main" id="{8B0840B0-1B61-FD4C-BAD0-7A717E703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3" y="3795713"/>
                        <a:ext cx="28321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0" name="Object 6">
            <a:extLst>
              <a:ext uri="{FF2B5EF4-FFF2-40B4-BE49-F238E27FC236}">
                <a16:creationId xmlns:a16="http://schemas.microsoft.com/office/drawing/2014/main" id="{8D003189-6BCF-EC42-A472-F2164B171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8" y="4645025"/>
          <a:ext cx="32400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79600" imgH="546100" progId="Equation.3">
                  <p:embed/>
                </p:oleObj>
              </mc:Choice>
              <mc:Fallback>
                <p:oleObj name="公式" r:id="rId8" imgW="1879600" imgH="546100" progId="Equation.3">
                  <p:embed/>
                  <p:pic>
                    <p:nvPicPr>
                      <p:cNvPr id="722950" name="Object 6">
                        <a:extLst>
                          <a:ext uri="{FF2B5EF4-FFF2-40B4-BE49-F238E27FC236}">
                            <a16:creationId xmlns:a16="http://schemas.microsoft.com/office/drawing/2014/main" id="{8D003189-6BCF-EC42-A472-F2164B171E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8" y="4645025"/>
                        <a:ext cx="324008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1" name="Object 7">
            <a:extLst>
              <a:ext uri="{FF2B5EF4-FFF2-40B4-BE49-F238E27FC236}">
                <a16:creationId xmlns:a16="http://schemas.microsoft.com/office/drawing/2014/main" id="{FA4DEA65-0A2B-3949-8EE1-9211524028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989138"/>
          <a:ext cx="28321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38300" imgH="444500" progId="Equation.3">
                  <p:embed/>
                </p:oleObj>
              </mc:Choice>
              <mc:Fallback>
                <p:oleObj name="公式" r:id="rId10" imgW="1638300" imgH="444500" progId="Equation.3">
                  <p:embed/>
                  <p:pic>
                    <p:nvPicPr>
                      <p:cNvPr id="722951" name="Object 7">
                        <a:extLst>
                          <a:ext uri="{FF2B5EF4-FFF2-40B4-BE49-F238E27FC236}">
                            <a16:creationId xmlns:a16="http://schemas.microsoft.com/office/drawing/2014/main" id="{FA4DEA65-0A2B-3949-8EE1-9211524028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989138"/>
                        <a:ext cx="28321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2" name="Object 8">
            <a:extLst>
              <a:ext uri="{FF2B5EF4-FFF2-40B4-BE49-F238E27FC236}">
                <a16:creationId xmlns:a16="http://schemas.microsoft.com/office/drawing/2014/main" id="{6266EB60-FE14-1A4E-830E-0F21CD43C4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900" y="2698750"/>
          <a:ext cx="47005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30500" imgH="546100" progId="Equation.3">
                  <p:embed/>
                </p:oleObj>
              </mc:Choice>
              <mc:Fallback>
                <p:oleObj name="公式" r:id="rId12" imgW="2730500" imgH="546100" progId="Equation.3">
                  <p:embed/>
                  <p:pic>
                    <p:nvPicPr>
                      <p:cNvPr id="722952" name="Object 8">
                        <a:extLst>
                          <a:ext uri="{FF2B5EF4-FFF2-40B4-BE49-F238E27FC236}">
                            <a16:creationId xmlns:a16="http://schemas.microsoft.com/office/drawing/2014/main" id="{6266EB60-FE14-1A4E-830E-0F21CD43C4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2698750"/>
                        <a:ext cx="47005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3" name="Object 9">
            <a:extLst>
              <a:ext uri="{FF2B5EF4-FFF2-40B4-BE49-F238E27FC236}">
                <a16:creationId xmlns:a16="http://schemas.microsoft.com/office/drawing/2014/main" id="{41B7C4D8-D5EC-9D4A-9919-C52AC72EF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706813"/>
          <a:ext cx="49926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95600" imgH="546100" progId="Equation.3">
                  <p:embed/>
                </p:oleObj>
              </mc:Choice>
              <mc:Fallback>
                <p:oleObj name="公式" r:id="rId14" imgW="2895600" imgH="546100" progId="Equation.3">
                  <p:embed/>
                  <p:pic>
                    <p:nvPicPr>
                      <p:cNvPr id="722953" name="Object 9">
                        <a:extLst>
                          <a:ext uri="{FF2B5EF4-FFF2-40B4-BE49-F238E27FC236}">
                            <a16:creationId xmlns:a16="http://schemas.microsoft.com/office/drawing/2014/main" id="{41B7C4D8-D5EC-9D4A-9919-C52AC72EF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706813"/>
                        <a:ext cx="49926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4" name="Object 10">
            <a:extLst>
              <a:ext uri="{FF2B5EF4-FFF2-40B4-BE49-F238E27FC236}">
                <a16:creationId xmlns:a16="http://schemas.microsoft.com/office/drawing/2014/main" id="{AF3BBDFB-BDF2-1B4C-A8EC-E96D43BD63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4649788"/>
          <a:ext cx="51387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84500" imgH="546100" progId="Equation.DSMT4">
                  <p:embed/>
                </p:oleObj>
              </mc:Choice>
              <mc:Fallback>
                <p:oleObj name="Equation" r:id="rId16" imgW="2984500" imgH="546100" progId="Equation.DSMT4">
                  <p:embed/>
                  <p:pic>
                    <p:nvPicPr>
                      <p:cNvPr id="722954" name="Object 10">
                        <a:extLst>
                          <a:ext uri="{FF2B5EF4-FFF2-40B4-BE49-F238E27FC236}">
                            <a16:creationId xmlns:a16="http://schemas.microsoft.com/office/drawing/2014/main" id="{AF3BBDFB-BDF2-1B4C-A8EC-E96D43BD63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649788"/>
                        <a:ext cx="513873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>
            <a:extLst>
              <a:ext uri="{FF2B5EF4-FFF2-40B4-BE49-F238E27FC236}">
                <a16:creationId xmlns:a16="http://schemas.microsoft.com/office/drawing/2014/main" id="{F3FC73A8-6985-0F49-9BE9-AC117B7527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549275"/>
          <a:ext cx="78120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11600" imgH="546100" progId="Equation.3">
                  <p:embed/>
                </p:oleObj>
              </mc:Choice>
              <mc:Fallback>
                <p:oleObj name="Equation" r:id="rId18" imgW="3911600" imgH="546100" progId="Equation.3">
                  <p:embed/>
                  <p:pic>
                    <p:nvPicPr>
                      <p:cNvPr id="43019" name="Object 11">
                        <a:extLst>
                          <a:ext uri="{FF2B5EF4-FFF2-40B4-BE49-F238E27FC236}">
                            <a16:creationId xmlns:a16="http://schemas.microsoft.com/office/drawing/2014/main" id="{F3FC73A8-6985-0F49-9BE9-AC117B752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49275"/>
                        <a:ext cx="7812087" cy="10318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56" name="Rectangle 12">
            <a:extLst>
              <a:ext uri="{FF2B5EF4-FFF2-40B4-BE49-F238E27FC236}">
                <a16:creationId xmlns:a16="http://schemas.microsoft.com/office/drawing/2014/main" id="{1E266B0B-D253-0D4D-8A8F-452108667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6278563"/>
            <a:ext cx="5248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00FF"/>
                </a:solidFill>
              </a:rPr>
              <a:t>是</a:t>
            </a:r>
            <a:r>
              <a:rPr lang="en-US" altLang="zh-CN" sz="3200" b="1">
                <a:solidFill>
                  <a:srgbClr val="0000FF"/>
                </a:solidFill>
              </a:rPr>
              <a:t>Gauss</a:t>
            </a:r>
            <a:r>
              <a:rPr lang="zh-CN" altLang="en-US" sz="3200" b="1">
                <a:solidFill>
                  <a:srgbClr val="0000FF"/>
                </a:solidFill>
              </a:rPr>
              <a:t>型求积公式</a:t>
            </a:r>
            <a:endParaRPr lang="zh-CN" altLang="en-US" sz="3200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014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7" grpId="0"/>
      <p:bldP spid="7229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7">
            <a:extLst>
              <a:ext uri="{FF2B5EF4-FFF2-40B4-BE49-F238E27FC236}">
                <a16:creationId xmlns:a16="http://schemas.microsoft.com/office/drawing/2014/main" id="{1A100C7A-E703-B645-AC4E-271339536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04813"/>
            <a:ext cx="46482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charset="0"/>
              <a:buChar char="Ø"/>
              <a:defRPr/>
            </a:pPr>
            <a:r>
              <a:rPr lang="zh-CN" altLang="en-US" sz="3200" b="1">
                <a:solidFill>
                  <a:srgbClr val="0000FF"/>
                </a:solidFill>
                <a:latin typeface="Arial" charset="0"/>
              </a:rPr>
              <a:t>数值积分总结</a:t>
            </a:r>
            <a:endParaRPr lang="en-US" altLang="zh-CN" sz="3200" b="1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624A0A55-108C-6A44-B114-42E940138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221163"/>
            <a:ext cx="6337300" cy="314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lnSpc>
                <a:spcPct val="135000"/>
              </a:lnSpc>
              <a:buFont typeface="Wingdings" charset="0"/>
              <a:buChar char="q"/>
              <a:defRPr/>
            </a:pPr>
            <a:r>
              <a:rPr lang="zh-CN" altLang="en-US" b="1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数值积分方法</a:t>
            </a:r>
            <a:endParaRPr lang="en-US" altLang="zh-CN" b="1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r>
              <a:rPr lang="zh-CN" altLang="en-US" sz="2400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插值积分公式、牛顿科特斯公式</a:t>
            </a: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r>
              <a:rPr lang="zh-CN" altLang="en-US" sz="2400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复合求积公式、龙贝格积分公式</a:t>
            </a: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r>
              <a:rPr lang="zh-CN" altLang="en-US" sz="2400">
                <a:solidFill>
                  <a:srgbClr val="000000"/>
                </a:solidFill>
                <a:latin typeface="宋体" charset="0"/>
                <a:ea typeface="黑体" charset="0"/>
                <a:cs typeface="黑体" charset="0"/>
              </a:rPr>
              <a:t>高斯型积分（代数精确度的概念）</a:t>
            </a: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defRPr/>
            </a:pPr>
            <a:endParaRPr lang="en-US" altLang="zh-CN" sz="2400" b="1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  <a:p>
            <a:pPr eaLnBrk="1" hangingPunct="1">
              <a:lnSpc>
                <a:spcPct val="135000"/>
              </a:lnSpc>
              <a:buFont typeface="Wingdings" charset="0"/>
              <a:buChar char="v"/>
              <a:defRPr/>
            </a:pPr>
            <a:endParaRPr lang="en-US" altLang="zh-CN" sz="2400">
              <a:solidFill>
                <a:srgbClr val="000000"/>
              </a:solidFill>
              <a:latin typeface="宋体" charset="0"/>
              <a:ea typeface="黑体" charset="0"/>
              <a:cs typeface="黑体" charset="0"/>
            </a:endParaRPr>
          </a:p>
        </p:txBody>
      </p:sp>
      <p:pic>
        <p:nvPicPr>
          <p:cNvPr id="9" name="Picture 4" descr="4">
            <a:extLst>
              <a:ext uri="{FF2B5EF4-FFF2-40B4-BE49-F238E27FC236}">
                <a16:creationId xmlns:a16="http://schemas.microsoft.com/office/drawing/2014/main" id="{BFAACCE7-EDCA-1444-B3FB-F07F1AFE0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412875"/>
            <a:ext cx="2890838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55C972AE-C498-044E-82AB-BDE8E6AE1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1268413"/>
            <a:ext cx="2449513" cy="206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579538-EF81-A948-A49D-BACB77522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9725"/>
            <a:ext cx="2659063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2">
            <a:extLst>
              <a:ext uri="{FF2B5EF4-FFF2-40B4-BE49-F238E27FC236}">
                <a16:creationId xmlns:a16="http://schemas.microsoft.com/office/drawing/2014/main" id="{48754DFE-1E50-9849-A0CA-B33DC1978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1484313"/>
            <a:ext cx="2808287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4039" name="Object 10">
            <a:extLst>
              <a:ext uri="{FF2B5EF4-FFF2-40B4-BE49-F238E27FC236}">
                <a16:creationId xmlns:a16="http://schemas.microsoft.com/office/drawing/2014/main" id="{4E75144A-3BF4-0840-A469-C2B4B1E21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188913"/>
          <a:ext cx="39592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810700" imgH="9944100" progId="Equation.3">
                  <p:embed/>
                </p:oleObj>
              </mc:Choice>
              <mc:Fallback>
                <p:oleObj name="Equation" r:id="rId6" imgW="34810700" imgH="9944100" progId="Equation.3">
                  <p:embed/>
                  <p:pic>
                    <p:nvPicPr>
                      <p:cNvPr id="44039" name="Object 10">
                        <a:extLst>
                          <a:ext uri="{FF2B5EF4-FFF2-40B4-BE49-F238E27FC236}">
                            <a16:creationId xmlns:a16="http://schemas.microsoft.com/office/drawing/2014/main" id="{4E75144A-3BF4-0840-A469-C2B4B1E213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88913"/>
                        <a:ext cx="39592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815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>
            <a:extLst>
              <a:ext uri="{FF2B5EF4-FFF2-40B4-BE49-F238E27FC236}">
                <a16:creationId xmlns:a16="http://schemas.microsoft.com/office/drawing/2014/main" id="{8142748B-EF2E-4241-B15B-F0449FC0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4463"/>
            <a:ext cx="7632700" cy="595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b="1">
                <a:solidFill>
                  <a:srgbClr val="3333FF"/>
                </a:solidFill>
              </a:rPr>
              <a:t>课上习题</a:t>
            </a:r>
            <a:r>
              <a:rPr lang="en-US" altLang="zh-CN" b="1">
                <a:solidFill>
                  <a:srgbClr val="3333FF"/>
                </a:solidFill>
              </a:rPr>
              <a:t>:</a:t>
            </a:r>
            <a:r>
              <a:rPr lang="en-US" altLang="zh-CN" b="1"/>
              <a:t> </a:t>
            </a:r>
            <a:r>
              <a:rPr lang="zh-CN" altLang="en-US" b="1"/>
              <a:t>利用</a:t>
            </a:r>
            <a:r>
              <a:rPr lang="en-US" altLang="zh-CN" b="1"/>
              <a:t>Romberg</a:t>
            </a:r>
            <a:r>
              <a:rPr lang="zh-CN" altLang="en-US" b="1"/>
              <a:t>算法计算</a:t>
            </a:r>
            <a:r>
              <a:rPr lang="en-US" altLang="zh-CN" b="1"/>
              <a:t>                    </a:t>
            </a:r>
          </a:p>
        </p:txBody>
      </p:sp>
      <p:graphicFrame>
        <p:nvGraphicFramePr>
          <p:cNvPr id="102405" name="Object 5">
            <a:extLst>
              <a:ext uri="{FF2B5EF4-FFF2-40B4-BE49-F238E27FC236}">
                <a16:creationId xmlns:a16="http://schemas.microsoft.com/office/drawing/2014/main" id="{A9C82E60-CF2F-5F4E-B9CA-2D5F2B57F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2838" y="1557338"/>
          <a:ext cx="16811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967200" imgH="5270500" progId="Equation.3">
                  <p:embed/>
                </p:oleObj>
              </mc:Choice>
              <mc:Fallback>
                <p:oleObj name="公式" r:id="rId2" imgW="16967200" imgH="5270500" progId="Equation.3">
                  <p:embed/>
                  <p:pic>
                    <p:nvPicPr>
                      <p:cNvPr id="102405" name="Object 5">
                        <a:extLst>
                          <a:ext uri="{FF2B5EF4-FFF2-40B4-BE49-F238E27FC236}">
                            <a16:creationId xmlns:a16="http://schemas.microsoft.com/office/drawing/2014/main" id="{A9C82E60-CF2F-5F4E-B9CA-2D5F2B57F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838" y="1557338"/>
                        <a:ext cx="16811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6">
            <a:extLst>
              <a:ext uri="{FF2B5EF4-FFF2-40B4-BE49-F238E27FC236}">
                <a16:creationId xmlns:a16="http://schemas.microsoft.com/office/drawing/2014/main" id="{4F3B89D5-DDD8-844F-9FC9-57160E043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277938"/>
          <a:ext cx="2590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6576000" imgH="9067800" progId="Equation.3">
                  <p:embed/>
                </p:oleObj>
              </mc:Choice>
              <mc:Fallback>
                <p:oleObj r:id="rId4" imgW="36576000" imgH="9067800" progId="Equation.3">
                  <p:embed/>
                  <p:pic>
                    <p:nvPicPr>
                      <p:cNvPr id="45059" name="Object 6">
                        <a:extLst>
                          <a:ext uri="{FF2B5EF4-FFF2-40B4-BE49-F238E27FC236}">
                            <a16:creationId xmlns:a16="http://schemas.microsoft.com/office/drawing/2014/main" id="{4F3B89D5-DDD8-844F-9FC9-57160E043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277938"/>
                        <a:ext cx="25908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7">
            <a:extLst>
              <a:ext uri="{FF2B5EF4-FFF2-40B4-BE49-F238E27FC236}">
                <a16:creationId xmlns:a16="http://schemas.microsoft.com/office/drawing/2014/main" id="{68A4D061-A049-514E-B0D5-7A0442614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989138"/>
          <a:ext cx="41910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149000" imgH="9067800" progId="Equation.DSMT4">
                  <p:embed/>
                </p:oleObj>
              </mc:Choice>
              <mc:Fallback>
                <p:oleObj name="Equation" r:id="rId6" imgW="49149000" imgH="9067800" progId="Equation.DSMT4">
                  <p:embed/>
                  <p:pic>
                    <p:nvPicPr>
                      <p:cNvPr id="102407" name="Object 7">
                        <a:extLst>
                          <a:ext uri="{FF2B5EF4-FFF2-40B4-BE49-F238E27FC236}">
                            <a16:creationId xmlns:a16="http://schemas.microsoft.com/office/drawing/2014/main" id="{68A4D061-A049-514E-B0D5-7A0442614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89138"/>
                        <a:ext cx="41910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8">
            <a:extLst>
              <a:ext uri="{FF2B5EF4-FFF2-40B4-BE49-F238E27FC236}">
                <a16:creationId xmlns:a16="http://schemas.microsoft.com/office/drawing/2014/main" id="{21DCA7F1-639C-4944-AE2F-A3959FC36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901950"/>
          <a:ext cx="5029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048400" imgH="9067800" progId="Equation.DSMT4">
                  <p:embed/>
                </p:oleObj>
              </mc:Choice>
              <mc:Fallback>
                <p:oleObj name="Equation" r:id="rId8" imgW="57048400" imgH="9067800" progId="Equation.DSMT4">
                  <p:embed/>
                  <p:pic>
                    <p:nvPicPr>
                      <p:cNvPr id="102408" name="Object 8">
                        <a:extLst>
                          <a:ext uri="{FF2B5EF4-FFF2-40B4-BE49-F238E27FC236}">
                            <a16:creationId xmlns:a16="http://schemas.microsoft.com/office/drawing/2014/main" id="{21DCA7F1-639C-4944-AE2F-A3959FC36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01950"/>
                        <a:ext cx="5029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2" name="Rectangle 12">
            <a:extLst>
              <a:ext uri="{FF2B5EF4-FFF2-40B4-BE49-F238E27FC236}">
                <a16:creationId xmlns:a16="http://schemas.microsoft.com/office/drawing/2014/main" id="{FB716244-D1B0-E448-8D4C-DEF7C6EA5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341438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宋体" charset="0"/>
                <a:ea typeface="MS PGothic" charset="0"/>
                <a:cs typeface="MS PGothic" charset="0"/>
              </a:rPr>
              <a:t>解</a:t>
            </a:r>
            <a:r>
              <a:rPr lang="en-US" altLang="zh-CN" sz="2400" b="1" dirty="0">
                <a:solidFill>
                  <a:srgbClr val="000000"/>
                </a:solidFill>
                <a:latin typeface="宋体" charset="0"/>
                <a:ea typeface="MS PGothic" charset="0"/>
                <a:cs typeface="MS PGothic" charset="0"/>
              </a:rPr>
              <a:t>:</a:t>
            </a:r>
            <a:r>
              <a:rPr lang="zh-CN" altLang="en-US" sz="2400" b="1" dirty="0">
                <a:solidFill>
                  <a:srgbClr val="000000"/>
                </a:solidFill>
                <a:latin typeface="宋体" charset="0"/>
                <a:ea typeface="MS PGothic" charset="0"/>
                <a:cs typeface="MS PGothic" charset="0"/>
              </a:rPr>
              <a:t>由题意</a:t>
            </a:r>
            <a:endParaRPr lang="en-US" altLang="zh-CN" sz="2400" b="1" dirty="0">
              <a:solidFill>
                <a:srgbClr val="000000"/>
              </a:solidFill>
              <a:latin typeface="宋体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45063" name="Object 13">
            <a:extLst>
              <a:ext uri="{FF2B5EF4-FFF2-40B4-BE49-F238E27FC236}">
                <a16:creationId xmlns:a16="http://schemas.microsoft.com/office/drawing/2014/main" id="{538FF39E-B816-CF4B-81F2-814F57D18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9200" y="115888"/>
          <a:ext cx="1944688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069300" imgH="9067800" progId="Equation.DSMT4">
                  <p:embed/>
                </p:oleObj>
              </mc:Choice>
              <mc:Fallback>
                <p:oleObj name="Equation" r:id="rId10" imgW="21069300" imgH="9067800" progId="Equation.DSMT4">
                  <p:embed/>
                  <p:pic>
                    <p:nvPicPr>
                      <p:cNvPr id="45063" name="Object 13">
                        <a:extLst>
                          <a:ext uri="{FF2B5EF4-FFF2-40B4-BE49-F238E27FC236}">
                            <a16:creationId xmlns:a16="http://schemas.microsoft.com/office/drawing/2014/main" id="{538FF39E-B816-CF4B-81F2-814F57D18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115888"/>
                        <a:ext cx="1944688" cy="8366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5" name="Rectangle 15">
            <a:extLst>
              <a:ext uri="{FF2B5EF4-FFF2-40B4-BE49-F238E27FC236}">
                <a16:creationId xmlns:a16="http://schemas.microsoft.com/office/drawing/2014/main" id="{7A1BE118-1A3D-C342-8CE7-D31C742FB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727075"/>
            <a:ext cx="15017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charset="0"/>
                <a:ea typeface="MS PGothic" charset="0"/>
                <a:cs typeface="MS PGothic" charset="0"/>
              </a:rPr>
              <a:t>计算到</a:t>
            </a:r>
            <a:r>
              <a:rPr lang="en-US" altLang="zh-CN" sz="2400" b="1" dirty="0">
                <a:latin typeface="Times New Roman" charset="0"/>
                <a:ea typeface="MS PGothic" charset="0"/>
                <a:cs typeface="MS PGothic" charset="0"/>
              </a:rPr>
              <a:t>R</a:t>
            </a:r>
            <a:r>
              <a:rPr lang="en-US" altLang="zh-CN" sz="2400" b="1" baseline="-25000" dirty="0">
                <a:latin typeface="Times New Roman" charset="0"/>
                <a:ea typeface="MS PGothic" charset="0"/>
                <a:cs typeface="MS PGothic" charset="0"/>
              </a:rPr>
              <a:t>1</a:t>
            </a:r>
            <a:r>
              <a:rPr lang="en-US" altLang="zh-CN" sz="2400" b="1" dirty="0">
                <a:latin typeface="Times New Roman" charset="0"/>
                <a:ea typeface="MS PGothic" charset="0"/>
                <a:cs typeface="MS PGothic" charset="0"/>
                <a:sym typeface="Symbol" charset="0"/>
              </a:rPr>
              <a:t>.</a:t>
            </a:r>
          </a:p>
        </p:txBody>
      </p:sp>
      <p:graphicFrame>
        <p:nvGraphicFramePr>
          <p:cNvPr id="102416" name="Object 16">
            <a:extLst>
              <a:ext uri="{FF2B5EF4-FFF2-40B4-BE49-F238E27FC236}">
                <a16:creationId xmlns:a16="http://schemas.microsoft.com/office/drawing/2014/main" id="{7A5A8CDD-8C4D-4045-81BF-ED880E884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3776663"/>
          <a:ext cx="44846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12900" imgH="406400" progId="Equation.3">
                  <p:embed/>
                </p:oleObj>
              </mc:Choice>
              <mc:Fallback>
                <p:oleObj name="Equation" r:id="rId12" imgW="1612900" imgH="406400" progId="Equation.3">
                  <p:embed/>
                  <p:pic>
                    <p:nvPicPr>
                      <p:cNvPr id="102416" name="Object 16">
                        <a:extLst>
                          <a:ext uri="{FF2B5EF4-FFF2-40B4-BE49-F238E27FC236}">
                            <a16:creationId xmlns:a16="http://schemas.microsoft.com/office/drawing/2014/main" id="{7A5A8CDD-8C4D-4045-81BF-ED880E884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3776663"/>
                        <a:ext cx="4484687" cy="850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7" name="Object 17">
            <a:extLst>
              <a:ext uri="{FF2B5EF4-FFF2-40B4-BE49-F238E27FC236}">
                <a16:creationId xmlns:a16="http://schemas.microsoft.com/office/drawing/2014/main" id="{E7CAC082-7526-EC45-AB54-C8FF84DCBE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388" y="4724400"/>
          <a:ext cx="78946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421700" imgH="9067800" progId="Equation.DSMT4">
                  <p:embed/>
                </p:oleObj>
              </mc:Choice>
              <mc:Fallback>
                <p:oleObj name="Equation" r:id="rId14" imgW="97421700" imgH="9067800" progId="Equation.DSMT4">
                  <p:embed/>
                  <p:pic>
                    <p:nvPicPr>
                      <p:cNvPr id="102417" name="Object 17">
                        <a:extLst>
                          <a:ext uri="{FF2B5EF4-FFF2-40B4-BE49-F238E27FC236}">
                            <a16:creationId xmlns:a16="http://schemas.microsoft.com/office/drawing/2014/main" id="{E7CAC082-7526-EC45-AB54-C8FF84DCBE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724400"/>
                        <a:ext cx="789463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8" name="Object 18">
            <a:extLst>
              <a:ext uri="{FF2B5EF4-FFF2-40B4-BE49-F238E27FC236}">
                <a16:creationId xmlns:a16="http://schemas.microsoft.com/office/drawing/2014/main" id="{D68BEE1B-3F41-6B49-97C4-E95A3E757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5661025"/>
          <a:ext cx="38862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620700" imgH="9067800" progId="Equation.3">
                  <p:embed/>
                </p:oleObj>
              </mc:Choice>
              <mc:Fallback>
                <p:oleObj name="Equation" r:id="rId16" imgW="38620700" imgH="9067800" progId="Equation.3">
                  <p:embed/>
                  <p:pic>
                    <p:nvPicPr>
                      <p:cNvPr id="102418" name="Object 18">
                        <a:extLst>
                          <a:ext uri="{FF2B5EF4-FFF2-40B4-BE49-F238E27FC236}">
                            <a16:creationId xmlns:a16="http://schemas.microsoft.com/office/drawing/2014/main" id="{D68BEE1B-3F41-6B49-97C4-E95A3E7576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661025"/>
                        <a:ext cx="38862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922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7" name="Object 5">
            <a:extLst>
              <a:ext uri="{FF2B5EF4-FFF2-40B4-BE49-F238E27FC236}">
                <a16:creationId xmlns:a16="http://schemas.microsoft.com/office/drawing/2014/main" id="{1B78CCA9-A539-DB40-BF89-470274ED1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773238"/>
          <a:ext cx="670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847200" imgH="9067800" progId="Equation.DSMT4">
                  <p:embed/>
                </p:oleObj>
              </mc:Choice>
              <mc:Fallback>
                <p:oleObj name="Equation" r:id="rId2" imgW="72847200" imgH="9067800" progId="Equation.DSMT4">
                  <p:embed/>
                  <p:pic>
                    <p:nvPicPr>
                      <p:cNvPr id="105477" name="Object 5">
                        <a:extLst>
                          <a:ext uri="{FF2B5EF4-FFF2-40B4-BE49-F238E27FC236}">
                            <a16:creationId xmlns:a16="http://schemas.microsoft.com/office/drawing/2014/main" id="{1B78CCA9-A539-DB40-BF89-470274ED1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73238"/>
                        <a:ext cx="6705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9" name="Object 7">
            <a:extLst>
              <a:ext uri="{FF2B5EF4-FFF2-40B4-BE49-F238E27FC236}">
                <a16:creationId xmlns:a16="http://schemas.microsoft.com/office/drawing/2014/main" id="{B4D4C48E-465B-7C43-A731-631217BA2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04813"/>
          <a:ext cx="40386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33800" imgH="9067800" progId="Equation.DSMT4">
                  <p:embed/>
                </p:oleObj>
              </mc:Choice>
              <mc:Fallback>
                <p:oleObj name="Equation" r:id="rId4" imgW="41833800" imgH="9067800" progId="Equation.DSMT4">
                  <p:embed/>
                  <p:pic>
                    <p:nvPicPr>
                      <p:cNvPr id="105479" name="Object 7">
                        <a:extLst>
                          <a:ext uri="{FF2B5EF4-FFF2-40B4-BE49-F238E27FC236}">
                            <a16:creationId xmlns:a16="http://schemas.microsoft.com/office/drawing/2014/main" id="{B4D4C48E-465B-7C43-A731-631217BA2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04813"/>
                        <a:ext cx="40386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0" name="Object 8">
            <a:extLst>
              <a:ext uri="{FF2B5EF4-FFF2-40B4-BE49-F238E27FC236}">
                <a16:creationId xmlns:a16="http://schemas.microsoft.com/office/drawing/2014/main" id="{799A2902-72B9-8548-B701-44D016707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708275"/>
          <a:ext cx="406717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620700" imgH="9067800" progId="Equation.DSMT4">
                  <p:embed/>
                </p:oleObj>
              </mc:Choice>
              <mc:Fallback>
                <p:oleObj name="Equation" r:id="rId6" imgW="38620700" imgH="9067800" progId="Equation.DSMT4">
                  <p:embed/>
                  <p:pic>
                    <p:nvPicPr>
                      <p:cNvPr id="105480" name="Object 8">
                        <a:extLst>
                          <a:ext uri="{FF2B5EF4-FFF2-40B4-BE49-F238E27FC236}">
                            <a16:creationId xmlns:a16="http://schemas.microsoft.com/office/drawing/2014/main" id="{799A2902-72B9-8548-B701-44D016707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708275"/>
                        <a:ext cx="406717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9">
            <a:extLst>
              <a:ext uri="{FF2B5EF4-FFF2-40B4-BE49-F238E27FC236}">
                <a16:creationId xmlns:a16="http://schemas.microsoft.com/office/drawing/2014/main" id="{87C2C82C-B448-C847-8026-41C8DEF99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88913"/>
          <a:ext cx="455612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44400" imgH="9067800" progId="Equation.DSMT4">
                  <p:embed/>
                </p:oleObj>
              </mc:Choice>
              <mc:Fallback>
                <p:oleObj name="Equation" r:id="rId8" imgW="37744400" imgH="9067800" progId="Equation.DSMT4">
                  <p:embed/>
                  <p:pic>
                    <p:nvPicPr>
                      <p:cNvPr id="46084" name="Object 9">
                        <a:extLst>
                          <a:ext uri="{FF2B5EF4-FFF2-40B4-BE49-F238E27FC236}">
                            <a16:creationId xmlns:a16="http://schemas.microsoft.com/office/drawing/2014/main" id="{87C2C82C-B448-C847-8026-41C8DEF997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8913"/>
                        <a:ext cx="4556125" cy="823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10">
            <a:extLst>
              <a:ext uri="{FF2B5EF4-FFF2-40B4-BE49-F238E27FC236}">
                <a16:creationId xmlns:a16="http://schemas.microsoft.com/office/drawing/2014/main" id="{D061D74A-1C2C-5142-9B96-0A9B3C442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981075"/>
          <a:ext cx="38846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620700" imgH="9067800" progId="Equation.DSMT4">
                  <p:embed/>
                </p:oleObj>
              </mc:Choice>
              <mc:Fallback>
                <p:oleObj name="Equation" r:id="rId10" imgW="38620700" imgH="9067800" progId="Equation.DSMT4">
                  <p:embed/>
                  <p:pic>
                    <p:nvPicPr>
                      <p:cNvPr id="46085" name="Object 10">
                        <a:extLst>
                          <a:ext uri="{FF2B5EF4-FFF2-40B4-BE49-F238E27FC236}">
                            <a16:creationId xmlns:a16="http://schemas.microsoft.com/office/drawing/2014/main" id="{D061D74A-1C2C-5142-9B96-0A9B3C442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981075"/>
                        <a:ext cx="38846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3" name="Object 11">
            <a:extLst>
              <a:ext uri="{FF2B5EF4-FFF2-40B4-BE49-F238E27FC236}">
                <a16:creationId xmlns:a16="http://schemas.microsoft.com/office/drawing/2014/main" id="{EC6816B5-67C1-CE4A-ACCB-009325F90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2708275"/>
          <a:ext cx="391318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75400" imgH="9067800" progId="Equation.DSMT4">
                  <p:embed/>
                </p:oleObj>
              </mc:Choice>
              <mc:Fallback>
                <p:oleObj name="Equation" r:id="rId12" imgW="44475400" imgH="9067800" progId="Equation.DSMT4">
                  <p:embed/>
                  <p:pic>
                    <p:nvPicPr>
                      <p:cNvPr id="105483" name="Object 11">
                        <a:extLst>
                          <a:ext uri="{FF2B5EF4-FFF2-40B4-BE49-F238E27FC236}">
                            <a16:creationId xmlns:a16="http://schemas.microsoft.com/office/drawing/2014/main" id="{EC6816B5-67C1-CE4A-ACCB-009325F90D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708275"/>
                        <a:ext cx="391318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12">
            <a:extLst>
              <a:ext uri="{FF2B5EF4-FFF2-40B4-BE49-F238E27FC236}">
                <a16:creationId xmlns:a16="http://schemas.microsoft.com/office/drawing/2014/main" id="{BE00BC90-CC7D-4943-98BA-5359EFA634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6925" y="3573463"/>
          <a:ext cx="45370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72700" imgH="9067800" progId="Equation.3">
                  <p:embed/>
                </p:oleObj>
              </mc:Choice>
              <mc:Fallback>
                <p:oleObj name="Equation" r:id="rId14" imgW="48272700" imgH="9067800" progId="Equation.3">
                  <p:embed/>
                  <p:pic>
                    <p:nvPicPr>
                      <p:cNvPr id="105484" name="Object 12">
                        <a:extLst>
                          <a:ext uri="{FF2B5EF4-FFF2-40B4-BE49-F238E27FC236}">
                            <a16:creationId xmlns:a16="http://schemas.microsoft.com/office/drawing/2014/main" id="{BE00BC90-CC7D-4943-98BA-5359EFA634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5" y="3573463"/>
                        <a:ext cx="45370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77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5.478"/>
  <p:tag name="ORIGINALWIDTH" val=" 1523.809"/>
  <p:tag name="OUTPUTTYPE" val="PNG"/>
  <p:tag name="IGUANATEXVERSION" val="162"/>
  <p:tag name="LATEXADDIN" val="\documentclass{article}&#10;\usepackage{CJKutf8}&#10;\usepackage{amsmath}&#10;\usepackage{amssymb}&#10;\usepackage{xcolor}&#10;\pagestyle{empty}&#10;\begin{document}&#10;\begin{CJK}{UTF8}{gkai}&#10;&#10;$\int_{a}^{b} f(x)dx \approx \frac{f(a) + f(b)}{2}(b - a)$&#10;&#10;\end{CJK}&#10;\end{document}&#10;&#10;&#10;"/>
  <p:tag name="IGUANATEXSIZE" val="24"/>
  <p:tag name="IGUANATEXCURSOR" val="226"/>
  <p:tag name="TRANSPARENCY" val="True"/>
  <p:tag name="CHOOSECOLOR" val="False"/>
  <p:tag name="COLORHEX" val="000000"/>
  <p:tag name="FILENAME" val="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5.478"/>
  <p:tag name="ORIGINALWIDTH" val=" 1481.065"/>
  <p:tag name="OUTPUTTYPE" val="PNG"/>
  <p:tag name="IGUANATEXVERSION" val="162"/>
  <p:tag name="LATEXADDIN" val="\documentclass{article}&#10;\usepackage{CJKutf8}&#10;\usepackage{amsmath}&#10;\usepackage{amssymb}&#10;\usepackage{xcolor}&#10;\pagestyle{empty}&#10;\begin{document}&#10;\begin{CJK}{UTF8}{gkai}&#10;&#10;$\int_{a}^{b} f(x)dx \approx f\left(\frac{a+b}{2}\right)(b-a)$&#10;&#10;\end{CJK}&#10;\end{document}&#10;&#10;&#10;"/>
  <p:tag name="IGUANATEXSIZE" val="24"/>
  <p:tag name="IGUANATEXCURSOR" val="228"/>
  <p:tag name="TRANSPARENCY" val="True"/>
  <p:tag name="CHOOSECOLOR" val="False"/>
  <p:tag name="COLORHEX" val="000000"/>
  <p:tag name="FILENAME" val="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5.478"/>
  <p:tag name="ORIGINALWIDTH" val=" 2788.152"/>
  <p:tag name="OUTPUTTYPE" val="PNG"/>
  <p:tag name="IGUANATEXVERSION" val="162"/>
  <p:tag name="LATEXADDIN" val="\documentclass{article}&#10;\usepackage{CJKutf8}&#10;\usepackage{amsmath}&#10;\usepackage{amssymb}&#10;\usepackage{xcolor}&#10;\pagestyle{empty}&#10;\begin{document}&#10;\begin{CJK}{UTF8}{gkai}&#10;&#10;$&#10;\int_{a}^{b} f(x)dx \approx \left( \sum_{i=0}^{n} f(x_i)c_i \right) (b-a) := \sum_{i=0}^{n} f(x_i)\omega_i&#10;$&#10;&#10;\end{CJK}&#10;\end{document}&#10;&#10;&#10;"/>
  <p:tag name="IGUANATEXSIZE" val="24"/>
  <p:tag name="IGUANATEXCURSOR" val="275"/>
  <p:tag name="TRANSPARENCY" val="True"/>
  <p:tag name="CHOOSECOLOR" val="False"/>
  <p:tag name="COLORHEX" val="000000"/>
  <p:tag name="FILENAME" val="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7.2328"/>
  <p:tag name="ORIGINALWIDTH" val=" 983.877"/>
  <p:tag name="OUTPUTTYPE" val="PNG"/>
  <p:tag name="IGUANATEXVERSION" val="162"/>
  <p:tag name="LATEXADDIN" val="\documentclass{article}&#10;\usepackage{CJKutf8}&#10;\usepackage{amsmath}&#10;\usepackage{amssymb}&#10;\usepackage{xcolor}&#10;\pagestyle{empty}&#10;\begin{document}&#10;\begin{CJK}{UTF8}{gkai}&#10;&#10;\bf&#10;其中$\omega_i = (b - a)c_i$&#10;&#10;\end{CJK}&#10;\end{document}&#10;&#10;&#10;"/>
  <p:tag name="IGUANATEXSIZE" val="24"/>
  <p:tag name="IGUANATEXCURSOR" val="196"/>
  <p:tag name="TRANSPARENCY" val="True"/>
  <p:tag name="CHOOSECOLOR" val="False"/>
  <p:tag name="COLORHEX" val="000000"/>
  <p:tag name="FILENAME" val="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4.2332"/>
  <p:tag name="ORIGINALWIDTH" val=" 983.1271"/>
  <p:tag name="OUTPUTTYPE" val="PNG"/>
  <p:tag name="IGUANATEXVERSION" val="162"/>
  <p:tag name="LATEXADDIN" val="\documentclass{article}&#10;\usepackage{CJKutf8}&#10;\usepackage{amsmath}&#10;\usepackage{amssymb}&#10;\usepackage{xcolor}&#10;\pagestyle{empty}&#10;\begin{document}&#10;\begin{CJK}{UTF8}{gkai}&#10;&#10;\bf &#10;加权平均近似$f(\xi)$&#10;&#10;\end{CJK}&#10;\end{document}&#10;&#10;&#10;"/>
  <p:tag name="IGUANATEXSIZE" val="24"/>
  <p:tag name="IGUANATEXCURSOR" val="178"/>
  <p:tag name="TRANSPARENCY" val="True"/>
  <p:tag name="CHOOSECOLOR" val="False"/>
  <p:tag name="COLORHEX" val="000000"/>
  <p:tag name="FILENAME" val="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.7346"/>
  <p:tag name="ORIGINALWIDTH" val=" 1694.788"/>
  <p:tag name="OUTPUTTYPE" val="PNG"/>
  <p:tag name="IGUANATEXVERSION" val="162"/>
  <p:tag name="LATEXADDIN" val="\documentclass{article}&#10;\usepackage{CJKutf8}&#10;\usepackage{amsmath}&#10;\usepackage{amssymb}&#10;\usepackage{xcolor}&#10;\pagestyle{empty}&#10;\begin{document}&#10;\begin{CJK}{UTF8}{gkai}&#10;&#10;\bf&#10;如何选取求积节点$x_i$和系数$\omega_i$?&#10;&#10;\end{CJK}&#10;\end{document}&#10;&#10;&#10;"/>
  <p:tag name="IGUANATEXSIZE" val="24"/>
  <p:tag name="IGUANATEXCURSOR" val="198"/>
  <p:tag name="TRANSPARENCY" val="True"/>
  <p:tag name="CHOOSECOLOR" val="False"/>
  <p:tag name="COLORHEX" val="000000"/>
  <p:tag name="FILENAME" val="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13449</TotalTime>
  <Words>971</Words>
  <Application>Microsoft Macintosh PowerPoint</Application>
  <PresentationFormat>全屏显示(4:3)</PresentationFormat>
  <Paragraphs>243</Paragraphs>
  <Slides>18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楷体_GB2312</vt:lpstr>
      <vt:lpstr>SimSun</vt:lpstr>
      <vt:lpstr>SimSun</vt:lpstr>
      <vt:lpstr>微软雅黑</vt:lpstr>
      <vt:lpstr>Arial</vt:lpstr>
      <vt:lpstr>Calibri</vt:lpstr>
      <vt:lpstr>Symbol</vt:lpstr>
      <vt:lpstr>Tahoma</vt:lpstr>
      <vt:lpstr>Times New Roman</vt:lpstr>
      <vt:lpstr>Wingdings</vt:lpstr>
      <vt:lpstr>Office Theme</vt:lpstr>
      <vt:lpstr>Equation</vt:lpstr>
      <vt:lpstr>公式</vt:lpstr>
      <vt:lpstr>Image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刘雪明</cp:lastModifiedBy>
  <cp:revision>1827</cp:revision>
  <dcterms:created xsi:type="dcterms:W3CDTF">2006-08-16T00:00:00Z</dcterms:created>
  <dcterms:modified xsi:type="dcterms:W3CDTF">2026-05-26T13:07:41Z</dcterms:modified>
</cp:coreProperties>
</file>